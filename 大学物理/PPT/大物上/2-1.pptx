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2"/>
  </p:notesMasterIdLst>
  <p:sldIdLst>
    <p:sldId id="353" r:id="rId2"/>
    <p:sldId id="558" r:id="rId3"/>
    <p:sldId id="605" r:id="rId4"/>
    <p:sldId id="551" r:id="rId5"/>
    <p:sldId id="564" r:id="rId6"/>
    <p:sldId id="565" r:id="rId7"/>
    <p:sldId id="566" r:id="rId8"/>
    <p:sldId id="567" r:id="rId9"/>
    <p:sldId id="568" r:id="rId10"/>
    <p:sldId id="578" r:id="rId11"/>
    <p:sldId id="607" r:id="rId12"/>
    <p:sldId id="570" r:id="rId13"/>
    <p:sldId id="571" r:id="rId14"/>
    <p:sldId id="572" r:id="rId15"/>
    <p:sldId id="576" r:id="rId16"/>
    <p:sldId id="577" r:id="rId17"/>
    <p:sldId id="573" r:id="rId18"/>
    <p:sldId id="574" r:id="rId19"/>
    <p:sldId id="575" r:id="rId20"/>
    <p:sldId id="612" r:id="rId2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9">
          <p15:clr>
            <a:srgbClr val="A4A3A4"/>
          </p15:clr>
        </p15:guide>
        <p15:guide id="2" pos="4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FFFF00"/>
    <a:srgbClr val="FF0000"/>
    <a:srgbClr val="CC66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1522" y="67"/>
      </p:cViewPr>
      <p:guideLst>
        <p:guide orient="horz" pos="1979"/>
        <p:guide pos="4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AA80025-01C0-24CC-DF71-4067794231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8E99EF9-9BDB-6038-CED1-ACF5CCEFCD7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74510495-51B6-49BE-9681-DF6386C1CE0F}" type="datetimeFigureOut">
              <a:rPr lang="zh-CN" altLang="en-US"/>
              <a:pPr>
                <a:defRPr/>
              </a:pPr>
              <a:t>2025/3/4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1A8FCEC5-5E79-D07D-A709-1CCB7F9C53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AA733B2-699A-7058-CAC4-E1101A3D5D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F5ED33-6D7D-C221-7926-F06E490760C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4CA13A-FAEE-283C-EC14-D4EDDB6547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A776ED2-CAB7-46C6-9ACA-6EA84D5D314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189712510"/>
      </p:ext>
    </p:extLst>
  </p:cSld>
  <p:clrMapOvr>
    <a:masterClrMapping/>
  </p:clrMapOvr>
  <p:transition spd="slow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61576948"/>
      </p:ext>
    </p:extLst>
  </p:cSld>
  <p:clrMapOvr>
    <a:masterClrMapping/>
  </p:clrMapOvr>
  <p:transition spd="slow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24594198"/>
      </p:ext>
    </p:extLst>
  </p:cSld>
  <p:clrMapOvr>
    <a:masterClrMapping/>
  </p:clrMapOvr>
  <p:transition spd="slow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93518972"/>
      </p:ext>
    </p:extLst>
  </p:cSld>
  <p:clrMapOvr>
    <a:masterClrMapping/>
  </p:clrMapOvr>
  <p:transition spd="slow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68242407"/>
      </p:ext>
    </p:extLst>
  </p:cSld>
  <p:clrMapOvr>
    <a:masterClrMapping/>
  </p:clrMapOvr>
  <p:transition spd="slow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4782798"/>
      </p:ext>
    </p:extLst>
  </p:cSld>
  <p:clrMapOvr>
    <a:masterClrMapping/>
  </p:clrMapOvr>
  <p:transition spd="slow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67447370"/>
      </p:ext>
    </p:extLst>
  </p:cSld>
  <p:clrMapOvr>
    <a:masterClrMapping/>
  </p:clrMapOvr>
  <p:transition spd="slow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62627291"/>
      </p:ext>
    </p:extLst>
  </p:cSld>
  <p:clrMapOvr>
    <a:masterClrMapping/>
  </p:clrMapOvr>
  <p:transition spd="slow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01571771"/>
      </p:ext>
    </p:extLst>
  </p:cSld>
  <p:clrMapOvr>
    <a:masterClrMapping/>
  </p:clrMapOvr>
  <p:transition spd="slow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506325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>
            <a:extLst>
              <a:ext uri="{FF2B5EF4-FFF2-40B4-BE49-F238E27FC236}">
                <a16:creationId xmlns:a16="http://schemas.microsoft.com/office/drawing/2014/main" id="{A7F54B34-24AB-2D7D-F818-426A594E56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588" y="0"/>
            <a:ext cx="9237663" cy="6873875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1FE8278-D501-374B-D724-65AA8E491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003366">
                <a:alpha val="50195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8" name="AutoShape 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02925E4-4AA9-94E9-B368-46813097C1F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45363" y="6629400"/>
            <a:ext cx="395287" cy="127000"/>
          </a:xfrm>
          <a:prstGeom prst="actionButtonBackPrevious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9" name="AutoShape 5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5004AAD6-BFF3-3B9B-4F9B-65D3083796B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812088" y="6629400"/>
            <a:ext cx="395287" cy="127000"/>
          </a:xfrm>
          <a:prstGeom prst="actionButtonHome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0" name="AutoShape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CCC683B8-F7CA-1033-FBD9-32DD5F27949E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280400" y="6629400"/>
            <a:ext cx="395288" cy="127000"/>
          </a:xfrm>
          <a:prstGeom prst="actionButtonForwardNext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38" r:id="rId1"/>
    <p:sldLayoutId id="2147484339" r:id="rId2"/>
    <p:sldLayoutId id="2147484340" r:id="rId3"/>
    <p:sldLayoutId id="2147484341" r:id="rId4"/>
    <p:sldLayoutId id="2147484342" r:id="rId5"/>
    <p:sldLayoutId id="2147484343" r:id="rId6"/>
    <p:sldLayoutId id="2147484344" r:id="rId7"/>
    <p:sldLayoutId id="2147484345" r:id="rId8"/>
    <p:sldLayoutId id="2147484346" r:id="rId9"/>
    <p:sldLayoutId id="2147484347" r:id="rId10"/>
  </p:sldLayoutIdLst>
  <p:transition spd="slow">
    <p:wipe dir="d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7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6.emf"/><Relationship Id="rId4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emf"/><Relationship Id="rId18" Type="http://schemas.openxmlformats.org/officeDocument/2006/relationships/oleObject" Target="../embeddings/oleObject15.bin"/><Relationship Id="rId26" Type="http://schemas.openxmlformats.org/officeDocument/2006/relationships/oleObject" Target="../embeddings/oleObject19.bin"/><Relationship Id="rId39" Type="http://schemas.openxmlformats.org/officeDocument/2006/relationships/image" Target="../media/image26.emf"/><Relationship Id="rId21" Type="http://schemas.openxmlformats.org/officeDocument/2006/relationships/image" Target="../media/image17.emf"/><Relationship Id="rId34" Type="http://schemas.openxmlformats.org/officeDocument/2006/relationships/oleObject" Target="../embeddings/oleObject23.bin"/><Relationship Id="rId42" Type="http://schemas.openxmlformats.org/officeDocument/2006/relationships/oleObject" Target="../embeddings/oleObject27.bin"/><Relationship Id="rId47" Type="http://schemas.openxmlformats.org/officeDocument/2006/relationships/image" Target="../media/image30.emf"/><Relationship Id="rId50" Type="http://schemas.openxmlformats.org/officeDocument/2006/relationships/image" Target="../media/image32.emf"/><Relationship Id="rId55" Type="http://schemas.openxmlformats.org/officeDocument/2006/relationships/oleObject" Target="../embeddings/oleObject33.bin"/><Relationship Id="rId7" Type="http://schemas.openxmlformats.org/officeDocument/2006/relationships/image" Target="../media/image10.emf"/><Relationship Id="rId12" Type="http://schemas.openxmlformats.org/officeDocument/2006/relationships/oleObject" Target="../embeddings/oleObject12.bin"/><Relationship Id="rId17" Type="http://schemas.openxmlformats.org/officeDocument/2006/relationships/image" Target="../media/image15.emf"/><Relationship Id="rId25" Type="http://schemas.openxmlformats.org/officeDocument/2006/relationships/image" Target="../media/image19.emf"/><Relationship Id="rId33" Type="http://schemas.openxmlformats.org/officeDocument/2006/relationships/image" Target="../media/image23.emf"/><Relationship Id="rId38" Type="http://schemas.openxmlformats.org/officeDocument/2006/relationships/oleObject" Target="../embeddings/oleObject25.bin"/><Relationship Id="rId46" Type="http://schemas.openxmlformats.org/officeDocument/2006/relationships/oleObject" Target="../embeddings/oleObject29.bin"/><Relationship Id="rId2" Type="http://schemas.openxmlformats.org/officeDocument/2006/relationships/oleObject" Target="../embeddings/oleObject7.bin"/><Relationship Id="rId16" Type="http://schemas.openxmlformats.org/officeDocument/2006/relationships/oleObject" Target="../embeddings/oleObject14.bin"/><Relationship Id="rId20" Type="http://schemas.openxmlformats.org/officeDocument/2006/relationships/oleObject" Target="../embeddings/oleObject16.bin"/><Relationship Id="rId29" Type="http://schemas.openxmlformats.org/officeDocument/2006/relationships/image" Target="../media/image21.emf"/><Relationship Id="rId41" Type="http://schemas.openxmlformats.org/officeDocument/2006/relationships/image" Target="../media/image27.emf"/><Relationship Id="rId54" Type="http://schemas.openxmlformats.org/officeDocument/2006/relationships/image" Target="../media/image34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2.emf"/><Relationship Id="rId24" Type="http://schemas.openxmlformats.org/officeDocument/2006/relationships/oleObject" Target="../embeddings/oleObject18.bin"/><Relationship Id="rId32" Type="http://schemas.openxmlformats.org/officeDocument/2006/relationships/oleObject" Target="../embeddings/oleObject22.bin"/><Relationship Id="rId37" Type="http://schemas.openxmlformats.org/officeDocument/2006/relationships/image" Target="../media/image25.emf"/><Relationship Id="rId40" Type="http://schemas.openxmlformats.org/officeDocument/2006/relationships/oleObject" Target="../embeddings/oleObject26.bin"/><Relationship Id="rId45" Type="http://schemas.openxmlformats.org/officeDocument/2006/relationships/image" Target="../media/image29.emf"/><Relationship Id="rId53" Type="http://schemas.openxmlformats.org/officeDocument/2006/relationships/oleObject" Target="../embeddings/oleObject32.bin"/><Relationship Id="rId58" Type="http://schemas.openxmlformats.org/officeDocument/2006/relationships/image" Target="../media/image36.emf"/><Relationship Id="rId5" Type="http://schemas.openxmlformats.org/officeDocument/2006/relationships/image" Target="../media/image9.emf"/><Relationship Id="rId15" Type="http://schemas.openxmlformats.org/officeDocument/2006/relationships/image" Target="../media/image14.emf"/><Relationship Id="rId23" Type="http://schemas.openxmlformats.org/officeDocument/2006/relationships/image" Target="../media/image18.emf"/><Relationship Id="rId28" Type="http://schemas.openxmlformats.org/officeDocument/2006/relationships/oleObject" Target="../embeddings/oleObject20.bin"/><Relationship Id="rId36" Type="http://schemas.openxmlformats.org/officeDocument/2006/relationships/oleObject" Target="../embeddings/oleObject24.bin"/><Relationship Id="rId49" Type="http://schemas.openxmlformats.org/officeDocument/2006/relationships/image" Target="../media/image31.emf"/><Relationship Id="rId57" Type="http://schemas.openxmlformats.org/officeDocument/2006/relationships/oleObject" Target="../embeddings/oleObject34.bin"/><Relationship Id="rId10" Type="http://schemas.openxmlformats.org/officeDocument/2006/relationships/oleObject" Target="../embeddings/oleObject11.bin"/><Relationship Id="rId19" Type="http://schemas.openxmlformats.org/officeDocument/2006/relationships/image" Target="../media/image16.emf"/><Relationship Id="rId31" Type="http://schemas.openxmlformats.org/officeDocument/2006/relationships/image" Target="../media/image22.emf"/><Relationship Id="rId44" Type="http://schemas.openxmlformats.org/officeDocument/2006/relationships/oleObject" Target="../embeddings/oleObject28.bin"/><Relationship Id="rId52" Type="http://schemas.openxmlformats.org/officeDocument/2006/relationships/image" Target="../media/image33.e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1.emf"/><Relationship Id="rId14" Type="http://schemas.openxmlformats.org/officeDocument/2006/relationships/oleObject" Target="../embeddings/oleObject13.bin"/><Relationship Id="rId22" Type="http://schemas.openxmlformats.org/officeDocument/2006/relationships/oleObject" Target="../embeddings/oleObject17.bin"/><Relationship Id="rId27" Type="http://schemas.openxmlformats.org/officeDocument/2006/relationships/image" Target="../media/image20.emf"/><Relationship Id="rId30" Type="http://schemas.openxmlformats.org/officeDocument/2006/relationships/oleObject" Target="../embeddings/oleObject21.bin"/><Relationship Id="rId35" Type="http://schemas.openxmlformats.org/officeDocument/2006/relationships/image" Target="../media/image24.emf"/><Relationship Id="rId43" Type="http://schemas.openxmlformats.org/officeDocument/2006/relationships/image" Target="../media/image28.emf"/><Relationship Id="rId48" Type="http://schemas.openxmlformats.org/officeDocument/2006/relationships/oleObject" Target="../embeddings/oleObject30.bin"/><Relationship Id="rId56" Type="http://schemas.openxmlformats.org/officeDocument/2006/relationships/image" Target="../media/image35.emf"/><Relationship Id="rId8" Type="http://schemas.openxmlformats.org/officeDocument/2006/relationships/oleObject" Target="../embeddings/oleObject10.bin"/><Relationship Id="rId51" Type="http://schemas.openxmlformats.org/officeDocument/2006/relationships/oleObject" Target="../embeddings/oleObject31.bin"/><Relationship Id="rId3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42.emf"/><Relationship Id="rId18" Type="http://schemas.openxmlformats.org/officeDocument/2006/relationships/oleObject" Target="../embeddings/oleObject43.bin"/><Relationship Id="rId26" Type="http://schemas.openxmlformats.org/officeDocument/2006/relationships/oleObject" Target="../embeddings/oleObject47.bin"/><Relationship Id="rId3" Type="http://schemas.openxmlformats.org/officeDocument/2006/relationships/image" Target="../media/image37.emf"/><Relationship Id="rId21" Type="http://schemas.openxmlformats.org/officeDocument/2006/relationships/image" Target="../media/image46.emf"/><Relationship Id="rId7" Type="http://schemas.openxmlformats.org/officeDocument/2006/relationships/image" Target="../media/image39.emf"/><Relationship Id="rId12" Type="http://schemas.openxmlformats.org/officeDocument/2006/relationships/oleObject" Target="../embeddings/oleObject40.bin"/><Relationship Id="rId17" Type="http://schemas.openxmlformats.org/officeDocument/2006/relationships/image" Target="../media/image44.emf"/><Relationship Id="rId25" Type="http://schemas.openxmlformats.org/officeDocument/2006/relationships/image" Target="../media/image48.emf"/><Relationship Id="rId33" Type="http://schemas.openxmlformats.org/officeDocument/2006/relationships/image" Target="../media/image52.emf"/><Relationship Id="rId2" Type="http://schemas.openxmlformats.org/officeDocument/2006/relationships/oleObject" Target="../embeddings/oleObject35.bin"/><Relationship Id="rId16" Type="http://schemas.openxmlformats.org/officeDocument/2006/relationships/oleObject" Target="../embeddings/oleObject42.bin"/><Relationship Id="rId20" Type="http://schemas.openxmlformats.org/officeDocument/2006/relationships/oleObject" Target="../embeddings/oleObject44.bin"/><Relationship Id="rId29" Type="http://schemas.openxmlformats.org/officeDocument/2006/relationships/image" Target="../media/image50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41.emf"/><Relationship Id="rId24" Type="http://schemas.openxmlformats.org/officeDocument/2006/relationships/oleObject" Target="../embeddings/oleObject46.bin"/><Relationship Id="rId32" Type="http://schemas.openxmlformats.org/officeDocument/2006/relationships/oleObject" Target="../embeddings/oleObject50.bin"/><Relationship Id="rId5" Type="http://schemas.openxmlformats.org/officeDocument/2006/relationships/image" Target="../media/image38.emf"/><Relationship Id="rId15" Type="http://schemas.openxmlformats.org/officeDocument/2006/relationships/image" Target="../media/image43.emf"/><Relationship Id="rId23" Type="http://schemas.openxmlformats.org/officeDocument/2006/relationships/image" Target="../media/image47.emf"/><Relationship Id="rId28" Type="http://schemas.openxmlformats.org/officeDocument/2006/relationships/oleObject" Target="../embeddings/oleObject48.bin"/><Relationship Id="rId10" Type="http://schemas.openxmlformats.org/officeDocument/2006/relationships/oleObject" Target="../embeddings/oleObject39.bin"/><Relationship Id="rId19" Type="http://schemas.openxmlformats.org/officeDocument/2006/relationships/image" Target="../media/image45.emf"/><Relationship Id="rId31" Type="http://schemas.openxmlformats.org/officeDocument/2006/relationships/image" Target="../media/image51.emf"/><Relationship Id="rId4" Type="http://schemas.openxmlformats.org/officeDocument/2006/relationships/oleObject" Target="../embeddings/oleObject36.bin"/><Relationship Id="rId9" Type="http://schemas.openxmlformats.org/officeDocument/2006/relationships/image" Target="../media/image40.emf"/><Relationship Id="rId14" Type="http://schemas.openxmlformats.org/officeDocument/2006/relationships/oleObject" Target="../embeddings/oleObject41.bin"/><Relationship Id="rId22" Type="http://schemas.openxmlformats.org/officeDocument/2006/relationships/oleObject" Target="../embeddings/oleObject45.bin"/><Relationship Id="rId27" Type="http://schemas.openxmlformats.org/officeDocument/2006/relationships/image" Target="../media/image49.emf"/><Relationship Id="rId30" Type="http://schemas.openxmlformats.org/officeDocument/2006/relationships/oleObject" Target="../embeddings/oleObject49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13" Type="http://schemas.openxmlformats.org/officeDocument/2006/relationships/image" Target="../media/image58.emf"/><Relationship Id="rId3" Type="http://schemas.openxmlformats.org/officeDocument/2006/relationships/image" Target="../media/image53.emf"/><Relationship Id="rId7" Type="http://schemas.openxmlformats.org/officeDocument/2006/relationships/image" Target="../media/image55.emf"/><Relationship Id="rId12" Type="http://schemas.openxmlformats.org/officeDocument/2006/relationships/oleObject" Target="../embeddings/oleObject56.bin"/><Relationship Id="rId17" Type="http://schemas.openxmlformats.org/officeDocument/2006/relationships/image" Target="../media/image60.emf"/><Relationship Id="rId2" Type="http://schemas.openxmlformats.org/officeDocument/2006/relationships/oleObject" Target="../embeddings/oleObject51.bin"/><Relationship Id="rId16" Type="http://schemas.openxmlformats.org/officeDocument/2006/relationships/oleObject" Target="../embeddings/oleObject5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57.emf"/><Relationship Id="rId5" Type="http://schemas.openxmlformats.org/officeDocument/2006/relationships/image" Target="../media/image54.emf"/><Relationship Id="rId15" Type="http://schemas.openxmlformats.org/officeDocument/2006/relationships/image" Target="../media/image59.emf"/><Relationship Id="rId10" Type="http://schemas.openxmlformats.org/officeDocument/2006/relationships/oleObject" Target="../embeddings/oleObject55.bin"/><Relationship Id="rId4" Type="http://schemas.openxmlformats.org/officeDocument/2006/relationships/oleObject" Target="../embeddings/oleObject52.bin"/><Relationship Id="rId9" Type="http://schemas.openxmlformats.org/officeDocument/2006/relationships/image" Target="../media/image56.emf"/><Relationship Id="rId14" Type="http://schemas.openxmlformats.org/officeDocument/2006/relationships/oleObject" Target="../embeddings/oleObject57.bin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6.emf"/><Relationship Id="rId18" Type="http://schemas.openxmlformats.org/officeDocument/2006/relationships/oleObject" Target="../embeddings/oleObject67.bin"/><Relationship Id="rId26" Type="http://schemas.openxmlformats.org/officeDocument/2006/relationships/oleObject" Target="../embeddings/oleObject71.bin"/><Relationship Id="rId39" Type="http://schemas.openxmlformats.org/officeDocument/2006/relationships/image" Target="../media/image79.emf"/><Relationship Id="rId3" Type="http://schemas.openxmlformats.org/officeDocument/2006/relationships/image" Target="../media/image61.emf"/><Relationship Id="rId21" Type="http://schemas.openxmlformats.org/officeDocument/2006/relationships/image" Target="../media/image70.emf"/><Relationship Id="rId34" Type="http://schemas.openxmlformats.org/officeDocument/2006/relationships/oleObject" Target="../embeddings/oleObject75.bin"/><Relationship Id="rId42" Type="http://schemas.openxmlformats.org/officeDocument/2006/relationships/oleObject" Target="../embeddings/oleObject79.bin"/><Relationship Id="rId47" Type="http://schemas.openxmlformats.org/officeDocument/2006/relationships/image" Target="../media/image83.emf"/><Relationship Id="rId50" Type="http://schemas.openxmlformats.org/officeDocument/2006/relationships/oleObject" Target="../embeddings/oleObject83.bin"/><Relationship Id="rId7" Type="http://schemas.openxmlformats.org/officeDocument/2006/relationships/image" Target="../media/image63.emf"/><Relationship Id="rId12" Type="http://schemas.openxmlformats.org/officeDocument/2006/relationships/oleObject" Target="../embeddings/oleObject64.bin"/><Relationship Id="rId17" Type="http://schemas.openxmlformats.org/officeDocument/2006/relationships/image" Target="../media/image68.emf"/><Relationship Id="rId25" Type="http://schemas.openxmlformats.org/officeDocument/2006/relationships/image" Target="../media/image72.emf"/><Relationship Id="rId33" Type="http://schemas.openxmlformats.org/officeDocument/2006/relationships/image" Target="../media/image76.emf"/><Relationship Id="rId38" Type="http://schemas.openxmlformats.org/officeDocument/2006/relationships/oleObject" Target="../embeddings/oleObject77.bin"/><Relationship Id="rId46" Type="http://schemas.openxmlformats.org/officeDocument/2006/relationships/oleObject" Target="../embeddings/oleObject81.bin"/><Relationship Id="rId2" Type="http://schemas.openxmlformats.org/officeDocument/2006/relationships/oleObject" Target="../embeddings/oleObject59.bin"/><Relationship Id="rId16" Type="http://schemas.openxmlformats.org/officeDocument/2006/relationships/oleObject" Target="../embeddings/oleObject66.bin"/><Relationship Id="rId20" Type="http://schemas.openxmlformats.org/officeDocument/2006/relationships/oleObject" Target="../embeddings/oleObject68.bin"/><Relationship Id="rId29" Type="http://schemas.openxmlformats.org/officeDocument/2006/relationships/image" Target="../media/image74.emf"/><Relationship Id="rId41" Type="http://schemas.openxmlformats.org/officeDocument/2006/relationships/image" Target="../media/image80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65.emf"/><Relationship Id="rId24" Type="http://schemas.openxmlformats.org/officeDocument/2006/relationships/oleObject" Target="../embeddings/oleObject70.bin"/><Relationship Id="rId32" Type="http://schemas.openxmlformats.org/officeDocument/2006/relationships/oleObject" Target="../embeddings/oleObject74.bin"/><Relationship Id="rId37" Type="http://schemas.openxmlformats.org/officeDocument/2006/relationships/image" Target="../media/image78.emf"/><Relationship Id="rId40" Type="http://schemas.openxmlformats.org/officeDocument/2006/relationships/oleObject" Target="../embeddings/oleObject78.bin"/><Relationship Id="rId45" Type="http://schemas.openxmlformats.org/officeDocument/2006/relationships/image" Target="../media/image82.emf"/><Relationship Id="rId5" Type="http://schemas.openxmlformats.org/officeDocument/2006/relationships/image" Target="../media/image62.emf"/><Relationship Id="rId15" Type="http://schemas.openxmlformats.org/officeDocument/2006/relationships/image" Target="../media/image67.emf"/><Relationship Id="rId23" Type="http://schemas.openxmlformats.org/officeDocument/2006/relationships/image" Target="../media/image71.emf"/><Relationship Id="rId28" Type="http://schemas.openxmlformats.org/officeDocument/2006/relationships/oleObject" Target="../embeddings/oleObject72.bin"/><Relationship Id="rId36" Type="http://schemas.openxmlformats.org/officeDocument/2006/relationships/oleObject" Target="../embeddings/oleObject76.bin"/><Relationship Id="rId49" Type="http://schemas.openxmlformats.org/officeDocument/2006/relationships/image" Target="../media/image84.emf"/><Relationship Id="rId10" Type="http://schemas.openxmlformats.org/officeDocument/2006/relationships/oleObject" Target="../embeddings/oleObject63.bin"/><Relationship Id="rId19" Type="http://schemas.openxmlformats.org/officeDocument/2006/relationships/image" Target="../media/image69.emf"/><Relationship Id="rId31" Type="http://schemas.openxmlformats.org/officeDocument/2006/relationships/image" Target="../media/image75.emf"/><Relationship Id="rId44" Type="http://schemas.openxmlformats.org/officeDocument/2006/relationships/oleObject" Target="../embeddings/oleObject80.bin"/><Relationship Id="rId4" Type="http://schemas.openxmlformats.org/officeDocument/2006/relationships/oleObject" Target="../embeddings/oleObject60.bin"/><Relationship Id="rId9" Type="http://schemas.openxmlformats.org/officeDocument/2006/relationships/image" Target="../media/image64.emf"/><Relationship Id="rId14" Type="http://schemas.openxmlformats.org/officeDocument/2006/relationships/oleObject" Target="../embeddings/oleObject65.bin"/><Relationship Id="rId22" Type="http://schemas.openxmlformats.org/officeDocument/2006/relationships/oleObject" Target="../embeddings/oleObject69.bin"/><Relationship Id="rId27" Type="http://schemas.openxmlformats.org/officeDocument/2006/relationships/image" Target="../media/image73.emf"/><Relationship Id="rId30" Type="http://schemas.openxmlformats.org/officeDocument/2006/relationships/oleObject" Target="../embeddings/oleObject73.bin"/><Relationship Id="rId35" Type="http://schemas.openxmlformats.org/officeDocument/2006/relationships/image" Target="../media/image77.emf"/><Relationship Id="rId43" Type="http://schemas.openxmlformats.org/officeDocument/2006/relationships/image" Target="../media/image81.emf"/><Relationship Id="rId48" Type="http://schemas.openxmlformats.org/officeDocument/2006/relationships/oleObject" Target="../embeddings/oleObject82.bin"/><Relationship Id="rId8" Type="http://schemas.openxmlformats.org/officeDocument/2006/relationships/oleObject" Target="../embeddings/oleObject62.bin"/><Relationship Id="rId51" Type="http://schemas.openxmlformats.org/officeDocument/2006/relationships/image" Target="../media/image8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oleObject" Target="../embeddings/oleObject84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7.emf"/><Relationship Id="rId4" Type="http://schemas.openxmlformats.org/officeDocument/2006/relationships/oleObject" Target="../embeddings/oleObject85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1.jpeg"/><Relationship Id="rId4" Type="http://schemas.openxmlformats.org/officeDocument/2006/relationships/image" Target="../media/image90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3" Type="http://schemas.openxmlformats.org/officeDocument/2006/relationships/image" Target="../media/image92.emf"/><Relationship Id="rId7" Type="http://schemas.openxmlformats.org/officeDocument/2006/relationships/image" Target="../media/image94.emf"/><Relationship Id="rId2" Type="http://schemas.openxmlformats.org/officeDocument/2006/relationships/oleObject" Target="../embeddings/oleObject8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88.bin"/><Relationship Id="rId5" Type="http://schemas.openxmlformats.org/officeDocument/2006/relationships/image" Target="../media/image93.emf"/><Relationship Id="rId4" Type="http://schemas.openxmlformats.org/officeDocument/2006/relationships/oleObject" Target="../embeddings/oleObject87.bin"/><Relationship Id="rId9" Type="http://schemas.openxmlformats.org/officeDocument/2006/relationships/image" Target="../media/image95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emf"/><Relationship Id="rId13" Type="http://schemas.openxmlformats.org/officeDocument/2006/relationships/oleObject" Target="../embeddings/oleObject95.bin"/><Relationship Id="rId18" Type="http://schemas.openxmlformats.org/officeDocument/2006/relationships/image" Target="../media/image103.emf"/><Relationship Id="rId26" Type="http://schemas.openxmlformats.org/officeDocument/2006/relationships/image" Target="../media/image107.emf"/><Relationship Id="rId3" Type="http://schemas.openxmlformats.org/officeDocument/2006/relationships/oleObject" Target="../embeddings/oleObject90.bin"/><Relationship Id="rId21" Type="http://schemas.openxmlformats.org/officeDocument/2006/relationships/oleObject" Target="../embeddings/oleObject99.bin"/><Relationship Id="rId34" Type="http://schemas.openxmlformats.org/officeDocument/2006/relationships/image" Target="../media/image111.emf"/><Relationship Id="rId7" Type="http://schemas.openxmlformats.org/officeDocument/2006/relationships/oleObject" Target="../embeddings/oleObject92.bin"/><Relationship Id="rId12" Type="http://schemas.openxmlformats.org/officeDocument/2006/relationships/image" Target="../media/image100.emf"/><Relationship Id="rId17" Type="http://schemas.openxmlformats.org/officeDocument/2006/relationships/oleObject" Target="../embeddings/oleObject97.bin"/><Relationship Id="rId25" Type="http://schemas.openxmlformats.org/officeDocument/2006/relationships/oleObject" Target="../embeddings/oleObject101.bin"/><Relationship Id="rId33" Type="http://schemas.openxmlformats.org/officeDocument/2006/relationships/oleObject" Target="../embeddings/oleObject105.bin"/><Relationship Id="rId2" Type="http://schemas.openxmlformats.org/officeDocument/2006/relationships/audio" Target="../media/audio1.wav"/><Relationship Id="rId16" Type="http://schemas.openxmlformats.org/officeDocument/2006/relationships/image" Target="../media/image102.emf"/><Relationship Id="rId20" Type="http://schemas.openxmlformats.org/officeDocument/2006/relationships/image" Target="../media/image104.emf"/><Relationship Id="rId29" Type="http://schemas.openxmlformats.org/officeDocument/2006/relationships/oleObject" Target="../embeddings/oleObject103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7.emf"/><Relationship Id="rId11" Type="http://schemas.openxmlformats.org/officeDocument/2006/relationships/oleObject" Target="../embeddings/oleObject94.bin"/><Relationship Id="rId24" Type="http://schemas.openxmlformats.org/officeDocument/2006/relationships/image" Target="../media/image106.emf"/><Relationship Id="rId32" Type="http://schemas.openxmlformats.org/officeDocument/2006/relationships/image" Target="../media/image110.emf"/><Relationship Id="rId5" Type="http://schemas.openxmlformats.org/officeDocument/2006/relationships/oleObject" Target="../embeddings/oleObject91.bin"/><Relationship Id="rId15" Type="http://schemas.openxmlformats.org/officeDocument/2006/relationships/oleObject" Target="../embeddings/oleObject96.bin"/><Relationship Id="rId23" Type="http://schemas.openxmlformats.org/officeDocument/2006/relationships/oleObject" Target="../embeddings/oleObject100.bin"/><Relationship Id="rId28" Type="http://schemas.openxmlformats.org/officeDocument/2006/relationships/image" Target="../media/image108.emf"/><Relationship Id="rId36" Type="http://schemas.openxmlformats.org/officeDocument/2006/relationships/image" Target="../media/image112.emf"/><Relationship Id="rId10" Type="http://schemas.openxmlformats.org/officeDocument/2006/relationships/image" Target="../media/image99.emf"/><Relationship Id="rId19" Type="http://schemas.openxmlformats.org/officeDocument/2006/relationships/oleObject" Target="../embeddings/oleObject98.bin"/><Relationship Id="rId31" Type="http://schemas.openxmlformats.org/officeDocument/2006/relationships/oleObject" Target="../embeddings/oleObject104.bin"/><Relationship Id="rId4" Type="http://schemas.openxmlformats.org/officeDocument/2006/relationships/image" Target="../media/image96.emf"/><Relationship Id="rId9" Type="http://schemas.openxmlformats.org/officeDocument/2006/relationships/oleObject" Target="../embeddings/oleObject93.bin"/><Relationship Id="rId14" Type="http://schemas.openxmlformats.org/officeDocument/2006/relationships/image" Target="../media/image101.emf"/><Relationship Id="rId22" Type="http://schemas.openxmlformats.org/officeDocument/2006/relationships/image" Target="../media/image105.emf"/><Relationship Id="rId27" Type="http://schemas.openxmlformats.org/officeDocument/2006/relationships/oleObject" Target="../embeddings/oleObject102.bin"/><Relationship Id="rId30" Type="http://schemas.openxmlformats.org/officeDocument/2006/relationships/image" Target="../media/image109.emf"/><Relationship Id="rId35" Type="http://schemas.openxmlformats.org/officeDocument/2006/relationships/oleObject" Target="../embeddings/oleObject10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0.bin"/><Relationship Id="rId13" Type="http://schemas.openxmlformats.org/officeDocument/2006/relationships/image" Target="../media/image118.emf"/><Relationship Id="rId3" Type="http://schemas.openxmlformats.org/officeDocument/2006/relationships/image" Target="../media/image113.emf"/><Relationship Id="rId7" Type="http://schemas.openxmlformats.org/officeDocument/2006/relationships/image" Target="../media/image115.emf"/><Relationship Id="rId12" Type="http://schemas.openxmlformats.org/officeDocument/2006/relationships/oleObject" Target="../embeddings/oleObject112.bin"/><Relationship Id="rId2" Type="http://schemas.openxmlformats.org/officeDocument/2006/relationships/oleObject" Target="../embeddings/oleObject107.bin"/><Relationship Id="rId16" Type="http://schemas.openxmlformats.org/officeDocument/2006/relationships/image" Target="../media/image120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09.bin"/><Relationship Id="rId11" Type="http://schemas.openxmlformats.org/officeDocument/2006/relationships/image" Target="../media/image117.emf"/><Relationship Id="rId5" Type="http://schemas.openxmlformats.org/officeDocument/2006/relationships/image" Target="../media/image114.emf"/><Relationship Id="rId15" Type="http://schemas.openxmlformats.org/officeDocument/2006/relationships/image" Target="../media/image119.emf"/><Relationship Id="rId10" Type="http://schemas.openxmlformats.org/officeDocument/2006/relationships/oleObject" Target="../embeddings/oleObject111.bin"/><Relationship Id="rId4" Type="http://schemas.openxmlformats.org/officeDocument/2006/relationships/oleObject" Target="../embeddings/oleObject108.bin"/><Relationship Id="rId9" Type="http://schemas.openxmlformats.org/officeDocument/2006/relationships/image" Target="../media/image116.emf"/><Relationship Id="rId14" Type="http://schemas.openxmlformats.org/officeDocument/2006/relationships/oleObject" Target="../embeddings/oleObject113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emf"/><Relationship Id="rId7" Type="http://schemas.openxmlformats.org/officeDocument/2006/relationships/image" Target="../media/image123.emf"/><Relationship Id="rId2" Type="http://schemas.openxmlformats.org/officeDocument/2006/relationships/oleObject" Target="../embeddings/oleObject114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16.bin"/><Relationship Id="rId5" Type="http://schemas.openxmlformats.org/officeDocument/2006/relationships/image" Target="../media/image122.emf"/><Relationship Id="rId4" Type="http://schemas.openxmlformats.org/officeDocument/2006/relationships/oleObject" Target="../embeddings/oleObject115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0.bin"/><Relationship Id="rId13" Type="http://schemas.openxmlformats.org/officeDocument/2006/relationships/image" Target="../media/image129.emf"/><Relationship Id="rId18" Type="http://schemas.openxmlformats.org/officeDocument/2006/relationships/oleObject" Target="../embeddings/oleObject125.bin"/><Relationship Id="rId26" Type="http://schemas.openxmlformats.org/officeDocument/2006/relationships/oleObject" Target="../embeddings/oleObject129.bin"/><Relationship Id="rId39" Type="http://schemas.openxmlformats.org/officeDocument/2006/relationships/image" Target="../media/image142.emf"/><Relationship Id="rId3" Type="http://schemas.openxmlformats.org/officeDocument/2006/relationships/image" Target="../media/image124.emf"/><Relationship Id="rId21" Type="http://schemas.openxmlformats.org/officeDocument/2006/relationships/image" Target="../media/image133.emf"/><Relationship Id="rId34" Type="http://schemas.openxmlformats.org/officeDocument/2006/relationships/oleObject" Target="../embeddings/oleObject133.bin"/><Relationship Id="rId7" Type="http://schemas.openxmlformats.org/officeDocument/2006/relationships/image" Target="../media/image126.emf"/><Relationship Id="rId12" Type="http://schemas.openxmlformats.org/officeDocument/2006/relationships/oleObject" Target="../embeddings/oleObject122.bin"/><Relationship Id="rId17" Type="http://schemas.openxmlformats.org/officeDocument/2006/relationships/image" Target="../media/image131.emf"/><Relationship Id="rId25" Type="http://schemas.openxmlformats.org/officeDocument/2006/relationships/image" Target="../media/image135.emf"/><Relationship Id="rId33" Type="http://schemas.openxmlformats.org/officeDocument/2006/relationships/image" Target="../media/image139.emf"/><Relationship Id="rId38" Type="http://schemas.openxmlformats.org/officeDocument/2006/relationships/oleObject" Target="../embeddings/oleObject135.bin"/><Relationship Id="rId2" Type="http://schemas.openxmlformats.org/officeDocument/2006/relationships/oleObject" Target="../embeddings/oleObject117.bin"/><Relationship Id="rId16" Type="http://schemas.openxmlformats.org/officeDocument/2006/relationships/oleObject" Target="../embeddings/oleObject124.bin"/><Relationship Id="rId20" Type="http://schemas.openxmlformats.org/officeDocument/2006/relationships/oleObject" Target="../embeddings/oleObject126.bin"/><Relationship Id="rId29" Type="http://schemas.openxmlformats.org/officeDocument/2006/relationships/image" Target="../media/image137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19.bin"/><Relationship Id="rId11" Type="http://schemas.openxmlformats.org/officeDocument/2006/relationships/image" Target="../media/image128.emf"/><Relationship Id="rId24" Type="http://schemas.openxmlformats.org/officeDocument/2006/relationships/oleObject" Target="../embeddings/oleObject128.bin"/><Relationship Id="rId32" Type="http://schemas.openxmlformats.org/officeDocument/2006/relationships/oleObject" Target="../embeddings/oleObject132.bin"/><Relationship Id="rId37" Type="http://schemas.openxmlformats.org/officeDocument/2006/relationships/image" Target="../media/image141.emf"/><Relationship Id="rId5" Type="http://schemas.openxmlformats.org/officeDocument/2006/relationships/image" Target="../media/image125.emf"/><Relationship Id="rId15" Type="http://schemas.openxmlformats.org/officeDocument/2006/relationships/image" Target="../media/image130.emf"/><Relationship Id="rId23" Type="http://schemas.openxmlformats.org/officeDocument/2006/relationships/image" Target="../media/image134.emf"/><Relationship Id="rId28" Type="http://schemas.openxmlformats.org/officeDocument/2006/relationships/oleObject" Target="../embeddings/oleObject130.bin"/><Relationship Id="rId36" Type="http://schemas.openxmlformats.org/officeDocument/2006/relationships/oleObject" Target="../embeddings/oleObject134.bin"/><Relationship Id="rId10" Type="http://schemas.openxmlformats.org/officeDocument/2006/relationships/oleObject" Target="../embeddings/oleObject121.bin"/><Relationship Id="rId19" Type="http://schemas.openxmlformats.org/officeDocument/2006/relationships/image" Target="../media/image132.emf"/><Relationship Id="rId31" Type="http://schemas.openxmlformats.org/officeDocument/2006/relationships/image" Target="../media/image138.emf"/><Relationship Id="rId4" Type="http://schemas.openxmlformats.org/officeDocument/2006/relationships/oleObject" Target="../embeddings/oleObject118.bin"/><Relationship Id="rId9" Type="http://schemas.openxmlformats.org/officeDocument/2006/relationships/image" Target="../media/image127.emf"/><Relationship Id="rId14" Type="http://schemas.openxmlformats.org/officeDocument/2006/relationships/oleObject" Target="../embeddings/oleObject123.bin"/><Relationship Id="rId22" Type="http://schemas.openxmlformats.org/officeDocument/2006/relationships/oleObject" Target="../embeddings/oleObject127.bin"/><Relationship Id="rId27" Type="http://schemas.openxmlformats.org/officeDocument/2006/relationships/image" Target="../media/image136.emf"/><Relationship Id="rId30" Type="http://schemas.openxmlformats.org/officeDocument/2006/relationships/oleObject" Target="../embeddings/oleObject131.bin"/><Relationship Id="rId35" Type="http://schemas.openxmlformats.org/officeDocument/2006/relationships/image" Target="../media/image140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9.bin"/><Relationship Id="rId3" Type="http://schemas.openxmlformats.org/officeDocument/2006/relationships/image" Target="../media/image143.emf"/><Relationship Id="rId7" Type="http://schemas.openxmlformats.org/officeDocument/2006/relationships/image" Target="../media/image145.emf"/><Relationship Id="rId2" Type="http://schemas.openxmlformats.org/officeDocument/2006/relationships/oleObject" Target="../embeddings/oleObject13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38.bin"/><Relationship Id="rId11" Type="http://schemas.openxmlformats.org/officeDocument/2006/relationships/image" Target="../media/image147.emf"/><Relationship Id="rId5" Type="http://schemas.openxmlformats.org/officeDocument/2006/relationships/image" Target="../media/image144.emf"/><Relationship Id="rId10" Type="http://schemas.openxmlformats.org/officeDocument/2006/relationships/oleObject" Target="../embeddings/oleObject140.bin"/><Relationship Id="rId4" Type="http://schemas.openxmlformats.org/officeDocument/2006/relationships/oleObject" Target="../embeddings/oleObject137.bin"/><Relationship Id="rId9" Type="http://schemas.openxmlformats.org/officeDocument/2006/relationships/image" Target="../media/image146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4.bin"/><Relationship Id="rId13" Type="http://schemas.openxmlformats.org/officeDocument/2006/relationships/image" Target="../media/image153.emf"/><Relationship Id="rId18" Type="http://schemas.openxmlformats.org/officeDocument/2006/relationships/oleObject" Target="../embeddings/oleObject149.bin"/><Relationship Id="rId3" Type="http://schemas.openxmlformats.org/officeDocument/2006/relationships/image" Target="../media/image148.emf"/><Relationship Id="rId21" Type="http://schemas.openxmlformats.org/officeDocument/2006/relationships/image" Target="../media/image157.emf"/><Relationship Id="rId7" Type="http://schemas.openxmlformats.org/officeDocument/2006/relationships/image" Target="../media/image150.emf"/><Relationship Id="rId12" Type="http://schemas.openxmlformats.org/officeDocument/2006/relationships/oleObject" Target="../embeddings/oleObject146.bin"/><Relationship Id="rId17" Type="http://schemas.openxmlformats.org/officeDocument/2006/relationships/image" Target="../media/image155.emf"/><Relationship Id="rId2" Type="http://schemas.openxmlformats.org/officeDocument/2006/relationships/oleObject" Target="../embeddings/oleObject141.bin"/><Relationship Id="rId16" Type="http://schemas.openxmlformats.org/officeDocument/2006/relationships/oleObject" Target="../embeddings/oleObject148.bin"/><Relationship Id="rId20" Type="http://schemas.openxmlformats.org/officeDocument/2006/relationships/oleObject" Target="../embeddings/oleObject150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43.bin"/><Relationship Id="rId11" Type="http://schemas.openxmlformats.org/officeDocument/2006/relationships/image" Target="../media/image152.emf"/><Relationship Id="rId5" Type="http://schemas.openxmlformats.org/officeDocument/2006/relationships/image" Target="../media/image149.emf"/><Relationship Id="rId15" Type="http://schemas.openxmlformats.org/officeDocument/2006/relationships/image" Target="../media/image154.emf"/><Relationship Id="rId23" Type="http://schemas.openxmlformats.org/officeDocument/2006/relationships/image" Target="../media/image158.emf"/><Relationship Id="rId10" Type="http://schemas.openxmlformats.org/officeDocument/2006/relationships/oleObject" Target="../embeddings/oleObject145.bin"/><Relationship Id="rId19" Type="http://schemas.openxmlformats.org/officeDocument/2006/relationships/image" Target="../media/image156.emf"/><Relationship Id="rId4" Type="http://schemas.openxmlformats.org/officeDocument/2006/relationships/oleObject" Target="../embeddings/oleObject142.bin"/><Relationship Id="rId9" Type="http://schemas.openxmlformats.org/officeDocument/2006/relationships/image" Target="../media/image151.emf"/><Relationship Id="rId14" Type="http://schemas.openxmlformats.org/officeDocument/2006/relationships/oleObject" Target="../embeddings/oleObject147.bin"/><Relationship Id="rId22" Type="http://schemas.openxmlformats.org/officeDocument/2006/relationships/oleObject" Target="../embeddings/oleObject151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5.bin"/><Relationship Id="rId13" Type="http://schemas.openxmlformats.org/officeDocument/2006/relationships/image" Target="../media/image164.emf"/><Relationship Id="rId18" Type="http://schemas.openxmlformats.org/officeDocument/2006/relationships/oleObject" Target="../embeddings/oleObject160.bin"/><Relationship Id="rId26" Type="http://schemas.openxmlformats.org/officeDocument/2006/relationships/oleObject" Target="../embeddings/oleObject164.bin"/><Relationship Id="rId3" Type="http://schemas.openxmlformats.org/officeDocument/2006/relationships/image" Target="../media/image159.emf"/><Relationship Id="rId21" Type="http://schemas.openxmlformats.org/officeDocument/2006/relationships/image" Target="../media/image168.emf"/><Relationship Id="rId7" Type="http://schemas.openxmlformats.org/officeDocument/2006/relationships/image" Target="../media/image161.emf"/><Relationship Id="rId12" Type="http://schemas.openxmlformats.org/officeDocument/2006/relationships/oleObject" Target="../embeddings/oleObject157.bin"/><Relationship Id="rId17" Type="http://schemas.openxmlformats.org/officeDocument/2006/relationships/image" Target="../media/image166.emf"/><Relationship Id="rId25" Type="http://schemas.openxmlformats.org/officeDocument/2006/relationships/image" Target="../media/image170.emf"/><Relationship Id="rId2" Type="http://schemas.openxmlformats.org/officeDocument/2006/relationships/oleObject" Target="../embeddings/oleObject152.bin"/><Relationship Id="rId16" Type="http://schemas.openxmlformats.org/officeDocument/2006/relationships/oleObject" Target="../embeddings/oleObject159.bin"/><Relationship Id="rId20" Type="http://schemas.openxmlformats.org/officeDocument/2006/relationships/oleObject" Target="../embeddings/oleObject161.bin"/><Relationship Id="rId29" Type="http://schemas.openxmlformats.org/officeDocument/2006/relationships/image" Target="../media/image172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54.bin"/><Relationship Id="rId11" Type="http://schemas.openxmlformats.org/officeDocument/2006/relationships/image" Target="../media/image163.emf"/><Relationship Id="rId24" Type="http://schemas.openxmlformats.org/officeDocument/2006/relationships/oleObject" Target="../embeddings/oleObject163.bin"/><Relationship Id="rId5" Type="http://schemas.openxmlformats.org/officeDocument/2006/relationships/image" Target="../media/image160.emf"/><Relationship Id="rId15" Type="http://schemas.openxmlformats.org/officeDocument/2006/relationships/image" Target="../media/image165.emf"/><Relationship Id="rId23" Type="http://schemas.openxmlformats.org/officeDocument/2006/relationships/image" Target="../media/image169.emf"/><Relationship Id="rId28" Type="http://schemas.openxmlformats.org/officeDocument/2006/relationships/oleObject" Target="../embeddings/oleObject165.bin"/><Relationship Id="rId10" Type="http://schemas.openxmlformats.org/officeDocument/2006/relationships/oleObject" Target="../embeddings/oleObject156.bin"/><Relationship Id="rId19" Type="http://schemas.openxmlformats.org/officeDocument/2006/relationships/image" Target="../media/image167.emf"/><Relationship Id="rId4" Type="http://schemas.openxmlformats.org/officeDocument/2006/relationships/oleObject" Target="../embeddings/oleObject153.bin"/><Relationship Id="rId9" Type="http://schemas.openxmlformats.org/officeDocument/2006/relationships/image" Target="../media/image162.emf"/><Relationship Id="rId14" Type="http://schemas.openxmlformats.org/officeDocument/2006/relationships/oleObject" Target="../embeddings/oleObject158.bin"/><Relationship Id="rId22" Type="http://schemas.openxmlformats.org/officeDocument/2006/relationships/oleObject" Target="../embeddings/oleObject162.bin"/><Relationship Id="rId27" Type="http://schemas.openxmlformats.org/officeDocument/2006/relationships/image" Target="../media/image171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9.bin"/><Relationship Id="rId13" Type="http://schemas.openxmlformats.org/officeDocument/2006/relationships/image" Target="../media/image178.emf"/><Relationship Id="rId18" Type="http://schemas.openxmlformats.org/officeDocument/2006/relationships/oleObject" Target="../embeddings/oleObject174.bin"/><Relationship Id="rId26" Type="http://schemas.openxmlformats.org/officeDocument/2006/relationships/oleObject" Target="../embeddings/oleObject178.bin"/><Relationship Id="rId3" Type="http://schemas.openxmlformats.org/officeDocument/2006/relationships/image" Target="../media/image173.emf"/><Relationship Id="rId21" Type="http://schemas.openxmlformats.org/officeDocument/2006/relationships/image" Target="../media/image182.emf"/><Relationship Id="rId7" Type="http://schemas.openxmlformats.org/officeDocument/2006/relationships/image" Target="../media/image175.emf"/><Relationship Id="rId12" Type="http://schemas.openxmlformats.org/officeDocument/2006/relationships/oleObject" Target="../embeddings/oleObject171.bin"/><Relationship Id="rId17" Type="http://schemas.openxmlformats.org/officeDocument/2006/relationships/image" Target="../media/image180.emf"/><Relationship Id="rId25" Type="http://schemas.openxmlformats.org/officeDocument/2006/relationships/image" Target="../media/image184.emf"/><Relationship Id="rId2" Type="http://schemas.openxmlformats.org/officeDocument/2006/relationships/oleObject" Target="../embeddings/oleObject166.bin"/><Relationship Id="rId16" Type="http://schemas.openxmlformats.org/officeDocument/2006/relationships/oleObject" Target="../embeddings/oleObject173.bin"/><Relationship Id="rId20" Type="http://schemas.openxmlformats.org/officeDocument/2006/relationships/oleObject" Target="../embeddings/oleObject175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68.bin"/><Relationship Id="rId11" Type="http://schemas.openxmlformats.org/officeDocument/2006/relationships/image" Target="../media/image177.emf"/><Relationship Id="rId24" Type="http://schemas.openxmlformats.org/officeDocument/2006/relationships/oleObject" Target="../embeddings/oleObject177.bin"/><Relationship Id="rId5" Type="http://schemas.openxmlformats.org/officeDocument/2006/relationships/image" Target="../media/image174.emf"/><Relationship Id="rId15" Type="http://schemas.openxmlformats.org/officeDocument/2006/relationships/image" Target="../media/image179.emf"/><Relationship Id="rId23" Type="http://schemas.openxmlformats.org/officeDocument/2006/relationships/image" Target="../media/image183.emf"/><Relationship Id="rId10" Type="http://schemas.openxmlformats.org/officeDocument/2006/relationships/oleObject" Target="../embeddings/oleObject170.bin"/><Relationship Id="rId19" Type="http://schemas.openxmlformats.org/officeDocument/2006/relationships/image" Target="../media/image181.emf"/><Relationship Id="rId4" Type="http://schemas.openxmlformats.org/officeDocument/2006/relationships/oleObject" Target="../embeddings/oleObject167.bin"/><Relationship Id="rId9" Type="http://schemas.openxmlformats.org/officeDocument/2006/relationships/image" Target="../media/image176.emf"/><Relationship Id="rId14" Type="http://schemas.openxmlformats.org/officeDocument/2006/relationships/oleObject" Target="../embeddings/oleObject172.bin"/><Relationship Id="rId22" Type="http://schemas.openxmlformats.org/officeDocument/2006/relationships/oleObject" Target="../embeddings/oleObject176.bin"/><Relationship Id="rId27" Type="http://schemas.openxmlformats.org/officeDocument/2006/relationships/image" Target="../media/image185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2.bin"/><Relationship Id="rId13" Type="http://schemas.openxmlformats.org/officeDocument/2006/relationships/image" Target="../media/image191.emf"/><Relationship Id="rId18" Type="http://schemas.openxmlformats.org/officeDocument/2006/relationships/oleObject" Target="../embeddings/oleObject187.bin"/><Relationship Id="rId26" Type="http://schemas.openxmlformats.org/officeDocument/2006/relationships/oleObject" Target="../embeddings/oleObject191.bin"/><Relationship Id="rId3" Type="http://schemas.openxmlformats.org/officeDocument/2006/relationships/image" Target="../media/image186.emf"/><Relationship Id="rId21" Type="http://schemas.openxmlformats.org/officeDocument/2006/relationships/image" Target="../media/image195.emf"/><Relationship Id="rId7" Type="http://schemas.openxmlformats.org/officeDocument/2006/relationships/image" Target="../media/image188.emf"/><Relationship Id="rId12" Type="http://schemas.openxmlformats.org/officeDocument/2006/relationships/oleObject" Target="../embeddings/oleObject184.bin"/><Relationship Id="rId17" Type="http://schemas.openxmlformats.org/officeDocument/2006/relationships/image" Target="../media/image193.emf"/><Relationship Id="rId25" Type="http://schemas.openxmlformats.org/officeDocument/2006/relationships/image" Target="../media/image197.emf"/><Relationship Id="rId2" Type="http://schemas.openxmlformats.org/officeDocument/2006/relationships/oleObject" Target="../embeddings/oleObject179.bin"/><Relationship Id="rId16" Type="http://schemas.openxmlformats.org/officeDocument/2006/relationships/oleObject" Target="../embeddings/oleObject186.bin"/><Relationship Id="rId20" Type="http://schemas.openxmlformats.org/officeDocument/2006/relationships/oleObject" Target="../embeddings/oleObject18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81.bin"/><Relationship Id="rId11" Type="http://schemas.openxmlformats.org/officeDocument/2006/relationships/image" Target="../media/image190.emf"/><Relationship Id="rId24" Type="http://schemas.openxmlformats.org/officeDocument/2006/relationships/oleObject" Target="../embeddings/oleObject190.bin"/><Relationship Id="rId5" Type="http://schemas.openxmlformats.org/officeDocument/2006/relationships/image" Target="../media/image187.emf"/><Relationship Id="rId15" Type="http://schemas.openxmlformats.org/officeDocument/2006/relationships/image" Target="../media/image192.emf"/><Relationship Id="rId23" Type="http://schemas.openxmlformats.org/officeDocument/2006/relationships/image" Target="../media/image196.emf"/><Relationship Id="rId10" Type="http://schemas.openxmlformats.org/officeDocument/2006/relationships/oleObject" Target="../embeddings/oleObject183.bin"/><Relationship Id="rId19" Type="http://schemas.openxmlformats.org/officeDocument/2006/relationships/image" Target="../media/image194.emf"/><Relationship Id="rId4" Type="http://schemas.openxmlformats.org/officeDocument/2006/relationships/oleObject" Target="../embeddings/oleObject180.bin"/><Relationship Id="rId9" Type="http://schemas.openxmlformats.org/officeDocument/2006/relationships/image" Target="../media/image189.emf"/><Relationship Id="rId14" Type="http://schemas.openxmlformats.org/officeDocument/2006/relationships/oleObject" Target="../embeddings/oleObject185.bin"/><Relationship Id="rId22" Type="http://schemas.openxmlformats.org/officeDocument/2006/relationships/oleObject" Target="../embeddings/oleObject189.bin"/><Relationship Id="rId27" Type="http://schemas.openxmlformats.org/officeDocument/2006/relationships/image" Target="../media/image19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047" descr="IMG_0080">
            <a:extLst>
              <a:ext uri="{FF2B5EF4-FFF2-40B4-BE49-F238E27FC236}">
                <a16:creationId xmlns:a16="http://schemas.microsoft.com/office/drawing/2014/main" id="{ECD02ED7-4759-C7DB-137D-34E9FE4FA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8744" name="WordArt 1048">
            <a:extLst>
              <a:ext uri="{FF2B5EF4-FFF2-40B4-BE49-F238E27FC236}">
                <a16:creationId xmlns:a16="http://schemas.microsoft.com/office/drawing/2014/main" id="{EA7D051D-75A4-3D35-64AF-A3710BE9AFE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33400" y="1143000"/>
            <a:ext cx="8077200" cy="16002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4800" i="1" kern="10">
                <a:solidFill>
                  <a:srgbClr val="FF000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University Physics</a:t>
            </a:r>
            <a:endParaRPr lang="zh-CN" altLang="en-US" sz="4800" i="1" kern="10">
              <a:solidFill>
                <a:srgbClr val="FF0000"/>
              </a:solidFill>
              <a:effectLst>
                <a:outerShdw dist="35921" dir="2700000" algn="ctr" rotWithShape="0">
                  <a:srgbClr val="80808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745" name="Text Box 1049">
            <a:extLst>
              <a:ext uri="{FF2B5EF4-FFF2-40B4-BE49-F238E27FC236}">
                <a16:creationId xmlns:a16="http://schemas.microsoft.com/office/drawing/2014/main" id="{06EC0759-4914-5D61-9979-F567EDD2B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549650"/>
            <a:ext cx="6705600" cy="237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3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Xi’an  </a:t>
            </a:r>
            <a:r>
              <a:rPr lang="en-US" altLang="zh-CN" sz="38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Jiaotong</a:t>
            </a:r>
            <a:r>
              <a:rPr lang="en-US" altLang="zh-CN" sz="3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 University</a:t>
            </a:r>
          </a:p>
          <a:p>
            <a:pPr algn="ctr" eaLnBrk="1" hangingPunct="1">
              <a:lnSpc>
                <a:spcPct val="75000"/>
              </a:lnSpc>
              <a:defRPr/>
            </a:pPr>
            <a:endParaRPr lang="en-US" altLang="zh-CN" sz="28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ea typeface="华文仿宋" pitchFamily="2" charset="-122"/>
            </a:endParaRPr>
          </a:p>
          <a:p>
            <a:pPr algn="ctr" eaLnBrk="1" hangingPunct="1">
              <a:lnSpc>
                <a:spcPct val="130000"/>
              </a:lnSpc>
              <a:defRPr/>
            </a:pPr>
            <a:r>
              <a:rPr lang="en-US" altLang="zh-CN" sz="3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</a:rPr>
              <a:t>Zhao  </a:t>
            </a:r>
            <a:r>
              <a:rPr lang="en-US" altLang="zh-CN" sz="3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</a:rPr>
              <a:t>ShuMin</a:t>
            </a:r>
            <a:endParaRPr lang="en-US" altLang="zh-CN" sz="30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ea typeface="楷体_GB2312" pitchFamily="49" charset="-122"/>
            </a:endParaRPr>
          </a:p>
          <a:p>
            <a:pPr algn="ctr" eaLnBrk="1" hangingPunct="1">
              <a:lnSpc>
                <a:spcPct val="130000"/>
              </a:lnSpc>
              <a:defRPr/>
            </a:pPr>
            <a:endParaRPr lang="en-US" altLang="zh-CN" sz="30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ea typeface="楷体_GB2312" pitchFamily="49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endParaRPr lang="en-US" altLang="zh-CN" sz="28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afterEffect">
                                  <p:stCondLst>
                                    <p:cond delay="1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87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87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8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8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12" presetID="16" presetClass="entr" presetSubtype="42" fill="hold" nodeType="afterEffect">
                                  <p:stCondLst>
                                    <p:cond delay="20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4" dur="75"/>
                                        <p:tgtEl>
                                          <p:spTgt spid="158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45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84" name="Text Box 12">
            <a:extLst>
              <a:ext uri="{FF2B5EF4-FFF2-40B4-BE49-F238E27FC236}">
                <a16:creationId xmlns:a16="http://schemas.microsoft.com/office/drawing/2014/main" id="{C0804E21-64AB-80AF-71B6-9C374545E4EA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439738" y="587375"/>
            <a:ext cx="662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solidFill>
                  <a:schemeClr val="bg1"/>
                </a:solidFill>
                <a:latin typeface="Times New Roman" panose="02020603050405020304" pitchFamily="18" charset="0"/>
              </a:rPr>
              <a:t>速度变换定理   加速度变换定理</a:t>
            </a:r>
            <a:endParaRPr kumimoji="1" lang="zh-CN" altLang="en-US" sz="12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5085" name="Text Box 13">
            <a:extLst>
              <a:ext uri="{FF2B5EF4-FFF2-40B4-BE49-F238E27FC236}">
                <a16:creationId xmlns:a16="http://schemas.microsoft.com/office/drawing/2014/main" id="{DE8BF404-2535-9C8F-72E6-764C842A7C8F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473075" y="1374775"/>
            <a:ext cx="220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速度变换</a:t>
            </a:r>
          </a:p>
        </p:txBody>
      </p:sp>
      <p:graphicFrame>
        <p:nvGraphicFramePr>
          <p:cNvPr id="515086" name="Object 8">
            <a:extLst>
              <a:ext uri="{FF2B5EF4-FFF2-40B4-BE49-F238E27FC236}">
                <a16:creationId xmlns:a16="http://schemas.microsoft.com/office/drawing/2014/main" id="{1FD2E7C0-55F6-63C4-FABA-8BCFC087C6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813" y="3278188"/>
          <a:ext cx="63658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355267" imgH="426942" progId="Equation.3">
                  <p:embed/>
                </p:oleObj>
              </mc:Choice>
              <mc:Fallback>
                <p:oleObj name="Equation" r:id="rId2" imgW="6355267" imgH="42694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58813" y="3278188"/>
                        <a:ext cx="636587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5087" name="Object 9">
            <a:extLst>
              <a:ext uri="{FF2B5EF4-FFF2-40B4-BE49-F238E27FC236}">
                <a16:creationId xmlns:a16="http://schemas.microsoft.com/office/drawing/2014/main" id="{B90D4532-2586-0008-F25E-B78736DE6E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638" y="2352675"/>
          <a:ext cx="3313112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97280" imgH="198009" progId="Equation.3">
                  <p:embed/>
                </p:oleObj>
              </mc:Choice>
              <mc:Fallback>
                <p:oleObj name="公式" r:id="rId4" imgW="1097280" imgH="19800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28638" y="2352675"/>
                        <a:ext cx="3313112" cy="5429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5088" name="Object 10">
            <a:extLst>
              <a:ext uri="{FF2B5EF4-FFF2-40B4-BE49-F238E27FC236}">
                <a16:creationId xmlns:a16="http://schemas.microsoft.com/office/drawing/2014/main" id="{A2EF038A-C6AA-E141-3099-01BDF2277C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9913" y="4845050"/>
          <a:ext cx="7599362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750913" imgH="358112" progId="Equation.3">
                  <p:embed/>
                </p:oleObj>
              </mc:Choice>
              <mc:Fallback>
                <p:oleObj name="公式" r:id="rId6" imgW="2750913" imgH="358112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69913" y="4845050"/>
                        <a:ext cx="7599362" cy="9398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5089" name="Text Box 17">
            <a:extLst>
              <a:ext uri="{FF2B5EF4-FFF2-40B4-BE49-F238E27FC236}">
                <a16:creationId xmlns:a16="http://schemas.microsoft.com/office/drawing/2014/main" id="{CAC1AC5C-1FBB-F5C4-18F9-A479F845333C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406400" y="3897313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2. </a:t>
            </a:r>
            <a:r>
              <a:rPr kumimoji="1" lang="zh-CN" altLang="en-US" sz="2400">
                <a:solidFill>
                  <a:srgbClr val="66FFFF"/>
                </a:solidFill>
                <a:latin typeface="宋体" panose="02010600030101010101" pitchFamily="2" charset="-122"/>
              </a:rPr>
              <a:t>加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速度变换</a:t>
            </a:r>
          </a:p>
        </p:txBody>
      </p:sp>
      <p:sp>
        <p:nvSpPr>
          <p:cNvPr id="515090" name="Text Box 18">
            <a:extLst>
              <a:ext uri="{FF2B5EF4-FFF2-40B4-BE49-F238E27FC236}">
                <a16:creationId xmlns:a16="http://schemas.microsoft.com/office/drawing/2014/main" id="{3D40D6AB-86C8-FED1-7EEB-C3E50EE66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2352675"/>
            <a:ext cx="388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—— </a:t>
            </a:r>
            <a:r>
              <a:rPr kumimoji="1" lang="zh-CN" altLang="en-US" sz="2400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伽利略速度变换定理</a:t>
            </a:r>
            <a:endParaRPr kumimoji="1" lang="zh-CN" altLang="en-US" sz="2400" b="0">
              <a:solidFill>
                <a:srgbClr val="FFFF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5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5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50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50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3" dur="300"/>
                                        <p:tgtEl>
                                          <p:spTgt spid="515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150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150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15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15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5084" grpId="0" autoUpdateAnimBg="0"/>
      <p:bldP spid="515085" grpId="0" autoUpdateAnimBg="0"/>
      <p:bldP spid="515089" grpId="0" autoUpdateAnimBg="0"/>
      <p:bldP spid="515090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Text Box 2">
            <a:extLst>
              <a:ext uri="{FF2B5EF4-FFF2-40B4-BE49-F238E27FC236}">
                <a16:creationId xmlns:a16="http://schemas.microsoft.com/office/drawing/2014/main" id="{7C816D04-8B2D-B95B-D8F0-6162691C5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800" y="250825"/>
            <a:ext cx="434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solidFill>
                  <a:srgbClr val="66FF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回顾：</a:t>
            </a:r>
            <a:r>
              <a:rPr kumimoji="1" lang="zh-CN" altLang="en-US" sz="28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牛顿运动三定律</a:t>
            </a:r>
          </a:p>
        </p:txBody>
      </p:sp>
      <p:sp>
        <p:nvSpPr>
          <p:cNvPr id="484355" name="Text Box 3">
            <a:extLst>
              <a:ext uri="{FF2B5EF4-FFF2-40B4-BE49-F238E27FC236}">
                <a16:creationId xmlns:a16="http://schemas.microsoft.com/office/drawing/2014/main" id="{A941DA5F-910C-28C4-2C27-5699F96BD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3" y="1122363"/>
            <a:ext cx="79248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20000"/>
              </a:spcBef>
            </a:pP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任何物体都保持静止或匀速直线运动的状，直到其他物体作用的力迫使它改变这种状态为止。</a:t>
            </a:r>
            <a:endParaRPr kumimoji="1" lang="zh-CN" altLang="en-US" sz="1200">
              <a:solidFill>
                <a:srgbClr val="FFFF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4359" name="Rectangle 7">
            <a:extLst>
              <a:ext uri="{FF2B5EF4-FFF2-40B4-BE49-F238E27FC236}">
                <a16:creationId xmlns:a16="http://schemas.microsoft.com/office/drawing/2014/main" id="{5FF337CC-06A8-C484-4292-1F93AF891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" y="704850"/>
            <a:ext cx="2505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latin typeface="宋体" panose="02010600030101010101" pitchFamily="2" charset="-122"/>
              </a:rPr>
              <a:t>一</a:t>
            </a:r>
            <a:r>
              <a:rPr kumimoji="1" lang="en-US" altLang="zh-CN" sz="2400">
                <a:latin typeface="Times New Roman" panose="02020603050405020304" pitchFamily="18" charset="0"/>
              </a:rPr>
              <a:t>. </a:t>
            </a:r>
            <a:r>
              <a:rPr kumimoji="1" lang="zh-CN" altLang="en-US" sz="2400">
                <a:latin typeface="宋体" panose="02010600030101010101" pitchFamily="2" charset="-122"/>
              </a:rPr>
              <a:t>牛顿第一定律</a:t>
            </a:r>
          </a:p>
        </p:txBody>
      </p:sp>
      <p:sp>
        <p:nvSpPr>
          <p:cNvPr id="484360" name="Text Box 8">
            <a:extLst>
              <a:ext uri="{FF2B5EF4-FFF2-40B4-BE49-F238E27FC236}">
                <a16:creationId xmlns:a16="http://schemas.microsoft.com/office/drawing/2014/main" id="{A1C5E9DA-AA58-CFF9-0544-2CECA4EEB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13" y="2079625"/>
            <a:ext cx="3200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宋体" panose="02010600030101010101" pitchFamily="2" charset="-122"/>
              </a:rPr>
              <a:t>二</a:t>
            </a:r>
            <a:r>
              <a:rPr kumimoji="1" lang="en-US" altLang="zh-CN" sz="2400">
                <a:latin typeface="Times New Roman" panose="02020603050405020304" pitchFamily="18" charset="0"/>
              </a:rPr>
              <a:t>. </a:t>
            </a:r>
            <a:r>
              <a:rPr kumimoji="1" lang="zh-CN" altLang="en-US" sz="2400">
                <a:latin typeface="宋体" panose="02010600030101010101" pitchFamily="2" charset="-122"/>
              </a:rPr>
              <a:t>牛顿第二定律</a:t>
            </a:r>
            <a:endParaRPr kumimoji="1" lang="zh-CN" altLang="en-US" sz="240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484361" name="Text Box 9">
            <a:extLst>
              <a:ext uri="{FF2B5EF4-FFF2-40B4-BE49-F238E27FC236}">
                <a16:creationId xmlns:a16="http://schemas.microsoft.com/office/drawing/2014/main" id="{993CC135-C5B5-AD06-E7EE-B962489ED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13" y="2501900"/>
            <a:ext cx="8153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一个物体的动量随时间的变化率正比于这个物体所受的合力，其方向与所受合力的方向相同。</a:t>
            </a:r>
          </a:p>
        </p:txBody>
      </p:sp>
      <p:graphicFrame>
        <p:nvGraphicFramePr>
          <p:cNvPr id="484362" name="Object 10">
            <a:extLst>
              <a:ext uri="{FF2B5EF4-FFF2-40B4-BE49-F238E27FC236}">
                <a16:creationId xmlns:a16="http://schemas.microsoft.com/office/drawing/2014/main" id="{16969BEA-4476-1FA7-7E84-CB7D24DC26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1388" y="3435350"/>
          <a:ext cx="7100887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21998" imgH="792535" progId="Equation.3">
                  <p:embed/>
                </p:oleObj>
              </mc:Choice>
              <mc:Fallback>
                <p:oleObj name="Equation" r:id="rId2" imgW="6621998" imgH="79253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1388" y="3435350"/>
                        <a:ext cx="7100887" cy="8255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4363" name="Text Box 11">
            <a:extLst>
              <a:ext uri="{FF2B5EF4-FFF2-40B4-BE49-F238E27FC236}">
                <a16:creationId xmlns:a16="http://schemas.microsoft.com/office/drawing/2014/main" id="{0FE50775-7663-F679-E71B-1B98060081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613" y="4379913"/>
            <a:ext cx="441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FFFFFF"/>
                </a:solidFill>
                <a:latin typeface="宋体" panose="02010600030101010101" pitchFamily="2" charset="-122"/>
              </a:rPr>
              <a:t>物体的质量为常量</a:t>
            </a:r>
            <a:endParaRPr kumimoji="1" lang="zh-CN" altLang="en-US" sz="1200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484364" name="Object 12">
            <a:extLst>
              <a:ext uri="{FF2B5EF4-FFF2-40B4-BE49-F238E27FC236}">
                <a16:creationId xmlns:a16="http://schemas.microsoft.com/office/drawing/2014/main" id="{D3E11438-F449-8D3B-1840-C7A317AC97A1}"/>
              </a:ext>
            </a:extLst>
          </p:cNvPr>
          <p:cNvGraphicFramePr>
            <a:graphicFrameLocks/>
          </p:cNvGraphicFramePr>
          <p:nvPr/>
        </p:nvGraphicFramePr>
        <p:xfrm>
          <a:off x="3711575" y="4446588"/>
          <a:ext cx="26352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13567" imgH="792535" progId="Equation.3">
                  <p:embed/>
                </p:oleObj>
              </mc:Choice>
              <mc:Fallback>
                <p:oleObj name="Equation" r:id="rId4" imgW="2613567" imgH="792535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1575" y="4446588"/>
                        <a:ext cx="2635250" cy="8255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1">
            <a:extLst>
              <a:ext uri="{FF2B5EF4-FFF2-40B4-BE49-F238E27FC236}">
                <a16:creationId xmlns:a16="http://schemas.microsoft.com/office/drawing/2014/main" id="{8FAA4AE1-EA6F-B1E6-A79B-28F00E129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938713"/>
            <a:ext cx="3505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宋体" panose="02010600030101010101" pitchFamily="2" charset="-122"/>
              </a:rPr>
              <a:t>三</a:t>
            </a:r>
            <a:r>
              <a:rPr kumimoji="1" lang="en-US" altLang="zh-CN" sz="2400">
                <a:latin typeface="Times New Roman" panose="02020603050405020304" pitchFamily="18" charset="0"/>
              </a:rPr>
              <a:t>. </a:t>
            </a:r>
            <a:r>
              <a:rPr kumimoji="1" lang="zh-CN" altLang="en-US" sz="2400">
                <a:latin typeface="宋体" panose="02010600030101010101" pitchFamily="2" charset="-122"/>
              </a:rPr>
              <a:t>牛顿第三定律</a:t>
            </a:r>
          </a:p>
        </p:txBody>
      </p:sp>
      <p:sp>
        <p:nvSpPr>
          <p:cNvPr id="14" name="Text Box 18">
            <a:extLst>
              <a:ext uri="{FF2B5EF4-FFF2-40B4-BE49-F238E27FC236}">
                <a16:creationId xmlns:a16="http://schemas.microsoft.com/office/drawing/2014/main" id="{A77DFBBA-AABB-7C87-E116-6E92F93AD4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88" y="5513388"/>
            <a:ext cx="7896225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两个物体间的相互作用力总是等值反向且沿着同一直线，即</a:t>
            </a:r>
          </a:p>
        </p:txBody>
      </p:sp>
      <p:graphicFrame>
        <p:nvGraphicFramePr>
          <p:cNvPr id="15" name="Object 19">
            <a:extLst>
              <a:ext uri="{FF2B5EF4-FFF2-40B4-BE49-F238E27FC236}">
                <a16:creationId xmlns:a16="http://schemas.microsoft.com/office/drawing/2014/main" id="{EA6265D6-2D9A-89D0-8147-E1C41F7D92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03650" y="5989638"/>
          <a:ext cx="152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493396" imgH="426942" progId="Equation.3">
                  <p:embed/>
                </p:oleObj>
              </mc:Choice>
              <mc:Fallback>
                <p:oleObj name="公式" r:id="rId6" imgW="1493396" imgH="426942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3650" y="5989638"/>
                        <a:ext cx="1524000" cy="457200"/>
                      </a:xfrm>
                      <a:prstGeom prst="rect">
                        <a:avLst/>
                      </a:prstGeom>
                      <a:solidFill>
                        <a:srgbClr val="00CCFF">
                          <a:alpha val="25098"/>
                        </a:srgbClr>
                      </a:solidFill>
                      <a:ln w="9525">
                        <a:solidFill>
                          <a:srgbClr val="FFFFFF">
                            <a:alpha val="25882"/>
                          </a:srgbClr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4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84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84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8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84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84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4354" grpId="0" autoUpdateAnimBg="0"/>
      <p:bldP spid="484355" grpId="0" autoUpdateAnimBg="0"/>
      <p:bldP spid="484359" grpId="0" autoUpdateAnimBg="0"/>
      <p:bldP spid="484360" grpId="0" autoUpdateAnimBg="0"/>
      <p:bldP spid="484361" grpId="0" build="p" autoUpdateAnimBg="0"/>
      <p:bldP spid="484363" grpId="0" autoUpdateAnimBg="0"/>
      <p:bldP spid="13" grpId="0" autoUpdateAnimBg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227" name="Text Box 403">
            <a:extLst>
              <a:ext uri="{FF2B5EF4-FFF2-40B4-BE49-F238E27FC236}">
                <a16:creationId xmlns:a16="http://schemas.microsoft.com/office/drawing/2014/main" id="{E710A276-D665-6D69-DA7D-89F059DDF6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9363" y="1622425"/>
            <a:ext cx="3505200" cy="1581150"/>
          </a:xfrm>
          <a:prstGeom prst="rect">
            <a:avLst/>
          </a:prstGeom>
          <a:noFill/>
          <a:ln w="28575">
            <a:solidFill>
              <a:srgbClr val="66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牛顿定律的正确性被事实所证明，它是质点动力学的基本定律，也是整个力学理论的基础。</a:t>
            </a:r>
            <a:endParaRPr kumimoji="1" lang="zh-CN" altLang="en-US" sz="2400">
              <a:solidFill>
                <a:srgbClr val="FFFF99"/>
              </a:solidFill>
              <a:latin typeface="宋体" panose="02010600030101010101" pitchFamily="2" charset="-122"/>
            </a:endParaRPr>
          </a:p>
        </p:txBody>
      </p:sp>
      <p:sp>
        <p:nvSpPr>
          <p:cNvPr id="462228" name="Text Box 404">
            <a:extLst>
              <a:ext uri="{FF2B5EF4-FFF2-40B4-BE49-F238E27FC236}">
                <a16:creationId xmlns:a16="http://schemas.microsoft.com/office/drawing/2014/main" id="{78F1F03B-6E8D-BC0F-9EC7-CFA2D1C1E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038" y="2693988"/>
            <a:ext cx="396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第三定律 </a:t>
            </a:r>
            <a:r>
              <a:rPr kumimoji="1" lang="en-US" altLang="zh-CN" sz="2400">
                <a:solidFill>
                  <a:schemeClr val="bg1"/>
                </a:solidFill>
                <a:latin typeface="宋体" panose="02010600030101010101" pitchFamily="2" charset="-122"/>
              </a:rPr>
              <a:t>—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力的特性</a:t>
            </a:r>
            <a:endParaRPr kumimoji="1" lang="zh-CN" altLang="en-US" sz="2400">
              <a:solidFill>
                <a:srgbClr val="FF6600"/>
              </a:solidFill>
              <a:latin typeface="宋体" panose="02010600030101010101" pitchFamily="2" charset="-122"/>
            </a:endParaRPr>
          </a:p>
        </p:txBody>
      </p:sp>
      <p:sp>
        <p:nvSpPr>
          <p:cNvPr id="462229" name="Text Box 405">
            <a:extLst>
              <a:ext uri="{FF2B5EF4-FFF2-40B4-BE49-F238E27FC236}">
                <a16:creationId xmlns:a16="http://schemas.microsoft.com/office/drawing/2014/main" id="{2DD494D0-3B1F-2C4B-DC86-EE633789C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2217738"/>
            <a:ext cx="4648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第二定律 </a:t>
            </a:r>
            <a:r>
              <a:rPr kumimoji="1" lang="en-US" altLang="zh-CN" sz="2400">
                <a:solidFill>
                  <a:schemeClr val="bg1"/>
                </a:solidFill>
                <a:latin typeface="宋体" panose="02010600030101010101" pitchFamily="2" charset="-122"/>
              </a:rPr>
              <a:t>—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力的度量</a:t>
            </a:r>
            <a:r>
              <a:rPr kumimoji="1" lang="en-US" altLang="zh-CN">
                <a:solidFill>
                  <a:srgbClr val="66FFFF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</a:rPr>
              <a:t>定量描述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462230" name="Text Box 406">
            <a:extLst>
              <a:ext uri="{FF2B5EF4-FFF2-40B4-BE49-F238E27FC236}">
                <a16:creationId xmlns:a16="http://schemas.microsoft.com/office/drawing/2014/main" id="{475CF84B-E106-2B90-AB02-CCAB9F494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" y="490538"/>
            <a:ext cx="30114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宋体" panose="02010600030101010101" pitchFamily="2" charset="-122"/>
              </a:rPr>
              <a:t>牛顿运动定律</a:t>
            </a:r>
          </a:p>
        </p:txBody>
      </p:sp>
      <p:sp>
        <p:nvSpPr>
          <p:cNvPr id="462231" name="Text Box 407">
            <a:extLst>
              <a:ext uri="{FF2B5EF4-FFF2-40B4-BE49-F238E27FC236}">
                <a16:creationId xmlns:a16="http://schemas.microsoft.com/office/drawing/2014/main" id="{4CE69409-BED7-6533-7B71-44AEE3B6B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700213"/>
            <a:ext cx="426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第一定律 </a:t>
            </a:r>
            <a:r>
              <a:rPr kumimoji="1" lang="en-US" altLang="zh-CN" sz="2400">
                <a:solidFill>
                  <a:schemeClr val="bg1"/>
                </a:solidFill>
                <a:latin typeface="宋体" panose="02010600030101010101" pitchFamily="2" charset="-122"/>
              </a:rPr>
              <a:t>—“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力”的概念</a:t>
            </a:r>
            <a:endParaRPr kumimoji="1" lang="zh-CN" altLang="en-US" sz="2400">
              <a:solidFill>
                <a:srgbClr val="FF6600"/>
              </a:solidFill>
              <a:latin typeface="宋体" panose="02010600030101010101" pitchFamily="2" charset="-122"/>
            </a:endParaRPr>
          </a:p>
        </p:txBody>
      </p:sp>
      <p:sp>
        <p:nvSpPr>
          <p:cNvPr id="15" name="Text Box 17">
            <a:extLst>
              <a:ext uri="{FF2B5EF4-FFF2-40B4-BE49-F238E27FC236}">
                <a16:creationId xmlns:a16="http://schemas.microsoft.com/office/drawing/2014/main" id="{F290B064-4E8D-1A9B-671B-53F674350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13" y="3305175"/>
            <a:ext cx="8407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牛顿运动定律成立条件（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）惯性系（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）低速，宏观物体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2227" grpId="0" animBg="1" autoUpdateAnimBg="0"/>
      <p:bldP spid="462228" grpId="0" autoUpdateAnimBg="0"/>
      <p:bldP spid="462229" grpId="0" autoUpdateAnimBg="0"/>
      <p:bldP spid="462230" grpId="0" autoUpdateAnimBg="0"/>
      <p:bldP spid="462231" grpId="0" autoUpdateAnimBg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>
            <a:extLst>
              <a:ext uri="{FF2B5EF4-FFF2-40B4-BE49-F238E27FC236}">
                <a16:creationId xmlns:a16="http://schemas.microsoft.com/office/drawing/2014/main" id="{8E647C5B-C021-1849-E89B-778D66FE1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788" y="431800"/>
            <a:ext cx="2803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65113" indent="-265113">
              <a:spcBef>
                <a:spcPct val="50000"/>
              </a:spcBef>
              <a:buClr>
                <a:srgbClr val="00FFCC"/>
              </a:buClr>
              <a:buSzPct val="85000"/>
              <a:buFont typeface="Wingdings" pitchFamily="2" charset="2"/>
              <a:buChar char="u"/>
              <a:defRPr/>
            </a:pPr>
            <a:r>
              <a:rPr kumimoji="1" lang="zh-CN" altLang="en-US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弹性力：</a:t>
            </a:r>
            <a:endParaRPr kumimoji="1" lang="zh-CN" altLang="en-US" b="0">
              <a:solidFill>
                <a:srgbClr val="66FF33"/>
              </a:solidFill>
              <a:latin typeface="Times New Roman" pitchFamily="18" charset="0"/>
            </a:endParaRP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062570B1-323F-BF11-A8CD-A4DDA8401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955" name="Text Box 403">
            <a:extLst>
              <a:ext uri="{FF2B5EF4-FFF2-40B4-BE49-F238E27FC236}">
                <a16:creationId xmlns:a16="http://schemas.microsoft.com/office/drawing/2014/main" id="{0C757B2A-606B-85D4-FA1F-F58EF182F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1975" y="419100"/>
            <a:ext cx="4175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因形变而产生的恢复力</a:t>
            </a:r>
            <a:endParaRPr kumimoji="1" lang="zh-CN" altLang="en-US" b="0"/>
          </a:p>
        </p:txBody>
      </p:sp>
      <p:sp>
        <p:nvSpPr>
          <p:cNvPr id="23957" name="Rectangle 405">
            <a:extLst>
              <a:ext uri="{FF2B5EF4-FFF2-40B4-BE49-F238E27FC236}">
                <a16:creationId xmlns:a16="http://schemas.microsoft.com/office/drawing/2014/main" id="{942D2CED-864A-3CB5-E924-A84B016E3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75" y="971550"/>
            <a:ext cx="3783013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buClr>
                <a:srgbClr val="FF9933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支承面的支承力</a:t>
            </a:r>
          </a:p>
        </p:txBody>
      </p:sp>
      <p:sp>
        <p:nvSpPr>
          <p:cNvPr id="23958" name="Rectangle 406">
            <a:extLst>
              <a:ext uri="{FF2B5EF4-FFF2-40B4-BE49-F238E27FC236}">
                <a16:creationId xmlns:a16="http://schemas.microsoft.com/office/drawing/2014/main" id="{75044921-9ABF-BB6A-0FF4-C7EB7F09C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7400" y="990600"/>
            <a:ext cx="3619500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buClr>
                <a:srgbClr val="FF9933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绳索拉伸时绳内的张力</a:t>
            </a:r>
          </a:p>
        </p:txBody>
      </p:sp>
      <p:sp>
        <p:nvSpPr>
          <p:cNvPr id="24051" name="Rectangle 499">
            <a:extLst>
              <a:ext uri="{FF2B5EF4-FFF2-40B4-BE49-F238E27FC236}">
                <a16:creationId xmlns:a16="http://schemas.microsoft.com/office/drawing/2014/main" id="{06BE6A41-7387-FC4F-9AB5-7960DF1C5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38" y="3843338"/>
            <a:ext cx="3719512" cy="10414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(1) </a:t>
            </a:r>
            <a:r>
              <a:rPr kumimoji="1"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质量忽略不计的轻绳，绳中各点处的张力相等；</a:t>
            </a:r>
          </a:p>
        </p:txBody>
      </p:sp>
      <p:sp>
        <p:nvSpPr>
          <p:cNvPr id="24053" name="Rectangle 501">
            <a:extLst>
              <a:ext uri="{FF2B5EF4-FFF2-40B4-BE49-F238E27FC236}">
                <a16:creationId xmlns:a16="http://schemas.microsoft.com/office/drawing/2014/main" id="{280FD1F7-6F19-3F6F-8F9B-6EA8AD51B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38" y="4948238"/>
            <a:ext cx="3859212" cy="151606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(2) </a:t>
            </a:r>
            <a:r>
              <a:rPr kumimoji="1"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质量不能忽略的绳索，且处于加速运动状态时，绳中各点处的张力不同。</a:t>
            </a:r>
          </a:p>
        </p:txBody>
      </p:sp>
      <p:sp>
        <p:nvSpPr>
          <p:cNvPr id="438948" name="Rectangle 1700">
            <a:extLst>
              <a:ext uri="{FF2B5EF4-FFF2-40B4-BE49-F238E27FC236}">
                <a16:creationId xmlns:a16="http://schemas.microsoft.com/office/drawing/2014/main" id="{E020B833-FCCD-AECC-6CAA-87E1730A1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25" y="1357313"/>
            <a:ext cx="2895600" cy="26050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8950" name="Rectangle 1702">
            <a:extLst>
              <a:ext uri="{FF2B5EF4-FFF2-40B4-BE49-F238E27FC236}">
                <a16:creationId xmlns:a16="http://schemas.microsoft.com/office/drawing/2014/main" id="{201AC50E-D4FD-72F4-7F7C-9FB3C2F7CF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81063" y="1641475"/>
            <a:ext cx="2073275" cy="1979613"/>
          </a:xfrm>
          <a:prstGeom prst="rect">
            <a:avLst/>
          </a:prstGeom>
          <a:solidFill>
            <a:srgbClr val="66FFFF">
              <a:alpha val="70000"/>
            </a:srgb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8951" name="Rectangle 1703">
            <a:extLst>
              <a:ext uri="{FF2B5EF4-FFF2-40B4-BE49-F238E27FC236}">
                <a16:creationId xmlns:a16="http://schemas.microsoft.com/office/drawing/2014/main" id="{8C65CCED-83F0-A51B-8CF8-AB24A6BDFB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2588" y="2117725"/>
            <a:ext cx="509587" cy="419100"/>
          </a:xfrm>
          <a:prstGeom prst="rect">
            <a:avLst/>
          </a:prstGeom>
          <a:solidFill>
            <a:srgbClr val="00FF00">
              <a:alpha val="49001"/>
            </a:srgbClr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1704">
            <a:extLst>
              <a:ext uri="{FF2B5EF4-FFF2-40B4-BE49-F238E27FC236}">
                <a16:creationId xmlns:a16="http://schemas.microsoft.com/office/drawing/2014/main" id="{00E09355-EC5A-1CB6-6157-7DB9D9073BC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85838" y="2566988"/>
            <a:ext cx="1822450" cy="965200"/>
            <a:chOff x="2574" y="1835"/>
            <a:chExt cx="1312" cy="695"/>
          </a:xfrm>
        </p:grpSpPr>
        <p:sp>
          <p:nvSpPr>
            <p:cNvPr id="438953" name="Rectangle 1705">
              <a:extLst>
                <a:ext uri="{FF2B5EF4-FFF2-40B4-BE49-F238E27FC236}">
                  <a16:creationId xmlns:a16="http://schemas.microsoft.com/office/drawing/2014/main" id="{8B94D3E0-488F-7046-2068-7DCC8B87B4A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74" y="1835"/>
              <a:ext cx="1311" cy="53"/>
            </a:xfrm>
            <a:prstGeom prst="rect">
              <a:avLst/>
            </a:prstGeom>
            <a:noFill/>
            <a:ln w="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54" name="Line 1706">
              <a:extLst>
                <a:ext uri="{FF2B5EF4-FFF2-40B4-BE49-F238E27FC236}">
                  <a16:creationId xmlns:a16="http://schemas.microsoft.com/office/drawing/2014/main" id="{8C3D33B5-69E9-65F0-3F89-F0E9BAD5E7E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574" y="1848"/>
              <a:ext cx="26" cy="15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55" name="Line 1707">
              <a:extLst>
                <a:ext uri="{FF2B5EF4-FFF2-40B4-BE49-F238E27FC236}">
                  <a16:creationId xmlns:a16="http://schemas.microsoft.com/office/drawing/2014/main" id="{3610E65A-C09B-DFA4-CCD9-9BD6E2F50DF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74" y="1875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56" name="Line 1708">
              <a:extLst>
                <a:ext uri="{FF2B5EF4-FFF2-40B4-BE49-F238E27FC236}">
                  <a16:creationId xmlns:a16="http://schemas.microsoft.com/office/drawing/2014/main" id="{D3987801-2AA6-0545-F9AA-8048C15320B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613" y="1848"/>
              <a:ext cx="14" cy="15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57" name="Line 1709">
              <a:extLst>
                <a:ext uri="{FF2B5EF4-FFF2-40B4-BE49-F238E27FC236}">
                  <a16:creationId xmlns:a16="http://schemas.microsoft.com/office/drawing/2014/main" id="{B4E0F57C-6EEF-6A98-0CDD-B43BA37E136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39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58" name="Line 1710">
              <a:extLst>
                <a:ext uri="{FF2B5EF4-FFF2-40B4-BE49-F238E27FC236}">
                  <a16:creationId xmlns:a16="http://schemas.microsoft.com/office/drawing/2014/main" id="{F202D7BB-FE57-4293-D76C-26BB80B0B3B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39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59" name="Line 1711">
              <a:extLst>
                <a:ext uri="{FF2B5EF4-FFF2-40B4-BE49-F238E27FC236}">
                  <a16:creationId xmlns:a16="http://schemas.microsoft.com/office/drawing/2014/main" id="{89A2133D-B7FF-9116-513B-6C405ABC982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600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60" name="Line 1712">
              <a:extLst>
                <a:ext uri="{FF2B5EF4-FFF2-40B4-BE49-F238E27FC236}">
                  <a16:creationId xmlns:a16="http://schemas.microsoft.com/office/drawing/2014/main" id="{8587B520-5ED2-E653-6BDD-76F8A6D5131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639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61" name="Line 1713">
              <a:extLst>
                <a:ext uri="{FF2B5EF4-FFF2-40B4-BE49-F238E27FC236}">
                  <a16:creationId xmlns:a16="http://schemas.microsoft.com/office/drawing/2014/main" id="{AC94DDAE-FBB8-AF0D-E462-28FA2EC4FAB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78" y="1848"/>
              <a:ext cx="27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62" name="Line 1714">
              <a:extLst>
                <a:ext uri="{FF2B5EF4-FFF2-40B4-BE49-F238E27FC236}">
                  <a16:creationId xmlns:a16="http://schemas.microsoft.com/office/drawing/2014/main" id="{CEB5C255-C8E9-55B9-354C-A588F7168DC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652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63" name="Line 1715">
              <a:extLst>
                <a:ext uri="{FF2B5EF4-FFF2-40B4-BE49-F238E27FC236}">
                  <a16:creationId xmlns:a16="http://schemas.microsoft.com/office/drawing/2014/main" id="{E81A522B-E174-CFFE-C40C-C812AC11D07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692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64" name="Line 1716">
              <a:extLst>
                <a:ext uri="{FF2B5EF4-FFF2-40B4-BE49-F238E27FC236}">
                  <a16:creationId xmlns:a16="http://schemas.microsoft.com/office/drawing/2014/main" id="{5540E0CF-CD01-85B9-9DEC-9F32D74280B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31" y="1848"/>
              <a:ext cx="1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65" name="Line 1717">
              <a:extLst>
                <a:ext uri="{FF2B5EF4-FFF2-40B4-BE49-F238E27FC236}">
                  <a16:creationId xmlns:a16="http://schemas.microsoft.com/office/drawing/2014/main" id="{698C9058-70AA-C58D-F233-83CE4DA0A53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692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66" name="Line 1718">
              <a:extLst>
                <a:ext uri="{FF2B5EF4-FFF2-40B4-BE49-F238E27FC236}">
                  <a16:creationId xmlns:a16="http://schemas.microsoft.com/office/drawing/2014/main" id="{6925CD55-A572-5AB3-7424-BD364C704D2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731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67" name="Line 1719">
              <a:extLst>
                <a:ext uri="{FF2B5EF4-FFF2-40B4-BE49-F238E27FC236}">
                  <a16:creationId xmlns:a16="http://schemas.microsoft.com/office/drawing/2014/main" id="{6FB4548E-C50F-4A69-850C-395A81C4D42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71" y="1848"/>
              <a:ext cx="25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68" name="Line 1720">
              <a:extLst>
                <a:ext uri="{FF2B5EF4-FFF2-40B4-BE49-F238E27FC236}">
                  <a16:creationId xmlns:a16="http://schemas.microsoft.com/office/drawing/2014/main" id="{FE584A5C-820F-0729-4EC2-94194121AF4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744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69" name="Line 1721">
              <a:extLst>
                <a:ext uri="{FF2B5EF4-FFF2-40B4-BE49-F238E27FC236}">
                  <a16:creationId xmlns:a16="http://schemas.microsoft.com/office/drawing/2014/main" id="{6DBACE2B-818E-B0B3-7AB7-A0FCAF77587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783" y="1861"/>
              <a:ext cx="27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70" name="Line 1722">
              <a:extLst>
                <a:ext uri="{FF2B5EF4-FFF2-40B4-BE49-F238E27FC236}">
                  <a16:creationId xmlns:a16="http://schemas.microsoft.com/office/drawing/2014/main" id="{6648ED7A-FDCD-444D-1B0F-822DB673781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823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71" name="Line 1723">
              <a:extLst>
                <a:ext uri="{FF2B5EF4-FFF2-40B4-BE49-F238E27FC236}">
                  <a16:creationId xmlns:a16="http://schemas.microsoft.com/office/drawing/2014/main" id="{8D71B552-1C33-6D0E-51C1-EACB28EAF13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796" y="1875"/>
              <a:ext cx="27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72" name="Line 1724">
              <a:extLst>
                <a:ext uri="{FF2B5EF4-FFF2-40B4-BE49-F238E27FC236}">
                  <a16:creationId xmlns:a16="http://schemas.microsoft.com/office/drawing/2014/main" id="{4473AD3A-EEF4-77E1-C85F-4C591235111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836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73" name="Line 1725">
              <a:extLst>
                <a:ext uri="{FF2B5EF4-FFF2-40B4-BE49-F238E27FC236}">
                  <a16:creationId xmlns:a16="http://schemas.microsoft.com/office/drawing/2014/main" id="{AE14F6D1-7E16-D54C-6FE0-647E4F06F92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862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74" name="Line 1726">
              <a:extLst>
                <a:ext uri="{FF2B5EF4-FFF2-40B4-BE49-F238E27FC236}">
                  <a16:creationId xmlns:a16="http://schemas.microsoft.com/office/drawing/2014/main" id="{61BBE0FF-6558-8D75-E04E-56B509AE342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836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75" name="Line 1727">
              <a:extLst>
                <a:ext uri="{FF2B5EF4-FFF2-40B4-BE49-F238E27FC236}">
                  <a16:creationId xmlns:a16="http://schemas.microsoft.com/office/drawing/2014/main" id="{48CA091A-BC60-CC6B-A91B-E1C83CB6969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875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76" name="Line 1728">
              <a:extLst>
                <a:ext uri="{FF2B5EF4-FFF2-40B4-BE49-F238E27FC236}">
                  <a16:creationId xmlns:a16="http://schemas.microsoft.com/office/drawing/2014/main" id="{162C5ABD-9DA5-D2AA-0483-7FAA69FAE42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915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77" name="Line 1729">
              <a:extLst>
                <a:ext uri="{FF2B5EF4-FFF2-40B4-BE49-F238E27FC236}">
                  <a16:creationId xmlns:a16="http://schemas.microsoft.com/office/drawing/2014/main" id="{ACA412AF-7F32-364A-12A5-DED06D3F567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888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78" name="Line 1730">
              <a:extLst>
                <a:ext uri="{FF2B5EF4-FFF2-40B4-BE49-F238E27FC236}">
                  <a16:creationId xmlns:a16="http://schemas.microsoft.com/office/drawing/2014/main" id="{DAF87F3E-DEFD-7FAC-178E-678642A7E83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928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79" name="Line 1731">
              <a:extLst>
                <a:ext uri="{FF2B5EF4-FFF2-40B4-BE49-F238E27FC236}">
                  <a16:creationId xmlns:a16="http://schemas.microsoft.com/office/drawing/2014/main" id="{4DDCA048-FD39-BAFA-918C-BE073217AAC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967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80" name="Line 1732">
              <a:extLst>
                <a:ext uri="{FF2B5EF4-FFF2-40B4-BE49-F238E27FC236}">
                  <a16:creationId xmlns:a16="http://schemas.microsoft.com/office/drawing/2014/main" id="{487D3241-F94F-BF89-6513-B9E488CB731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941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81" name="Line 1733">
              <a:extLst>
                <a:ext uri="{FF2B5EF4-FFF2-40B4-BE49-F238E27FC236}">
                  <a16:creationId xmlns:a16="http://schemas.microsoft.com/office/drawing/2014/main" id="{2C2BC756-9AB3-558F-01A0-7C2BC049B9B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980" y="1861"/>
              <a:ext cx="15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82" name="Line 1734">
              <a:extLst>
                <a:ext uri="{FF2B5EF4-FFF2-40B4-BE49-F238E27FC236}">
                  <a16:creationId xmlns:a16="http://schemas.microsoft.com/office/drawing/2014/main" id="{53FC3031-84AD-49C4-5420-A2A07592895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06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83" name="Line 1735">
              <a:extLst>
                <a:ext uri="{FF2B5EF4-FFF2-40B4-BE49-F238E27FC236}">
                  <a16:creationId xmlns:a16="http://schemas.microsoft.com/office/drawing/2014/main" id="{948BB069-ADEC-E898-B547-1352E9ED18D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980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84" name="Line 1736">
              <a:extLst>
                <a:ext uri="{FF2B5EF4-FFF2-40B4-BE49-F238E27FC236}">
                  <a16:creationId xmlns:a16="http://schemas.microsoft.com/office/drawing/2014/main" id="{5ABC0909-363E-7F85-D747-2394AB14C1C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019" y="1861"/>
              <a:ext cx="27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85" name="Line 1737">
              <a:extLst>
                <a:ext uri="{FF2B5EF4-FFF2-40B4-BE49-F238E27FC236}">
                  <a16:creationId xmlns:a16="http://schemas.microsoft.com/office/drawing/2014/main" id="{EF0664F0-442F-9314-5119-BCE491988AC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59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86" name="Line 1738">
              <a:extLst>
                <a:ext uri="{FF2B5EF4-FFF2-40B4-BE49-F238E27FC236}">
                  <a16:creationId xmlns:a16="http://schemas.microsoft.com/office/drawing/2014/main" id="{B00EBC31-0838-046A-1375-91D7FB9466E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032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87" name="Line 1739">
              <a:extLst>
                <a:ext uri="{FF2B5EF4-FFF2-40B4-BE49-F238E27FC236}">
                  <a16:creationId xmlns:a16="http://schemas.microsoft.com/office/drawing/2014/main" id="{7E18016B-7163-F03E-3BE9-D1F24580B87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072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88" name="Line 1740">
              <a:extLst>
                <a:ext uri="{FF2B5EF4-FFF2-40B4-BE49-F238E27FC236}">
                  <a16:creationId xmlns:a16="http://schemas.microsoft.com/office/drawing/2014/main" id="{D43D6C9F-6043-AFA1-5721-2F7C6A37298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11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89" name="Line 1741">
              <a:extLst>
                <a:ext uri="{FF2B5EF4-FFF2-40B4-BE49-F238E27FC236}">
                  <a16:creationId xmlns:a16="http://schemas.microsoft.com/office/drawing/2014/main" id="{C039CB9E-64C6-71F2-0A9F-BCB4E1B080D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085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90" name="Line 1742">
              <a:extLst>
                <a:ext uri="{FF2B5EF4-FFF2-40B4-BE49-F238E27FC236}">
                  <a16:creationId xmlns:a16="http://schemas.microsoft.com/office/drawing/2014/main" id="{57CFE66A-B1B0-5701-9C87-8CD6681956F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111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91" name="Line 1743">
              <a:extLst>
                <a:ext uri="{FF2B5EF4-FFF2-40B4-BE49-F238E27FC236}">
                  <a16:creationId xmlns:a16="http://schemas.microsoft.com/office/drawing/2014/main" id="{D24DDAB6-5CE8-027C-010C-282B24907B9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50" y="1848"/>
              <a:ext cx="27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92" name="Line 1744">
              <a:extLst>
                <a:ext uri="{FF2B5EF4-FFF2-40B4-BE49-F238E27FC236}">
                  <a16:creationId xmlns:a16="http://schemas.microsoft.com/office/drawing/2014/main" id="{3B0F4C35-5A70-454E-8350-97851D1F2DE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124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93" name="Line 1745">
              <a:extLst>
                <a:ext uri="{FF2B5EF4-FFF2-40B4-BE49-F238E27FC236}">
                  <a16:creationId xmlns:a16="http://schemas.microsoft.com/office/drawing/2014/main" id="{9712DB3C-8426-AFDA-9791-4536AAB80C6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164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94" name="Line 1746">
              <a:extLst>
                <a:ext uri="{FF2B5EF4-FFF2-40B4-BE49-F238E27FC236}">
                  <a16:creationId xmlns:a16="http://schemas.microsoft.com/office/drawing/2014/main" id="{CEC62DB9-6757-B170-D262-274D4A82ACF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03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95" name="Line 1747">
              <a:extLst>
                <a:ext uri="{FF2B5EF4-FFF2-40B4-BE49-F238E27FC236}">
                  <a16:creationId xmlns:a16="http://schemas.microsoft.com/office/drawing/2014/main" id="{95AC053C-D2AA-604F-B8E5-9C587F39D73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177" y="1875"/>
              <a:ext cx="25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96" name="Line 1748">
              <a:extLst>
                <a:ext uri="{FF2B5EF4-FFF2-40B4-BE49-F238E27FC236}">
                  <a16:creationId xmlns:a16="http://schemas.microsoft.com/office/drawing/2014/main" id="{99C9EC6A-CE2C-5914-14E9-E304D3B6BC8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216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97" name="Line 1749">
              <a:extLst>
                <a:ext uri="{FF2B5EF4-FFF2-40B4-BE49-F238E27FC236}">
                  <a16:creationId xmlns:a16="http://schemas.microsoft.com/office/drawing/2014/main" id="{2B6A0274-1346-3963-5541-527C1966718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55" y="1848"/>
              <a:ext cx="27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98" name="Line 1750">
              <a:extLst>
                <a:ext uri="{FF2B5EF4-FFF2-40B4-BE49-F238E27FC236}">
                  <a16:creationId xmlns:a16="http://schemas.microsoft.com/office/drawing/2014/main" id="{B7E9C8A5-994C-CC5E-9886-A74F0305043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229" y="1875"/>
              <a:ext cx="14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99" name="Line 1751">
              <a:extLst>
                <a:ext uri="{FF2B5EF4-FFF2-40B4-BE49-F238E27FC236}">
                  <a16:creationId xmlns:a16="http://schemas.microsoft.com/office/drawing/2014/main" id="{3690664D-EDFB-3C53-3539-B76A009AB53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255" y="1861"/>
              <a:ext cx="27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00" name="Line 1752">
              <a:extLst>
                <a:ext uri="{FF2B5EF4-FFF2-40B4-BE49-F238E27FC236}">
                  <a16:creationId xmlns:a16="http://schemas.microsoft.com/office/drawing/2014/main" id="{54579A76-5740-6678-FEE9-7C7D9CE20C6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95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01" name="Line 1753">
              <a:extLst>
                <a:ext uri="{FF2B5EF4-FFF2-40B4-BE49-F238E27FC236}">
                  <a16:creationId xmlns:a16="http://schemas.microsoft.com/office/drawing/2014/main" id="{7AB1BACF-5AF0-5CAF-0966-3518E34E81A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269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02" name="Line 1754">
              <a:extLst>
                <a:ext uri="{FF2B5EF4-FFF2-40B4-BE49-F238E27FC236}">
                  <a16:creationId xmlns:a16="http://schemas.microsoft.com/office/drawing/2014/main" id="{77A5E16A-4B9D-9519-A3F2-A7D2264A2F9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308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03" name="Line 1755">
              <a:extLst>
                <a:ext uri="{FF2B5EF4-FFF2-40B4-BE49-F238E27FC236}">
                  <a16:creationId xmlns:a16="http://schemas.microsoft.com/office/drawing/2014/main" id="{4174F8B2-A528-5F16-240B-C80F417C506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347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04" name="Line 1756">
              <a:extLst>
                <a:ext uri="{FF2B5EF4-FFF2-40B4-BE49-F238E27FC236}">
                  <a16:creationId xmlns:a16="http://schemas.microsoft.com/office/drawing/2014/main" id="{42BBBDBD-68B8-EBE0-1140-90F34DFBDCB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321" y="1875"/>
              <a:ext cx="25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05" name="Line 1757">
              <a:extLst>
                <a:ext uri="{FF2B5EF4-FFF2-40B4-BE49-F238E27FC236}">
                  <a16:creationId xmlns:a16="http://schemas.microsoft.com/office/drawing/2014/main" id="{471D9C3B-BD91-1A39-709E-BE16799BF22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360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06" name="Line 1758">
              <a:extLst>
                <a:ext uri="{FF2B5EF4-FFF2-40B4-BE49-F238E27FC236}">
                  <a16:creationId xmlns:a16="http://schemas.microsoft.com/office/drawing/2014/main" id="{7D01F890-F7F6-658B-6693-CF63B89B116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400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07" name="Line 1759">
              <a:extLst>
                <a:ext uri="{FF2B5EF4-FFF2-40B4-BE49-F238E27FC236}">
                  <a16:creationId xmlns:a16="http://schemas.microsoft.com/office/drawing/2014/main" id="{60DEAF29-C1B4-D691-1CF5-A590858C9F8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360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08" name="Line 1760">
              <a:extLst>
                <a:ext uri="{FF2B5EF4-FFF2-40B4-BE49-F238E27FC236}">
                  <a16:creationId xmlns:a16="http://schemas.microsoft.com/office/drawing/2014/main" id="{2DC6EB7C-60FC-E395-880F-2DE0E2D39CF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00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09" name="Line 1761">
              <a:extLst>
                <a:ext uri="{FF2B5EF4-FFF2-40B4-BE49-F238E27FC236}">
                  <a16:creationId xmlns:a16="http://schemas.microsoft.com/office/drawing/2014/main" id="{6D06B421-4BCF-E88D-097D-9C0A83B5DDE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439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10" name="Line 1762">
              <a:extLst>
                <a:ext uri="{FF2B5EF4-FFF2-40B4-BE49-F238E27FC236}">
                  <a16:creationId xmlns:a16="http://schemas.microsoft.com/office/drawing/2014/main" id="{65AD43DE-8C39-02CD-7AE7-918E10AC5C8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13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11" name="Line 1763">
              <a:extLst>
                <a:ext uri="{FF2B5EF4-FFF2-40B4-BE49-F238E27FC236}">
                  <a16:creationId xmlns:a16="http://schemas.microsoft.com/office/drawing/2014/main" id="{430A2DEF-8AE8-DAFF-A57C-58F7DC94C9E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52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12" name="Line 1764">
              <a:extLst>
                <a:ext uri="{FF2B5EF4-FFF2-40B4-BE49-F238E27FC236}">
                  <a16:creationId xmlns:a16="http://schemas.microsoft.com/office/drawing/2014/main" id="{CAADAEFC-1598-D23F-D064-76122D5A7A2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491" y="1848"/>
              <a:ext cx="27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13" name="Line 1765">
              <a:extLst>
                <a:ext uri="{FF2B5EF4-FFF2-40B4-BE49-F238E27FC236}">
                  <a16:creationId xmlns:a16="http://schemas.microsoft.com/office/drawing/2014/main" id="{6AC6CA6E-8196-D229-2B93-CF970CB39EF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65" y="1875"/>
              <a:ext cx="25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14" name="Line 1766">
              <a:extLst>
                <a:ext uri="{FF2B5EF4-FFF2-40B4-BE49-F238E27FC236}">
                  <a16:creationId xmlns:a16="http://schemas.microsoft.com/office/drawing/2014/main" id="{28242688-5A2F-9F95-015C-2DCA42110E0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505" y="1861"/>
              <a:ext cx="25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15" name="Line 1767">
              <a:extLst>
                <a:ext uri="{FF2B5EF4-FFF2-40B4-BE49-F238E27FC236}">
                  <a16:creationId xmlns:a16="http://schemas.microsoft.com/office/drawing/2014/main" id="{0A872A3B-FA53-BC37-DAA8-1BDE8BF5B7E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544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16" name="Line 1768">
              <a:extLst>
                <a:ext uri="{FF2B5EF4-FFF2-40B4-BE49-F238E27FC236}">
                  <a16:creationId xmlns:a16="http://schemas.microsoft.com/office/drawing/2014/main" id="{4D545C03-58C9-F316-E049-1EB5D6C3561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505" y="1875"/>
              <a:ext cx="25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17" name="Line 1769">
              <a:extLst>
                <a:ext uri="{FF2B5EF4-FFF2-40B4-BE49-F238E27FC236}">
                  <a16:creationId xmlns:a16="http://schemas.microsoft.com/office/drawing/2014/main" id="{F3070A84-52D1-89DF-9B98-598F712CE48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544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18" name="Line 1770">
              <a:extLst>
                <a:ext uri="{FF2B5EF4-FFF2-40B4-BE49-F238E27FC236}">
                  <a16:creationId xmlns:a16="http://schemas.microsoft.com/office/drawing/2014/main" id="{0AC1B3A5-1B67-96E7-490C-107A5057914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583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19" name="Line 1771">
              <a:extLst>
                <a:ext uri="{FF2B5EF4-FFF2-40B4-BE49-F238E27FC236}">
                  <a16:creationId xmlns:a16="http://schemas.microsoft.com/office/drawing/2014/main" id="{2D7A241A-ACCE-7422-CF71-6E4B1328F5E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557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20" name="Line 1772">
              <a:extLst>
                <a:ext uri="{FF2B5EF4-FFF2-40B4-BE49-F238E27FC236}">
                  <a16:creationId xmlns:a16="http://schemas.microsoft.com/office/drawing/2014/main" id="{048F5121-A2EE-6B39-99A2-D2E6D707CB6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596" y="1861"/>
              <a:ext cx="27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21" name="Line 1773">
              <a:extLst>
                <a:ext uri="{FF2B5EF4-FFF2-40B4-BE49-F238E27FC236}">
                  <a16:creationId xmlns:a16="http://schemas.microsoft.com/office/drawing/2014/main" id="{A252A2A6-B375-F6B7-5195-87AD1832F6C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36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22" name="Line 1774">
              <a:extLst>
                <a:ext uri="{FF2B5EF4-FFF2-40B4-BE49-F238E27FC236}">
                  <a16:creationId xmlns:a16="http://schemas.microsoft.com/office/drawing/2014/main" id="{4DD11FB6-6E16-9CAA-3D24-D282910001E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609" y="1875"/>
              <a:ext cx="25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23" name="Line 1775">
              <a:extLst>
                <a:ext uri="{FF2B5EF4-FFF2-40B4-BE49-F238E27FC236}">
                  <a16:creationId xmlns:a16="http://schemas.microsoft.com/office/drawing/2014/main" id="{73E9AE65-6336-76AB-8D5C-4C5CD3236E5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649" y="1861"/>
              <a:ext cx="25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24" name="Line 1776">
              <a:extLst>
                <a:ext uri="{FF2B5EF4-FFF2-40B4-BE49-F238E27FC236}">
                  <a16:creationId xmlns:a16="http://schemas.microsoft.com/office/drawing/2014/main" id="{676DA999-440C-5DC1-7854-F57661E39FB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88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25" name="Line 1777">
              <a:extLst>
                <a:ext uri="{FF2B5EF4-FFF2-40B4-BE49-F238E27FC236}">
                  <a16:creationId xmlns:a16="http://schemas.microsoft.com/office/drawing/2014/main" id="{D7D2CD8D-1802-F2FA-667A-4B2610E02AB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649" y="1875"/>
              <a:ext cx="25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26" name="Line 1778">
              <a:extLst>
                <a:ext uri="{FF2B5EF4-FFF2-40B4-BE49-F238E27FC236}">
                  <a16:creationId xmlns:a16="http://schemas.microsoft.com/office/drawing/2014/main" id="{07F4B596-CDFC-79D3-D658-4EA511E1299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688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27" name="Line 1779">
              <a:extLst>
                <a:ext uri="{FF2B5EF4-FFF2-40B4-BE49-F238E27FC236}">
                  <a16:creationId xmlns:a16="http://schemas.microsoft.com/office/drawing/2014/main" id="{5873A166-1908-E53D-9F56-29E92FCB75A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727" y="1848"/>
              <a:ext cx="27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28" name="Line 1780">
              <a:extLst>
                <a:ext uri="{FF2B5EF4-FFF2-40B4-BE49-F238E27FC236}">
                  <a16:creationId xmlns:a16="http://schemas.microsoft.com/office/drawing/2014/main" id="{C73EAE4E-77DC-47C9-B216-66923CA0124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701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29" name="Line 1781">
              <a:extLst>
                <a:ext uri="{FF2B5EF4-FFF2-40B4-BE49-F238E27FC236}">
                  <a16:creationId xmlns:a16="http://schemas.microsoft.com/office/drawing/2014/main" id="{3FA540C2-4030-C192-7AC9-DE8A9703425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741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30" name="Line 1782">
              <a:extLst>
                <a:ext uri="{FF2B5EF4-FFF2-40B4-BE49-F238E27FC236}">
                  <a16:creationId xmlns:a16="http://schemas.microsoft.com/office/drawing/2014/main" id="{A63165C7-849C-0607-E040-613771F02AB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780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31" name="Line 1783">
              <a:extLst>
                <a:ext uri="{FF2B5EF4-FFF2-40B4-BE49-F238E27FC236}">
                  <a16:creationId xmlns:a16="http://schemas.microsoft.com/office/drawing/2014/main" id="{6F50FE13-0535-0B18-6828-F2595BE45AA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755" y="1875"/>
              <a:ext cx="25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32" name="Line 1784">
              <a:extLst>
                <a:ext uri="{FF2B5EF4-FFF2-40B4-BE49-F238E27FC236}">
                  <a16:creationId xmlns:a16="http://schemas.microsoft.com/office/drawing/2014/main" id="{4906CB2B-72EB-FC57-39FC-452A82FBFC4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793" y="1861"/>
              <a:ext cx="25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33" name="Line 1785">
              <a:extLst>
                <a:ext uri="{FF2B5EF4-FFF2-40B4-BE49-F238E27FC236}">
                  <a16:creationId xmlns:a16="http://schemas.microsoft.com/office/drawing/2014/main" id="{7C467EA8-F06C-8B23-AA42-40B2CAB5C86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32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34" name="Line 1786">
              <a:extLst>
                <a:ext uri="{FF2B5EF4-FFF2-40B4-BE49-F238E27FC236}">
                  <a16:creationId xmlns:a16="http://schemas.microsoft.com/office/drawing/2014/main" id="{AF15C713-3804-42BA-00FF-63B53CFE1D3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793" y="1875"/>
              <a:ext cx="25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35" name="Line 1787">
              <a:extLst>
                <a:ext uri="{FF2B5EF4-FFF2-40B4-BE49-F238E27FC236}">
                  <a16:creationId xmlns:a16="http://schemas.microsoft.com/office/drawing/2014/main" id="{825CF07E-5109-97E8-F165-A0AD5A70065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832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36" name="Line 1788">
              <a:extLst>
                <a:ext uri="{FF2B5EF4-FFF2-40B4-BE49-F238E27FC236}">
                  <a16:creationId xmlns:a16="http://schemas.microsoft.com/office/drawing/2014/main" id="{F5801E5D-F270-54EB-DD77-123121D0D2C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72" y="1848"/>
              <a:ext cx="13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37" name="Line 1789">
              <a:extLst>
                <a:ext uri="{FF2B5EF4-FFF2-40B4-BE49-F238E27FC236}">
                  <a16:creationId xmlns:a16="http://schemas.microsoft.com/office/drawing/2014/main" id="{2B26925A-5E0C-3CBC-5388-0CB3F5F59D7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72" y="1848"/>
              <a:ext cx="13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38" name="Line 1790">
              <a:extLst>
                <a:ext uri="{FF2B5EF4-FFF2-40B4-BE49-F238E27FC236}">
                  <a16:creationId xmlns:a16="http://schemas.microsoft.com/office/drawing/2014/main" id="{78266125-78C8-E671-65E2-368E6F7077E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845" y="1875"/>
              <a:ext cx="27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39" name="Line 1791">
              <a:extLst>
                <a:ext uri="{FF2B5EF4-FFF2-40B4-BE49-F238E27FC236}">
                  <a16:creationId xmlns:a16="http://schemas.microsoft.com/office/drawing/2014/main" id="{453789B3-FA21-AEB8-2A54-5BEA342CD5D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885" y="1861"/>
              <a:ext cx="1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40" name="Line 1792">
              <a:extLst>
                <a:ext uri="{FF2B5EF4-FFF2-40B4-BE49-F238E27FC236}">
                  <a16:creationId xmlns:a16="http://schemas.microsoft.com/office/drawing/2014/main" id="{0D9E7E0B-9DE5-2800-A6E5-0BC687B1975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885" y="1861"/>
              <a:ext cx="1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41" name="Freeform 1793">
              <a:extLst>
                <a:ext uri="{FF2B5EF4-FFF2-40B4-BE49-F238E27FC236}">
                  <a16:creationId xmlns:a16="http://schemas.microsoft.com/office/drawing/2014/main" id="{B375949D-7E0E-B795-A3E0-B7DA5D6989E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596" y="1888"/>
              <a:ext cx="159" cy="64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0"/>
                </a:cxn>
                <a:cxn ang="0">
                  <a:pos x="9" y="49"/>
                </a:cxn>
                <a:cxn ang="0">
                  <a:pos x="12" y="49"/>
                </a:cxn>
                <a:cxn ang="0">
                  <a:pos x="3" y="0"/>
                </a:cxn>
              </a:cxnLst>
              <a:rect l="0" t="0" r="r" b="b"/>
              <a:pathLst>
                <a:path w="12" h="49">
                  <a:moveTo>
                    <a:pt x="3" y="0"/>
                  </a:moveTo>
                  <a:lnTo>
                    <a:pt x="0" y="0"/>
                  </a:lnTo>
                  <a:lnTo>
                    <a:pt x="9" y="49"/>
                  </a:lnTo>
                  <a:lnTo>
                    <a:pt x="12" y="49"/>
                  </a:lnTo>
                  <a:lnTo>
                    <a:pt x="3" y="0"/>
                  </a:lnTo>
                  <a:close/>
                </a:path>
              </a:pathLst>
            </a:custGeom>
            <a:noFill/>
            <a:ln w="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42" name="Freeform 1794">
              <a:extLst>
                <a:ext uri="{FF2B5EF4-FFF2-40B4-BE49-F238E27FC236}">
                  <a16:creationId xmlns:a16="http://schemas.microsoft.com/office/drawing/2014/main" id="{B69FE94A-E050-F258-8CFD-FE6A136A643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705" y="1888"/>
              <a:ext cx="157" cy="642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12" y="0"/>
                </a:cxn>
                <a:cxn ang="0">
                  <a:pos x="3" y="49"/>
                </a:cxn>
                <a:cxn ang="0">
                  <a:pos x="0" y="49"/>
                </a:cxn>
                <a:cxn ang="0">
                  <a:pos x="9" y="0"/>
                </a:cxn>
              </a:cxnLst>
              <a:rect l="0" t="0" r="r" b="b"/>
              <a:pathLst>
                <a:path w="12" h="49">
                  <a:moveTo>
                    <a:pt x="9" y="0"/>
                  </a:moveTo>
                  <a:lnTo>
                    <a:pt x="12" y="0"/>
                  </a:lnTo>
                  <a:lnTo>
                    <a:pt x="3" y="49"/>
                  </a:lnTo>
                  <a:lnTo>
                    <a:pt x="0" y="49"/>
                  </a:lnTo>
                  <a:lnTo>
                    <a:pt x="9" y="0"/>
                  </a:lnTo>
                  <a:close/>
                </a:path>
              </a:pathLst>
            </a:custGeom>
            <a:noFill/>
            <a:ln w="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43" name="Rectangle 1795">
              <a:extLst>
                <a:ext uri="{FF2B5EF4-FFF2-40B4-BE49-F238E27FC236}">
                  <a16:creationId xmlns:a16="http://schemas.microsoft.com/office/drawing/2014/main" id="{AB8B6F8A-B8D8-0112-618F-251E7F56A26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83" y="2307"/>
              <a:ext cx="891" cy="26"/>
            </a:xfrm>
            <a:prstGeom prst="rect">
              <a:avLst/>
            </a:prstGeom>
            <a:noFill/>
            <a:ln w="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aphicFrame>
        <p:nvGraphicFramePr>
          <p:cNvPr id="439044" name="Object 2">
            <a:extLst>
              <a:ext uri="{FF2B5EF4-FFF2-40B4-BE49-F238E27FC236}">
                <a16:creationId xmlns:a16="http://schemas.microsoft.com/office/drawing/2014/main" id="{4C15D4A6-C403-4FFB-D6C5-2582BD7121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4350" y="2314575"/>
          <a:ext cx="220663" cy="16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4196" imgH="198009" progId="Equation.3">
                  <p:embed/>
                </p:oleObj>
              </mc:Choice>
              <mc:Fallback>
                <p:oleObj name="公式" r:id="rId2" imgW="274196" imgH="19800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4350" y="2314575"/>
                        <a:ext cx="220663" cy="168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9045" name="Line 1797">
            <a:extLst>
              <a:ext uri="{FF2B5EF4-FFF2-40B4-BE49-F238E27FC236}">
                <a16:creationId xmlns:a16="http://schemas.microsoft.com/office/drawing/2014/main" id="{87F21259-22D3-DC35-6447-0C35C9BA384C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065338" y="2362200"/>
            <a:ext cx="0" cy="56673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39046" name="Object 3">
            <a:extLst>
              <a:ext uri="{FF2B5EF4-FFF2-40B4-BE49-F238E27FC236}">
                <a16:creationId xmlns:a16="http://schemas.microsoft.com/office/drawing/2014/main" id="{3A85BDEC-25B4-B99E-09BB-D16255AE5D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8" y="2751138"/>
          <a:ext cx="217487" cy="24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12513" imgH="358112" progId="Equation.3">
                  <p:embed/>
                </p:oleObj>
              </mc:Choice>
              <mc:Fallback>
                <p:oleObj name="公式" r:id="rId4" imgW="312513" imgH="35811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2751138"/>
                        <a:ext cx="217487" cy="246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9047" name="Line 1799">
            <a:extLst>
              <a:ext uri="{FF2B5EF4-FFF2-40B4-BE49-F238E27FC236}">
                <a16:creationId xmlns:a16="http://schemas.microsoft.com/office/drawing/2014/main" id="{4E7136EA-9BEF-9DE6-77D0-D8C06455C79C}"/>
              </a:ext>
            </a:extLst>
          </p:cNvPr>
          <p:cNvSpPr>
            <a:spLocks noChangeAspect="1" noChangeShapeType="1"/>
          </p:cNvSpPr>
          <p:nvPr/>
        </p:nvSpPr>
        <p:spPr bwMode="auto">
          <a:xfrm rot="10800000" flipV="1">
            <a:off x="1900238" y="2551113"/>
            <a:ext cx="0" cy="5667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39048" name="Object 4">
            <a:extLst>
              <a:ext uri="{FF2B5EF4-FFF2-40B4-BE49-F238E27FC236}">
                <a16:creationId xmlns:a16="http://schemas.microsoft.com/office/drawing/2014/main" id="{CB03F35F-5A37-F143-878A-5A551E91B1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58925" y="2811463"/>
          <a:ext cx="215900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12513" imgH="350631" progId="Equation.3">
                  <p:embed/>
                </p:oleObj>
              </mc:Choice>
              <mc:Fallback>
                <p:oleObj name="公式" r:id="rId6" imgW="312513" imgH="35063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925" y="2811463"/>
                        <a:ext cx="215900" cy="23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9049" name="Line 1801">
            <a:extLst>
              <a:ext uri="{FF2B5EF4-FFF2-40B4-BE49-F238E27FC236}">
                <a16:creationId xmlns:a16="http://schemas.microsoft.com/office/drawing/2014/main" id="{667FCBBF-80E6-307F-D435-531DEDE9E780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1900238" y="1736725"/>
            <a:ext cx="0" cy="56991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39050" name="Object 5">
            <a:extLst>
              <a:ext uri="{FF2B5EF4-FFF2-40B4-BE49-F238E27FC236}">
                <a16:creationId xmlns:a16="http://schemas.microsoft.com/office/drawing/2014/main" id="{399F2578-81D6-FD98-D5E9-D762E6BB41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1760538"/>
          <a:ext cx="215900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12513" imgH="350631" progId="Equation.3">
                  <p:embed/>
                </p:oleObj>
              </mc:Choice>
              <mc:Fallback>
                <p:oleObj name="公式" r:id="rId8" imgW="312513" imgH="35063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760538"/>
                        <a:ext cx="215900" cy="23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9051" name="Rectangle 1803">
            <a:extLst>
              <a:ext uri="{FF2B5EF4-FFF2-40B4-BE49-F238E27FC236}">
                <a16:creationId xmlns:a16="http://schemas.microsoft.com/office/drawing/2014/main" id="{CC533D0B-FF9E-9DEB-7B47-4617D6C9CE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14863" y="4219575"/>
            <a:ext cx="3536950" cy="1978025"/>
          </a:xfrm>
          <a:prstGeom prst="rect">
            <a:avLst/>
          </a:prstGeom>
          <a:solidFill>
            <a:srgbClr val="66FFFF">
              <a:alpha val="70000"/>
            </a:srgb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39052" name="Object 6">
            <a:extLst>
              <a:ext uri="{FF2B5EF4-FFF2-40B4-BE49-F238E27FC236}">
                <a16:creationId xmlns:a16="http://schemas.microsoft.com/office/drawing/2014/main" id="{656EE6EA-A92E-2A5B-A74D-6D18FB7913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8338" y="4649788"/>
          <a:ext cx="179387" cy="195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43840" imgH="274320" progId="Equation.3">
                  <p:embed/>
                </p:oleObj>
              </mc:Choice>
              <mc:Fallback>
                <p:oleObj name="公式" r:id="rId10" imgW="243840" imgH="2743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8338" y="4649788"/>
                        <a:ext cx="179387" cy="195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9053" name="Object 7">
            <a:extLst>
              <a:ext uri="{FF2B5EF4-FFF2-40B4-BE49-F238E27FC236}">
                <a16:creationId xmlns:a16="http://schemas.microsoft.com/office/drawing/2014/main" id="{2F5D6076-0429-B7C5-40D1-F204DAF8CC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38975" y="5160963"/>
          <a:ext cx="180975" cy="195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43840" imgH="274320" progId="Equation.3">
                  <p:embed/>
                </p:oleObj>
              </mc:Choice>
              <mc:Fallback>
                <p:oleObj name="公式" r:id="rId12" imgW="243840" imgH="27432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8975" y="5160963"/>
                        <a:ext cx="180975" cy="195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806">
            <a:extLst>
              <a:ext uri="{FF2B5EF4-FFF2-40B4-BE49-F238E27FC236}">
                <a16:creationId xmlns:a16="http://schemas.microsoft.com/office/drawing/2014/main" id="{C1D55DC1-586F-5DA5-06E1-F18488C3804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280275" y="5173663"/>
            <a:ext cx="339725" cy="309562"/>
            <a:chOff x="4728" y="3072"/>
            <a:chExt cx="255" cy="232"/>
          </a:xfrm>
        </p:grpSpPr>
        <p:sp>
          <p:nvSpPr>
            <p:cNvPr id="439055" name="Line 1807">
              <a:extLst>
                <a:ext uri="{FF2B5EF4-FFF2-40B4-BE49-F238E27FC236}">
                  <a16:creationId xmlns:a16="http://schemas.microsoft.com/office/drawing/2014/main" id="{A8C31D63-45B4-8ABF-D88D-D7265D862DF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728" y="3072"/>
              <a:ext cx="0" cy="20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0556" name="Object 30">
              <a:extLst>
                <a:ext uri="{FF2B5EF4-FFF2-40B4-BE49-F238E27FC236}">
                  <a16:creationId xmlns:a16="http://schemas.microsoft.com/office/drawing/2014/main" id="{4481BFD1-EE97-DE76-F46D-4DACB106693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74" y="3127"/>
            <a:ext cx="209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396116" imgH="335169" progId="Equation.3">
                    <p:embed/>
                  </p:oleObj>
                </mc:Choice>
                <mc:Fallback>
                  <p:oleObj name="公式" r:id="rId14" imgW="396116" imgH="335169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4" y="3127"/>
                          <a:ext cx="209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809">
            <a:extLst>
              <a:ext uri="{FF2B5EF4-FFF2-40B4-BE49-F238E27FC236}">
                <a16:creationId xmlns:a16="http://schemas.microsoft.com/office/drawing/2014/main" id="{80132DE4-3478-E542-2FDE-8F8490DF56D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270750" y="4522788"/>
            <a:ext cx="342900" cy="311150"/>
            <a:chOff x="4720" y="2583"/>
            <a:chExt cx="258" cy="233"/>
          </a:xfrm>
        </p:grpSpPr>
        <p:sp>
          <p:nvSpPr>
            <p:cNvPr id="439058" name="Line 1810">
              <a:extLst>
                <a:ext uri="{FF2B5EF4-FFF2-40B4-BE49-F238E27FC236}">
                  <a16:creationId xmlns:a16="http://schemas.microsoft.com/office/drawing/2014/main" id="{14576C92-4166-59F1-00C8-AA44F98E063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720" y="2593"/>
              <a:ext cx="0" cy="22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0554" name="Object 29">
              <a:extLst>
                <a:ext uri="{FF2B5EF4-FFF2-40B4-BE49-F238E27FC236}">
                  <a16:creationId xmlns:a16="http://schemas.microsoft.com/office/drawing/2014/main" id="{BEF4D9A1-D7A0-C374-9809-4659C704E1A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77" y="2583"/>
            <a:ext cx="201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388651" imgH="335169" progId="Equation.3">
                    <p:embed/>
                  </p:oleObj>
                </mc:Choice>
                <mc:Fallback>
                  <p:oleObj name="公式" r:id="rId16" imgW="388651" imgH="335169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7" y="2583"/>
                          <a:ext cx="201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812">
            <a:extLst>
              <a:ext uri="{FF2B5EF4-FFF2-40B4-BE49-F238E27FC236}">
                <a16:creationId xmlns:a16="http://schemas.microsoft.com/office/drawing/2014/main" id="{9E1FFEF0-AD1F-773F-11C3-5E963B21D23F}"/>
              </a:ext>
            </a:extLst>
          </p:cNvPr>
          <p:cNvGrpSpPr>
            <a:grpSpLocks/>
          </p:cNvGrpSpPr>
          <p:nvPr/>
        </p:nvGrpSpPr>
        <p:grpSpPr bwMode="auto">
          <a:xfrm>
            <a:off x="7397750" y="4886325"/>
            <a:ext cx="225425" cy="277813"/>
            <a:chOff x="4660" y="3078"/>
            <a:chExt cx="142" cy="175"/>
          </a:xfrm>
        </p:grpSpPr>
        <p:sp>
          <p:nvSpPr>
            <p:cNvPr id="439061" name="Line 1813">
              <a:extLst>
                <a:ext uri="{FF2B5EF4-FFF2-40B4-BE49-F238E27FC236}">
                  <a16:creationId xmlns:a16="http://schemas.microsoft.com/office/drawing/2014/main" id="{53E6CF65-89B4-0A63-F768-FB6E520A729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660" y="3078"/>
              <a:ext cx="0" cy="17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0552" name="Object 28">
              <a:extLst>
                <a:ext uri="{FF2B5EF4-FFF2-40B4-BE49-F238E27FC236}">
                  <a16:creationId xmlns:a16="http://schemas.microsoft.com/office/drawing/2014/main" id="{BA79DBB4-F272-7232-72E5-4465FF4229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01" y="3097"/>
            <a:ext cx="101" cy="1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98058" imgH="243895" progId="Equation.3">
                    <p:embed/>
                  </p:oleObj>
                </mc:Choice>
                <mc:Fallback>
                  <p:oleObj name="公式" r:id="rId18" imgW="198058" imgH="243895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1" y="3097"/>
                          <a:ext cx="101" cy="1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1815">
            <a:extLst>
              <a:ext uri="{FF2B5EF4-FFF2-40B4-BE49-F238E27FC236}">
                <a16:creationId xmlns:a16="http://schemas.microsoft.com/office/drawing/2014/main" id="{C80B17AD-CFC0-7AEB-9AE2-F51A4B883960}"/>
              </a:ext>
            </a:extLst>
          </p:cNvPr>
          <p:cNvGrpSpPr>
            <a:grpSpLocks/>
          </p:cNvGrpSpPr>
          <p:nvPr/>
        </p:nvGrpSpPr>
        <p:grpSpPr bwMode="auto">
          <a:xfrm>
            <a:off x="6162675" y="4348163"/>
            <a:ext cx="1739900" cy="1328737"/>
            <a:chOff x="3882" y="2739"/>
            <a:chExt cx="1096" cy="837"/>
          </a:xfrm>
        </p:grpSpPr>
        <p:sp>
          <p:nvSpPr>
            <p:cNvPr id="10549" name="Oval 1816">
              <a:extLst>
                <a:ext uri="{FF2B5EF4-FFF2-40B4-BE49-F238E27FC236}">
                  <a16:creationId xmlns:a16="http://schemas.microsoft.com/office/drawing/2014/main" id="{83ED9937-B8C8-90D2-2F7C-0DD446DC072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82" y="2995"/>
              <a:ext cx="95" cy="95"/>
            </a:xfrm>
            <a:prstGeom prst="ellipse">
              <a:avLst/>
            </a:prstGeom>
            <a:noFill/>
            <a:ln w="28575" algn="ctr">
              <a:solidFill>
                <a:srgbClr val="66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1800" b="0">
                <a:solidFill>
                  <a:schemeClr val="tx1"/>
                </a:solidFill>
              </a:endParaRPr>
            </a:p>
          </p:txBody>
        </p:sp>
        <p:sp>
          <p:nvSpPr>
            <p:cNvPr id="10550" name="AutoShape 1817">
              <a:extLst>
                <a:ext uri="{FF2B5EF4-FFF2-40B4-BE49-F238E27FC236}">
                  <a16:creationId xmlns:a16="http://schemas.microsoft.com/office/drawing/2014/main" id="{3FE65AC1-B75A-262E-3B2E-2EECF143815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81" y="2739"/>
              <a:ext cx="697" cy="837"/>
            </a:xfrm>
            <a:prstGeom prst="wedgeEllipseCallout">
              <a:avLst>
                <a:gd name="adj1" fmla="val -93472"/>
                <a:gd name="adj2" fmla="val -14157"/>
              </a:avLst>
            </a:prstGeom>
            <a:noFill/>
            <a:ln w="28575" algn="ctr">
              <a:solidFill>
                <a:srgbClr val="66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1800" b="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 1818">
            <a:extLst>
              <a:ext uri="{FF2B5EF4-FFF2-40B4-BE49-F238E27FC236}">
                <a16:creationId xmlns:a16="http://schemas.microsoft.com/office/drawing/2014/main" id="{C37B20E7-4048-5BAF-5B5D-EEE372FB3E14}"/>
              </a:ext>
            </a:extLst>
          </p:cNvPr>
          <p:cNvGrpSpPr>
            <a:grpSpLocks/>
          </p:cNvGrpSpPr>
          <p:nvPr/>
        </p:nvGrpSpPr>
        <p:grpSpPr bwMode="auto">
          <a:xfrm>
            <a:off x="4773613" y="4386263"/>
            <a:ext cx="1595437" cy="1701800"/>
            <a:chOff x="3007" y="2763"/>
            <a:chExt cx="1005" cy="1072"/>
          </a:xfrm>
        </p:grpSpPr>
        <p:sp>
          <p:nvSpPr>
            <p:cNvPr id="439067" name="Freeform 1819">
              <a:extLst>
                <a:ext uri="{FF2B5EF4-FFF2-40B4-BE49-F238E27FC236}">
                  <a16:creationId xmlns:a16="http://schemas.microsoft.com/office/drawing/2014/main" id="{0C90BD42-3CAC-3113-FB84-D216D6BB23D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24" y="3016"/>
              <a:ext cx="11" cy="22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1"/>
                </a:cxn>
              </a:cxnLst>
              <a:rect l="0" t="0" r="r" b="b"/>
              <a:pathLst>
                <a:path w="1" h="2">
                  <a:moveTo>
                    <a:pt x="0" y="1"/>
                  </a:moveTo>
                  <a:cubicBezTo>
                    <a:pt x="0" y="1"/>
                    <a:pt x="0" y="0"/>
                    <a:pt x="0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1" y="1"/>
                    <a:pt x="1" y="2"/>
                    <a:pt x="0" y="2"/>
                  </a:cubicBezTo>
                  <a:cubicBezTo>
                    <a:pt x="0" y="2"/>
                    <a:pt x="0" y="2"/>
                    <a:pt x="0" y="1"/>
                  </a:cubicBezTo>
                  <a:close/>
                </a:path>
              </a:pathLst>
            </a:custGeom>
            <a:noFill/>
            <a:ln w="12700" cmpd="sng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0439" name="Group 1820">
              <a:extLst>
                <a:ext uri="{FF2B5EF4-FFF2-40B4-BE49-F238E27FC236}">
                  <a16:creationId xmlns:a16="http://schemas.microsoft.com/office/drawing/2014/main" id="{9087CD54-52B0-746E-2CEE-88C769079C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7" y="2763"/>
              <a:ext cx="1005" cy="1072"/>
              <a:chOff x="3007" y="2763"/>
              <a:chExt cx="1005" cy="1072"/>
            </a:xfrm>
          </p:grpSpPr>
          <p:sp>
            <p:nvSpPr>
              <p:cNvPr id="439069" name="Line 1821">
                <a:extLst>
                  <a:ext uri="{FF2B5EF4-FFF2-40B4-BE49-F238E27FC236}">
                    <a16:creationId xmlns:a16="http://schemas.microsoft.com/office/drawing/2014/main" id="{0C722E5D-A535-1FD9-AFBB-850B6073962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3774" y="3180"/>
                <a:ext cx="0" cy="329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10441" name="Object 27">
                <a:extLst>
                  <a:ext uri="{FF2B5EF4-FFF2-40B4-BE49-F238E27FC236}">
                    <a16:creationId xmlns:a16="http://schemas.microsoft.com/office/drawing/2014/main" id="{0B1265D8-4FBC-912A-2330-B1AB6A40A10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621" y="3287"/>
              <a:ext cx="100" cy="1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0" imgW="198058" imgH="243895" progId="Equation.3">
                      <p:embed/>
                    </p:oleObj>
                  </mc:Choice>
                  <mc:Fallback>
                    <p:oleObj name="公式" r:id="rId20" imgW="198058" imgH="243895" progId="Equation.3">
                      <p:embed/>
                      <p:pic>
                        <p:nvPicPr>
                          <p:cNvPr id="0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21" y="3287"/>
                            <a:ext cx="100" cy="12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39071" name="Freeform 1823">
                <a:extLst>
                  <a:ext uri="{FF2B5EF4-FFF2-40B4-BE49-F238E27FC236}">
                    <a16:creationId xmlns:a16="http://schemas.microsoft.com/office/drawing/2014/main" id="{247E28E1-A027-2680-EF81-67088F00EB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93" y="3345"/>
                <a:ext cx="66" cy="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3"/>
                  </a:cxn>
                  <a:cxn ang="0">
                    <a:pos x="0" y="8"/>
                  </a:cxn>
                  <a:cxn ang="0">
                    <a:pos x="0" y="0"/>
                  </a:cxn>
                </a:cxnLst>
                <a:rect l="0" t="0" r="r" b="b"/>
                <a:pathLst>
                  <a:path w="6" h="8">
                    <a:moveTo>
                      <a:pt x="0" y="0"/>
                    </a:moveTo>
                    <a:lnTo>
                      <a:pt x="6" y="3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72" name="Freeform 1824">
                <a:extLst>
                  <a:ext uri="{FF2B5EF4-FFF2-40B4-BE49-F238E27FC236}">
                    <a16:creationId xmlns:a16="http://schemas.microsoft.com/office/drawing/2014/main" id="{E927F184-0CFB-C4C8-EC20-D444C42879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281" y="3191"/>
                <a:ext cx="143" cy="1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3" y="5"/>
                  </a:cxn>
                  <a:cxn ang="0">
                    <a:pos x="1" y="15"/>
                  </a:cxn>
                  <a:cxn ang="0">
                    <a:pos x="0" y="0"/>
                  </a:cxn>
                </a:cxnLst>
                <a:rect l="0" t="0" r="r" b="b"/>
                <a:pathLst>
                  <a:path w="13" h="15">
                    <a:moveTo>
                      <a:pt x="0" y="0"/>
                    </a:moveTo>
                    <a:lnTo>
                      <a:pt x="13" y="5"/>
                    </a:lnTo>
                    <a:lnTo>
                      <a:pt x="1" y="1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73" name="Freeform 1825">
                <a:extLst>
                  <a:ext uri="{FF2B5EF4-FFF2-40B4-BE49-F238E27FC236}">
                    <a16:creationId xmlns:a16="http://schemas.microsoft.com/office/drawing/2014/main" id="{05AF77FD-A5AD-F419-9B20-D0322844A6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441" y="3105"/>
                <a:ext cx="110" cy="1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4"/>
                  </a:cxn>
                  <a:cxn ang="0">
                    <a:pos x="0" y="11"/>
                  </a:cxn>
                  <a:cxn ang="0">
                    <a:pos x="0" y="0"/>
                  </a:cxn>
                </a:cxnLst>
                <a:rect l="0" t="0" r="r" b="b"/>
                <a:pathLst>
                  <a:path w="10" h="11">
                    <a:moveTo>
                      <a:pt x="0" y="0"/>
                    </a:moveTo>
                    <a:lnTo>
                      <a:pt x="10" y="4"/>
                    </a:lnTo>
                    <a:lnTo>
                      <a:pt x="0" y="1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74" name="Freeform 1826">
                <a:extLst>
                  <a:ext uri="{FF2B5EF4-FFF2-40B4-BE49-F238E27FC236}">
                    <a16:creationId xmlns:a16="http://schemas.microsoft.com/office/drawing/2014/main" id="{1374ABE3-825E-EDCE-7A43-72CD7F1B9C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571" y="3026"/>
                <a:ext cx="88" cy="9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8" y="3"/>
                  </a:cxn>
                  <a:cxn ang="0">
                    <a:pos x="0" y="9"/>
                  </a:cxn>
                  <a:cxn ang="0">
                    <a:pos x="0" y="0"/>
                  </a:cxn>
                </a:cxnLst>
                <a:rect l="0" t="0" r="r" b="b"/>
                <a:pathLst>
                  <a:path w="8" h="9">
                    <a:moveTo>
                      <a:pt x="0" y="0"/>
                    </a:moveTo>
                    <a:lnTo>
                      <a:pt x="8" y="3"/>
                    </a:lnTo>
                    <a:lnTo>
                      <a:pt x="0" y="9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75" name="Freeform 1827">
                <a:extLst>
                  <a:ext uri="{FF2B5EF4-FFF2-40B4-BE49-F238E27FC236}">
                    <a16:creationId xmlns:a16="http://schemas.microsoft.com/office/drawing/2014/main" id="{097F7CC0-D8FC-75EB-5924-7F5CCF1ED4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679" y="2960"/>
                <a:ext cx="66" cy="7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3"/>
                  </a:cxn>
                  <a:cxn ang="0">
                    <a:pos x="0" y="7"/>
                  </a:cxn>
                  <a:cxn ang="0">
                    <a:pos x="0" y="0"/>
                  </a:cxn>
                </a:cxnLst>
                <a:rect l="0" t="0" r="r" b="b"/>
                <a:pathLst>
                  <a:path w="6" h="7">
                    <a:moveTo>
                      <a:pt x="0" y="0"/>
                    </a:moveTo>
                    <a:lnTo>
                      <a:pt x="6" y="3"/>
                    </a:ln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76" name="Freeform 1828">
                <a:extLst>
                  <a:ext uri="{FF2B5EF4-FFF2-40B4-BE49-F238E27FC236}">
                    <a16:creationId xmlns:a16="http://schemas.microsoft.com/office/drawing/2014/main" id="{6AB45F0F-BEAD-7962-00E5-0E766CE674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772" y="2907"/>
                <a:ext cx="56" cy="6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" y="2"/>
                  </a:cxn>
                  <a:cxn ang="0">
                    <a:pos x="0" y="6"/>
                  </a:cxn>
                  <a:cxn ang="0">
                    <a:pos x="0" y="0"/>
                  </a:cxn>
                </a:cxnLst>
                <a:rect l="0" t="0" r="r" b="b"/>
                <a:pathLst>
                  <a:path w="5" h="6">
                    <a:moveTo>
                      <a:pt x="0" y="0"/>
                    </a:moveTo>
                    <a:lnTo>
                      <a:pt x="5" y="2"/>
                    </a:lnTo>
                    <a:lnTo>
                      <a:pt x="0" y="6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77" name="Freeform 1829">
                <a:extLst>
                  <a:ext uri="{FF2B5EF4-FFF2-40B4-BE49-F238E27FC236}">
                    <a16:creationId xmlns:a16="http://schemas.microsoft.com/office/drawing/2014/main" id="{1DFF6769-7283-73DF-32A2-4D7D24300E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681" y="2913"/>
                <a:ext cx="77" cy="67"/>
              </a:xfrm>
              <a:custGeom>
                <a:avLst/>
                <a:gdLst/>
                <a:ahLst/>
                <a:cxnLst>
                  <a:cxn ang="0">
                    <a:pos x="7" y="6"/>
                  </a:cxn>
                  <a:cxn ang="0">
                    <a:pos x="0" y="3"/>
                  </a:cxn>
                  <a:cxn ang="0">
                    <a:pos x="7" y="0"/>
                  </a:cxn>
                  <a:cxn ang="0">
                    <a:pos x="7" y="6"/>
                  </a:cxn>
                </a:cxnLst>
                <a:rect l="0" t="0" r="r" b="b"/>
                <a:pathLst>
                  <a:path w="7" h="6">
                    <a:moveTo>
                      <a:pt x="7" y="6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6"/>
                    </a:lnTo>
                    <a:close/>
                  </a:path>
                </a:pathLst>
              </a:custGeom>
              <a:noFill/>
              <a:ln w="1905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78" name="Freeform 1830">
                <a:extLst>
                  <a:ext uri="{FF2B5EF4-FFF2-40B4-BE49-F238E27FC236}">
                    <a16:creationId xmlns:a16="http://schemas.microsoft.com/office/drawing/2014/main" id="{E791C495-9DD2-E996-E2AB-DCD11DB74E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576" y="2969"/>
                <a:ext cx="88" cy="77"/>
              </a:xfrm>
              <a:custGeom>
                <a:avLst/>
                <a:gdLst/>
                <a:ahLst/>
                <a:cxnLst>
                  <a:cxn ang="0">
                    <a:pos x="8" y="7"/>
                  </a:cxn>
                  <a:cxn ang="0">
                    <a:pos x="0" y="4"/>
                  </a:cxn>
                  <a:cxn ang="0">
                    <a:pos x="8" y="0"/>
                  </a:cxn>
                  <a:cxn ang="0">
                    <a:pos x="8" y="7"/>
                  </a:cxn>
                </a:cxnLst>
                <a:rect l="0" t="0" r="r" b="b"/>
                <a:pathLst>
                  <a:path w="8" h="7">
                    <a:moveTo>
                      <a:pt x="8" y="7"/>
                    </a:moveTo>
                    <a:lnTo>
                      <a:pt x="0" y="4"/>
                    </a:lnTo>
                    <a:lnTo>
                      <a:pt x="8" y="0"/>
                    </a:lnTo>
                    <a:lnTo>
                      <a:pt x="8" y="7"/>
                    </a:lnTo>
                    <a:close/>
                  </a:path>
                </a:pathLst>
              </a:custGeom>
              <a:noFill/>
              <a:ln w="1905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79" name="Freeform 1831">
                <a:extLst>
                  <a:ext uri="{FF2B5EF4-FFF2-40B4-BE49-F238E27FC236}">
                    <a16:creationId xmlns:a16="http://schemas.microsoft.com/office/drawing/2014/main" id="{F0743B81-7883-9CE0-E8E8-0773B900ED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445" y="3035"/>
                <a:ext cx="109" cy="99"/>
              </a:xfrm>
              <a:custGeom>
                <a:avLst/>
                <a:gdLst/>
                <a:ahLst/>
                <a:cxnLst>
                  <a:cxn ang="0">
                    <a:pos x="10" y="9"/>
                  </a:cxn>
                  <a:cxn ang="0">
                    <a:pos x="0" y="5"/>
                  </a:cxn>
                  <a:cxn ang="0">
                    <a:pos x="10" y="0"/>
                  </a:cxn>
                  <a:cxn ang="0">
                    <a:pos x="10" y="9"/>
                  </a:cxn>
                </a:cxnLst>
                <a:rect l="0" t="0" r="r" b="b"/>
                <a:pathLst>
                  <a:path w="10" h="9">
                    <a:moveTo>
                      <a:pt x="10" y="9"/>
                    </a:moveTo>
                    <a:lnTo>
                      <a:pt x="0" y="5"/>
                    </a:lnTo>
                    <a:lnTo>
                      <a:pt x="10" y="0"/>
                    </a:lnTo>
                    <a:lnTo>
                      <a:pt x="10" y="9"/>
                    </a:lnTo>
                    <a:close/>
                  </a:path>
                </a:pathLst>
              </a:custGeom>
              <a:noFill/>
              <a:ln w="1905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80" name="Freeform 1832">
                <a:extLst>
                  <a:ext uri="{FF2B5EF4-FFF2-40B4-BE49-F238E27FC236}">
                    <a16:creationId xmlns:a16="http://schemas.microsoft.com/office/drawing/2014/main" id="{1E24AC47-042F-6D02-828D-9937CB9EE0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292" y="3103"/>
                <a:ext cx="132" cy="121"/>
              </a:xfrm>
              <a:custGeom>
                <a:avLst/>
                <a:gdLst/>
                <a:ahLst/>
                <a:cxnLst>
                  <a:cxn ang="0">
                    <a:pos x="12" y="11"/>
                  </a:cxn>
                  <a:cxn ang="0">
                    <a:pos x="0" y="7"/>
                  </a:cxn>
                  <a:cxn ang="0">
                    <a:pos x="12" y="0"/>
                  </a:cxn>
                  <a:cxn ang="0">
                    <a:pos x="12" y="11"/>
                  </a:cxn>
                </a:cxnLst>
                <a:rect l="0" t="0" r="r" b="b"/>
                <a:pathLst>
                  <a:path w="12" h="11">
                    <a:moveTo>
                      <a:pt x="12" y="11"/>
                    </a:moveTo>
                    <a:lnTo>
                      <a:pt x="0" y="7"/>
                    </a:lnTo>
                    <a:lnTo>
                      <a:pt x="12" y="0"/>
                    </a:lnTo>
                    <a:lnTo>
                      <a:pt x="12" y="11"/>
                    </a:lnTo>
                    <a:close/>
                  </a:path>
                </a:pathLst>
              </a:custGeom>
              <a:noFill/>
              <a:ln w="1905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81" name="Freeform 1833">
                <a:extLst>
                  <a:ext uri="{FF2B5EF4-FFF2-40B4-BE49-F238E27FC236}">
                    <a16:creationId xmlns:a16="http://schemas.microsoft.com/office/drawing/2014/main" id="{30C55E36-E8B4-7A15-0798-CC5BA47D06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772" y="2854"/>
                <a:ext cx="77" cy="65"/>
              </a:xfrm>
              <a:custGeom>
                <a:avLst/>
                <a:gdLst/>
                <a:ahLst/>
                <a:cxnLst>
                  <a:cxn ang="0">
                    <a:pos x="7" y="6"/>
                  </a:cxn>
                  <a:cxn ang="0">
                    <a:pos x="0" y="4"/>
                  </a:cxn>
                  <a:cxn ang="0">
                    <a:pos x="6" y="0"/>
                  </a:cxn>
                  <a:cxn ang="0">
                    <a:pos x="6" y="3"/>
                  </a:cxn>
                  <a:cxn ang="0">
                    <a:pos x="7" y="4"/>
                  </a:cxn>
                  <a:cxn ang="0">
                    <a:pos x="7" y="6"/>
                  </a:cxn>
                </a:cxnLst>
                <a:rect l="0" t="0" r="r" b="b"/>
                <a:pathLst>
                  <a:path w="7" h="6">
                    <a:moveTo>
                      <a:pt x="7" y="6"/>
                    </a:moveTo>
                    <a:lnTo>
                      <a:pt x="0" y="4"/>
                    </a:lnTo>
                    <a:lnTo>
                      <a:pt x="6" y="0"/>
                    </a:lnTo>
                    <a:cubicBezTo>
                      <a:pt x="6" y="1"/>
                      <a:pt x="6" y="2"/>
                      <a:pt x="6" y="3"/>
                    </a:cubicBezTo>
                    <a:cubicBezTo>
                      <a:pt x="7" y="4"/>
                      <a:pt x="7" y="4"/>
                      <a:pt x="7" y="4"/>
                    </a:cubicBezTo>
                    <a:lnTo>
                      <a:pt x="7" y="6"/>
                    </a:lnTo>
                    <a:close/>
                  </a:path>
                </a:pathLst>
              </a:custGeom>
              <a:noFill/>
              <a:ln w="1905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82" name="Freeform 1834">
                <a:extLst>
                  <a:ext uri="{FF2B5EF4-FFF2-40B4-BE49-F238E27FC236}">
                    <a16:creationId xmlns:a16="http://schemas.microsoft.com/office/drawing/2014/main" id="{6875291A-FD12-DB85-7E4A-A5B13D817B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71" y="2828"/>
                <a:ext cx="726" cy="638"/>
              </a:xfrm>
              <a:custGeom>
                <a:avLst/>
                <a:gdLst/>
                <a:ahLst/>
                <a:cxnLst>
                  <a:cxn ang="0">
                    <a:pos x="0" y="58"/>
                  </a:cxn>
                  <a:cxn ang="0">
                    <a:pos x="66" y="6"/>
                  </a:cxn>
                  <a:cxn ang="0">
                    <a:pos x="66" y="6"/>
                  </a:cxn>
                  <a:cxn ang="0">
                    <a:pos x="61" y="5"/>
                  </a:cxn>
                  <a:cxn ang="0">
                    <a:pos x="62" y="0"/>
                  </a:cxn>
                  <a:cxn ang="0">
                    <a:pos x="62" y="0"/>
                  </a:cxn>
                  <a:cxn ang="0">
                    <a:pos x="3" y="35"/>
                  </a:cxn>
                  <a:cxn ang="0">
                    <a:pos x="5" y="37"/>
                  </a:cxn>
                  <a:cxn ang="0">
                    <a:pos x="4" y="43"/>
                  </a:cxn>
                  <a:cxn ang="0">
                    <a:pos x="0" y="44"/>
                  </a:cxn>
                  <a:cxn ang="0">
                    <a:pos x="0" y="58"/>
                  </a:cxn>
                </a:cxnLst>
                <a:rect l="0" t="0" r="r" b="b"/>
                <a:pathLst>
                  <a:path w="66" h="58">
                    <a:moveTo>
                      <a:pt x="0" y="58"/>
                    </a:moveTo>
                    <a:lnTo>
                      <a:pt x="66" y="6"/>
                    </a:lnTo>
                    <a:lnTo>
                      <a:pt x="66" y="6"/>
                    </a:lnTo>
                    <a:cubicBezTo>
                      <a:pt x="65" y="7"/>
                      <a:pt x="63" y="7"/>
                      <a:pt x="61" y="5"/>
                    </a:cubicBezTo>
                    <a:cubicBezTo>
                      <a:pt x="60" y="4"/>
                      <a:pt x="61" y="2"/>
                      <a:pt x="62" y="0"/>
                    </a:cubicBezTo>
                    <a:lnTo>
                      <a:pt x="62" y="0"/>
                    </a:lnTo>
                    <a:lnTo>
                      <a:pt x="3" y="35"/>
                    </a:lnTo>
                    <a:cubicBezTo>
                      <a:pt x="4" y="36"/>
                      <a:pt x="5" y="36"/>
                      <a:pt x="5" y="37"/>
                    </a:cubicBezTo>
                    <a:cubicBezTo>
                      <a:pt x="7" y="39"/>
                      <a:pt x="6" y="42"/>
                      <a:pt x="4" y="43"/>
                    </a:cubicBezTo>
                    <a:cubicBezTo>
                      <a:pt x="3" y="44"/>
                      <a:pt x="2" y="45"/>
                      <a:pt x="0" y="44"/>
                    </a:cubicBezTo>
                    <a:lnTo>
                      <a:pt x="0" y="58"/>
                    </a:lnTo>
                    <a:close/>
                  </a:path>
                </a:pathLst>
              </a:custGeom>
              <a:noFill/>
              <a:ln w="1905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83" name="Freeform 1835">
                <a:extLst>
                  <a:ext uri="{FF2B5EF4-FFF2-40B4-BE49-F238E27FC236}">
                    <a16:creationId xmlns:a16="http://schemas.microsoft.com/office/drawing/2014/main" id="{F534CF88-9039-6943-BDBB-93202D3AD7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38" y="3202"/>
                <a:ext cx="132" cy="154"/>
              </a:xfrm>
              <a:custGeom>
                <a:avLst/>
                <a:gdLst/>
                <a:ahLst/>
                <a:cxnLst>
                  <a:cxn ang="0">
                    <a:pos x="12" y="14"/>
                  </a:cxn>
                  <a:cxn ang="0">
                    <a:pos x="0" y="9"/>
                  </a:cxn>
                  <a:cxn ang="0">
                    <a:pos x="2" y="9"/>
                  </a:cxn>
                  <a:cxn ang="0">
                    <a:pos x="7" y="9"/>
                  </a:cxn>
                  <a:cxn ang="0">
                    <a:pos x="8" y="3"/>
                  </a:cxn>
                  <a:cxn ang="0">
                    <a:pos x="8" y="2"/>
                  </a:cxn>
                  <a:cxn ang="0">
                    <a:pos x="11" y="0"/>
                  </a:cxn>
                  <a:cxn ang="0">
                    <a:pos x="12" y="14"/>
                  </a:cxn>
                </a:cxnLst>
                <a:rect l="0" t="0" r="r" b="b"/>
                <a:pathLst>
                  <a:path w="12" h="14">
                    <a:moveTo>
                      <a:pt x="12" y="14"/>
                    </a:moveTo>
                    <a:lnTo>
                      <a:pt x="0" y="9"/>
                    </a:lnTo>
                    <a:lnTo>
                      <a:pt x="2" y="9"/>
                    </a:lnTo>
                    <a:cubicBezTo>
                      <a:pt x="3" y="11"/>
                      <a:pt x="6" y="11"/>
                      <a:pt x="7" y="9"/>
                    </a:cubicBezTo>
                    <a:cubicBezTo>
                      <a:pt x="9" y="8"/>
                      <a:pt x="10" y="5"/>
                      <a:pt x="8" y="3"/>
                    </a:cubicBezTo>
                    <a:cubicBezTo>
                      <a:pt x="8" y="3"/>
                      <a:pt x="8" y="3"/>
                      <a:pt x="8" y="2"/>
                    </a:cubicBezTo>
                    <a:lnTo>
                      <a:pt x="11" y="0"/>
                    </a:lnTo>
                    <a:lnTo>
                      <a:pt x="12" y="14"/>
                    </a:lnTo>
                    <a:close/>
                  </a:path>
                </a:pathLst>
              </a:custGeom>
              <a:noFill/>
              <a:ln w="1905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84" name="Freeform 1836">
                <a:extLst>
                  <a:ext uri="{FF2B5EF4-FFF2-40B4-BE49-F238E27FC236}">
                    <a16:creationId xmlns:a16="http://schemas.microsoft.com/office/drawing/2014/main" id="{5EEF1813-47B1-1479-FFEC-AEE52B87F9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064" y="3224"/>
                <a:ext cx="165" cy="7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1" y="0"/>
                  </a:cxn>
                  <a:cxn ang="0">
                    <a:pos x="15" y="4"/>
                  </a:cxn>
                  <a:cxn ang="0">
                    <a:pos x="15" y="4"/>
                  </a:cxn>
                  <a:cxn ang="0">
                    <a:pos x="11" y="7"/>
                  </a:cxn>
                  <a:cxn ang="0">
                    <a:pos x="0" y="7"/>
                  </a:cxn>
                  <a:cxn ang="0">
                    <a:pos x="0" y="0"/>
                  </a:cxn>
                </a:cxnLst>
                <a:rect l="0" t="0" r="r" b="b"/>
                <a:pathLst>
                  <a:path w="15" h="7">
                    <a:moveTo>
                      <a:pt x="0" y="0"/>
                    </a:moveTo>
                    <a:lnTo>
                      <a:pt x="11" y="0"/>
                    </a:lnTo>
                    <a:cubicBezTo>
                      <a:pt x="13" y="0"/>
                      <a:pt x="15" y="2"/>
                      <a:pt x="15" y="4"/>
                    </a:cubicBezTo>
                    <a:lnTo>
                      <a:pt x="15" y="4"/>
                    </a:lnTo>
                    <a:cubicBezTo>
                      <a:pt x="15" y="6"/>
                      <a:pt x="13" y="7"/>
                      <a:pt x="11" y="7"/>
                    </a:cubicBez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85" name="Freeform 1837">
                <a:extLst>
                  <a:ext uri="{FF2B5EF4-FFF2-40B4-BE49-F238E27FC236}">
                    <a16:creationId xmlns:a16="http://schemas.microsoft.com/office/drawing/2014/main" id="{1ADAD841-A1D9-E994-5842-315643C05D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061" y="3378"/>
                <a:ext cx="110" cy="121"/>
              </a:xfrm>
              <a:custGeom>
                <a:avLst/>
                <a:gdLst/>
                <a:ahLst/>
                <a:cxnLst>
                  <a:cxn ang="0">
                    <a:pos x="10" y="6"/>
                  </a:cxn>
                  <a:cxn ang="0">
                    <a:pos x="5" y="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5" y="8"/>
                  </a:cxn>
                  <a:cxn ang="0">
                    <a:pos x="10" y="6"/>
                  </a:cxn>
                </a:cxnLst>
                <a:rect l="0" t="0" r="r" b="b"/>
                <a:pathLst>
                  <a:path w="10" h="11">
                    <a:moveTo>
                      <a:pt x="10" y="6"/>
                    </a:moveTo>
                    <a:lnTo>
                      <a:pt x="5" y="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5" y="8"/>
                    </a:lnTo>
                    <a:lnTo>
                      <a:pt x="10" y="6"/>
                    </a:lnTo>
                    <a:close/>
                  </a:path>
                </a:pathLst>
              </a:custGeom>
              <a:noFill/>
              <a:ln w="1905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86" name="Freeform 1838">
                <a:extLst>
                  <a:ext uri="{FF2B5EF4-FFF2-40B4-BE49-F238E27FC236}">
                    <a16:creationId xmlns:a16="http://schemas.microsoft.com/office/drawing/2014/main" id="{E0401DF9-3067-D35A-31A9-79598705FEAA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3847" y="3298"/>
                <a:ext cx="165" cy="197"/>
              </a:xfrm>
              <a:custGeom>
                <a:avLst/>
                <a:gdLst/>
                <a:ahLst/>
                <a:cxnLst>
                  <a:cxn ang="0">
                    <a:pos x="1" y="16"/>
                  </a:cxn>
                  <a:cxn ang="0">
                    <a:pos x="14" y="16"/>
                  </a:cxn>
                  <a:cxn ang="0">
                    <a:pos x="14" y="18"/>
                  </a:cxn>
                  <a:cxn ang="0">
                    <a:pos x="1" y="18"/>
                  </a:cxn>
                  <a:cxn ang="0">
                    <a:pos x="1" y="16"/>
                  </a:cxn>
                  <a:cxn ang="0">
                    <a:pos x="15" y="17"/>
                  </a:cxn>
                  <a:cxn ang="0">
                    <a:pos x="15" y="18"/>
                  </a:cxn>
                  <a:cxn ang="0">
                    <a:pos x="14" y="18"/>
                  </a:cxn>
                  <a:cxn ang="0">
                    <a:pos x="14" y="17"/>
                  </a:cxn>
                  <a:cxn ang="0">
                    <a:pos x="15" y="17"/>
                  </a:cxn>
                  <a:cxn ang="0">
                    <a:pos x="13" y="17"/>
                  </a:cxn>
                  <a:cxn ang="0">
                    <a:pos x="13" y="1"/>
                  </a:cxn>
                  <a:cxn ang="0">
                    <a:pos x="15" y="1"/>
                  </a:cxn>
                  <a:cxn ang="0">
                    <a:pos x="15" y="17"/>
                  </a:cxn>
                  <a:cxn ang="0">
                    <a:pos x="13" y="17"/>
                  </a:cxn>
                  <a:cxn ang="0">
                    <a:pos x="14" y="0"/>
                  </a:cxn>
                  <a:cxn ang="0">
                    <a:pos x="15" y="0"/>
                  </a:cxn>
                  <a:cxn ang="0">
                    <a:pos x="15" y="1"/>
                  </a:cxn>
                  <a:cxn ang="0">
                    <a:pos x="14" y="1"/>
                  </a:cxn>
                  <a:cxn ang="0">
                    <a:pos x="14" y="0"/>
                  </a:cxn>
                  <a:cxn ang="0">
                    <a:pos x="14" y="2"/>
                  </a:cxn>
                  <a:cxn ang="0">
                    <a:pos x="1" y="2"/>
                  </a:cxn>
                  <a:cxn ang="0">
                    <a:pos x="1" y="0"/>
                  </a:cxn>
                  <a:cxn ang="0">
                    <a:pos x="14" y="0"/>
                  </a:cxn>
                  <a:cxn ang="0">
                    <a:pos x="14" y="2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2" y="17"/>
                  </a:cxn>
                  <a:cxn ang="0">
                    <a:pos x="0" y="17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1" y="18"/>
                  </a:cxn>
                  <a:cxn ang="0">
                    <a:pos x="0" y="18"/>
                  </a:cxn>
                  <a:cxn ang="0">
                    <a:pos x="0" y="17"/>
                  </a:cxn>
                  <a:cxn ang="0">
                    <a:pos x="1" y="17"/>
                  </a:cxn>
                  <a:cxn ang="0">
                    <a:pos x="1" y="18"/>
                  </a:cxn>
                </a:cxnLst>
                <a:rect l="0" t="0" r="r" b="b"/>
                <a:pathLst>
                  <a:path w="15" h="18">
                    <a:moveTo>
                      <a:pt x="1" y="16"/>
                    </a:moveTo>
                    <a:lnTo>
                      <a:pt x="14" y="16"/>
                    </a:lnTo>
                    <a:lnTo>
                      <a:pt x="14" y="18"/>
                    </a:lnTo>
                    <a:lnTo>
                      <a:pt x="1" y="18"/>
                    </a:lnTo>
                    <a:lnTo>
                      <a:pt x="1" y="16"/>
                    </a:lnTo>
                    <a:close/>
                    <a:moveTo>
                      <a:pt x="15" y="17"/>
                    </a:moveTo>
                    <a:lnTo>
                      <a:pt x="15" y="18"/>
                    </a:lnTo>
                    <a:lnTo>
                      <a:pt x="14" y="18"/>
                    </a:lnTo>
                    <a:lnTo>
                      <a:pt x="14" y="17"/>
                    </a:lnTo>
                    <a:lnTo>
                      <a:pt x="15" y="17"/>
                    </a:lnTo>
                    <a:close/>
                    <a:moveTo>
                      <a:pt x="13" y="17"/>
                    </a:moveTo>
                    <a:lnTo>
                      <a:pt x="13" y="1"/>
                    </a:lnTo>
                    <a:lnTo>
                      <a:pt x="15" y="1"/>
                    </a:lnTo>
                    <a:lnTo>
                      <a:pt x="15" y="17"/>
                    </a:lnTo>
                    <a:lnTo>
                      <a:pt x="13" y="17"/>
                    </a:lnTo>
                    <a:close/>
                    <a:moveTo>
                      <a:pt x="14" y="0"/>
                    </a:moveTo>
                    <a:lnTo>
                      <a:pt x="15" y="0"/>
                    </a:lnTo>
                    <a:lnTo>
                      <a:pt x="15" y="1"/>
                    </a:lnTo>
                    <a:lnTo>
                      <a:pt x="14" y="1"/>
                    </a:lnTo>
                    <a:lnTo>
                      <a:pt x="14" y="0"/>
                    </a:lnTo>
                    <a:close/>
                    <a:moveTo>
                      <a:pt x="14" y="2"/>
                    </a:moveTo>
                    <a:lnTo>
                      <a:pt x="1" y="2"/>
                    </a:lnTo>
                    <a:lnTo>
                      <a:pt x="1" y="0"/>
                    </a:lnTo>
                    <a:lnTo>
                      <a:pt x="14" y="0"/>
                    </a:lnTo>
                    <a:lnTo>
                      <a:pt x="14" y="2"/>
                    </a:lnTo>
                    <a:close/>
                    <a:moveTo>
                      <a:pt x="0" y="1"/>
                    </a:moveTo>
                    <a:lnTo>
                      <a:pt x="0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0" y="1"/>
                    </a:lnTo>
                    <a:close/>
                    <a:moveTo>
                      <a:pt x="2" y="1"/>
                    </a:moveTo>
                    <a:lnTo>
                      <a:pt x="2" y="17"/>
                    </a:lnTo>
                    <a:lnTo>
                      <a:pt x="0" y="17"/>
                    </a:lnTo>
                    <a:lnTo>
                      <a:pt x="0" y="1"/>
                    </a:lnTo>
                    <a:lnTo>
                      <a:pt x="2" y="1"/>
                    </a:lnTo>
                    <a:close/>
                    <a:moveTo>
                      <a:pt x="1" y="18"/>
                    </a:moveTo>
                    <a:lnTo>
                      <a:pt x="0" y="18"/>
                    </a:lnTo>
                    <a:lnTo>
                      <a:pt x="0" y="17"/>
                    </a:lnTo>
                    <a:lnTo>
                      <a:pt x="1" y="17"/>
                    </a:lnTo>
                    <a:lnTo>
                      <a:pt x="1" y="18"/>
                    </a:lnTo>
                    <a:close/>
                  </a:path>
                </a:pathLst>
              </a:custGeom>
              <a:solidFill>
                <a:srgbClr val="008000"/>
              </a:solidFill>
              <a:ln w="19050" cmpd="sng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87" name="Freeform 1839">
                <a:extLst>
                  <a:ext uri="{FF2B5EF4-FFF2-40B4-BE49-F238E27FC236}">
                    <a16:creationId xmlns:a16="http://schemas.microsoft.com/office/drawing/2014/main" id="{A8C6D0DF-DA7D-10CA-25E5-5DF74C6AD0C6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3849" y="3205"/>
                <a:ext cx="159" cy="88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2" y="3"/>
                  </a:cxn>
                  <a:cxn ang="0">
                    <a:pos x="11" y="4"/>
                  </a:cxn>
                  <a:cxn ang="0">
                    <a:pos x="8" y="1"/>
                  </a:cxn>
                  <a:cxn ang="0">
                    <a:pos x="9" y="0"/>
                  </a:cxn>
                  <a:cxn ang="0">
                    <a:pos x="11" y="4"/>
                  </a:cxn>
                  <a:cxn ang="0">
                    <a:pos x="11" y="4"/>
                  </a:cxn>
                  <a:cxn ang="0">
                    <a:pos x="12" y="4"/>
                  </a:cxn>
                  <a:cxn ang="0">
                    <a:pos x="11" y="4"/>
                  </a:cxn>
                  <a:cxn ang="0">
                    <a:pos x="12" y="3"/>
                  </a:cxn>
                  <a:cxn ang="0">
                    <a:pos x="15" y="6"/>
                  </a:cxn>
                  <a:cxn ang="0">
                    <a:pos x="14" y="8"/>
                  </a:cxn>
                  <a:cxn ang="0">
                    <a:pos x="11" y="4"/>
                  </a:cxn>
                  <a:cxn ang="0">
                    <a:pos x="12" y="3"/>
                  </a:cxn>
                  <a:cxn ang="0">
                    <a:pos x="15" y="6"/>
                  </a:cxn>
                  <a:cxn ang="0">
                    <a:pos x="17" y="8"/>
                  </a:cxn>
                  <a:cxn ang="0">
                    <a:pos x="15" y="8"/>
                  </a:cxn>
                  <a:cxn ang="0">
                    <a:pos x="15" y="7"/>
                  </a:cxn>
                  <a:cxn ang="0">
                    <a:pos x="15" y="6"/>
                  </a:cxn>
                  <a:cxn ang="0">
                    <a:pos x="15" y="8"/>
                  </a:cxn>
                  <a:cxn ang="0">
                    <a:pos x="9" y="8"/>
                  </a:cxn>
                  <a:cxn ang="0">
                    <a:pos x="9" y="6"/>
                  </a:cxn>
                  <a:cxn ang="0">
                    <a:pos x="15" y="6"/>
                  </a:cxn>
                  <a:cxn ang="0">
                    <a:pos x="15" y="8"/>
                  </a:cxn>
                  <a:cxn ang="0">
                    <a:pos x="9" y="8"/>
                  </a:cxn>
                  <a:cxn ang="0">
                    <a:pos x="2" y="8"/>
                  </a:cxn>
                  <a:cxn ang="0">
                    <a:pos x="2" y="6"/>
                  </a:cxn>
                  <a:cxn ang="0">
                    <a:pos x="9" y="6"/>
                  </a:cxn>
                  <a:cxn ang="0">
                    <a:pos x="9" y="8"/>
                  </a:cxn>
                  <a:cxn ang="0">
                    <a:pos x="2" y="8"/>
                  </a:cxn>
                  <a:cxn ang="0">
                    <a:pos x="0" y="8"/>
                  </a:cxn>
                  <a:cxn ang="0">
                    <a:pos x="2" y="6"/>
                  </a:cxn>
                  <a:cxn ang="0">
                    <a:pos x="2" y="7"/>
                  </a:cxn>
                  <a:cxn ang="0">
                    <a:pos x="2" y="8"/>
                  </a:cxn>
                  <a:cxn ang="0">
                    <a:pos x="2" y="6"/>
                  </a:cxn>
                  <a:cxn ang="0">
                    <a:pos x="5" y="3"/>
                  </a:cxn>
                  <a:cxn ang="0">
                    <a:pos x="6" y="4"/>
                  </a:cxn>
                  <a:cxn ang="0">
                    <a:pos x="3" y="8"/>
                  </a:cxn>
                  <a:cxn ang="0">
                    <a:pos x="2" y="6"/>
                  </a:cxn>
                  <a:cxn ang="0">
                    <a:pos x="6" y="4"/>
                  </a:cxn>
                  <a:cxn ang="0">
                    <a:pos x="6" y="4"/>
                  </a:cxn>
                  <a:cxn ang="0">
                    <a:pos x="5" y="4"/>
                  </a:cxn>
                  <a:cxn ang="0">
                    <a:pos x="6" y="4"/>
                  </a:cxn>
                  <a:cxn ang="0">
                    <a:pos x="5" y="3"/>
                  </a:cxn>
                  <a:cxn ang="0">
                    <a:pos x="8" y="0"/>
                  </a:cxn>
                  <a:cxn ang="0">
                    <a:pos x="9" y="1"/>
                  </a:cxn>
                  <a:cxn ang="0">
                    <a:pos x="6" y="4"/>
                  </a:cxn>
                  <a:cxn ang="0">
                    <a:pos x="5" y="3"/>
                  </a:cxn>
                  <a:cxn ang="0">
                    <a:pos x="8" y="0"/>
                  </a:cxn>
                  <a:cxn ang="0">
                    <a:pos x="9" y="0"/>
                  </a:cxn>
                  <a:cxn ang="0">
                    <a:pos x="9" y="0"/>
                  </a:cxn>
                  <a:cxn ang="0">
                    <a:pos x="9" y="1"/>
                  </a:cxn>
                  <a:cxn ang="0">
                    <a:pos x="8" y="0"/>
                  </a:cxn>
                </a:cxnLst>
                <a:rect l="0" t="0" r="r" b="b"/>
                <a:pathLst>
                  <a:path w="17" h="8">
                    <a:moveTo>
                      <a:pt x="9" y="0"/>
                    </a:moveTo>
                    <a:lnTo>
                      <a:pt x="12" y="3"/>
                    </a:lnTo>
                    <a:lnTo>
                      <a:pt x="11" y="4"/>
                    </a:lnTo>
                    <a:lnTo>
                      <a:pt x="8" y="1"/>
                    </a:lnTo>
                    <a:lnTo>
                      <a:pt x="9" y="0"/>
                    </a:lnTo>
                    <a:close/>
                    <a:moveTo>
                      <a:pt x="11" y="4"/>
                    </a:moveTo>
                    <a:lnTo>
                      <a:pt x="11" y="4"/>
                    </a:lnTo>
                    <a:lnTo>
                      <a:pt x="12" y="4"/>
                    </a:lnTo>
                    <a:lnTo>
                      <a:pt x="11" y="4"/>
                    </a:lnTo>
                    <a:close/>
                    <a:moveTo>
                      <a:pt x="12" y="3"/>
                    </a:moveTo>
                    <a:lnTo>
                      <a:pt x="15" y="6"/>
                    </a:lnTo>
                    <a:lnTo>
                      <a:pt x="14" y="8"/>
                    </a:lnTo>
                    <a:lnTo>
                      <a:pt x="11" y="4"/>
                    </a:lnTo>
                    <a:lnTo>
                      <a:pt x="12" y="3"/>
                    </a:lnTo>
                    <a:close/>
                    <a:moveTo>
                      <a:pt x="15" y="6"/>
                    </a:moveTo>
                    <a:lnTo>
                      <a:pt x="17" y="8"/>
                    </a:lnTo>
                    <a:lnTo>
                      <a:pt x="15" y="8"/>
                    </a:lnTo>
                    <a:lnTo>
                      <a:pt x="15" y="7"/>
                    </a:lnTo>
                    <a:lnTo>
                      <a:pt x="15" y="6"/>
                    </a:lnTo>
                    <a:close/>
                    <a:moveTo>
                      <a:pt x="15" y="8"/>
                    </a:moveTo>
                    <a:lnTo>
                      <a:pt x="9" y="8"/>
                    </a:lnTo>
                    <a:lnTo>
                      <a:pt x="9" y="6"/>
                    </a:lnTo>
                    <a:lnTo>
                      <a:pt x="15" y="6"/>
                    </a:lnTo>
                    <a:lnTo>
                      <a:pt x="15" y="8"/>
                    </a:lnTo>
                    <a:close/>
                    <a:moveTo>
                      <a:pt x="9" y="8"/>
                    </a:moveTo>
                    <a:lnTo>
                      <a:pt x="2" y="8"/>
                    </a:lnTo>
                    <a:lnTo>
                      <a:pt x="2" y="6"/>
                    </a:lnTo>
                    <a:lnTo>
                      <a:pt x="9" y="6"/>
                    </a:lnTo>
                    <a:lnTo>
                      <a:pt x="9" y="8"/>
                    </a:lnTo>
                    <a:close/>
                    <a:moveTo>
                      <a:pt x="2" y="8"/>
                    </a:moveTo>
                    <a:lnTo>
                      <a:pt x="0" y="8"/>
                    </a:lnTo>
                    <a:lnTo>
                      <a:pt x="2" y="6"/>
                    </a:lnTo>
                    <a:lnTo>
                      <a:pt x="2" y="7"/>
                    </a:lnTo>
                    <a:lnTo>
                      <a:pt x="2" y="8"/>
                    </a:lnTo>
                    <a:close/>
                    <a:moveTo>
                      <a:pt x="2" y="6"/>
                    </a:moveTo>
                    <a:lnTo>
                      <a:pt x="5" y="3"/>
                    </a:lnTo>
                    <a:lnTo>
                      <a:pt x="6" y="4"/>
                    </a:lnTo>
                    <a:lnTo>
                      <a:pt x="3" y="8"/>
                    </a:lnTo>
                    <a:lnTo>
                      <a:pt x="2" y="6"/>
                    </a:lnTo>
                    <a:close/>
                    <a:moveTo>
                      <a:pt x="6" y="4"/>
                    </a:moveTo>
                    <a:lnTo>
                      <a:pt x="6" y="4"/>
                    </a:lnTo>
                    <a:lnTo>
                      <a:pt x="5" y="4"/>
                    </a:lnTo>
                    <a:lnTo>
                      <a:pt x="6" y="4"/>
                    </a:lnTo>
                    <a:close/>
                    <a:moveTo>
                      <a:pt x="5" y="3"/>
                    </a:moveTo>
                    <a:lnTo>
                      <a:pt x="8" y="0"/>
                    </a:lnTo>
                    <a:lnTo>
                      <a:pt x="9" y="1"/>
                    </a:lnTo>
                    <a:lnTo>
                      <a:pt x="6" y="4"/>
                    </a:lnTo>
                    <a:lnTo>
                      <a:pt x="5" y="3"/>
                    </a:lnTo>
                    <a:close/>
                    <a:moveTo>
                      <a:pt x="8" y="0"/>
                    </a:moveTo>
                    <a:lnTo>
                      <a:pt x="9" y="0"/>
                    </a:lnTo>
                    <a:lnTo>
                      <a:pt x="9" y="0"/>
                    </a:lnTo>
                    <a:lnTo>
                      <a:pt x="9" y="1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8000"/>
              </a:solidFill>
              <a:ln w="19050" cmpd="sng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88" name="Freeform 1840">
                <a:extLst>
                  <a:ext uri="{FF2B5EF4-FFF2-40B4-BE49-F238E27FC236}">
                    <a16:creationId xmlns:a16="http://schemas.microsoft.com/office/drawing/2014/main" id="{959BF967-35B4-CE6A-87F2-803998EC54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3082"/>
                <a:ext cx="11" cy="11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1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89" name="Freeform 1841">
                <a:extLst>
                  <a:ext uri="{FF2B5EF4-FFF2-40B4-BE49-F238E27FC236}">
                    <a16:creationId xmlns:a16="http://schemas.microsoft.com/office/drawing/2014/main" id="{CDF10E20-77ED-5174-339B-D47E70A976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3060"/>
                <a:ext cx="11" cy="22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0" y="2"/>
                  </a:cxn>
                  <a:cxn ang="0">
                    <a:pos x="0" y="1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1"/>
                      <a:pt x="1" y="1"/>
                    </a:cubicBezTo>
                    <a:cubicBezTo>
                      <a:pt x="1" y="1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90" name="Freeform 1842">
                <a:extLst>
                  <a:ext uri="{FF2B5EF4-FFF2-40B4-BE49-F238E27FC236}">
                    <a16:creationId xmlns:a16="http://schemas.microsoft.com/office/drawing/2014/main" id="{8E1F9F49-B68D-211D-EEB6-25E217F162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3049"/>
                <a:ext cx="11" cy="22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0" y="2"/>
                  </a:cxn>
                  <a:cxn ang="0">
                    <a:pos x="0" y="1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1" y="1"/>
                      <a:pt x="1" y="1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91" name="Freeform 1843">
                <a:extLst>
                  <a:ext uri="{FF2B5EF4-FFF2-40B4-BE49-F238E27FC236}">
                    <a16:creationId xmlns:a16="http://schemas.microsoft.com/office/drawing/2014/main" id="{93197E35-FB7A-6F90-3C4E-70CBAD5461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3038"/>
                <a:ext cx="11" cy="11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1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92" name="Freeform 1844">
                <a:extLst>
                  <a:ext uri="{FF2B5EF4-FFF2-40B4-BE49-F238E27FC236}">
                    <a16:creationId xmlns:a16="http://schemas.microsoft.com/office/drawing/2014/main" id="{86643864-8EB9-35F0-B17E-3DCA7F4DD8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3006"/>
                <a:ext cx="11" cy="21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1" y="1"/>
                      <a:pt x="0" y="1"/>
                    </a:cubicBezTo>
                    <a:cubicBezTo>
                      <a:pt x="0" y="2"/>
                      <a:pt x="0" y="1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93" name="Freeform 1845">
                <a:extLst>
                  <a:ext uri="{FF2B5EF4-FFF2-40B4-BE49-F238E27FC236}">
                    <a16:creationId xmlns:a16="http://schemas.microsoft.com/office/drawing/2014/main" id="{7DDEA422-3EC2-C4BE-0AFC-6928C84DD2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2994"/>
                <a:ext cx="11" cy="12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1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94" name="Freeform 1846">
                <a:extLst>
                  <a:ext uri="{FF2B5EF4-FFF2-40B4-BE49-F238E27FC236}">
                    <a16:creationId xmlns:a16="http://schemas.microsoft.com/office/drawing/2014/main" id="{322635CC-B348-6B46-9683-451354E6AF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2972"/>
                <a:ext cx="11" cy="22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0" y="2"/>
                  </a:cxn>
                  <a:cxn ang="0">
                    <a:pos x="0" y="1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1" y="1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95" name="Freeform 1847">
                <a:extLst>
                  <a:ext uri="{FF2B5EF4-FFF2-40B4-BE49-F238E27FC236}">
                    <a16:creationId xmlns:a16="http://schemas.microsoft.com/office/drawing/2014/main" id="{2624A498-9A68-2922-69DE-07DFF73145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2961"/>
                <a:ext cx="11" cy="11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1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96" name="Freeform 1848">
                <a:extLst>
                  <a:ext uri="{FF2B5EF4-FFF2-40B4-BE49-F238E27FC236}">
                    <a16:creationId xmlns:a16="http://schemas.microsoft.com/office/drawing/2014/main" id="{5D192A29-4F09-5EF6-F5EA-C4E8AFECFE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2939"/>
                <a:ext cx="11" cy="22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0" y="2"/>
                  </a:cxn>
                  <a:cxn ang="0">
                    <a:pos x="0" y="1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1"/>
                      <a:pt x="1" y="1"/>
                    </a:cubicBezTo>
                    <a:cubicBezTo>
                      <a:pt x="1" y="1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97" name="Freeform 1849">
                <a:extLst>
                  <a:ext uri="{FF2B5EF4-FFF2-40B4-BE49-F238E27FC236}">
                    <a16:creationId xmlns:a16="http://schemas.microsoft.com/office/drawing/2014/main" id="{D39D0A77-EC02-5F4B-076D-0DF58FB9FF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2928"/>
                <a:ext cx="11" cy="22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0" y="2"/>
                  </a:cxn>
                  <a:cxn ang="0">
                    <a:pos x="0" y="1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1" y="1"/>
                      <a:pt x="1" y="1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98" name="Freeform 1850">
                <a:extLst>
                  <a:ext uri="{FF2B5EF4-FFF2-40B4-BE49-F238E27FC236}">
                    <a16:creationId xmlns:a16="http://schemas.microsoft.com/office/drawing/2014/main" id="{E2FBD4E3-2A09-0903-D3E3-3E2108A535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2918"/>
                <a:ext cx="11" cy="10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1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99" name="Freeform 1851">
                <a:extLst>
                  <a:ext uri="{FF2B5EF4-FFF2-40B4-BE49-F238E27FC236}">
                    <a16:creationId xmlns:a16="http://schemas.microsoft.com/office/drawing/2014/main" id="{5773812F-1D99-AD5E-2FA2-BA910BDDCF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2895"/>
                <a:ext cx="11" cy="23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0" y="2"/>
                  </a:cxn>
                  <a:cxn ang="0">
                    <a:pos x="0" y="1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1"/>
                      <a:pt x="1" y="1"/>
                    </a:cubicBezTo>
                    <a:cubicBezTo>
                      <a:pt x="1" y="1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00" name="Freeform 1852">
                <a:extLst>
                  <a:ext uri="{FF2B5EF4-FFF2-40B4-BE49-F238E27FC236}">
                    <a16:creationId xmlns:a16="http://schemas.microsoft.com/office/drawing/2014/main" id="{F37FBCF6-97DC-CEB3-3B27-8EDBD290DD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2884"/>
                <a:ext cx="11" cy="22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1" y="1"/>
                      <a:pt x="1" y="1"/>
                      <a:pt x="0" y="1"/>
                    </a:cubicBezTo>
                    <a:cubicBezTo>
                      <a:pt x="0" y="2"/>
                      <a:pt x="0" y="1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01" name="Freeform 1853">
                <a:extLst>
                  <a:ext uri="{FF2B5EF4-FFF2-40B4-BE49-F238E27FC236}">
                    <a16:creationId xmlns:a16="http://schemas.microsoft.com/office/drawing/2014/main" id="{86DAC993-1C88-F7B8-D750-1BBC022B7B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2873"/>
                <a:ext cx="11" cy="11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1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02" name="Freeform 1854">
                <a:extLst>
                  <a:ext uri="{FF2B5EF4-FFF2-40B4-BE49-F238E27FC236}">
                    <a16:creationId xmlns:a16="http://schemas.microsoft.com/office/drawing/2014/main" id="{6C3A2962-142E-CC31-20C7-96C4B654F9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3203"/>
                <a:ext cx="11" cy="11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1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03" name="Freeform 1855">
                <a:extLst>
                  <a:ext uri="{FF2B5EF4-FFF2-40B4-BE49-F238E27FC236}">
                    <a16:creationId xmlns:a16="http://schemas.microsoft.com/office/drawing/2014/main" id="{27F3288E-BDEA-6333-EDB3-83817E72DA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3181"/>
                <a:ext cx="11" cy="22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0" y="2"/>
                  </a:cxn>
                  <a:cxn ang="0">
                    <a:pos x="0" y="1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1" y="1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04" name="Freeform 1856">
                <a:extLst>
                  <a:ext uri="{FF2B5EF4-FFF2-40B4-BE49-F238E27FC236}">
                    <a16:creationId xmlns:a16="http://schemas.microsoft.com/office/drawing/2014/main" id="{11C30FC6-E896-C5A4-A876-A7507C100E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3170"/>
                <a:ext cx="11" cy="22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1" y="1"/>
                      <a:pt x="1" y="1"/>
                      <a:pt x="0" y="1"/>
                    </a:cubicBezTo>
                    <a:cubicBezTo>
                      <a:pt x="0" y="2"/>
                      <a:pt x="0" y="1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05" name="Freeform 1857">
                <a:extLst>
                  <a:ext uri="{FF2B5EF4-FFF2-40B4-BE49-F238E27FC236}">
                    <a16:creationId xmlns:a16="http://schemas.microsoft.com/office/drawing/2014/main" id="{D952B9D4-4014-6665-D6FD-2526D7CCE8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3159"/>
                <a:ext cx="11" cy="11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1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06" name="Freeform 1858">
                <a:extLst>
                  <a:ext uri="{FF2B5EF4-FFF2-40B4-BE49-F238E27FC236}">
                    <a16:creationId xmlns:a16="http://schemas.microsoft.com/office/drawing/2014/main" id="{77C32121-20C0-BABD-2D04-F7579D72B3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3137"/>
                <a:ext cx="11" cy="22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0" y="2"/>
                  </a:cxn>
                  <a:cxn ang="0">
                    <a:pos x="0" y="1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1" y="1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07" name="Freeform 1859">
                <a:extLst>
                  <a:ext uri="{FF2B5EF4-FFF2-40B4-BE49-F238E27FC236}">
                    <a16:creationId xmlns:a16="http://schemas.microsoft.com/office/drawing/2014/main" id="{3A636F4B-CE64-3C40-F16F-AF4771CCFB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3126"/>
                <a:ext cx="11" cy="11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1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08" name="Freeform 1860">
                <a:extLst>
                  <a:ext uri="{FF2B5EF4-FFF2-40B4-BE49-F238E27FC236}">
                    <a16:creationId xmlns:a16="http://schemas.microsoft.com/office/drawing/2014/main" id="{EE0AF10C-9EC6-C20C-B0AB-021738C62A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3104"/>
                <a:ext cx="11" cy="22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0" y="2"/>
                  </a:cxn>
                  <a:cxn ang="0">
                    <a:pos x="0" y="2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1"/>
                      <a:pt x="1" y="1"/>
                    </a:cubicBezTo>
                    <a:cubicBezTo>
                      <a:pt x="1" y="1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09" name="Freeform 1861">
                <a:extLst>
                  <a:ext uri="{FF2B5EF4-FFF2-40B4-BE49-F238E27FC236}">
                    <a16:creationId xmlns:a16="http://schemas.microsoft.com/office/drawing/2014/main" id="{3A2D7FDD-8D5B-2ED8-D829-6BB6AE2DAE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3093"/>
                <a:ext cx="11" cy="22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0" y="2"/>
                  </a:cxn>
                  <a:cxn ang="0">
                    <a:pos x="0" y="1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1" y="1"/>
                      <a:pt x="1" y="1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pSp>
            <p:nvGrpSpPr>
              <p:cNvPr id="10481" name="Group 1862">
                <a:extLst>
                  <a:ext uri="{FF2B5EF4-FFF2-40B4-BE49-F238E27FC236}">
                    <a16:creationId xmlns:a16="http://schemas.microsoft.com/office/drawing/2014/main" id="{EADD5612-F5C8-FB96-3DAD-29D706D1322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007" y="2763"/>
                <a:ext cx="48" cy="1072"/>
                <a:chOff x="1450" y="1199"/>
                <a:chExt cx="58" cy="1281"/>
              </a:xfrm>
            </p:grpSpPr>
            <p:sp>
              <p:nvSpPr>
                <p:cNvPr id="439111" name="Line 1863">
                  <a:extLst>
                    <a:ext uri="{FF2B5EF4-FFF2-40B4-BE49-F238E27FC236}">
                      <a16:creationId xmlns:a16="http://schemas.microsoft.com/office/drawing/2014/main" id="{0FE396EF-96D4-279C-AACD-984C0629908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1507" y="1199"/>
                  <a:ext cx="1" cy="1273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39112" name="Line 1864">
                  <a:extLst>
                    <a:ext uri="{FF2B5EF4-FFF2-40B4-BE49-F238E27FC236}">
                      <a16:creationId xmlns:a16="http://schemas.microsoft.com/office/drawing/2014/main" id="{2838F8C1-13ED-953F-7962-1258C408740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4" y="1442"/>
                  <a:ext cx="53" cy="39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39113" name="Line 1865">
                  <a:extLst>
                    <a:ext uri="{FF2B5EF4-FFF2-40B4-BE49-F238E27FC236}">
                      <a16:creationId xmlns:a16="http://schemas.microsoft.com/office/drawing/2014/main" id="{21193624-9237-343B-5CC8-3BC44D5BCBC9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4" y="1468"/>
                  <a:ext cx="53" cy="39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grpSp>
              <p:nvGrpSpPr>
                <p:cNvPr id="10490" name="Group 1866">
                  <a:extLst>
                    <a:ext uri="{FF2B5EF4-FFF2-40B4-BE49-F238E27FC236}">
                      <a16:creationId xmlns:a16="http://schemas.microsoft.com/office/drawing/2014/main" id="{14FE0EC9-8E74-4708-B3D5-0245DAE9CA5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454" y="1360"/>
                  <a:ext cx="53" cy="92"/>
                  <a:chOff x="1454" y="1369"/>
                  <a:chExt cx="53" cy="92"/>
                </a:xfrm>
              </p:grpSpPr>
              <p:sp>
                <p:nvSpPr>
                  <p:cNvPr id="439115" name="Line 1867">
                    <a:extLst>
                      <a:ext uri="{FF2B5EF4-FFF2-40B4-BE49-F238E27FC236}">
                        <a16:creationId xmlns:a16="http://schemas.microsoft.com/office/drawing/2014/main" id="{25FA7BB7-C7F7-18ED-B0AA-BA9B6FAF6774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397"/>
                    <a:ext cx="53" cy="38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16" name="Line 1868">
                    <a:extLst>
                      <a:ext uri="{FF2B5EF4-FFF2-40B4-BE49-F238E27FC236}">
                        <a16:creationId xmlns:a16="http://schemas.microsoft.com/office/drawing/2014/main" id="{9CADBF86-09F6-3E58-93A3-76D7ED6BBC24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369"/>
                    <a:ext cx="53" cy="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17" name="Line 1869">
                    <a:extLst>
                      <a:ext uri="{FF2B5EF4-FFF2-40B4-BE49-F238E27FC236}">
                        <a16:creationId xmlns:a16="http://schemas.microsoft.com/office/drawing/2014/main" id="{B377CBE2-045A-8976-2F00-48C42A844A6D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422"/>
                    <a:ext cx="53" cy="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10491" name="Group 1870">
                  <a:extLst>
                    <a:ext uri="{FF2B5EF4-FFF2-40B4-BE49-F238E27FC236}">
                      <a16:creationId xmlns:a16="http://schemas.microsoft.com/office/drawing/2014/main" id="{85FBE586-E909-389D-8211-CBA04468BF0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454" y="1203"/>
                  <a:ext cx="53" cy="92"/>
                  <a:chOff x="1454" y="1251"/>
                  <a:chExt cx="53" cy="92"/>
                </a:xfrm>
              </p:grpSpPr>
              <p:sp>
                <p:nvSpPr>
                  <p:cNvPr id="439119" name="Line 1871">
                    <a:extLst>
                      <a:ext uri="{FF2B5EF4-FFF2-40B4-BE49-F238E27FC236}">
                        <a16:creationId xmlns:a16="http://schemas.microsoft.com/office/drawing/2014/main" id="{F49F2589-01C6-7D1D-F9B9-7A773D07CEC2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303"/>
                    <a:ext cx="53" cy="36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20" name="Line 1872">
                    <a:extLst>
                      <a:ext uri="{FF2B5EF4-FFF2-40B4-BE49-F238E27FC236}">
                        <a16:creationId xmlns:a16="http://schemas.microsoft.com/office/drawing/2014/main" id="{3AB334AA-8374-87A2-B719-65199D9EFA9C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277"/>
                    <a:ext cx="53" cy="38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21" name="Line 1873">
                    <a:extLst>
                      <a:ext uri="{FF2B5EF4-FFF2-40B4-BE49-F238E27FC236}">
                        <a16:creationId xmlns:a16="http://schemas.microsoft.com/office/drawing/2014/main" id="{868E97A0-6AEC-FF19-A448-9B129D8A3B5A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251"/>
                    <a:ext cx="53" cy="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439122" name="Line 1874">
                  <a:extLst>
                    <a:ext uri="{FF2B5EF4-FFF2-40B4-BE49-F238E27FC236}">
                      <a16:creationId xmlns:a16="http://schemas.microsoft.com/office/drawing/2014/main" id="{4EE4BA39-02ED-3844-0FE0-3C31D75CBC19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4" y="2393"/>
                  <a:ext cx="53" cy="39"/>
                </a:xfrm>
                <a:prstGeom prst="line">
                  <a:avLst/>
                </a:prstGeom>
                <a:noFill/>
                <a:ln w="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39123" name="Line 1875">
                  <a:extLst>
                    <a:ext uri="{FF2B5EF4-FFF2-40B4-BE49-F238E27FC236}">
                      <a16:creationId xmlns:a16="http://schemas.microsoft.com/office/drawing/2014/main" id="{62FA0508-36D5-BBB1-6B8B-7EEC83671BDA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4" y="2419"/>
                  <a:ext cx="53" cy="39"/>
                </a:xfrm>
                <a:prstGeom prst="line">
                  <a:avLst/>
                </a:prstGeom>
                <a:noFill/>
                <a:ln w="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grpSp>
              <p:nvGrpSpPr>
                <p:cNvPr id="10494" name="Group 1876">
                  <a:extLst>
                    <a:ext uri="{FF2B5EF4-FFF2-40B4-BE49-F238E27FC236}">
                      <a16:creationId xmlns:a16="http://schemas.microsoft.com/office/drawing/2014/main" id="{7AF52FCF-3047-C708-C3DA-347D9FE8EE9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452" y="1282"/>
                  <a:ext cx="53" cy="92"/>
                  <a:chOff x="1590" y="1387"/>
                  <a:chExt cx="53" cy="92"/>
                </a:xfrm>
              </p:grpSpPr>
              <p:sp>
                <p:nvSpPr>
                  <p:cNvPr id="439125" name="Line 1877">
                    <a:extLst>
                      <a:ext uri="{FF2B5EF4-FFF2-40B4-BE49-F238E27FC236}">
                        <a16:creationId xmlns:a16="http://schemas.microsoft.com/office/drawing/2014/main" id="{778E3939-7FA1-94BD-2E02-085B98D08AA9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590" y="1439"/>
                    <a:ext cx="53" cy="36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26" name="Line 1878">
                    <a:extLst>
                      <a:ext uri="{FF2B5EF4-FFF2-40B4-BE49-F238E27FC236}">
                        <a16:creationId xmlns:a16="http://schemas.microsoft.com/office/drawing/2014/main" id="{1544852C-FD8A-C5FB-66C4-8755FE6DC012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590" y="1413"/>
                    <a:ext cx="53" cy="38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27" name="Line 1879">
                    <a:extLst>
                      <a:ext uri="{FF2B5EF4-FFF2-40B4-BE49-F238E27FC236}">
                        <a16:creationId xmlns:a16="http://schemas.microsoft.com/office/drawing/2014/main" id="{75444618-46AF-C846-D4CE-C5AD74BD8E16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590" y="1383"/>
                    <a:ext cx="53" cy="37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439128" name="Line 1880">
                  <a:extLst>
                    <a:ext uri="{FF2B5EF4-FFF2-40B4-BE49-F238E27FC236}">
                      <a16:creationId xmlns:a16="http://schemas.microsoft.com/office/drawing/2014/main" id="{7CEE9AAA-5FD4-353F-FA7E-36CBCA62709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4" y="1547"/>
                  <a:ext cx="53" cy="39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39129" name="Line 1881">
                  <a:extLst>
                    <a:ext uri="{FF2B5EF4-FFF2-40B4-BE49-F238E27FC236}">
                      <a16:creationId xmlns:a16="http://schemas.microsoft.com/office/drawing/2014/main" id="{59885DCE-2986-BBAD-D2AF-42DB768CD6B9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4" y="1520"/>
                  <a:ext cx="53" cy="37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39130" name="Line 1882">
                  <a:extLst>
                    <a:ext uri="{FF2B5EF4-FFF2-40B4-BE49-F238E27FC236}">
                      <a16:creationId xmlns:a16="http://schemas.microsoft.com/office/drawing/2014/main" id="{9E09878C-A6F0-02AF-A3F4-48AC1B224B8E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4" y="1494"/>
                  <a:ext cx="53" cy="39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39131" name="Line 1883">
                  <a:extLst>
                    <a:ext uri="{FF2B5EF4-FFF2-40B4-BE49-F238E27FC236}">
                      <a16:creationId xmlns:a16="http://schemas.microsoft.com/office/drawing/2014/main" id="{B48E6177-0903-622A-F7C9-95243A60CF04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5" y="1808"/>
                  <a:ext cx="53" cy="37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39132" name="Line 1884">
                  <a:extLst>
                    <a:ext uri="{FF2B5EF4-FFF2-40B4-BE49-F238E27FC236}">
                      <a16:creationId xmlns:a16="http://schemas.microsoft.com/office/drawing/2014/main" id="{4D99BB6A-DB69-8A1F-31E0-A853AA751E3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5" y="1835"/>
                  <a:ext cx="53" cy="39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grpSp>
              <p:nvGrpSpPr>
                <p:cNvPr id="10500" name="Group 1885">
                  <a:extLst>
                    <a:ext uri="{FF2B5EF4-FFF2-40B4-BE49-F238E27FC236}">
                      <a16:creationId xmlns:a16="http://schemas.microsoft.com/office/drawing/2014/main" id="{606F52C5-3D0B-678E-23FA-851DBF12C10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455" y="1727"/>
                  <a:ext cx="53" cy="92"/>
                  <a:chOff x="1454" y="1369"/>
                  <a:chExt cx="53" cy="92"/>
                </a:xfrm>
              </p:grpSpPr>
              <p:sp>
                <p:nvSpPr>
                  <p:cNvPr id="439134" name="Line 1886">
                    <a:extLst>
                      <a:ext uri="{FF2B5EF4-FFF2-40B4-BE49-F238E27FC236}">
                        <a16:creationId xmlns:a16="http://schemas.microsoft.com/office/drawing/2014/main" id="{9566736A-AE23-1FE2-5D66-BE5548976371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397"/>
                    <a:ext cx="53" cy="38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35" name="Line 1887">
                    <a:extLst>
                      <a:ext uri="{FF2B5EF4-FFF2-40B4-BE49-F238E27FC236}">
                        <a16:creationId xmlns:a16="http://schemas.microsoft.com/office/drawing/2014/main" id="{D28593B0-5CBB-65FE-9603-89E00864A04C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369"/>
                    <a:ext cx="53" cy="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36" name="Line 1888">
                    <a:extLst>
                      <a:ext uri="{FF2B5EF4-FFF2-40B4-BE49-F238E27FC236}">
                        <a16:creationId xmlns:a16="http://schemas.microsoft.com/office/drawing/2014/main" id="{6CE76074-0053-83A7-F8F8-65AA18331279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422"/>
                    <a:ext cx="53" cy="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10501" name="Group 1889">
                  <a:extLst>
                    <a:ext uri="{FF2B5EF4-FFF2-40B4-BE49-F238E27FC236}">
                      <a16:creationId xmlns:a16="http://schemas.microsoft.com/office/drawing/2014/main" id="{2DF6008B-8D6B-A9F5-4638-2B95833771A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455" y="1570"/>
                  <a:ext cx="53" cy="92"/>
                  <a:chOff x="1454" y="1251"/>
                  <a:chExt cx="53" cy="92"/>
                </a:xfrm>
              </p:grpSpPr>
              <p:sp>
                <p:nvSpPr>
                  <p:cNvPr id="439138" name="Line 1890">
                    <a:extLst>
                      <a:ext uri="{FF2B5EF4-FFF2-40B4-BE49-F238E27FC236}">
                        <a16:creationId xmlns:a16="http://schemas.microsoft.com/office/drawing/2014/main" id="{867162D3-E2CC-D0C1-B238-9C6E0365CAD2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303"/>
                    <a:ext cx="53" cy="36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39" name="Line 1891">
                    <a:extLst>
                      <a:ext uri="{FF2B5EF4-FFF2-40B4-BE49-F238E27FC236}">
                        <a16:creationId xmlns:a16="http://schemas.microsoft.com/office/drawing/2014/main" id="{B82AC2D3-B024-E421-232D-6211343C7F6A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277"/>
                    <a:ext cx="53" cy="38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40" name="Line 1892">
                    <a:extLst>
                      <a:ext uri="{FF2B5EF4-FFF2-40B4-BE49-F238E27FC236}">
                        <a16:creationId xmlns:a16="http://schemas.microsoft.com/office/drawing/2014/main" id="{EFC5984D-1F92-2737-8A1E-5529E0896D2B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247"/>
                    <a:ext cx="53" cy="37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10502" name="Group 1893">
                  <a:extLst>
                    <a:ext uri="{FF2B5EF4-FFF2-40B4-BE49-F238E27FC236}">
                      <a16:creationId xmlns:a16="http://schemas.microsoft.com/office/drawing/2014/main" id="{E172CD49-CF37-D311-E4B4-F4E591D764C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453" y="1649"/>
                  <a:ext cx="53" cy="92"/>
                  <a:chOff x="1590" y="1387"/>
                  <a:chExt cx="53" cy="92"/>
                </a:xfrm>
              </p:grpSpPr>
              <p:sp>
                <p:nvSpPr>
                  <p:cNvPr id="439142" name="Line 1894">
                    <a:extLst>
                      <a:ext uri="{FF2B5EF4-FFF2-40B4-BE49-F238E27FC236}">
                        <a16:creationId xmlns:a16="http://schemas.microsoft.com/office/drawing/2014/main" id="{51B57650-E933-C71F-CD24-AB6877A4F8CD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587" y="1440"/>
                    <a:ext cx="53" cy="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43" name="Line 1895">
                    <a:extLst>
                      <a:ext uri="{FF2B5EF4-FFF2-40B4-BE49-F238E27FC236}">
                        <a16:creationId xmlns:a16="http://schemas.microsoft.com/office/drawing/2014/main" id="{63A4E78C-2918-75F0-56A4-90FBADB42E7D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587" y="1415"/>
                    <a:ext cx="53" cy="38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44" name="Line 1896">
                    <a:extLst>
                      <a:ext uri="{FF2B5EF4-FFF2-40B4-BE49-F238E27FC236}">
                        <a16:creationId xmlns:a16="http://schemas.microsoft.com/office/drawing/2014/main" id="{5E966B20-AC2C-046B-3281-6EB81450B86A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587" y="1391"/>
                    <a:ext cx="53" cy="36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439145" name="Line 1897">
                  <a:extLst>
                    <a:ext uri="{FF2B5EF4-FFF2-40B4-BE49-F238E27FC236}">
                      <a16:creationId xmlns:a16="http://schemas.microsoft.com/office/drawing/2014/main" id="{354AC135-D89C-CC21-A4C8-DDC8C23CE958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5" y="1914"/>
                  <a:ext cx="53" cy="39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39146" name="Line 1898">
                  <a:extLst>
                    <a:ext uri="{FF2B5EF4-FFF2-40B4-BE49-F238E27FC236}">
                      <a16:creationId xmlns:a16="http://schemas.microsoft.com/office/drawing/2014/main" id="{243508EA-6AB5-5CE3-68E7-C66FE0EDA047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5" y="1887"/>
                  <a:ext cx="53" cy="38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39147" name="Line 1899">
                  <a:extLst>
                    <a:ext uri="{FF2B5EF4-FFF2-40B4-BE49-F238E27FC236}">
                      <a16:creationId xmlns:a16="http://schemas.microsoft.com/office/drawing/2014/main" id="{BFAE385F-5FF6-718A-E57C-21D0A7520E3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5" y="1861"/>
                  <a:ext cx="53" cy="39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39148" name="Line 1900">
                  <a:extLst>
                    <a:ext uri="{FF2B5EF4-FFF2-40B4-BE49-F238E27FC236}">
                      <a16:creationId xmlns:a16="http://schemas.microsoft.com/office/drawing/2014/main" id="{4EAC1BD3-37FE-5B94-5CEE-24F2FF5C1E15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2" y="2181"/>
                  <a:ext cx="53" cy="38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39149" name="Line 1901">
                  <a:extLst>
                    <a:ext uri="{FF2B5EF4-FFF2-40B4-BE49-F238E27FC236}">
                      <a16:creationId xmlns:a16="http://schemas.microsoft.com/office/drawing/2014/main" id="{A5C6005F-48BB-DD0F-78EA-D3CD9098C10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2" y="2208"/>
                  <a:ext cx="53" cy="38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grpSp>
              <p:nvGrpSpPr>
                <p:cNvPr id="10508" name="Group 1902">
                  <a:extLst>
                    <a:ext uri="{FF2B5EF4-FFF2-40B4-BE49-F238E27FC236}">
                      <a16:creationId xmlns:a16="http://schemas.microsoft.com/office/drawing/2014/main" id="{7652153F-EFC1-3B3F-96FA-2649C9D1978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452" y="2099"/>
                  <a:ext cx="53" cy="92"/>
                  <a:chOff x="1454" y="1369"/>
                  <a:chExt cx="53" cy="92"/>
                </a:xfrm>
              </p:grpSpPr>
              <p:sp>
                <p:nvSpPr>
                  <p:cNvPr id="439151" name="Line 1903">
                    <a:extLst>
                      <a:ext uri="{FF2B5EF4-FFF2-40B4-BE49-F238E27FC236}">
                        <a16:creationId xmlns:a16="http://schemas.microsoft.com/office/drawing/2014/main" id="{6A3E9CED-AB72-C538-D42D-61261C8CB77F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396"/>
                    <a:ext cx="53" cy="37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52" name="Line 1904">
                    <a:extLst>
                      <a:ext uri="{FF2B5EF4-FFF2-40B4-BE49-F238E27FC236}">
                        <a16:creationId xmlns:a16="http://schemas.microsoft.com/office/drawing/2014/main" id="{37DBD74D-4B4A-5B90-476A-2B2FF90E6666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369"/>
                    <a:ext cx="53" cy="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53" name="Line 1905">
                    <a:extLst>
                      <a:ext uri="{FF2B5EF4-FFF2-40B4-BE49-F238E27FC236}">
                        <a16:creationId xmlns:a16="http://schemas.microsoft.com/office/drawing/2014/main" id="{0BAE63E4-109E-B00F-A940-757D9793D280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421"/>
                    <a:ext cx="53" cy="36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10509" name="Group 1906">
                  <a:extLst>
                    <a:ext uri="{FF2B5EF4-FFF2-40B4-BE49-F238E27FC236}">
                      <a16:creationId xmlns:a16="http://schemas.microsoft.com/office/drawing/2014/main" id="{1B1283B7-7F02-1507-A4A0-6E8F177DD00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452" y="1942"/>
                  <a:ext cx="53" cy="92"/>
                  <a:chOff x="1454" y="1251"/>
                  <a:chExt cx="53" cy="92"/>
                </a:xfrm>
              </p:grpSpPr>
              <p:sp>
                <p:nvSpPr>
                  <p:cNvPr id="439155" name="Line 1907">
                    <a:extLst>
                      <a:ext uri="{FF2B5EF4-FFF2-40B4-BE49-F238E27FC236}">
                        <a16:creationId xmlns:a16="http://schemas.microsoft.com/office/drawing/2014/main" id="{2714A3D7-41AD-86E0-B9EE-EE4EA4EFE0E8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304"/>
                    <a:ext cx="53" cy="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56" name="Line 1908">
                    <a:extLst>
                      <a:ext uri="{FF2B5EF4-FFF2-40B4-BE49-F238E27FC236}">
                        <a16:creationId xmlns:a16="http://schemas.microsoft.com/office/drawing/2014/main" id="{7D3F62EA-96EC-5926-07F1-0315DC77D7C9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279"/>
                    <a:ext cx="53" cy="38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57" name="Line 1909">
                    <a:extLst>
                      <a:ext uri="{FF2B5EF4-FFF2-40B4-BE49-F238E27FC236}">
                        <a16:creationId xmlns:a16="http://schemas.microsoft.com/office/drawing/2014/main" id="{5CBD55AB-6B2F-EF8B-8D75-D0D11E9DE7CD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251"/>
                    <a:ext cx="53" cy="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10510" name="Group 1910">
                  <a:extLst>
                    <a:ext uri="{FF2B5EF4-FFF2-40B4-BE49-F238E27FC236}">
                      <a16:creationId xmlns:a16="http://schemas.microsoft.com/office/drawing/2014/main" id="{7DA8D3EC-C94F-E534-8278-505F4AD6005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450" y="2021"/>
                  <a:ext cx="53" cy="92"/>
                  <a:chOff x="1590" y="1387"/>
                  <a:chExt cx="53" cy="92"/>
                </a:xfrm>
              </p:grpSpPr>
              <p:sp>
                <p:nvSpPr>
                  <p:cNvPr id="439159" name="Line 1911">
                    <a:extLst>
                      <a:ext uri="{FF2B5EF4-FFF2-40B4-BE49-F238E27FC236}">
                        <a16:creationId xmlns:a16="http://schemas.microsoft.com/office/drawing/2014/main" id="{A53082C8-FF6C-E319-1CF5-06C0C0563729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590" y="1440"/>
                    <a:ext cx="53" cy="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60" name="Line 1912">
                    <a:extLst>
                      <a:ext uri="{FF2B5EF4-FFF2-40B4-BE49-F238E27FC236}">
                        <a16:creationId xmlns:a16="http://schemas.microsoft.com/office/drawing/2014/main" id="{6F4407C2-427D-0B7C-2C8B-68FBD248B233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590" y="1413"/>
                    <a:ext cx="53" cy="38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61" name="Line 1913">
                    <a:extLst>
                      <a:ext uri="{FF2B5EF4-FFF2-40B4-BE49-F238E27FC236}">
                        <a16:creationId xmlns:a16="http://schemas.microsoft.com/office/drawing/2014/main" id="{6AD1FE58-7A0C-E16A-18EB-7F6AB4DE2AF7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590" y="1387"/>
                    <a:ext cx="53" cy="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439162" name="Line 1914">
                  <a:extLst>
                    <a:ext uri="{FF2B5EF4-FFF2-40B4-BE49-F238E27FC236}">
                      <a16:creationId xmlns:a16="http://schemas.microsoft.com/office/drawing/2014/main" id="{7EFC6E2F-2D08-BA3A-77AB-48BCB51583F4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2" y="2286"/>
                  <a:ext cx="53" cy="37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39163" name="Line 1915">
                  <a:extLst>
                    <a:ext uri="{FF2B5EF4-FFF2-40B4-BE49-F238E27FC236}">
                      <a16:creationId xmlns:a16="http://schemas.microsoft.com/office/drawing/2014/main" id="{BF5BCDCF-4B00-6830-139D-7F687A5022CE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2" y="2259"/>
                  <a:ext cx="53" cy="41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39164" name="Line 1916">
                  <a:extLst>
                    <a:ext uri="{FF2B5EF4-FFF2-40B4-BE49-F238E27FC236}">
                      <a16:creationId xmlns:a16="http://schemas.microsoft.com/office/drawing/2014/main" id="{B61C66DB-2524-4A21-8E72-1AE3A083E099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2" y="2233"/>
                  <a:ext cx="53" cy="4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grpSp>
              <p:nvGrpSpPr>
                <p:cNvPr id="10514" name="Group 1917">
                  <a:extLst>
                    <a:ext uri="{FF2B5EF4-FFF2-40B4-BE49-F238E27FC236}">
                      <a16:creationId xmlns:a16="http://schemas.microsoft.com/office/drawing/2014/main" id="{4D945034-B6D6-A3F2-9F07-0E3299823BC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453" y="2309"/>
                  <a:ext cx="53" cy="92"/>
                  <a:chOff x="1454" y="1251"/>
                  <a:chExt cx="53" cy="92"/>
                </a:xfrm>
              </p:grpSpPr>
              <p:sp>
                <p:nvSpPr>
                  <p:cNvPr id="439166" name="Line 1918">
                    <a:extLst>
                      <a:ext uri="{FF2B5EF4-FFF2-40B4-BE49-F238E27FC236}">
                        <a16:creationId xmlns:a16="http://schemas.microsoft.com/office/drawing/2014/main" id="{77EDCCFD-81F5-5A93-B3BC-8E57434C71C6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1" y="1304"/>
                    <a:ext cx="53" cy="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67" name="Line 1919">
                    <a:extLst>
                      <a:ext uri="{FF2B5EF4-FFF2-40B4-BE49-F238E27FC236}">
                        <a16:creationId xmlns:a16="http://schemas.microsoft.com/office/drawing/2014/main" id="{FE2C93D7-C588-1462-F507-8D6C44CB5878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1" y="1277"/>
                    <a:ext cx="53" cy="38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68" name="Line 1920">
                    <a:extLst>
                      <a:ext uri="{FF2B5EF4-FFF2-40B4-BE49-F238E27FC236}">
                        <a16:creationId xmlns:a16="http://schemas.microsoft.com/office/drawing/2014/main" id="{8D5B87B8-1E70-FEE5-2459-249C72003D56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1" y="1251"/>
                    <a:ext cx="53" cy="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10515" name="Group 1921">
                  <a:extLst>
                    <a:ext uri="{FF2B5EF4-FFF2-40B4-BE49-F238E27FC236}">
                      <a16:creationId xmlns:a16="http://schemas.microsoft.com/office/drawing/2014/main" id="{1BE1D871-FE1C-310F-55E0-A15166C8368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451" y="2388"/>
                  <a:ext cx="53" cy="92"/>
                  <a:chOff x="1590" y="1387"/>
                  <a:chExt cx="53" cy="92"/>
                </a:xfrm>
              </p:grpSpPr>
              <p:sp>
                <p:nvSpPr>
                  <p:cNvPr id="439170" name="Line 1922">
                    <a:extLst>
                      <a:ext uri="{FF2B5EF4-FFF2-40B4-BE49-F238E27FC236}">
                        <a16:creationId xmlns:a16="http://schemas.microsoft.com/office/drawing/2014/main" id="{7759BFE0-F66B-8050-A59E-2D100658CE2A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590" y="1440"/>
                    <a:ext cx="53" cy="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71" name="Line 1923">
                    <a:extLst>
                      <a:ext uri="{FF2B5EF4-FFF2-40B4-BE49-F238E27FC236}">
                        <a16:creationId xmlns:a16="http://schemas.microsoft.com/office/drawing/2014/main" id="{D3827F1C-EE02-8469-905F-EC05C7E14A61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590" y="1413"/>
                    <a:ext cx="53" cy="38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72" name="Line 1924">
                    <a:extLst>
                      <a:ext uri="{FF2B5EF4-FFF2-40B4-BE49-F238E27FC236}">
                        <a16:creationId xmlns:a16="http://schemas.microsoft.com/office/drawing/2014/main" id="{1F677A5E-DAF7-E473-7A4D-868955017ACC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590" y="1387"/>
                    <a:ext cx="53" cy="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</p:grpSp>
          <p:sp>
            <p:nvSpPr>
              <p:cNvPr id="439173" name="Oval 1925">
                <a:extLst>
                  <a:ext uri="{FF2B5EF4-FFF2-40B4-BE49-F238E27FC236}">
                    <a16:creationId xmlns:a16="http://schemas.microsoft.com/office/drawing/2014/main" id="{39FEBF65-86B6-4B1B-DA5A-1C842A54B7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73" y="3256"/>
                <a:ext cx="20" cy="19"/>
              </a:xfrm>
              <a:prstGeom prst="ellips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74" name="Oval 1926">
                <a:extLst>
                  <a:ext uri="{FF2B5EF4-FFF2-40B4-BE49-F238E27FC236}">
                    <a16:creationId xmlns:a16="http://schemas.microsoft.com/office/drawing/2014/main" id="{40C79BF1-00DE-5950-995B-F7D49AF6F4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879" y="2848"/>
                <a:ext cx="19" cy="19"/>
              </a:xfrm>
              <a:prstGeom prst="ellipse">
                <a:avLst/>
              </a:prstGeom>
              <a:noFill/>
              <a:ln w="12700" algn="ctr">
                <a:solidFill>
                  <a:srgbClr val="00008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75" name="Oval 1927">
                <a:extLst>
                  <a:ext uri="{FF2B5EF4-FFF2-40B4-BE49-F238E27FC236}">
                    <a16:creationId xmlns:a16="http://schemas.microsoft.com/office/drawing/2014/main" id="{C78DDABF-DF1E-8452-C6BD-BB07F18B67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839" y="2811"/>
                <a:ext cx="95" cy="95"/>
              </a:xfrm>
              <a:prstGeom prst="ellipse">
                <a:avLst/>
              </a:prstGeom>
              <a:noFill/>
              <a:ln w="19050" algn="ctr">
                <a:solidFill>
                  <a:srgbClr val="00008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76" name="Oval 1928">
                <a:extLst>
                  <a:ext uri="{FF2B5EF4-FFF2-40B4-BE49-F238E27FC236}">
                    <a16:creationId xmlns:a16="http://schemas.microsoft.com/office/drawing/2014/main" id="{B4984A10-2A7C-BAB5-CEA6-8182B36E4E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36" y="3216"/>
                <a:ext cx="94" cy="94"/>
              </a:xfrm>
              <a:prstGeom prst="ellipse">
                <a:avLst/>
              </a:prstGeom>
              <a:noFill/>
              <a:ln w="19050" algn="ctr">
                <a:solidFill>
                  <a:srgbClr val="00008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77" name="Oval 1929">
                <a:extLst>
                  <a:ext uri="{FF2B5EF4-FFF2-40B4-BE49-F238E27FC236}">
                    <a16:creationId xmlns:a16="http://schemas.microsoft.com/office/drawing/2014/main" id="{05F42A33-E639-936B-A7C8-AFEA3845FC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854" y="2826"/>
                <a:ext cx="66" cy="66"/>
              </a:xfrm>
              <a:prstGeom prst="ellipse">
                <a:avLst/>
              </a:prstGeom>
              <a:noFill/>
              <a:ln w="19050" algn="ctr">
                <a:solidFill>
                  <a:srgbClr val="00008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grpSp>
        <p:nvGrpSpPr>
          <p:cNvPr id="21" name="Group 1930">
            <a:extLst>
              <a:ext uri="{FF2B5EF4-FFF2-40B4-BE49-F238E27FC236}">
                <a16:creationId xmlns:a16="http://schemas.microsoft.com/office/drawing/2014/main" id="{F0F2D2F3-70A5-8584-7EBD-5E188EDEF026}"/>
              </a:ext>
            </a:extLst>
          </p:cNvPr>
          <p:cNvGrpSpPr>
            <a:grpSpLocks/>
          </p:cNvGrpSpPr>
          <p:nvPr/>
        </p:nvGrpSpPr>
        <p:grpSpPr bwMode="auto">
          <a:xfrm>
            <a:off x="6904038" y="4816475"/>
            <a:ext cx="422275" cy="368300"/>
            <a:chOff x="4349" y="3034"/>
            <a:chExt cx="266" cy="232"/>
          </a:xfrm>
        </p:grpSpPr>
        <p:graphicFrame>
          <p:nvGraphicFramePr>
            <p:cNvPr id="10430" name="Object 26">
              <a:extLst>
                <a:ext uri="{FF2B5EF4-FFF2-40B4-BE49-F238E27FC236}">
                  <a16:creationId xmlns:a16="http://schemas.microsoft.com/office/drawing/2014/main" id="{C3A82A86-085A-A724-E40E-8DA06B4203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49" y="3074"/>
            <a:ext cx="177" cy="1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449362" imgH="297263" progId="Equation.3">
                    <p:embed/>
                  </p:oleObj>
                </mc:Choice>
                <mc:Fallback>
                  <p:oleObj name="公式" r:id="rId22" imgW="449362" imgH="297263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9" y="3074"/>
                          <a:ext cx="177" cy="1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431" name="Group 1932">
              <a:extLst>
                <a:ext uri="{FF2B5EF4-FFF2-40B4-BE49-F238E27FC236}">
                  <a16:creationId xmlns:a16="http://schemas.microsoft.com/office/drawing/2014/main" id="{3EB42C39-5EAF-6DF1-9CA3-249C8A5C29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9" y="3034"/>
              <a:ext cx="66" cy="232"/>
              <a:chOff x="4549" y="3034"/>
              <a:chExt cx="66" cy="232"/>
            </a:xfrm>
          </p:grpSpPr>
          <p:sp>
            <p:nvSpPr>
              <p:cNvPr id="439181" name="Freeform 1933">
                <a:extLst>
                  <a:ext uri="{FF2B5EF4-FFF2-40B4-BE49-F238E27FC236}">
                    <a16:creationId xmlns:a16="http://schemas.microsoft.com/office/drawing/2014/main" id="{2AAC435D-5357-DD71-64BA-1777614B7255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4549" y="3217"/>
                <a:ext cx="66" cy="49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2" y="3"/>
                  </a:cxn>
                  <a:cxn ang="0">
                    <a:pos x="0" y="3"/>
                  </a:cxn>
                  <a:cxn ang="0">
                    <a:pos x="2" y="3"/>
                  </a:cxn>
                  <a:cxn ang="0">
                    <a:pos x="0" y="3"/>
                  </a:cxn>
                  <a:cxn ang="0">
                    <a:pos x="1" y="2"/>
                  </a:cxn>
                  <a:cxn ang="0">
                    <a:pos x="2" y="3"/>
                  </a:cxn>
                  <a:cxn ang="0">
                    <a:pos x="1" y="2"/>
                  </a:cxn>
                  <a:cxn ang="0">
                    <a:pos x="4" y="1"/>
                  </a:cxn>
                  <a:cxn ang="0">
                    <a:pos x="1" y="2"/>
                  </a:cxn>
                  <a:cxn ang="0">
                    <a:pos x="5" y="0"/>
                  </a:cxn>
                  <a:cxn ang="0">
                    <a:pos x="4" y="1"/>
                  </a:cxn>
                  <a:cxn ang="0">
                    <a:pos x="5" y="0"/>
                  </a:cxn>
                  <a:cxn ang="0">
                    <a:pos x="6" y="1"/>
                  </a:cxn>
                  <a:cxn ang="0">
                    <a:pos x="5" y="0"/>
                  </a:cxn>
                  <a:cxn ang="0">
                    <a:pos x="8" y="2"/>
                  </a:cxn>
                  <a:cxn ang="0">
                    <a:pos x="6" y="1"/>
                  </a:cxn>
                  <a:cxn ang="0">
                    <a:pos x="8" y="2"/>
                  </a:cxn>
                  <a:cxn ang="0">
                    <a:pos x="6" y="2"/>
                  </a:cxn>
                  <a:cxn ang="0">
                    <a:pos x="8" y="2"/>
                  </a:cxn>
                  <a:cxn ang="0">
                    <a:pos x="8" y="2"/>
                  </a:cxn>
                  <a:cxn ang="0">
                    <a:pos x="6" y="2"/>
                  </a:cxn>
                  <a:cxn ang="0">
                    <a:pos x="8" y="2"/>
                  </a:cxn>
                  <a:cxn ang="0">
                    <a:pos x="6" y="2"/>
                  </a:cxn>
                  <a:cxn ang="0">
                    <a:pos x="8" y="2"/>
                  </a:cxn>
                  <a:cxn ang="0">
                    <a:pos x="7" y="3"/>
                  </a:cxn>
                  <a:cxn ang="0">
                    <a:pos x="6" y="2"/>
                  </a:cxn>
                  <a:cxn ang="0">
                    <a:pos x="7" y="3"/>
                  </a:cxn>
                  <a:cxn ang="0">
                    <a:pos x="4" y="4"/>
                  </a:cxn>
                  <a:cxn ang="0">
                    <a:pos x="7" y="3"/>
                  </a:cxn>
                  <a:cxn ang="0">
                    <a:pos x="3" y="6"/>
                  </a:cxn>
                  <a:cxn ang="0">
                    <a:pos x="4" y="4"/>
                  </a:cxn>
                  <a:cxn ang="0">
                    <a:pos x="3" y="6"/>
                  </a:cxn>
                  <a:cxn ang="0">
                    <a:pos x="2" y="4"/>
                  </a:cxn>
                  <a:cxn ang="0">
                    <a:pos x="3" y="6"/>
                  </a:cxn>
                  <a:cxn ang="0">
                    <a:pos x="1" y="5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2" y="3"/>
                  </a:cxn>
                  <a:cxn ang="0">
                    <a:pos x="0" y="4"/>
                  </a:cxn>
                </a:cxnLst>
                <a:rect l="0" t="0" r="r" b="b"/>
                <a:pathLst>
                  <a:path w="8" h="6">
                    <a:moveTo>
                      <a:pt x="0" y="3"/>
                    </a:moveTo>
                    <a:lnTo>
                      <a:pt x="0" y="3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0" y="3"/>
                    </a:lnTo>
                    <a:close/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lnTo>
                      <a:pt x="2" y="3"/>
                    </a:lnTo>
                    <a:cubicBezTo>
                      <a:pt x="2" y="3"/>
                      <a:pt x="2" y="3"/>
                      <a:pt x="2" y="3"/>
                    </a:cubicBezTo>
                    <a:lnTo>
                      <a:pt x="0" y="3"/>
                    </a:lnTo>
                    <a:close/>
                    <a:moveTo>
                      <a:pt x="0" y="3"/>
                    </a:moveTo>
                    <a:cubicBezTo>
                      <a:pt x="0" y="3"/>
                      <a:pt x="0" y="2"/>
                      <a:pt x="1" y="2"/>
                    </a:cubicBezTo>
                    <a:lnTo>
                      <a:pt x="2" y="3"/>
                    </a:lnTo>
                    <a:cubicBezTo>
                      <a:pt x="2" y="3"/>
                      <a:pt x="2" y="3"/>
                      <a:pt x="2" y="3"/>
                    </a:cubicBezTo>
                    <a:lnTo>
                      <a:pt x="0" y="3"/>
                    </a:lnTo>
                    <a:close/>
                    <a:moveTo>
                      <a:pt x="1" y="2"/>
                    </a:moveTo>
                    <a:cubicBezTo>
                      <a:pt x="1" y="1"/>
                      <a:pt x="2" y="0"/>
                      <a:pt x="4" y="0"/>
                    </a:cubicBezTo>
                    <a:lnTo>
                      <a:pt x="4" y="1"/>
                    </a:lnTo>
                    <a:cubicBezTo>
                      <a:pt x="3" y="1"/>
                      <a:pt x="2" y="2"/>
                      <a:pt x="2" y="3"/>
                    </a:cubicBezTo>
                    <a:lnTo>
                      <a:pt x="1" y="2"/>
                    </a:lnTo>
                    <a:close/>
                    <a:moveTo>
                      <a:pt x="4" y="0"/>
                    </a:moveTo>
                    <a:cubicBezTo>
                      <a:pt x="4" y="0"/>
                      <a:pt x="5" y="0"/>
                      <a:pt x="5" y="0"/>
                    </a:cubicBezTo>
                    <a:lnTo>
                      <a:pt x="5" y="1"/>
                    </a:lnTo>
                    <a:cubicBezTo>
                      <a:pt x="5" y="1"/>
                      <a:pt x="4" y="1"/>
                      <a:pt x="4" y="1"/>
                    </a:cubicBezTo>
                    <a:lnTo>
                      <a:pt x="4" y="0"/>
                    </a:lnTo>
                    <a:close/>
                    <a:moveTo>
                      <a:pt x="5" y="0"/>
                    </a:moveTo>
                    <a:cubicBezTo>
                      <a:pt x="6" y="0"/>
                      <a:pt x="6" y="0"/>
                      <a:pt x="7" y="0"/>
                    </a:cubicBezTo>
                    <a:lnTo>
                      <a:pt x="6" y="1"/>
                    </a:lnTo>
                    <a:cubicBezTo>
                      <a:pt x="6" y="1"/>
                      <a:pt x="5" y="1"/>
                      <a:pt x="5" y="1"/>
                    </a:cubicBezTo>
                    <a:lnTo>
                      <a:pt x="5" y="0"/>
                    </a:lnTo>
                    <a:close/>
                    <a:moveTo>
                      <a:pt x="7" y="0"/>
                    </a:moveTo>
                    <a:cubicBezTo>
                      <a:pt x="7" y="0"/>
                      <a:pt x="8" y="1"/>
                      <a:pt x="8" y="2"/>
                    </a:cubicBezTo>
                    <a:lnTo>
                      <a:pt x="6" y="2"/>
                    </a:lnTo>
                    <a:cubicBezTo>
                      <a:pt x="6" y="2"/>
                      <a:pt x="6" y="1"/>
                      <a:pt x="6" y="1"/>
                    </a:cubicBezTo>
                    <a:lnTo>
                      <a:pt x="7" y="0"/>
                    </a:lnTo>
                    <a:close/>
                    <a:moveTo>
                      <a:pt x="8" y="2"/>
                    </a:moveTo>
                    <a:cubicBezTo>
                      <a:pt x="8" y="2"/>
                      <a:pt x="8" y="2"/>
                      <a:pt x="8" y="2"/>
                    </a:cubicBezTo>
                    <a:lnTo>
                      <a:pt x="6" y="2"/>
                    </a:lnTo>
                    <a:cubicBezTo>
                      <a:pt x="6" y="2"/>
                      <a:pt x="6" y="2"/>
                      <a:pt x="6" y="2"/>
                    </a:cubicBezTo>
                    <a:lnTo>
                      <a:pt x="8" y="2"/>
                    </a:lnTo>
                    <a:close/>
                    <a:moveTo>
                      <a:pt x="8" y="2"/>
                    </a:moveTo>
                    <a:lnTo>
                      <a:pt x="8" y="2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8" y="2"/>
                    </a:lnTo>
                    <a:close/>
                    <a:moveTo>
                      <a:pt x="8" y="2"/>
                    </a:moveTo>
                    <a:cubicBezTo>
                      <a:pt x="8" y="2"/>
                      <a:pt x="8" y="3"/>
                      <a:pt x="8" y="3"/>
                    </a:cubicBezTo>
                    <a:lnTo>
                      <a:pt x="6" y="2"/>
                    </a:lnTo>
                    <a:cubicBezTo>
                      <a:pt x="6" y="2"/>
                      <a:pt x="6" y="2"/>
                      <a:pt x="6" y="2"/>
                    </a:cubicBezTo>
                    <a:lnTo>
                      <a:pt x="8" y="2"/>
                    </a:lnTo>
                    <a:close/>
                    <a:moveTo>
                      <a:pt x="8" y="3"/>
                    </a:moveTo>
                    <a:cubicBezTo>
                      <a:pt x="8" y="3"/>
                      <a:pt x="8" y="3"/>
                      <a:pt x="7" y="3"/>
                    </a:cubicBezTo>
                    <a:lnTo>
                      <a:pt x="6" y="3"/>
                    </a:lnTo>
                    <a:cubicBezTo>
                      <a:pt x="6" y="3"/>
                      <a:pt x="6" y="2"/>
                      <a:pt x="6" y="2"/>
                    </a:cubicBezTo>
                    <a:lnTo>
                      <a:pt x="8" y="3"/>
                    </a:lnTo>
                    <a:close/>
                    <a:moveTo>
                      <a:pt x="7" y="3"/>
                    </a:moveTo>
                    <a:cubicBezTo>
                      <a:pt x="7" y="4"/>
                      <a:pt x="6" y="5"/>
                      <a:pt x="4" y="6"/>
                    </a:cubicBezTo>
                    <a:lnTo>
                      <a:pt x="4" y="4"/>
                    </a:lnTo>
                    <a:cubicBezTo>
                      <a:pt x="5" y="4"/>
                      <a:pt x="6" y="3"/>
                      <a:pt x="6" y="3"/>
                    </a:cubicBezTo>
                    <a:lnTo>
                      <a:pt x="7" y="3"/>
                    </a:lnTo>
                    <a:close/>
                    <a:moveTo>
                      <a:pt x="4" y="6"/>
                    </a:moveTo>
                    <a:cubicBezTo>
                      <a:pt x="4" y="6"/>
                      <a:pt x="3" y="6"/>
                      <a:pt x="3" y="6"/>
                    </a:cubicBezTo>
                    <a:lnTo>
                      <a:pt x="3" y="4"/>
                    </a:lnTo>
                    <a:cubicBezTo>
                      <a:pt x="3" y="4"/>
                      <a:pt x="4" y="4"/>
                      <a:pt x="4" y="4"/>
                    </a:cubicBezTo>
                    <a:lnTo>
                      <a:pt x="4" y="6"/>
                    </a:lnTo>
                    <a:close/>
                    <a:moveTo>
                      <a:pt x="3" y="6"/>
                    </a:moveTo>
                    <a:cubicBezTo>
                      <a:pt x="2" y="6"/>
                      <a:pt x="2" y="6"/>
                      <a:pt x="1" y="5"/>
                    </a:cubicBezTo>
                    <a:lnTo>
                      <a:pt x="2" y="4"/>
                    </a:lnTo>
                    <a:cubicBezTo>
                      <a:pt x="2" y="4"/>
                      <a:pt x="3" y="4"/>
                      <a:pt x="3" y="4"/>
                    </a:cubicBezTo>
                    <a:lnTo>
                      <a:pt x="3" y="6"/>
                    </a:lnTo>
                    <a:close/>
                    <a:moveTo>
                      <a:pt x="1" y="5"/>
                    </a:moveTo>
                    <a:lnTo>
                      <a:pt x="1" y="5"/>
                    </a:lnTo>
                    <a:lnTo>
                      <a:pt x="2" y="5"/>
                    </a:lnTo>
                    <a:lnTo>
                      <a:pt x="1" y="5"/>
                    </a:lnTo>
                    <a:close/>
                    <a:moveTo>
                      <a:pt x="1" y="5"/>
                    </a:moveTo>
                    <a:cubicBezTo>
                      <a:pt x="1" y="5"/>
                      <a:pt x="0" y="5"/>
                      <a:pt x="0" y="4"/>
                    </a:cubicBezTo>
                    <a:lnTo>
                      <a:pt x="2" y="4"/>
                    </a:lnTo>
                    <a:cubicBezTo>
                      <a:pt x="2" y="4"/>
                      <a:pt x="2" y="4"/>
                      <a:pt x="2" y="4"/>
                    </a:cubicBezTo>
                    <a:lnTo>
                      <a:pt x="1" y="5"/>
                    </a:lnTo>
                    <a:close/>
                    <a:moveTo>
                      <a:pt x="0" y="4"/>
                    </a:moveTo>
                    <a:cubicBezTo>
                      <a:pt x="0" y="4"/>
                      <a:pt x="0" y="4"/>
                      <a:pt x="0" y="3"/>
                    </a:cubicBezTo>
                    <a:lnTo>
                      <a:pt x="2" y="3"/>
                    </a:lnTo>
                    <a:cubicBezTo>
                      <a:pt x="2" y="4"/>
                      <a:pt x="2" y="4"/>
                      <a:pt x="2" y="4"/>
                    </a:cubicBez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80"/>
              </a:solidFill>
              <a:ln w="9525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82" name="Freeform 1934">
                <a:extLst>
                  <a:ext uri="{FF2B5EF4-FFF2-40B4-BE49-F238E27FC236}">
                    <a16:creationId xmlns:a16="http://schemas.microsoft.com/office/drawing/2014/main" id="{36AFEC0C-3EC1-47D9-B478-AF1DFE35DDE2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4549" y="3175"/>
                <a:ext cx="66" cy="58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1" y="3"/>
                  </a:cxn>
                  <a:cxn ang="0">
                    <a:pos x="2" y="4"/>
                  </a:cxn>
                  <a:cxn ang="0">
                    <a:pos x="1" y="3"/>
                  </a:cxn>
                  <a:cxn ang="0">
                    <a:pos x="4" y="2"/>
                  </a:cxn>
                  <a:cxn ang="0">
                    <a:pos x="1" y="3"/>
                  </a:cxn>
                  <a:cxn ang="0">
                    <a:pos x="5" y="0"/>
                  </a:cxn>
                  <a:cxn ang="0">
                    <a:pos x="4" y="2"/>
                  </a:cxn>
                  <a:cxn ang="0">
                    <a:pos x="5" y="0"/>
                  </a:cxn>
                  <a:cxn ang="0">
                    <a:pos x="6" y="2"/>
                  </a:cxn>
                  <a:cxn ang="0">
                    <a:pos x="5" y="0"/>
                  </a:cxn>
                  <a:cxn ang="0">
                    <a:pos x="8" y="2"/>
                  </a:cxn>
                  <a:cxn ang="0">
                    <a:pos x="6" y="2"/>
                  </a:cxn>
                  <a:cxn ang="0">
                    <a:pos x="8" y="2"/>
                  </a:cxn>
                  <a:cxn ang="0">
                    <a:pos x="6" y="3"/>
                  </a:cxn>
                  <a:cxn ang="0">
                    <a:pos x="8" y="2"/>
                  </a:cxn>
                  <a:cxn ang="0">
                    <a:pos x="8" y="3"/>
                  </a:cxn>
                  <a:cxn ang="0">
                    <a:pos x="6" y="3"/>
                  </a:cxn>
                  <a:cxn ang="0">
                    <a:pos x="8" y="3"/>
                  </a:cxn>
                  <a:cxn ang="0">
                    <a:pos x="6" y="3"/>
                  </a:cxn>
                  <a:cxn ang="0">
                    <a:pos x="8" y="3"/>
                  </a:cxn>
                  <a:cxn ang="0">
                    <a:pos x="7" y="4"/>
                  </a:cxn>
                  <a:cxn ang="0">
                    <a:pos x="6" y="3"/>
                  </a:cxn>
                  <a:cxn ang="0">
                    <a:pos x="7" y="4"/>
                  </a:cxn>
                  <a:cxn ang="0">
                    <a:pos x="4" y="5"/>
                  </a:cxn>
                  <a:cxn ang="0">
                    <a:pos x="7" y="4"/>
                  </a:cxn>
                  <a:cxn ang="0">
                    <a:pos x="3" y="7"/>
                  </a:cxn>
                  <a:cxn ang="0">
                    <a:pos x="4" y="5"/>
                  </a:cxn>
                  <a:cxn ang="0">
                    <a:pos x="3" y="7"/>
                  </a:cxn>
                  <a:cxn ang="0">
                    <a:pos x="2" y="5"/>
                  </a:cxn>
                  <a:cxn ang="0">
                    <a:pos x="3" y="7"/>
                  </a:cxn>
                  <a:cxn ang="0">
                    <a:pos x="0" y="5"/>
                  </a:cxn>
                  <a:cxn ang="0">
                    <a:pos x="2" y="5"/>
                  </a:cxn>
                  <a:cxn ang="0">
                    <a:pos x="0" y="5"/>
                  </a:cxn>
                  <a:cxn ang="0">
                    <a:pos x="2" y="4"/>
                  </a:cxn>
                  <a:cxn ang="0">
                    <a:pos x="0" y="5"/>
                  </a:cxn>
                </a:cxnLst>
                <a:rect l="0" t="0" r="r" b="b"/>
                <a:pathLst>
                  <a:path w="8" h="7">
                    <a:moveTo>
                      <a:pt x="0" y="4"/>
                    </a:moveTo>
                    <a:lnTo>
                      <a:pt x="0" y="4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4"/>
                    </a:lnTo>
                    <a:close/>
                    <a:moveTo>
                      <a:pt x="0" y="4"/>
                    </a:moveTo>
                    <a:cubicBezTo>
                      <a:pt x="0" y="4"/>
                      <a:pt x="0" y="4"/>
                      <a:pt x="0" y="3"/>
                    </a:cubicBezTo>
                    <a:lnTo>
                      <a:pt x="2" y="4"/>
                    </a:lnTo>
                    <a:cubicBezTo>
                      <a:pt x="2" y="4"/>
                      <a:pt x="2" y="4"/>
                      <a:pt x="2" y="4"/>
                    </a:cubicBezTo>
                    <a:lnTo>
                      <a:pt x="0" y="4"/>
                    </a:lnTo>
                    <a:close/>
                    <a:moveTo>
                      <a:pt x="0" y="3"/>
                    </a:moveTo>
                    <a:cubicBezTo>
                      <a:pt x="0" y="3"/>
                      <a:pt x="0" y="3"/>
                      <a:pt x="1" y="3"/>
                    </a:cubicBezTo>
                    <a:lnTo>
                      <a:pt x="2" y="4"/>
                    </a:lnTo>
                    <a:cubicBezTo>
                      <a:pt x="2" y="4"/>
                      <a:pt x="2" y="4"/>
                      <a:pt x="2" y="4"/>
                    </a:cubicBezTo>
                    <a:lnTo>
                      <a:pt x="0" y="3"/>
                    </a:lnTo>
                    <a:close/>
                    <a:moveTo>
                      <a:pt x="1" y="3"/>
                    </a:moveTo>
                    <a:cubicBezTo>
                      <a:pt x="1" y="2"/>
                      <a:pt x="2" y="1"/>
                      <a:pt x="4" y="0"/>
                    </a:cubicBezTo>
                    <a:lnTo>
                      <a:pt x="4" y="2"/>
                    </a:lnTo>
                    <a:cubicBezTo>
                      <a:pt x="3" y="2"/>
                      <a:pt x="2" y="3"/>
                      <a:pt x="2" y="4"/>
                    </a:cubicBezTo>
                    <a:lnTo>
                      <a:pt x="1" y="3"/>
                    </a:lnTo>
                    <a:close/>
                    <a:moveTo>
                      <a:pt x="4" y="0"/>
                    </a:moveTo>
                    <a:cubicBezTo>
                      <a:pt x="4" y="0"/>
                      <a:pt x="5" y="0"/>
                      <a:pt x="5" y="0"/>
                    </a:cubicBezTo>
                    <a:lnTo>
                      <a:pt x="5" y="2"/>
                    </a:lnTo>
                    <a:cubicBezTo>
                      <a:pt x="5" y="2"/>
                      <a:pt x="4" y="2"/>
                      <a:pt x="4" y="2"/>
                    </a:cubicBezTo>
                    <a:lnTo>
                      <a:pt x="4" y="0"/>
                    </a:lnTo>
                    <a:close/>
                    <a:moveTo>
                      <a:pt x="5" y="0"/>
                    </a:moveTo>
                    <a:cubicBezTo>
                      <a:pt x="6" y="0"/>
                      <a:pt x="6" y="1"/>
                      <a:pt x="7" y="1"/>
                    </a:cubicBezTo>
                    <a:lnTo>
                      <a:pt x="6" y="2"/>
                    </a:lnTo>
                    <a:cubicBezTo>
                      <a:pt x="6" y="2"/>
                      <a:pt x="5" y="2"/>
                      <a:pt x="5" y="2"/>
                    </a:cubicBezTo>
                    <a:lnTo>
                      <a:pt x="5" y="0"/>
                    </a:lnTo>
                    <a:close/>
                    <a:moveTo>
                      <a:pt x="7" y="1"/>
                    </a:moveTo>
                    <a:cubicBezTo>
                      <a:pt x="7" y="1"/>
                      <a:pt x="8" y="2"/>
                      <a:pt x="8" y="2"/>
                    </a:cubicBezTo>
                    <a:lnTo>
                      <a:pt x="6" y="3"/>
                    </a:lnTo>
                    <a:cubicBezTo>
                      <a:pt x="6" y="2"/>
                      <a:pt x="6" y="2"/>
                      <a:pt x="6" y="2"/>
                    </a:cubicBezTo>
                    <a:lnTo>
                      <a:pt x="7" y="1"/>
                    </a:lnTo>
                    <a:close/>
                    <a:moveTo>
                      <a:pt x="8" y="2"/>
                    </a:moveTo>
                    <a:cubicBezTo>
                      <a:pt x="8" y="2"/>
                      <a:pt x="8" y="3"/>
                      <a:pt x="8" y="3"/>
                    </a:cubicBezTo>
                    <a:lnTo>
                      <a:pt x="6" y="3"/>
                    </a:lnTo>
                    <a:cubicBezTo>
                      <a:pt x="6" y="3"/>
                      <a:pt x="6" y="3"/>
                      <a:pt x="6" y="3"/>
                    </a:cubicBezTo>
                    <a:lnTo>
                      <a:pt x="8" y="2"/>
                    </a:lnTo>
                    <a:close/>
                    <a:moveTo>
                      <a:pt x="8" y="3"/>
                    </a:moveTo>
                    <a:lnTo>
                      <a:pt x="8" y="3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8" y="3"/>
                    </a:lnTo>
                    <a:close/>
                    <a:moveTo>
                      <a:pt x="8" y="3"/>
                    </a:moveTo>
                    <a:cubicBezTo>
                      <a:pt x="8" y="3"/>
                      <a:pt x="8" y="3"/>
                      <a:pt x="8" y="3"/>
                    </a:cubicBezTo>
                    <a:lnTo>
                      <a:pt x="6" y="3"/>
                    </a:lnTo>
                    <a:cubicBezTo>
                      <a:pt x="6" y="3"/>
                      <a:pt x="6" y="3"/>
                      <a:pt x="6" y="3"/>
                    </a:cubicBezTo>
                    <a:lnTo>
                      <a:pt x="8" y="3"/>
                    </a:lnTo>
                    <a:close/>
                    <a:moveTo>
                      <a:pt x="8" y="3"/>
                    </a:moveTo>
                    <a:cubicBezTo>
                      <a:pt x="8" y="4"/>
                      <a:pt x="8" y="4"/>
                      <a:pt x="7" y="4"/>
                    </a:cubicBezTo>
                    <a:lnTo>
                      <a:pt x="6" y="3"/>
                    </a:lnTo>
                    <a:cubicBezTo>
                      <a:pt x="6" y="3"/>
                      <a:pt x="6" y="3"/>
                      <a:pt x="6" y="3"/>
                    </a:cubicBezTo>
                    <a:lnTo>
                      <a:pt x="8" y="3"/>
                    </a:lnTo>
                    <a:close/>
                    <a:moveTo>
                      <a:pt x="7" y="4"/>
                    </a:moveTo>
                    <a:cubicBezTo>
                      <a:pt x="7" y="5"/>
                      <a:pt x="6" y="6"/>
                      <a:pt x="4" y="6"/>
                    </a:cubicBezTo>
                    <a:lnTo>
                      <a:pt x="4" y="5"/>
                    </a:lnTo>
                    <a:cubicBezTo>
                      <a:pt x="5" y="5"/>
                      <a:pt x="6" y="4"/>
                      <a:pt x="6" y="3"/>
                    </a:cubicBezTo>
                    <a:lnTo>
                      <a:pt x="7" y="4"/>
                    </a:lnTo>
                    <a:close/>
                    <a:moveTo>
                      <a:pt x="4" y="6"/>
                    </a:moveTo>
                    <a:cubicBezTo>
                      <a:pt x="4" y="7"/>
                      <a:pt x="3" y="7"/>
                      <a:pt x="3" y="7"/>
                    </a:cubicBezTo>
                    <a:lnTo>
                      <a:pt x="3" y="5"/>
                    </a:lnTo>
                    <a:cubicBezTo>
                      <a:pt x="3" y="5"/>
                      <a:pt x="4" y="5"/>
                      <a:pt x="4" y="5"/>
                    </a:cubicBezTo>
                    <a:lnTo>
                      <a:pt x="4" y="6"/>
                    </a:lnTo>
                    <a:close/>
                    <a:moveTo>
                      <a:pt x="3" y="7"/>
                    </a:moveTo>
                    <a:cubicBezTo>
                      <a:pt x="2" y="7"/>
                      <a:pt x="2" y="6"/>
                      <a:pt x="1" y="6"/>
                    </a:cubicBezTo>
                    <a:lnTo>
                      <a:pt x="2" y="5"/>
                    </a:lnTo>
                    <a:cubicBezTo>
                      <a:pt x="2" y="5"/>
                      <a:pt x="3" y="5"/>
                      <a:pt x="3" y="5"/>
                    </a:cubicBezTo>
                    <a:lnTo>
                      <a:pt x="3" y="7"/>
                    </a:lnTo>
                    <a:close/>
                    <a:moveTo>
                      <a:pt x="1" y="6"/>
                    </a:moveTo>
                    <a:cubicBezTo>
                      <a:pt x="1" y="6"/>
                      <a:pt x="0" y="5"/>
                      <a:pt x="0" y="5"/>
                    </a:cubicBezTo>
                    <a:lnTo>
                      <a:pt x="2" y="4"/>
                    </a:lnTo>
                    <a:cubicBezTo>
                      <a:pt x="2" y="5"/>
                      <a:pt x="2" y="5"/>
                      <a:pt x="2" y="5"/>
                    </a:cubicBezTo>
                    <a:lnTo>
                      <a:pt x="1" y="6"/>
                    </a:lnTo>
                    <a:close/>
                    <a:moveTo>
                      <a:pt x="0" y="5"/>
                    </a:moveTo>
                    <a:cubicBezTo>
                      <a:pt x="0" y="5"/>
                      <a:pt x="0" y="4"/>
                      <a:pt x="0" y="4"/>
                    </a:cubicBezTo>
                    <a:lnTo>
                      <a:pt x="2" y="4"/>
                    </a:lnTo>
                    <a:cubicBezTo>
                      <a:pt x="2" y="4"/>
                      <a:pt x="2" y="4"/>
                      <a:pt x="2" y="4"/>
                    </a:cubicBez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80"/>
              </a:solidFill>
              <a:ln w="9525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83" name="Freeform 1935">
                <a:extLst>
                  <a:ext uri="{FF2B5EF4-FFF2-40B4-BE49-F238E27FC236}">
                    <a16:creationId xmlns:a16="http://schemas.microsoft.com/office/drawing/2014/main" id="{988B9DDD-5A29-3AA1-AF68-27E332BF9538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4549" y="3142"/>
                <a:ext cx="66" cy="49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1" y="2"/>
                  </a:cxn>
                  <a:cxn ang="0">
                    <a:pos x="2" y="4"/>
                  </a:cxn>
                  <a:cxn ang="0">
                    <a:pos x="1" y="2"/>
                  </a:cxn>
                  <a:cxn ang="0">
                    <a:pos x="4" y="2"/>
                  </a:cxn>
                  <a:cxn ang="0">
                    <a:pos x="1" y="2"/>
                  </a:cxn>
                  <a:cxn ang="0">
                    <a:pos x="5" y="0"/>
                  </a:cxn>
                  <a:cxn ang="0">
                    <a:pos x="4" y="2"/>
                  </a:cxn>
                  <a:cxn ang="0">
                    <a:pos x="5" y="0"/>
                  </a:cxn>
                  <a:cxn ang="0">
                    <a:pos x="6" y="2"/>
                  </a:cxn>
                  <a:cxn ang="0">
                    <a:pos x="5" y="0"/>
                  </a:cxn>
                  <a:cxn ang="0">
                    <a:pos x="8" y="2"/>
                  </a:cxn>
                  <a:cxn ang="0">
                    <a:pos x="6" y="2"/>
                  </a:cxn>
                  <a:cxn ang="0">
                    <a:pos x="8" y="2"/>
                  </a:cxn>
                  <a:cxn ang="0">
                    <a:pos x="6" y="2"/>
                  </a:cxn>
                  <a:cxn ang="0">
                    <a:pos x="8" y="2"/>
                  </a:cxn>
                  <a:cxn ang="0">
                    <a:pos x="8" y="2"/>
                  </a:cxn>
                  <a:cxn ang="0">
                    <a:pos x="6" y="2"/>
                  </a:cxn>
                  <a:cxn ang="0">
                    <a:pos x="8" y="2"/>
                  </a:cxn>
                  <a:cxn ang="0">
                    <a:pos x="6" y="3"/>
                  </a:cxn>
                  <a:cxn ang="0">
                    <a:pos x="8" y="2"/>
                  </a:cxn>
                  <a:cxn ang="0">
                    <a:pos x="7" y="4"/>
                  </a:cxn>
                  <a:cxn ang="0">
                    <a:pos x="6" y="3"/>
                  </a:cxn>
                  <a:cxn ang="0">
                    <a:pos x="7" y="4"/>
                  </a:cxn>
                  <a:cxn ang="0">
                    <a:pos x="4" y="5"/>
                  </a:cxn>
                  <a:cxn ang="0">
                    <a:pos x="7" y="4"/>
                  </a:cxn>
                  <a:cxn ang="0">
                    <a:pos x="3" y="6"/>
                  </a:cxn>
                  <a:cxn ang="0">
                    <a:pos x="4" y="5"/>
                  </a:cxn>
                  <a:cxn ang="0">
                    <a:pos x="3" y="6"/>
                  </a:cxn>
                  <a:cxn ang="0">
                    <a:pos x="2" y="5"/>
                  </a:cxn>
                  <a:cxn ang="0">
                    <a:pos x="3" y="6"/>
                  </a:cxn>
                  <a:cxn ang="0">
                    <a:pos x="0" y="4"/>
                  </a:cxn>
                  <a:cxn ang="0">
                    <a:pos x="2" y="5"/>
                  </a:cxn>
                  <a:cxn ang="0">
                    <a:pos x="0" y="4"/>
                  </a:cxn>
                  <a:cxn ang="0">
                    <a:pos x="2" y="4"/>
                  </a:cxn>
                  <a:cxn ang="0">
                    <a:pos x="0" y="4"/>
                  </a:cxn>
                </a:cxnLst>
                <a:rect l="0" t="0" r="r" b="b"/>
                <a:pathLst>
                  <a:path w="8" h="6">
                    <a:moveTo>
                      <a:pt x="0" y="4"/>
                    </a:moveTo>
                    <a:lnTo>
                      <a:pt x="0" y="4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4"/>
                    </a:lnTo>
                    <a:close/>
                    <a:moveTo>
                      <a:pt x="0" y="4"/>
                    </a:moveTo>
                    <a:cubicBezTo>
                      <a:pt x="0" y="4"/>
                      <a:pt x="0" y="3"/>
                      <a:pt x="0" y="3"/>
                    </a:cubicBezTo>
                    <a:lnTo>
                      <a:pt x="2" y="4"/>
                    </a:lnTo>
                    <a:cubicBezTo>
                      <a:pt x="2" y="4"/>
                      <a:pt x="2" y="4"/>
                      <a:pt x="2" y="4"/>
                    </a:cubicBezTo>
                    <a:lnTo>
                      <a:pt x="0" y="4"/>
                    </a:lnTo>
                    <a:close/>
                    <a:moveTo>
                      <a:pt x="0" y="3"/>
                    </a:moveTo>
                    <a:cubicBezTo>
                      <a:pt x="0" y="3"/>
                      <a:pt x="0" y="3"/>
                      <a:pt x="1" y="2"/>
                    </a:cubicBezTo>
                    <a:lnTo>
                      <a:pt x="2" y="3"/>
                    </a:lnTo>
                    <a:cubicBezTo>
                      <a:pt x="2" y="3"/>
                      <a:pt x="2" y="3"/>
                      <a:pt x="2" y="4"/>
                    </a:cubicBezTo>
                    <a:lnTo>
                      <a:pt x="0" y="3"/>
                    </a:lnTo>
                    <a:close/>
                    <a:moveTo>
                      <a:pt x="1" y="2"/>
                    </a:moveTo>
                    <a:cubicBezTo>
                      <a:pt x="1" y="1"/>
                      <a:pt x="2" y="1"/>
                      <a:pt x="4" y="0"/>
                    </a:cubicBezTo>
                    <a:lnTo>
                      <a:pt x="4" y="2"/>
                    </a:lnTo>
                    <a:cubicBezTo>
                      <a:pt x="3" y="2"/>
                      <a:pt x="2" y="3"/>
                      <a:pt x="2" y="3"/>
                    </a:cubicBezTo>
                    <a:lnTo>
                      <a:pt x="1" y="2"/>
                    </a:lnTo>
                    <a:close/>
                    <a:moveTo>
                      <a:pt x="4" y="0"/>
                    </a:moveTo>
                    <a:cubicBezTo>
                      <a:pt x="4" y="0"/>
                      <a:pt x="5" y="0"/>
                      <a:pt x="5" y="0"/>
                    </a:cubicBezTo>
                    <a:lnTo>
                      <a:pt x="5" y="2"/>
                    </a:lnTo>
                    <a:cubicBezTo>
                      <a:pt x="5" y="2"/>
                      <a:pt x="4" y="2"/>
                      <a:pt x="4" y="2"/>
                    </a:cubicBezTo>
                    <a:lnTo>
                      <a:pt x="4" y="0"/>
                    </a:lnTo>
                    <a:close/>
                    <a:moveTo>
                      <a:pt x="5" y="0"/>
                    </a:moveTo>
                    <a:cubicBezTo>
                      <a:pt x="6" y="0"/>
                      <a:pt x="6" y="0"/>
                      <a:pt x="7" y="1"/>
                    </a:cubicBezTo>
                    <a:lnTo>
                      <a:pt x="6" y="2"/>
                    </a:lnTo>
                    <a:cubicBezTo>
                      <a:pt x="6" y="2"/>
                      <a:pt x="5" y="2"/>
                      <a:pt x="5" y="2"/>
                    </a:cubicBezTo>
                    <a:lnTo>
                      <a:pt x="5" y="0"/>
                    </a:lnTo>
                    <a:close/>
                    <a:moveTo>
                      <a:pt x="7" y="1"/>
                    </a:moveTo>
                    <a:cubicBezTo>
                      <a:pt x="7" y="1"/>
                      <a:pt x="8" y="1"/>
                      <a:pt x="8" y="2"/>
                    </a:cubicBezTo>
                    <a:lnTo>
                      <a:pt x="6" y="2"/>
                    </a:lnTo>
                    <a:cubicBezTo>
                      <a:pt x="6" y="2"/>
                      <a:pt x="6" y="2"/>
                      <a:pt x="6" y="2"/>
                    </a:cubicBezTo>
                    <a:lnTo>
                      <a:pt x="7" y="1"/>
                    </a:lnTo>
                    <a:close/>
                    <a:moveTo>
                      <a:pt x="8" y="2"/>
                    </a:moveTo>
                    <a:cubicBezTo>
                      <a:pt x="8" y="2"/>
                      <a:pt x="8" y="2"/>
                      <a:pt x="8" y="2"/>
                    </a:cubicBezTo>
                    <a:lnTo>
                      <a:pt x="6" y="2"/>
                    </a:lnTo>
                    <a:cubicBezTo>
                      <a:pt x="6" y="2"/>
                      <a:pt x="6" y="2"/>
                      <a:pt x="6" y="2"/>
                    </a:cubicBezTo>
                    <a:lnTo>
                      <a:pt x="8" y="2"/>
                    </a:lnTo>
                    <a:close/>
                    <a:moveTo>
                      <a:pt x="8" y="2"/>
                    </a:moveTo>
                    <a:lnTo>
                      <a:pt x="8" y="2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8" y="2"/>
                    </a:lnTo>
                    <a:close/>
                    <a:moveTo>
                      <a:pt x="8" y="2"/>
                    </a:moveTo>
                    <a:cubicBezTo>
                      <a:pt x="8" y="3"/>
                      <a:pt x="8" y="3"/>
                      <a:pt x="8" y="3"/>
                    </a:cubicBezTo>
                    <a:lnTo>
                      <a:pt x="6" y="3"/>
                    </a:lnTo>
                    <a:cubicBezTo>
                      <a:pt x="6" y="3"/>
                      <a:pt x="6" y="3"/>
                      <a:pt x="6" y="2"/>
                    </a:cubicBezTo>
                    <a:lnTo>
                      <a:pt x="8" y="2"/>
                    </a:lnTo>
                    <a:close/>
                    <a:moveTo>
                      <a:pt x="8" y="3"/>
                    </a:moveTo>
                    <a:cubicBezTo>
                      <a:pt x="8" y="3"/>
                      <a:pt x="8" y="4"/>
                      <a:pt x="7" y="4"/>
                    </a:cubicBezTo>
                    <a:lnTo>
                      <a:pt x="6" y="3"/>
                    </a:lnTo>
                    <a:cubicBezTo>
                      <a:pt x="6" y="3"/>
                      <a:pt x="6" y="3"/>
                      <a:pt x="6" y="3"/>
                    </a:cubicBezTo>
                    <a:lnTo>
                      <a:pt x="8" y="3"/>
                    </a:lnTo>
                    <a:close/>
                    <a:moveTo>
                      <a:pt x="7" y="4"/>
                    </a:moveTo>
                    <a:cubicBezTo>
                      <a:pt x="7" y="5"/>
                      <a:pt x="6" y="6"/>
                      <a:pt x="4" y="6"/>
                    </a:cubicBezTo>
                    <a:lnTo>
                      <a:pt x="4" y="5"/>
                    </a:lnTo>
                    <a:cubicBezTo>
                      <a:pt x="5" y="4"/>
                      <a:pt x="6" y="4"/>
                      <a:pt x="6" y="3"/>
                    </a:cubicBezTo>
                    <a:lnTo>
                      <a:pt x="7" y="4"/>
                    </a:lnTo>
                    <a:close/>
                    <a:moveTo>
                      <a:pt x="4" y="6"/>
                    </a:moveTo>
                    <a:cubicBezTo>
                      <a:pt x="4" y="6"/>
                      <a:pt x="3" y="6"/>
                      <a:pt x="3" y="6"/>
                    </a:cubicBezTo>
                    <a:lnTo>
                      <a:pt x="3" y="5"/>
                    </a:lnTo>
                    <a:cubicBezTo>
                      <a:pt x="3" y="5"/>
                      <a:pt x="4" y="5"/>
                      <a:pt x="4" y="5"/>
                    </a:cubicBezTo>
                    <a:lnTo>
                      <a:pt x="4" y="6"/>
                    </a:lnTo>
                    <a:close/>
                    <a:moveTo>
                      <a:pt x="3" y="6"/>
                    </a:moveTo>
                    <a:cubicBezTo>
                      <a:pt x="2" y="6"/>
                      <a:pt x="2" y="6"/>
                      <a:pt x="1" y="6"/>
                    </a:cubicBezTo>
                    <a:lnTo>
                      <a:pt x="2" y="5"/>
                    </a:lnTo>
                    <a:cubicBezTo>
                      <a:pt x="2" y="5"/>
                      <a:pt x="3" y="5"/>
                      <a:pt x="3" y="5"/>
                    </a:cubicBezTo>
                    <a:lnTo>
                      <a:pt x="3" y="6"/>
                    </a:lnTo>
                    <a:close/>
                    <a:moveTo>
                      <a:pt x="1" y="6"/>
                    </a:moveTo>
                    <a:cubicBezTo>
                      <a:pt x="1" y="6"/>
                      <a:pt x="0" y="5"/>
                      <a:pt x="0" y="4"/>
                    </a:cubicBezTo>
                    <a:lnTo>
                      <a:pt x="2" y="4"/>
                    </a:lnTo>
                    <a:cubicBezTo>
                      <a:pt x="2" y="4"/>
                      <a:pt x="2" y="4"/>
                      <a:pt x="2" y="5"/>
                    </a:cubicBezTo>
                    <a:lnTo>
                      <a:pt x="1" y="6"/>
                    </a:lnTo>
                    <a:close/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lnTo>
                      <a:pt x="2" y="4"/>
                    </a:lnTo>
                    <a:cubicBezTo>
                      <a:pt x="2" y="4"/>
                      <a:pt x="2" y="4"/>
                      <a:pt x="2" y="4"/>
                    </a:cubicBez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80"/>
              </a:solidFill>
              <a:ln w="9525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84" name="Freeform 1936">
                <a:extLst>
                  <a:ext uri="{FF2B5EF4-FFF2-40B4-BE49-F238E27FC236}">
                    <a16:creationId xmlns:a16="http://schemas.microsoft.com/office/drawing/2014/main" id="{CF771B88-9471-11BA-8942-439C67B8A28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4549" y="3109"/>
                <a:ext cx="66" cy="49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2" y="3"/>
                  </a:cxn>
                  <a:cxn ang="0">
                    <a:pos x="0" y="4"/>
                  </a:cxn>
                  <a:cxn ang="0">
                    <a:pos x="1" y="2"/>
                  </a:cxn>
                  <a:cxn ang="0">
                    <a:pos x="2" y="3"/>
                  </a:cxn>
                  <a:cxn ang="0">
                    <a:pos x="1" y="2"/>
                  </a:cxn>
                  <a:cxn ang="0">
                    <a:pos x="4" y="1"/>
                  </a:cxn>
                  <a:cxn ang="0">
                    <a:pos x="1" y="2"/>
                  </a:cxn>
                  <a:cxn ang="0">
                    <a:pos x="5" y="0"/>
                  </a:cxn>
                  <a:cxn ang="0">
                    <a:pos x="4" y="1"/>
                  </a:cxn>
                  <a:cxn ang="0">
                    <a:pos x="5" y="0"/>
                  </a:cxn>
                  <a:cxn ang="0">
                    <a:pos x="6" y="2"/>
                  </a:cxn>
                  <a:cxn ang="0">
                    <a:pos x="5" y="0"/>
                  </a:cxn>
                  <a:cxn ang="0">
                    <a:pos x="7" y="0"/>
                  </a:cxn>
                  <a:cxn ang="0">
                    <a:pos x="7" y="0"/>
                  </a:cxn>
                  <a:cxn ang="0">
                    <a:pos x="8" y="2"/>
                  </a:cxn>
                  <a:cxn ang="0">
                    <a:pos x="6" y="2"/>
                  </a:cxn>
                  <a:cxn ang="0">
                    <a:pos x="8" y="2"/>
                  </a:cxn>
                  <a:cxn ang="0">
                    <a:pos x="6" y="2"/>
                  </a:cxn>
                  <a:cxn ang="0">
                    <a:pos x="8" y="2"/>
                  </a:cxn>
                  <a:cxn ang="0">
                    <a:pos x="8" y="2"/>
                  </a:cxn>
                  <a:cxn ang="0">
                    <a:pos x="6" y="2"/>
                  </a:cxn>
                  <a:cxn ang="0">
                    <a:pos x="8" y="2"/>
                  </a:cxn>
                  <a:cxn ang="0">
                    <a:pos x="6" y="2"/>
                  </a:cxn>
                  <a:cxn ang="0">
                    <a:pos x="8" y="2"/>
                  </a:cxn>
                  <a:cxn ang="0">
                    <a:pos x="7" y="4"/>
                  </a:cxn>
                  <a:cxn ang="0">
                    <a:pos x="6" y="2"/>
                  </a:cxn>
                  <a:cxn ang="0">
                    <a:pos x="7" y="4"/>
                  </a:cxn>
                  <a:cxn ang="0">
                    <a:pos x="4" y="4"/>
                  </a:cxn>
                  <a:cxn ang="0">
                    <a:pos x="7" y="4"/>
                  </a:cxn>
                  <a:cxn ang="0">
                    <a:pos x="3" y="6"/>
                  </a:cxn>
                  <a:cxn ang="0">
                    <a:pos x="4" y="4"/>
                  </a:cxn>
                  <a:cxn ang="0">
                    <a:pos x="3" y="6"/>
                  </a:cxn>
                  <a:cxn ang="0">
                    <a:pos x="2" y="4"/>
                  </a:cxn>
                  <a:cxn ang="0">
                    <a:pos x="3" y="6"/>
                  </a:cxn>
                  <a:cxn ang="0">
                    <a:pos x="0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2" y="4"/>
                  </a:cxn>
                  <a:cxn ang="0">
                    <a:pos x="0" y="4"/>
                  </a:cxn>
                </a:cxnLst>
                <a:rect l="0" t="0" r="r" b="b"/>
                <a:pathLst>
                  <a:path w="8" h="6">
                    <a:moveTo>
                      <a:pt x="0" y="4"/>
                    </a:moveTo>
                    <a:lnTo>
                      <a:pt x="0" y="4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4"/>
                    </a:lnTo>
                    <a:close/>
                    <a:moveTo>
                      <a:pt x="0" y="4"/>
                    </a:moveTo>
                    <a:cubicBezTo>
                      <a:pt x="0" y="3"/>
                      <a:pt x="0" y="3"/>
                      <a:pt x="0" y="3"/>
                    </a:cubicBezTo>
                    <a:lnTo>
                      <a:pt x="2" y="3"/>
                    </a:lnTo>
                    <a:cubicBezTo>
                      <a:pt x="2" y="3"/>
                      <a:pt x="2" y="4"/>
                      <a:pt x="2" y="4"/>
                    </a:cubicBezTo>
                    <a:lnTo>
                      <a:pt x="0" y="4"/>
                    </a:lnTo>
                    <a:close/>
                    <a:moveTo>
                      <a:pt x="0" y="3"/>
                    </a:moveTo>
                    <a:cubicBezTo>
                      <a:pt x="0" y="3"/>
                      <a:pt x="0" y="2"/>
                      <a:pt x="1" y="2"/>
                    </a:cubicBezTo>
                    <a:lnTo>
                      <a:pt x="2" y="3"/>
                    </a:lnTo>
                    <a:cubicBezTo>
                      <a:pt x="2" y="3"/>
                      <a:pt x="2" y="3"/>
                      <a:pt x="2" y="3"/>
                    </a:cubicBezTo>
                    <a:lnTo>
                      <a:pt x="0" y="3"/>
                    </a:lnTo>
                    <a:close/>
                    <a:moveTo>
                      <a:pt x="1" y="2"/>
                    </a:moveTo>
                    <a:cubicBezTo>
                      <a:pt x="1" y="1"/>
                      <a:pt x="2" y="0"/>
                      <a:pt x="4" y="0"/>
                    </a:cubicBezTo>
                    <a:lnTo>
                      <a:pt x="4" y="1"/>
                    </a:lnTo>
                    <a:cubicBezTo>
                      <a:pt x="3" y="2"/>
                      <a:pt x="2" y="2"/>
                      <a:pt x="2" y="3"/>
                    </a:cubicBezTo>
                    <a:lnTo>
                      <a:pt x="1" y="2"/>
                    </a:lnTo>
                    <a:close/>
                    <a:moveTo>
                      <a:pt x="4" y="0"/>
                    </a:moveTo>
                    <a:cubicBezTo>
                      <a:pt x="4" y="0"/>
                      <a:pt x="5" y="0"/>
                      <a:pt x="5" y="0"/>
                    </a:cubicBezTo>
                    <a:lnTo>
                      <a:pt x="5" y="1"/>
                    </a:lnTo>
                    <a:cubicBezTo>
                      <a:pt x="5" y="1"/>
                      <a:pt x="4" y="1"/>
                      <a:pt x="4" y="1"/>
                    </a:cubicBezTo>
                    <a:lnTo>
                      <a:pt x="4" y="0"/>
                    </a:lnTo>
                    <a:close/>
                    <a:moveTo>
                      <a:pt x="5" y="0"/>
                    </a:moveTo>
                    <a:cubicBezTo>
                      <a:pt x="6" y="0"/>
                      <a:pt x="6" y="0"/>
                      <a:pt x="7" y="0"/>
                    </a:cubicBezTo>
                    <a:lnTo>
                      <a:pt x="6" y="2"/>
                    </a:lnTo>
                    <a:cubicBezTo>
                      <a:pt x="6" y="1"/>
                      <a:pt x="5" y="1"/>
                      <a:pt x="5" y="1"/>
                    </a:cubicBezTo>
                    <a:lnTo>
                      <a:pt x="5" y="0"/>
                    </a:lnTo>
                    <a:close/>
                    <a:moveTo>
                      <a:pt x="7" y="0"/>
                    </a:moveTo>
                    <a:lnTo>
                      <a:pt x="7" y="0"/>
                    </a:lnTo>
                    <a:lnTo>
                      <a:pt x="6" y="1"/>
                    </a:lnTo>
                    <a:lnTo>
                      <a:pt x="7" y="0"/>
                    </a:lnTo>
                    <a:close/>
                    <a:moveTo>
                      <a:pt x="7" y="0"/>
                    </a:moveTo>
                    <a:cubicBezTo>
                      <a:pt x="7" y="1"/>
                      <a:pt x="8" y="1"/>
                      <a:pt x="8" y="2"/>
                    </a:cubicBezTo>
                    <a:lnTo>
                      <a:pt x="6" y="2"/>
                    </a:lnTo>
                    <a:cubicBezTo>
                      <a:pt x="6" y="2"/>
                      <a:pt x="6" y="2"/>
                      <a:pt x="6" y="2"/>
                    </a:cubicBezTo>
                    <a:lnTo>
                      <a:pt x="7" y="0"/>
                    </a:lnTo>
                    <a:close/>
                    <a:moveTo>
                      <a:pt x="8" y="2"/>
                    </a:moveTo>
                    <a:cubicBezTo>
                      <a:pt x="8" y="2"/>
                      <a:pt x="8" y="2"/>
                      <a:pt x="8" y="2"/>
                    </a:cubicBezTo>
                    <a:lnTo>
                      <a:pt x="6" y="2"/>
                    </a:lnTo>
                    <a:cubicBezTo>
                      <a:pt x="6" y="2"/>
                      <a:pt x="6" y="2"/>
                      <a:pt x="6" y="2"/>
                    </a:cubicBezTo>
                    <a:lnTo>
                      <a:pt x="8" y="2"/>
                    </a:lnTo>
                    <a:close/>
                    <a:moveTo>
                      <a:pt x="8" y="2"/>
                    </a:moveTo>
                    <a:lnTo>
                      <a:pt x="8" y="2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8" y="2"/>
                    </a:lnTo>
                    <a:close/>
                    <a:moveTo>
                      <a:pt x="8" y="2"/>
                    </a:moveTo>
                    <a:cubicBezTo>
                      <a:pt x="8" y="2"/>
                      <a:pt x="8" y="3"/>
                      <a:pt x="8" y="3"/>
                    </a:cubicBezTo>
                    <a:lnTo>
                      <a:pt x="6" y="2"/>
                    </a:lnTo>
                    <a:cubicBezTo>
                      <a:pt x="6" y="2"/>
                      <a:pt x="6" y="2"/>
                      <a:pt x="6" y="2"/>
                    </a:cubicBezTo>
                    <a:lnTo>
                      <a:pt x="8" y="2"/>
                    </a:lnTo>
                    <a:close/>
                    <a:moveTo>
                      <a:pt x="8" y="3"/>
                    </a:moveTo>
                    <a:cubicBezTo>
                      <a:pt x="8" y="3"/>
                      <a:pt x="8" y="3"/>
                      <a:pt x="7" y="4"/>
                    </a:cubicBezTo>
                    <a:lnTo>
                      <a:pt x="6" y="3"/>
                    </a:lnTo>
                    <a:cubicBezTo>
                      <a:pt x="6" y="3"/>
                      <a:pt x="6" y="3"/>
                      <a:pt x="6" y="2"/>
                    </a:cubicBezTo>
                    <a:lnTo>
                      <a:pt x="8" y="3"/>
                    </a:lnTo>
                    <a:close/>
                    <a:moveTo>
                      <a:pt x="7" y="4"/>
                    </a:moveTo>
                    <a:cubicBezTo>
                      <a:pt x="7" y="5"/>
                      <a:pt x="6" y="6"/>
                      <a:pt x="4" y="6"/>
                    </a:cubicBezTo>
                    <a:lnTo>
                      <a:pt x="4" y="4"/>
                    </a:lnTo>
                    <a:cubicBezTo>
                      <a:pt x="5" y="4"/>
                      <a:pt x="6" y="4"/>
                      <a:pt x="6" y="3"/>
                    </a:cubicBezTo>
                    <a:lnTo>
                      <a:pt x="7" y="4"/>
                    </a:lnTo>
                    <a:close/>
                    <a:moveTo>
                      <a:pt x="4" y="6"/>
                    </a:moveTo>
                    <a:cubicBezTo>
                      <a:pt x="4" y="6"/>
                      <a:pt x="3" y="6"/>
                      <a:pt x="3" y="6"/>
                    </a:cubicBezTo>
                    <a:lnTo>
                      <a:pt x="3" y="4"/>
                    </a:lnTo>
                    <a:cubicBezTo>
                      <a:pt x="3" y="4"/>
                      <a:pt x="4" y="4"/>
                      <a:pt x="4" y="4"/>
                    </a:cubicBezTo>
                    <a:lnTo>
                      <a:pt x="4" y="6"/>
                    </a:lnTo>
                    <a:close/>
                    <a:moveTo>
                      <a:pt x="3" y="6"/>
                    </a:moveTo>
                    <a:cubicBezTo>
                      <a:pt x="2" y="6"/>
                      <a:pt x="2" y="6"/>
                      <a:pt x="1" y="6"/>
                    </a:cubicBezTo>
                    <a:lnTo>
                      <a:pt x="2" y="4"/>
                    </a:lnTo>
                    <a:cubicBezTo>
                      <a:pt x="2" y="4"/>
                      <a:pt x="3" y="4"/>
                      <a:pt x="3" y="4"/>
                    </a:cubicBezTo>
                    <a:lnTo>
                      <a:pt x="3" y="6"/>
                    </a:lnTo>
                    <a:close/>
                    <a:moveTo>
                      <a:pt x="1" y="6"/>
                    </a:moveTo>
                    <a:cubicBezTo>
                      <a:pt x="1" y="5"/>
                      <a:pt x="0" y="5"/>
                      <a:pt x="0" y="4"/>
                    </a:cubicBezTo>
                    <a:lnTo>
                      <a:pt x="2" y="4"/>
                    </a:lnTo>
                    <a:cubicBezTo>
                      <a:pt x="2" y="4"/>
                      <a:pt x="2" y="4"/>
                      <a:pt x="2" y="4"/>
                    </a:cubicBezTo>
                    <a:lnTo>
                      <a:pt x="1" y="6"/>
                    </a:lnTo>
                    <a:close/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lnTo>
                      <a:pt x="2" y="4"/>
                    </a:lnTo>
                    <a:cubicBezTo>
                      <a:pt x="2" y="4"/>
                      <a:pt x="2" y="4"/>
                      <a:pt x="2" y="4"/>
                    </a:cubicBez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80"/>
              </a:solidFill>
              <a:ln w="9525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85" name="Freeform 1937">
                <a:extLst>
                  <a:ext uri="{FF2B5EF4-FFF2-40B4-BE49-F238E27FC236}">
                    <a16:creationId xmlns:a16="http://schemas.microsoft.com/office/drawing/2014/main" id="{C2549006-7C50-DFE3-A035-313D0E9DAFB3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4549" y="3068"/>
                <a:ext cx="66" cy="57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1" y="3"/>
                  </a:cxn>
                  <a:cxn ang="0">
                    <a:pos x="2" y="4"/>
                  </a:cxn>
                  <a:cxn ang="0">
                    <a:pos x="1" y="3"/>
                  </a:cxn>
                  <a:cxn ang="0">
                    <a:pos x="4" y="2"/>
                  </a:cxn>
                  <a:cxn ang="0">
                    <a:pos x="1" y="3"/>
                  </a:cxn>
                  <a:cxn ang="0">
                    <a:pos x="5" y="0"/>
                  </a:cxn>
                  <a:cxn ang="0">
                    <a:pos x="4" y="2"/>
                  </a:cxn>
                  <a:cxn ang="0">
                    <a:pos x="5" y="0"/>
                  </a:cxn>
                  <a:cxn ang="0">
                    <a:pos x="6" y="2"/>
                  </a:cxn>
                  <a:cxn ang="0">
                    <a:pos x="5" y="0"/>
                  </a:cxn>
                  <a:cxn ang="0">
                    <a:pos x="7" y="1"/>
                  </a:cxn>
                  <a:cxn ang="0">
                    <a:pos x="7" y="1"/>
                  </a:cxn>
                  <a:cxn ang="0">
                    <a:pos x="8" y="2"/>
                  </a:cxn>
                  <a:cxn ang="0">
                    <a:pos x="6" y="2"/>
                  </a:cxn>
                  <a:cxn ang="0">
                    <a:pos x="8" y="2"/>
                  </a:cxn>
                  <a:cxn ang="0">
                    <a:pos x="6" y="3"/>
                  </a:cxn>
                  <a:cxn ang="0">
                    <a:pos x="8" y="2"/>
                  </a:cxn>
                  <a:cxn ang="0">
                    <a:pos x="8" y="3"/>
                  </a:cxn>
                  <a:cxn ang="0">
                    <a:pos x="6" y="3"/>
                  </a:cxn>
                  <a:cxn ang="0">
                    <a:pos x="8" y="3"/>
                  </a:cxn>
                  <a:cxn ang="0">
                    <a:pos x="6" y="3"/>
                  </a:cxn>
                  <a:cxn ang="0">
                    <a:pos x="8" y="3"/>
                  </a:cxn>
                  <a:cxn ang="0">
                    <a:pos x="7" y="4"/>
                  </a:cxn>
                  <a:cxn ang="0">
                    <a:pos x="6" y="3"/>
                  </a:cxn>
                  <a:cxn ang="0">
                    <a:pos x="7" y="4"/>
                  </a:cxn>
                  <a:cxn ang="0">
                    <a:pos x="4" y="5"/>
                  </a:cxn>
                  <a:cxn ang="0">
                    <a:pos x="7" y="4"/>
                  </a:cxn>
                  <a:cxn ang="0">
                    <a:pos x="3" y="7"/>
                  </a:cxn>
                  <a:cxn ang="0">
                    <a:pos x="4" y="5"/>
                  </a:cxn>
                  <a:cxn ang="0">
                    <a:pos x="3" y="7"/>
                  </a:cxn>
                  <a:cxn ang="0">
                    <a:pos x="2" y="5"/>
                  </a:cxn>
                  <a:cxn ang="0">
                    <a:pos x="3" y="7"/>
                  </a:cxn>
                  <a:cxn ang="0">
                    <a:pos x="1" y="6"/>
                  </a:cxn>
                  <a:cxn ang="0">
                    <a:pos x="1" y="6"/>
                  </a:cxn>
                  <a:cxn ang="0">
                    <a:pos x="0" y="5"/>
                  </a:cxn>
                  <a:cxn ang="0">
                    <a:pos x="2" y="5"/>
                  </a:cxn>
                  <a:cxn ang="0">
                    <a:pos x="2" y="4"/>
                  </a:cxn>
                  <a:cxn ang="0">
                    <a:pos x="1" y="5"/>
                  </a:cxn>
                  <a:cxn ang="0">
                    <a:pos x="0" y="5"/>
                  </a:cxn>
                  <a:cxn ang="0">
                    <a:pos x="2" y="4"/>
                  </a:cxn>
                  <a:cxn ang="0">
                    <a:pos x="0" y="5"/>
                  </a:cxn>
                </a:cxnLst>
                <a:rect l="0" t="0" r="r" b="b"/>
                <a:pathLst>
                  <a:path w="8" h="7">
                    <a:moveTo>
                      <a:pt x="0" y="4"/>
                    </a:moveTo>
                    <a:lnTo>
                      <a:pt x="0" y="4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4"/>
                    </a:lnTo>
                    <a:close/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lnTo>
                      <a:pt x="2" y="4"/>
                    </a:lnTo>
                    <a:cubicBezTo>
                      <a:pt x="2" y="4"/>
                      <a:pt x="2" y="4"/>
                      <a:pt x="2" y="4"/>
                    </a:cubicBezTo>
                    <a:lnTo>
                      <a:pt x="0" y="4"/>
                    </a:lnTo>
                    <a:close/>
                    <a:moveTo>
                      <a:pt x="0" y="4"/>
                    </a:moveTo>
                    <a:cubicBezTo>
                      <a:pt x="0" y="3"/>
                      <a:pt x="0" y="3"/>
                      <a:pt x="1" y="3"/>
                    </a:cubicBezTo>
                    <a:lnTo>
                      <a:pt x="2" y="4"/>
                    </a:lnTo>
                    <a:cubicBezTo>
                      <a:pt x="2" y="4"/>
                      <a:pt x="2" y="4"/>
                      <a:pt x="2" y="4"/>
                    </a:cubicBezTo>
                    <a:lnTo>
                      <a:pt x="0" y="4"/>
                    </a:lnTo>
                    <a:close/>
                    <a:moveTo>
                      <a:pt x="1" y="3"/>
                    </a:moveTo>
                    <a:cubicBezTo>
                      <a:pt x="1" y="2"/>
                      <a:pt x="2" y="1"/>
                      <a:pt x="4" y="1"/>
                    </a:cubicBezTo>
                    <a:lnTo>
                      <a:pt x="4" y="2"/>
                    </a:lnTo>
                    <a:cubicBezTo>
                      <a:pt x="3" y="2"/>
                      <a:pt x="2" y="3"/>
                      <a:pt x="2" y="4"/>
                    </a:cubicBezTo>
                    <a:lnTo>
                      <a:pt x="1" y="3"/>
                    </a:lnTo>
                    <a:close/>
                    <a:moveTo>
                      <a:pt x="4" y="1"/>
                    </a:moveTo>
                    <a:cubicBezTo>
                      <a:pt x="4" y="1"/>
                      <a:pt x="5" y="0"/>
                      <a:pt x="5" y="0"/>
                    </a:cubicBezTo>
                    <a:lnTo>
                      <a:pt x="5" y="2"/>
                    </a:lnTo>
                    <a:cubicBezTo>
                      <a:pt x="5" y="2"/>
                      <a:pt x="4" y="2"/>
                      <a:pt x="4" y="2"/>
                    </a:cubicBezTo>
                    <a:lnTo>
                      <a:pt x="4" y="1"/>
                    </a:lnTo>
                    <a:close/>
                    <a:moveTo>
                      <a:pt x="5" y="0"/>
                    </a:moveTo>
                    <a:cubicBezTo>
                      <a:pt x="6" y="0"/>
                      <a:pt x="6" y="1"/>
                      <a:pt x="7" y="1"/>
                    </a:cubicBezTo>
                    <a:lnTo>
                      <a:pt x="6" y="2"/>
                    </a:lnTo>
                    <a:cubicBezTo>
                      <a:pt x="6" y="2"/>
                      <a:pt x="5" y="2"/>
                      <a:pt x="5" y="2"/>
                    </a:cubicBezTo>
                    <a:lnTo>
                      <a:pt x="5" y="0"/>
                    </a:lnTo>
                    <a:close/>
                    <a:moveTo>
                      <a:pt x="7" y="1"/>
                    </a:moveTo>
                    <a:lnTo>
                      <a:pt x="7" y="1"/>
                    </a:lnTo>
                    <a:lnTo>
                      <a:pt x="6" y="2"/>
                    </a:lnTo>
                    <a:lnTo>
                      <a:pt x="7" y="1"/>
                    </a:lnTo>
                    <a:close/>
                    <a:moveTo>
                      <a:pt x="7" y="1"/>
                    </a:moveTo>
                    <a:cubicBezTo>
                      <a:pt x="7" y="1"/>
                      <a:pt x="8" y="2"/>
                      <a:pt x="8" y="2"/>
                    </a:cubicBezTo>
                    <a:lnTo>
                      <a:pt x="6" y="3"/>
                    </a:lnTo>
                    <a:cubicBezTo>
                      <a:pt x="6" y="2"/>
                      <a:pt x="6" y="2"/>
                      <a:pt x="6" y="2"/>
                    </a:cubicBezTo>
                    <a:lnTo>
                      <a:pt x="7" y="1"/>
                    </a:lnTo>
                    <a:close/>
                    <a:moveTo>
                      <a:pt x="8" y="2"/>
                    </a:moveTo>
                    <a:cubicBezTo>
                      <a:pt x="8" y="3"/>
                      <a:pt x="8" y="3"/>
                      <a:pt x="8" y="3"/>
                    </a:cubicBezTo>
                    <a:lnTo>
                      <a:pt x="6" y="3"/>
                    </a:lnTo>
                    <a:cubicBezTo>
                      <a:pt x="6" y="3"/>
                      <a:pt x="6" y="3"/>
                      <a:pt x="6" y="3"/>
                    </a:cubicBezTo>
                    <a:lnTo>
                      <a:pt x="8" y="2"/>
                    </a:lnTo>
                    <a:close/>
                    <a:moveTo>
                      <a:pt x="8" y="3"/>
                    </a:moveTo>
                    <a:lnTo>
                      <a:pt x="8" y="3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8" y="3"/>
                    </a:lnTo>
                    <a:close/>
                    <a:moveTo>
                      <a:pt x="8" y="3"/>
                    </a:moveTo>
                    <a:cubicBezTo>
                      <a:pt x="8" y="3"/>
                      <a:pt x="8" y="3"/>
                      <a:pt x="8" y="4"/>
                    </a:cubicBezTo>
                    <a:lnTo>
                      <a:pt x="6" y="3"/>
                    </a:lnTo>
                    <a:cubicBezTo>
                      <a:pt x="6" y="3"/>
                      <a:pt x="6" y="3"/>
                      <a:pt x="6" y="3"/>
                    </a:cubicBezTo>
                    <a:lnTo>
                      <a:pt x="8" y="3"/>
                    </a:lnTo>
                    <a:close/>
                    <a:moveTo>
                      <a:pt x="8" y="4"/>
                    </a:moveTo>
                    <a:cubicBezTo>
                      <a:pt x="8" y="4"/>
                      <a:pt x="8" y="4"/>
                      <a:pt x="7" y="4"/>
                    </a:cubicBezTo>
                    <a:lnTo>
                      <a:pt x="6" y="4"/>
                    </a:lnTo>
                    <a:cubicBezTo>
                      <a:pt x="6" y="3"/>
                      <a:pt x="6" y="3"/>
                      <a:pt x="6" y="3"/>
                    </a:cubicBezTo>
                    <a:lnTo>
                      <a:pt x="8" y="4"/>
                    </a:lnTo>
                    <a:close/>
                    <a:moveTo>
                      <a:pt x="7" y="4"/>
                    </a:moveTo>
                    <a:cubicBezTo>
                      <a:pt x="7" y="5"/>
                      <a:pt x="6" y="6"/>
                      <a:pt x="4" y="7"/>
                    </a:cubicBezTo>
                    <a:lnTo>
                      <a:pt x="4" y="5"/>
                    </a:lnTo>
                    <a:cubicBezTo>
                      <a:pt x="5" y="5"/>
                      <a:pt x="6" y="4"/>
                      <a:pt x="6" y="4"/>
                    </a:cubicBezTo>
                    <a:lnTo>
                      <a:pt x="7" y="4"/>
                    </a:lnTo>
                    <a:close/>
                    <a:moveTo>
                      <a:pt x="4" y="7"/>
                    </a:moveTo>
                    <a:cubicBezTo>
                      <a:pt x="4" y="7"/>
                      <a:pt x="3" y="7"/>
                      <a:pt x="3" y="7"/>
                    </a:cubicBezTo>
                    <a:lnTo>
                      <a:pt x="3" y="5"/>
                    </a:lnTo>
                    <a:cubicBezTo>
                      <a:pt x="3" y="5"/>
                      <a:pt x="4" y="5"/>
                      <a:pt x="4" y="5"/>
                    </a:cubicBezTo>
                    <a:lnTo>
                      <a:pt x="4" y="7"/>
                    </a:lnTo>
                    <a:close/>
                    <a:moveTo>
                      <a:pt x="3" y="7"/>
                    </a:moveTo>
                    <a:cubicBezTo>
                      <a:pt x="2" y="7"/>
                      <a:pt x="2" y="7"/>
                      <a:pt x="1" y="6"/>
                    </a:cubicBezTo>
                    <a:lnTo>
                      <a:pt x="2" y="5"/>
                    </a:lnTo>
                    <a:cubicBezTo>
                      <a:pt x="2" y="5"/>
                      <a:pt x="3" y="5"/>
                      <a:pt x="3" y="5"/>
                    </a:cubicBezTo>
                    <a:lnTo>
                      <a:pt x="3" y="7"/>
                    </a:lnTo>
                    <a:close/>
                    <a:moveTo>
                      <a:pt x="1" y="6"/>
                    </a:moveTo>
                    <a:lnTo>
                      <a:pt x="1" y="6"/>
                    </a:lnTo>
                    <a:lnTo>
                      <a:pt x="2" y="6"/>
                    </a:lnTo>
                    <a:lnTo>
                      <a:pt x="1" y="6"/>
                    </a:lnTo>
                    <a:close/>
                    <a:moveTo>
                      <a:pt x="1" y="6"/>
                    </a:moveTo>
                    <a:cubicBezTo>
                      <a:pt x="1" y="6"/>
                      <a:pt x="0" y="5"/>
                      <a:pt x="0" y="5"/>
                    </a:cubicBezTo>
                    <a:lnTo>
                      <a:pt x="2" y="4"/>
                    </a:lnTo>
                    <a:cubicBezTo>
                      <a:pt x="2" y="5"/>
                      <a:pt x="2" y="5"/>
                      <a:pt x="2" y="5"/>
                    </a:cubicBezTo>
                    <a:lnTo>
                      <a:pt x="1" y="6"/>
                    </a:lnTo>
                    <a:close/>
                    <a:moveTo>
                      <a:pt x="2" y="4"/>
                    </a:moveTo>
                    <a:lnTo>
                      <a:pt x="2" y="4"/>
                    </a:lnTo>
                    <a:lnTo>
                      <a:pt x="1" y="5"/>
                    </a:lnTo>
                    <a:lnTo>
                      <a:pt x="2" y="4"/>
                    </a:lnTo>
                    <a:close/>
                    <a:moveTo>
                      <a:pt x="0" y="5"/>
                    </a:moveTo>
                    <a:cubicBezTo>
                      <a:pt x="0" y="5"/>
                      <a:pt x="0" y="5"/>
                      <a:pt x="0" y="4"/>
                    </a:cubicBezTo>
                    <a:lnTo>
                      <a:pt x="2" y="4"/>
                    </a:lnTo>
                    <a:cubicBezTo>
                      <a:pt x="2" y="4"/>
                      <a:pt x="2" y="4"/>
                      <a:pt x="2" y="4"/>
                    </a:cubicBez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80"/>
              </a:solidFill>
              <a:ln w="9525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86" name="Freeform 1938">
                <a:extLst>
                  <a:ext uri="{FF2B5EF4-FFF2-40B4-BE49-F238E27FC236}">
                    <a16:creationId xmlns:a16="http://schemas.microsoft.com/office/drawing/2014/main" id="{AA7202DF-DCA7-C4AE-EF4F-075B9883EBAC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4549" y="3034"/>
                <a:ext cx="66" cy="49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1" y="3"/>
                  </a:cxn>
                  <a:cxn ang="0">
                    <a:pos x="2" y="4"/>
                  </a:cxn>
                  <a:cxn ang="0">
                    <a:pos x="1" y="3"/>
                  </a:cxn>
                  <a:cxn ang="0">
                    <a:pos x="4" y="2"/>
                  </a:cxn>
                  <a:cxn ang="0">
                    <a:pos x="1" y="3"/>
                  </a:cxn>
                  <a:cxn ang="0">
                    <a:pos x="5" y="0"/>
                  </a:cxn>
                  <a:cxn ang="0">
                    <a:pos x="4" y="2"/>
                  </a:cxn>
                  <a:cxn ang="0">
                    <a:pos x="5" y="0"/>
                  </a:cxn>
                  <a:cxn ang="0">
                    <a:pos x="6" y="2"/>
                  </a:cxn>
                  <a:cxn ang="0">
                    <a:pos x="5" y="0"/>
                  </a:cxn>
                  <a:cxn ang="0">
                    <a:pos x="8" y="2"/>
                  </a:cxn>
                  <a:cxn ang="0">
                    <a:pos x="6" y="2"/>
                  </a:cxn>
                  <a:cxn ang="0">
                    <a:pos x="8" y="2"/>
                  </a:cxn>
                  <a:cxn ang="0">
                    <a:pos x="6" y="3"/>
                  </a:cxn>
                  <a:cxn ang="0">
                    <a:pos x="8" y="2"/>
                  </a:cxn>
                  <a:cxn ang="0">
                    <a:pos x="8" y="3"/>
                  </a:cxn>
                  <a:cxn ang="0">
                    <a:pos x="6" y="3"/>
                  </a:cxn>
                  <a:cxn ang="0">
                    <a:pos x="8" y="3"/>
                  </a:cxn>
                  <a:cxn ang="0">
                    <a:pos x="6" y="3"/>
                  </a:cxn>
                  <a:cxn ang="0">
                    <a:pos x="8" y="3"/>
                  </a:cxn>
                  <a:cxn ang="0">
                    <a:pos x="7" y="4"/>
                  </a:cxn>
                  <a:cxn ang="0">
                    <a:pos x="6" y="3"/>
                  </a:cxn>
                  <a:cxn ang="0">
                    <a:pos x="7" y="4"/>
                  </a:cxn>
                  <a:cxn ang="0">
                    <a:pos x="4" y="5"/>
                  </a:cxn>
                  <a:cxn ang="0">
                    <a:pos x="7" y="4"/>
                  </a:cxn>
                  <a:cxn ang="0">
                    <a:pos x="3" y="6"/>
                  </a:cxn>
                  <a:cxn ang="0">
                    <a:pos x="4" y="5"/>
                  </a:cxn>
                  <a:cxn ang="0">
                    <a:pos x="3" y="6"/>
                  </a:cxn>
                  <a:cxn ang="0">
                    <a:pos x="2" y="5"/>
                  </a:cxn>
                  <a:cxn ang="0">
                    <a:pos x="3" y="6"/>
                  </a:cxn>
                  <a:cxn ang="0">
                    <a:pos x="0" y="4"/>
                  </a:cxn>
                  <a:cxn ang="0">
                    <a:pos x="2" y="5"/>
                  </a:cxn>
                  <a:cxn ang="0">
                    <a:pos x="2" y="4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2" y="4"/>
                  </a:cxn>
                  <a:cxn ang="0">
                    <a:pos x="0" y="4"/>
                  </a:cxn>
                </a:cxnLst>
                <a:rect l="0" t="0" r="r" b="b"/>
                <a:pathLst>
                  <a:path w="8" h="6">
                    <a:moveTo>
                      <a:pt x="0" y="4"/>
                    </a:moveTo>
                    <a:lnTo>
                      <a:pt x="0" y="4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4"/>
                    </a:lnTo>
                    <a:close/>
                    <a:moveTo>
                      <a:pt x="0" y="4"/>
                    </a:moveTo>
                    <a:cubicBezTo>
                      <a:pt x="0" y="4"/>
                      <a:pt x="0" y="3"/>
                      <a:pt x="0" y="3"/>
                    </a:cubicBezTo>
                    <a:lnTo>
                      <a:pt x="2" y="4"/>
                    </a:lnTo>
                    <a:cubicBezTo>
                      <a:pt x="2" y="4"/>
                      <a:pt x="2" y="4"/>
                      <a:pt x="2" y="4"/>
                    </a:cubicBezTo>
                    <a:lnTo>
                      <a:pt x="0" y="4"/>
                    </a:lnTo>
                    <a:close/>
                    <a:moveTo>
                      <a:pt x="0" y="3"/>
                    </a:moveTo>
                    <a:cubicBezTo>
                      <a:pt x="0" y="3"/>
                      <a:pt x="0" y="3"/>
                      <a:pt x="1" y="3"/>
                    </a:cubicBezTo>
                    <a:lnTo>
                      <a:pt x="2" y="3"/>
                    </a:lnTo>
                    <a:cubicBezTo>
                      <a:pt x="2" y="3"/>
                      <a:pt x="2" y="4"/>
                      <a:pt x="2" y="4"/>
                    </a:cubicBezTo>
                    <a:lnTo>
                      <a:pt x="0" y="3"/>
                    </a:lnTo>
                    <a:close/>
                    <a:moveTo>
                      <a:pt x="1" y="3"/>
                    </a:moveTo>
                    <a:cubicBezTo>
                      <a:pt x="1" y="2"/>
                      <a:pt x="2" y="1"/>
                      <a:pt x="4" y="0"/>
                    </a:cubicBezTo>
                    <a:lnTo>
                      <a:pt x="4" y="2"/>
                    </a:lnTo>
                    <a:cubicBezTo>
                      <a:pt x="3" y="2"/>
                      <a:pt x="2" y="3"/>
                      <a:pt x="2" y="3"/>
                    </a:cubicBezTo>
                    <a:lnTo>
                      <a:pt x="1" y="3"/>
                    </a:lnTo>
                    <a:close/>
                    <a:moveTo>
                      <a:pt x="4" y="0"/>
                    </a:moveTo>
                    <a:cubicBezTo>
                      <a:pt x="4" y="0"/>
                      <a:pt x="5" y="0"/>
                      <a:pt x="5" y="0"/>
                    </a:cubicBezTo>
                    <a:lnTo>
                      <a:pt x="5" y="2"/>
                    </a:lnTo>
                    <a:cubicBezTo>
                      <a:pt x="5" y="2"/>
                      <a:pt x="4" y="2"/>
                      <a:pt x="4" y="2"/>
                    </a:cubicBezTo>
                    <a:lnTo>
                      <a:pt x="4" y="0"/>
                    </a:lnTo>
                    <a:close/>
                    <a:moveTo>
                      <a:pt x="5" y="0"/>
                    </a:moveTo>
                    <a:cubicBezTo>
                      <a:pt x="6" y="0"/>
                      <a:pt x="6" y="0"/>
                      <a:pt x="7" y="1"/>
                    </a:cubicBezTo>
                    <a:lnTo>
                      <a:pt x="6" y="2"/>
                    </a:lnTo>
                    <a:cubicBezTo>
                      <a:pt x="6" y="2"/>
                      <a:pt x="5" y="2"/>
                      <a:pt x="5" y="2"/>
                    </a:cubicBezTo>
                    <a:lnTo>
                      <a:pt x="5" y="0"/>
                    </a:lnTo>
                    <a:close/>
                    <a:moveTo>
                      <a:pt x="7" y="1"/>
                    </a:moveTo>
                    <a:cubicBezTo>
                      <a:pt x="7" y="1"/>
                      <a:pt x="8" y="1"/>
                      <a:pt x="8" y="2"/>
                    </a:cubicBezTo>
                    <a:lnTo>
                      <a:pt x="6" y="2"/>
                    </a:lnTo>
                    <a:cubicBezTo>
                      <a:pt x="6" y="2"/>
                      <a:pt x="6" y="2"/>
                      <a:pt x="6" y="2"/>
                    </a:cubicBezTo>
                    <a:lnTo>
                      <a:pt x="7" y="1"/>
                    </a:lnTo>
                    <a:close/>
                    <a:moveTo>
                      <a:pt x="8" y="2"/>
                    </a:moveTo>
                    <a:cubicBezTo>
                      <a:pt x="8" y="2"/>
                      <a:pt x="8" y="2"/>
                      <a:pt x="8" y="3"/>
                    </a:cubicBezTo>
                    <a:lnTo>
                      <a:pt x="6" y="3"/>
                    </a:lnTo>
                    <a:cubicBezTo>
                      <a:pt x="6" y="2"/>
                      <a:pt x="6" y="2"/>
                      <a:pt x="6" y="2"/>
                    </a:cubicBezTo>
                    <a:lnTo>
                      <a:pt x="8" y="2"/>
                    </a:lnTo>
                    <a:close/>
                    <a:moveTo>
                      <a:pt x="8" y="3"/>
                    </a:moveTo>
                    <a:lnTo>
                      <a:pt x="8" y="3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8" y="3"/>
                    </a:lnTo>
                    <a:close/>
                    <a:moveTo>
                      <a:pt x="8" y="3"/>
                    </a:moveTo>
                    <a:cubicBezTo>
                      <a:pt x="8" y="3"/>
                      <a:pt x="8" y="3"/>
                      <a:pt x="8" y="3"/>
                    </a:cubicBezTo>
                    <a:lnTo>
                      <a:pt x="6" y="3"/>
                    </a:lnTo>
                    <a:cubicBezTo>
                      <a:pt x="6" y="3"/>
                      <a:pt x="6" y="3"/>
                      <a:pt x="6" y="3"/>
                    </a:cubicBezTo>
                    <a:lnTo>
                      <a:pt x="8" y="3"/>
                    </a:lnTo>
                    <a:close/>
                    <a:moveTo>
                      <a:pt x="8" y="3"/>
                    </a:moveTo>
                    <a:cubicBezTo>
                      <a:pt x="8" y="3"/>
                      <a:pt x="8" y="4"/>
                      <a:pt x="7" y="4"/>
                    </a:cubicBezTo>
                    <a:lnTo>
                      <a:pt x="6" y="3"/>
                    </a:lnTo>
                    <a:cubicBezTo>
                      <a:pt x="6" y="3"/>
                      <a:pt x="6" y="3"/>
                      <a:pt x="6" y="3"/>
                    </a:cubicBezTo>
                    <a:lnTo>
                      <a:pt x="8" y="3"/>
                    </a:lnTo>
                    <a:close/>
                    <a:moveTo>
                      <a:pt x="7" y="4"/>
                    </a:moveTo>
                    <a:cubicBezTo>
                      <a:pt x="7" y="5"/>
                      <a:pt x="6" y="6"/>
                      <a:pt x="4" y="6"/>
                    </a:cubicBezTo>
                    <a:lnTo>
                      <a:pt x="4" y="5"/>
                    </a:lnTo>
                    <a:cubicBezTo>
                      <a:pt x="5" y="5"/>
                      <a:pt x="6" y="4"/>
                      <a:pt x="6" y="3"/>
                    </a:cubicBezTo>
                    <a:lnTo>
                      <a:pt x="7" y="4"/>
                    </a:lnTo>
                    <a:close/>
                    <a:moveTo>
                      <a:pt x="4" y="6"/>
                    </a:moveTo>
                    <a:cubicBezTo>
                      <a:pt x="4" y="6"/>
                      <a:pt x="3" y="6"/>
                      <a:pt x="3" y="6"/>
                    </a:cubicBezTo>
                    <a:lnTo>
                      <a:pt x="3" y="5"/>
                    </a:lnTo>
                    <a:cubicBezTo>
                      <a:pt x="3" y="5"/>
                      <a:pt x="4" y="5"/>
                      <a:pt x="4" y="5"/>
                    </a:cubicBezTo>
                    <a:lnTo>
                      <a:pt x="4" y="6"/>
                    </a:lnTo>
                    <a:close/>
                    <a:moveTo>
                      <a:pt x="3" y="6"/>
                    </a:moveTo>
                    <a:cubicBezTo>
                      <a:pt x="2" y="6"/>
                      <a:pt x="2" y="6"/>
                      <a:pt x="1" y="6"/>
                    </a:cubicBezTo>
                    <a:lnTo>
                      <a:pt x="2" y="5"/>
                    </a:lnTo>
                    <a:cubicBezTo>
                      <a:pt x="2" y="5"/>
                      <a:pt x="3" y="5"/>
                      <a:pt x="3" y="5"/>
                    </a:cubicBezTo>
                    <a:lnTo>
                      <a:pt x="3" y="6"/>
                    </a:lnTo>
                    <a:close/>
                    <a:moveTo>
                      <a:pt x="1" y="6"/>
                    </a:moveTo>
                    <a:cubicBezTo>
                      <a:pt x="1" y="6"/>
                      <a:pt x="0" y="5"/>
                      <a:pt x="0" y="4"/>
                    </a:cubicBezTo>
                    <a:lnTo>
                      <a:pt x="2" y="4"/>
                    </a:lnTo>
                    <a:cubicBezTo>
                      <a:pt x="2" y="4"/>
                      <a:pt x="2" y="5"/>
                      <a:pt x="2" y="5"/>
                    </a:cubicBezTo>
                    <a:lnTo>
                      <a:pt x="1" y="6"/>
                    </a:lnTo>
                    <a:close/>
                    <a:moveTo>
                      <a:pt x="2" y="4"/>
                    </a:moveTo>
                    <a:lnTo>
                      <a:pt x="2" y="4"/>
                    </a:lnTo>
                    <a:lnTo>
                      <a:pt x="1" y="4"/>
                    </a:lnTo>
                    <a:lnTo>
                      <a:pt x="2" y="4"/>
                    </a:lnTo>
                    <a:close/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lnTo>
                      <a:pt x="2" y="4"/>
                    </a:lnTo>
                    <a:cubicBezTo>
                      <a:pt x="2" y="4"/>
                      <a:pt x="2" y="4"/>
                      <a:pt x="2" y="4"/>
                    </a:cubicBez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80"/>
              </a:solidFill>
              <a:ln w="9525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439187" name="Rectangle 1939">
            <a:extLst>
              <a:ext uri="{FF2B5EF4-FFF2-40B4-BE49-F238E27FC236}">
                <a16:creationId xmlns:a16="http://schemas.microsoft.com/office/drawing/2014/main" id="{CB122D44-2163-3ABF-7E06-8AC435E33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9663" y="1654175"/>
            <a:ext cx="4730750" cy="1955800"/>
          </a:xfrm>
          <a:prstGeom prst="rect">
            <a:avLst/>
          </a:prstGeom>
          <a:solidFill>
            <a:srgbClr val="66FFFF">
              <a:alpha val="70000"/>
            </a:srgb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3" name="Group 1940">
            <a:extLst>
              <a:ext uri="{FF2B5EF4-FFF2-40B4-BE49-F238E27FC236}">
                <a16:creationId xmlns:a16="http://schemas.microsoft.com/office/drawing/2014/main" id="{F7B3C7A4-EB27-0AA5-DCCF-EBEE04AD0F4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466013" y="2120900"/>
            <a:ext cx="849312" cy="276225"/>
            <a:chOff x="3064" y="1542"/>
            <a:chExt cx="652" cy="212"/>
          </a:xfrm>
        </p:grpSpPr>
        <p:sp>
          <p:nvSpPr>
            <p:cNvPr id="439189" name="Line 1941">
              <a:extLst>
                <a:ext uri="{FF2B5EF4-FFF2-40B4-BE49-F238E27FC236}">
                  <a16:creationId xmlns:a16="http://schemas.microsoft.com/office/drawing/2014/main" id="{E3AD2EAD-E274-C99C-D471-FB464197A59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64" y="1648"/>
              <a:ext cx="45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0429" name="Object 25">
              <a:extLst>
                <a:ext uri="{FF2B5EF4-FFF2-40B4-BE49-F238E27FC236}">
                  <a16:creationId xmlns:a16="http://schemas.microsoft.com/office/drawing/2014/main" id="{D7746403-3643-FD46-193E-C5B102D2B1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45" y="1542"/>
            <a:ext cx="171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319978" imgH="411480" progId="Equation.3">
                    <p:embed/>
                  </p:oleObj>
                </mc:Choice>
                <mc:Fallback>
                  <p:oleObj name="公式" r:id="rId24" imgW="319978" imgH="41148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5" y="1542"/>
                          <a:ext cx="171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Group 1943">
            <a:extLst>
              <a:ext uri="{FF2B5EF4-FFF2-40B4-BE49-F238E27FC236}">
                <a16:creationId xmlns:a16="http://schemas.microsoft.com/office/drawing/2014/main" id="{5A7CA045-6E7D-8D63-4B72-9E84DCA615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466013" y="2924175"/>
            <a:ext cx="849312" cy="274638"/>
            <a:chOff x="3048" y="2110"/>
            <a:chExt cx="652" cy="212"/>
          </a:xfrm>
        </p:grpSpPr>
        <p:sp>
          <p:nvSpPr>
            <p:cNvPr id="439192" name="Line 1944">
              <a:extLst>
                <a:ext uri="{FF2B5EF4-FFF2-40B4-BE49-F238E27FC236}">
                  <a16:creationId xmlns:a16="http://schemas.microsoft.com/office/drawing/2014/main" id="{189AFEE2-B1DD-D3CF-EE1F-8380FE444AC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48" y="2199"/>
              <a:ext cx="45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0427" name="Object 24">
              <a:extLst>
                <a:ext uri="{FF2B5EF4-FFF2-40B4-BE49-F238E27FC236}">
                  <a16:creationId xmlns:a16="http://schemas.microsoft.com/office/drawing/2014/main" id="{E2A3B281-1AC7-A50E-FFD5-4D6C865027D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29" y="2110"/>
            <a:ext cx="171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319978" imgH="411480" progId="Equation.3">
                    <p:embed/>
                  </p:oleObj>
                </mc:Choice>
                <mc:Fallback>
                  <p:oleObj name="公式" r:id="rId26" imgW="319978" imgH="41148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9" y="2110"/>
                          <a:ext cx="171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Group 1946">
            <a:extLst>
              <a:ext uri="{FF2B5EF4-FFF2-40B4-BE49-F238E27FC236}">
                <a16:creationId xmlns:a16="http://schemas.microsoft.com/office/drawing/2014/main" id="{502641A2-C343-33F2-0D62-7BC5F8FC204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559550" y="2517775"/>
            <a:ext cx="900113" cy="230188"/>
            <a:chOff x="2336" y="1862"/>
            <a:chExt cx="690" cy="178"/>
          </a:xfrm>
        </p:grpSpPr>
        <p:sp>
          <p:nvSpPr>
            <p:cNvPr id="439195" name="Line 1947">
              <a:extLst>
                <a:ext uri="{FF2B5EF4-FFF2-40B4-BE49-F238E27FC236}">
                  <a16:creationId xmlns:a16="http://schemas.microsoft.com/office/drawing/2014/main" id="{4B19E999-BD38-7C6E-444A-470253A645D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336" y="1944"/>
              <a:ext cx="45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0425" name="Object 23">
              <a:extLst>
                <a:ext uri="{FF2B5EF4-FFF2-40B4-BE49-F238E27FC236}">
                  <a16:creationId xmlns:a16="http://schemas.microsoft.com/office/drawing/2014/main" id="{FE680363-4370-E0A2-9525-9D4DB7D2CE3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27" y="1862"/>
            <a:ext cx="199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388651" imgH="335169" progId="Equation.3">
                    <p:embed/>
                  </p:oleObj>
                </mc:Choice>
                <mc:Fallback>
                  <p:oleObj name="公式" r:id="rId28" imgW="388651" imgH="335169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7" y="1862"/>
                          <a:ext cx="199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Group 1949">
            <a:extLst>
              <a:ext uri="{FF2B5EF4-FFF2-40B4-BE49-F238E27FC236}">
                <a16:creationId xmlns:a16="http://schemas.microsoft.com/office/drawing/2014/main" id="{C6F02C63-F4B6-5C76-87E3-50C379F8949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299075" y="3051175"/>
            <a:ext cx="590550" cy="311150"/>
            <a:chOff x="1400" y="2232"/>
            <a:chExt cx="453" cy="240"/>
          </a:xfrm>
        </p:grpSpPr>
        <p:sp>
          <p:nvSpPr>
            <p:cNvPr id="439198" name="Line 1950">
              <a:extLst>
                <a:ext uri="{FF2B5EF4-FFF2-40B4-BE49-F238E27FC236}">
                  <a16:creationId xmlns:a16="http://schemas.microsoft.com/office/drawing/2014/main" id="{CA0C6DA6-4AF3-EBC2-9675-7AE1120EA60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00" y="2232"/>
              <a:ext cx="45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0423" name="Object 22">
              <a:extLst>
                <a:ext uri="{FF2B5EF4-FFF2-40B4-BE49-F238E27FC236}">
                  <a16:creationId xmlns:a16="http://schemas.microsoft.com/office/drawing/2014/main" id="{E535B488-5390-88CA-5B7E-C2D39098613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20" y="2296"/>
            <a:ext cx="183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350333" imgH="335169" progId="Equation.3">
                    <p:embed/>
                  </p:oleObj>
                </mc:Choice>
                <mc:Fallback>
                  <p:oleObj name="公式" r:id="rId30" imgW="350333" imgH="335169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0" y="2296"/>
                          <a:ext cx="183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Group 1952">
            <a:extLst>
              <a:ext uri="{FF2B5EF4-FFF2-40B4-BE49-F238E27FC236}">
                <a16:creationId xmlns:a16="http://schemas.microsoft.com/office/drawing/2014/main" id="{985C1DF2-C619-5C00-4AD6-9F1BD895109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41838" y="1965325"/>
            <a:ext cx="3094037" cy="192088"/>
            <a:chOff x="2546" y="1094"/>
            <a:chExt cx="2376" cy="147"/>
          </a:xfrm>
        </p:grpSpPr>
        <p:graphicFrame>
          <p:nvGraphicFramePr>
            <p:cNvPr id="10420" name="Object 20">
              <a:extLst>
                <a:ext uri="{FF2B5EF4-FFF2-40B4-BE49-F238E27FC236}">
                  <a16:creationId xmlns:a16="http://schemas.microsoft.com/office/drawing/2014/main" id="{AAB91171-9606-CCE8-4189-A9754DC0F8F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46" y="1094"/>
            <a:ext cx="136" cy="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2" imgW="243840" imgH="274320" progId="Equation.3">
                    <p:embed/>
                  </p:oleObj>
                </mc:Choice>
                <mc:Fallback>
                  <p:oleObj name="公式" r:id="rId32" imgW="243840" imgH="27432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6" y="1094"/>
                          <a:ext cx="136" cy="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21" name="Object 21">
              <a:extLst>
                <a:ext uri="{FF2B5EF4-FFF2-40B4-BE49-F238E27FC236}">
                  <a16:creationId xmlns:a16="http://schemas.microsoft.com/office/drawing/2014/main" id="{117DDA73-2804-8EC7-2C3E-A82BD8421CD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86" y="1094"/>
            <a:ext cx="136" cy="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4" imgW="243840" imgH="274320" progId="Equation.3">
                    <p:embed/>
                  </p:oleObj>
                </mc:Choice>
                <mc:Fallback>
                  <p:oleObj name="公式" r:id="rId34" imgW="243840" imgH="27432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6" y="1094"/>
                          <a:ext cx="136" cy="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Group 1955">
            <a:extLst>
              <a:ext uri="{FF2B5EF4-FFF2-40B4-BE49-F238E27FC236}">
                <a16:creationId xmlns:a16="http://schemas.microsoft.com/office/drawing/2014/main" id="{9588642A-28B2-7B65-B2A2-46B38014547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14863" y="3162300"/>
            <a:ext cx="3021012" cy="212725"/>
            <a:chOff x="2602" y="2014"/>
            <a:chExt cx="2320" cy="163"/>
          </a:xfrm>
        </p:grpSpPr>
        <p:graphicFrame>
          <p:nvGraphicFramePr>
            <p:cNvPr id="10418" name="Object 18">
              <a:extLst>
                <a:ext uri="{FF2B5EF4-FFF2-40B4-BE49-F238E27FC236}">
                  <a16:creationId xmlns:a16="http://schemas.microsoft.com/office/drawing/2014/main" id="{67E4D996-DEC2-66B1-BA06-2C0CE187165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02" y="2030"/>
            <a:ext cx="136" cy="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6" imgW="243840" imgH="274320" progId="Equation.3">
                    <p:embed/>
                  </p:oleObj>
                </mc:Choice>
                <mc:Fallback>
                  <p:oleObj name="公式" r:id="rId36" imgW="243840" imgH="27432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2" y="2030"/>
                          <a:ext cx="136" cy="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19" name="Object 19">
              <a:extLst>
                <a:ext uri="{FF2B5EF4-FFF2-40B4-BE49-F238E27FC236}">
                  <a16:creationId xmlns:a16="http://schemas.microsoft.com/office/drawing/2014/main" id="{556541BE-A45E-0D1B-BFBF-0574D9D396C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86" y="2014"/>
            <a:ext cx="136" cy="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8" imgW="243840" imgH="274320" progId="Equation.3">
                    <p:embed/>
                  </p:oleObj>
                </mc:Choice>
                <mc:Fallback>
                  <p:oleObj name="公式" r:id="rId38" imgW="243840" imgH="27432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6" y="2014"/>
                          <a:ext cx="136" cy="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Group 1958">
            <a:extLst>
              <a:ext uri="{FF2B5EF4-FFF2-40B4-BE49-F238E27FC236}">
                <a16:creationId xmlns:a16="http://schemas.microsoft.com/office/drawing/2014/main" id="{AA48746E-7D32-530C-3CB6-453B1A9ECE8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30825" y="1978025"/>
            <a:ext cx="185738" cy="1260475"/>
            <a:chOff x="3152" y="1104"/>
            <a:chExt cx="142" cy="968"/>
          </a:xfrm>
        </p:grpSpPr>
        <p:sp>
          <p:nvSpPr>
            <p:cNvPr id="439207" name="Line 1959">
              <a:extLst>
                <a:ext uri="{FF2B5EF4-FFF2-40B4-BE49-F238E27FC236}">
                  <a16:creationId xmlns:a16="http://schemas.microsoft.com/office/drawing/2014/main" id="{CB7A5BC7-631A-5156-64B4-41C8EF4C9B0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52" y="1104"/>
              <a:ext cx="0" cy="968"/>
            </a:xfrm>
            <a:prstGeom prst="line">
              <a:avLst/>
            </a:prstGeom>
            <a:noFill/>
            <a:ln w="15875">
              <a:solidFill>
                <a:srgbClr val="66990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0415" name="Object 15">
              <a:extLst>
                <a:ext uri="{FF2B5EF4-FFF2-40B4-BE49-F238E27FC236}">
                  <a16:creationId xmlns:a16="http://schemas.microsoft.com/office/drawing/2014/main" id="{4A2D5EC4-AC90-0BCE-57AF-C2D37104FB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82" y="1127"/>
            <a:ext cx="112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0" imgW="198058" imgH="198009" progId="Equation.3">
                    <p:embed/>
                  </p:oleObj>
                </mc:Choice>
                <mc:Fallback>
                  <p:oleObj name="公式" r:id="rId40" imgW="198058" imgH="198009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2" y="1127"/>
                          <a:ext cx="112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16" name="Object 16">
              <a:extLst>
                <a:ext uri="{FF2B5EF4-FFF2-40B4-BE49-F238E27FC236}">
                  <a16:creationId xmlns:a16="http://schemas.microsoft.com/office/drawing/2014/main" id="{AD3A569E-B9F1-08DD-7B86-9650167DB4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74" y="1431"/>
            <a:ext cx="112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2" imgW="198058" imgH="198009" progId="Equation.3">
                    <p:embed/>
                  </p:oleObj>
                </mc:Choice>
                <mc:Fallback>
                  <p:oleObj name="公式" r:id="rId42" imgW="198058" imgH="198009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4" y="1431"/>
                          <a:ext cx="112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17" name="Object 17">
              <a:extLst>
                <a:ext uri="{FF2B5EF4-FFF2-40B4-BE49-F238E27FC236}">
                  <a16:creationId xmlns:a16="http://schemas.microsoft.com/office/drawing/2014/main" id="{44131652-6D17-92CF-D2E2-7A797D67B22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82" y="1783"/>
            <a:ext cx="112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4" imgW="198058" imgH="198009" progId="Equation.3">
                    <p:embed/>
                  </p:oleObj>
                </mc:Choice>
                <mc:Fallback>
                  <p:oleObj name="公式" r:id="rId44" imgW="198058" imgH="198009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2" y="1783"/>
                          <a:ext cx="112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Group 1963">
            <a:extLst>
              <a:ext uri="{FF2B5EF4-FFF2-40B4-BE49-F238E27FC236}">
                <a16:creationId xmlns:a16="http://schemas.microsoft.com/office/drawing/2014/main" id="{053C6362-1470-ABFD-0F84-37A86DED3CF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399213" y="1968500"/>
            <a:ext cx="180975" cy="1270000"/>
            <a:chOff x="3972" y="1096"/>
            <a:chExt cx="140" cy="976"/>
          </a:xfrm>
        </p:grpSpPr>
        <p:sp>
          <p:nvSpPr>
            <p:cNvPr id="439212" name="Line 1964">
              <a:extLst>
                <a:ext uri="{FF2B5EF4-FFF2-40B4-BE49-F238E27FC236}">
                  <a16:creationId xmlns:a16="http://schemas.microsoft.com/office/drawing/2014/main" id="{F2BFF21C-6D0F-0668-5852-44DE252F00B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112" y="1105"/>
              <a:ext cx="0" cy="967"/>
            </a:xfrm>
            <a:prstGeom prst="line">
              <a:avLst/>
            </a:prstGeom>
            <a:noFill/>
            <a:ln w="15875">
              <a:solidFill>
                <a:srgbClr val="66990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0411" name="Object 12">
              <a:extLst>
                <a:ext uri="{FF2B5EF4-FFF2-40B4-BE49-F238E27FC236}">
                  <a16:creationId xmlns:a16="http://schemas.microsoft.com/office/drawing/2014/main" id="{CDF72456-9781-E0F0-533D-C262278865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80" y="1096"/>
            <a:ext cx="100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6" imgW="167702" imgH="297263" progId="Equation.3">
                    <p:embed/>
                  </p:oleObj>
                </mc:Choice>
                <mc:Fallback>
                  <p:oleObj name="公式" r:id="rId46" imgW="167702" imgH="297263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0" y="1096"/>
                          <a:ext cx="100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12" name="Object 13">
              <a:extLst>
                <a:ext uri="{FF2B5EF4-FFF2-40B4-BE49-F238E27FC236}">
                  <a16:creationId xmlns:a16="http://schemas.microsoft.com/office/drawing/2014/main" id="{7F61D0F4-DD5B-C7D7-A428-50A62992CC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2" y="1384"/>
            <a:ext cx="100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8" imgW="167702" imgH="297263" progId="Equation.3">
                    <p:embed/>
                  </p:oleObj>
                </mc:Choice>
                <mc:Fallback>
                  <p:oleObj name="公式" r:id="rId48" imgW="167702" imgH="297263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72" y="1384"/>
                          <a:ext cx="100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13" name="Object 14">
              <a:extLst>
                <a:ext uri="{FF2B5EF4-FFF2-40B4-BE49-F238E27FC236}">
                  <a16:creationId xmlns:a16="http://schemas.microsoft.com/office/drawing/2014/main" id="{A21C7592-3BB0-91D2-E30E-0CC4A1FB658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80" y="1744"/>
            <a:ext cx="100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8" imgW="167702" imgH="297263" progId="Equation.3">
                    <p:embed/>
                  </p:oleObj>
                </mc:Choice>
                <mc:Fallback>
                  <p:oleObj name="公式" r:id="rId48" imgW="167702" imgH="297263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0" y="1744"/>
                          <a:ext cx="100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Group 1968">
            <a:extLst>
              <a:ext uri="{FF2B5EF4-FFF2-40B4-BE49-F238E27FC236}">
                <a16:creationId xmlns:a16="http://schemas.microsoft.com/office/drawing/2014/main" id="{88110599-F924-E2F8-CAA2-EA25AA22DE0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65563" y="2098675"/>
            <a:ext cx="825500" cy="277813"/>
            <a:chOff x="259" y="1533"/>
            <a:chExt cx="634" cy="213"/>
          </a:xfrm>
        </p:grpSpPr>
        <p:sp>
          <p:nvSpPr>
            <p:cNvPr id="439217" name="Line 1969">
              <a:extLst>
                <a:ext uri="{FF2B5EF4-FFF2-40B4-BE49-F238E27FC236}">
                  <a16:creationId xmlns:a16="http://schemas.microsoft.com/office/drawing/2014/main" id="{10435690-72AE-9D01-106B-70667346017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-10800000">
              <a:off x="439" y="1647"/>
              <a:ext cx="45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0409" name="Object 11">
              <a:extLst>
                <a:ext uri="{FF2B5EF4-FFF2-40B4-BE49-F238E27FC236}">
                  <a16:creationId xmlns:a16="http://schemas.microsoft.com/office/drawing/2014/main" id="{51EDDFC4-41DF-F1F4-9F8A-BA83DD44499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" y="1533"/>
            <a:ext cx="152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1" imgW="282158" imgH="411480" progId="Equation.3">
                    <p:embed/>
                  </p:oleObj>
                </mc:Choice>
                <mc:Fallback>
                  <p:oleObj name="公式" r:id="rId51" imgW="282158" imgH="41148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" y="1533"/>
                          <a:ext cx="152" cy="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552" name="Group 1971">
            <a:extLst>
              <a:ext uri="{FF2B5EF4-FFF2-40B4-BE49-F238E27FC236}">
                <a16:creationId xmlns:a16="http://schemas.microsoft.com/office/drawing/2014/main" id="{0C641CBE-A2DF-D91B-DE33-A6BDAE41BA3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008688" y="3051175"/>
            <a:ext cx="588962" cy="322263"/>
            <a:chOff x="1944" y="2232"/>
            <a:chExt cx="453" cy="248"/>
          </a:xfrm>
        </p:grpSpPr>
        <p:sp>
          <p:nvSpPr>
            <p:cNvPr id="439220" name="Line 1972">
              <a:extLst>
                <a:ext uri="{FF2B5EF4-FFF2-40B4-BE49-F238E27FC236}">
                  <a16:creationId xmlns:a16="http://schemas.microsoft.com/office/drawing/2014/main" id="{1D063E0E-9B1D-66CE-2D5D-655FD1F525D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-10800000">
              <a:off x="1944" y="2232"/>
              <a:ext cx="45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0407" name="Object 10">
              <a:extLst>
                <a:ext uri="{FF2B5EF4-FFF2-40B4-BE49-F238E27FC236}">
                  <a16:creationId xmlns:a16="http://schemas.microsoft.com/office/drawing/2014/main" id="{6DD3778F-3312-3F1F-D351-E1C64ECE6E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01" y="2302"/>
            <a:ext cx="202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3" imgW="388651" imgH="335169" progId="Equation.3">
                    <p:embed/>
                  </p:oleObj>
                </mc:Choice>
                <mc:Fallback>
                  <p:oleObj name="公式" r:id="rId53" imgW="388651" imgH="335169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1" y="2302"/>
                          <a:ext cx="202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553" name="Group 1974">
            <a:extLst>
              <a:ext uri="{FF2B5EF4-FFF2-40B4-BE49-F238E27FC236}">
                <a16:creationId xmlns:a16="http://schemas.microsoft.com/office/drawing/2014/main" id="{162900B0-3926-5376-879F-4D218825364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440238" y="2508250"/>
            <a:ext cx="917575" cy="230188"/>
            <a:chOff x="709" y="1847"/>
            <a:chExt cx="704" cy="177"/>
          </a:xfrm>
        </p:grpSpPr>
        <p:sp>
          <p:nvSpPr>
            <p:cNvPr id="439223" name="Line 1975">
              <a:extLst>
                <a:ext uri="{FF2B5EF4-FFF2-40B4-BE49-F238E27FC236}">
                  <a16:creationId xmlns:a16="http://schemas.microsoft.com/office/drawing/2014/main" id="{21CADB4E-C6ED-6DED-EACF-37C48509A86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-10800000">
              <a:off x="960" y="1943"/>
              <a:ext cx="45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0405" name="Object 9">
              <a:extLst>
                <a:ext uri="{FF2B5EF4-FFF2-40B4-BE49-F238E27FC236}">
                  <a16:creationId xmlns:a16="http://schemas.microsoft.com/office/drawing/2014/main" id="{172CA024-D2F7-EF3D-FBF1-D61401D5A7C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09" y="1847"/>
            <a:ext cx="182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5" imgW="350333" imgH="335169" progId="Equation.3">
                    <p:embed/>
                  </p:oleObj>
                </mc:Choice>
                <mc:Fallback>
                  <p:oleObj name="公式" r:id="rId55" imgW="350333" imgH="335169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9" y="1847"/>
                          <a:ext cx="182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556" name="Group 1977">
            <a:extLst>
              <a:ext uri="{FF2B5EF4-FFF2-40B4-BE49-F238E27FC236}">
                <a16:creationId xmlns:a16="http://schemas.microsoft.com/office/drawing/2014/main" id="{65215E32-8B48-EA8B-E1C9-A3760B53E00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76675" y="2892425"/>
            <a:ext cx="835025" cy="276225"/>
            <a:chOff x="291" y="2070"/>
            <a:chExt cx="642" cy="212"/>
          </a:xfrm>
        </p:grpSpPr>
        <p:sp>
          <p:nvSpPr>
            <p:cNvPr id="439226" name="Line 1978">
              <a:extLst>
                <a:ext uri="{FF2B5EF4-FFF2-40B4-BE49-F238E27FC236}">
                  <a16:creationId xmlns:a16="http://schemas.microsoft.com/office/drawing/2014/main" id="{07E361F7-ED77-26D4-E542-F5499A286E4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-10800000">
              <a:off x="480" y="2192"/>
              <a:ext cx="45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0403" name="Object 8">
              <a:extLst>
                <a:ext uri="{FF2B5EF4-FFF2-40B4-BE49-F238E27FC236}">
                  <a16:creationId xmlns:a16="http://schemas.microsoft.com/office/drawing/2014/main" id="{1740BDA6-C47A-C9A1-2BAD-11FBB86923D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" y="2070"/>
            <a:ext cx="153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7" imgW="282158" imgH="411480" progId="Equation.3">
                    <p:embed/>
                  </p:oleObj>
                </mc:Choice>
                <mc:Fallback>
                  <p:oleObj name="公式" r:id="rId57" imgW="282158" imgH="41148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" y="2070"/>
                          <a:ext cx="153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557" name="Group 1980">
            <a:extLst>
              <a:ext uri="{FF2B5EF4-FFF2-40B4-BE49-F238E27FC236}">
                <a16:creationId xmlns:a16="http://schemas.microsoft.com/office/drawing/2014/main" id="{2B77DC80-7404-E768-A823-3E2B0F53E06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91063" y="2185988"/>
            <a:ext cx="2781300" cy="130175"/>
            <a:chOff x="1925" y="2647"/>
            <a:chExt cx="2136" cy="100"/>
          </a:xfrm>
        </p:grpSpPr>
        <p:sp>
          <p:nvSpPr>
            <p:cNvPr id="439229" name="Freeform 1981">
              <a:extLst>
                <a:ext uri="{FF2B5EF4-FFF2-40B4-BE49-F238E27FC236}">
                  <a16:creationId xmlns:a16="http://schemas.microsoft.com/office/drawing/2014/main" id="{9239F0B5-4F61-175D-DEF5-3C2301FF5AC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965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4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30" name="Freeform 1982">
              <a:extLst>
                <a:ext uri="{FF2B5EF4-FFF2-40B4-BE49-F238E27FC236}">
                  <a16:creationId xmlns:a16="http://schemas.microsoft.com/office/drawing/2014/main" id="{949956AC-68AB-17AB-609E-BAE73B1A9FB7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998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3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4" y="1"/>
                  </a:cubicBezTo>
                  <a:lnTo>
                    <a:pt x="3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4" y="1"/>
                  </a:moveTo>
                  <a:lnTo>
                    <a:pt x="4" y="1"/>
                  </a:lnTo>
                  <a:lnTo>
                    <a:pt x="3" y="1"/>
                  </a:lnTo>
                  <a:lnTo>
                    <a:pt x="4" y="1"/>
                  </a:lnTo>
                  <a:close/>
                  <a:moveTo>
                    <a:pt x="4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3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3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4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31" name="Freeform 1983">
              <a:extLst>
                <a:ext uri="{FF2B5EF4-FFF2-40B4-BE49-F238E27FC236}">
                  <a16:creationId xmlns:a16="http://schemas.microsoft.com/office/drawing/2014/main" id="{FA86473B-473F-28F2-383C-65B06CA27B8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043" y="2647"/>
              <a:ext cx="56" cy="10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2" y="8"/>
                </a:cxn>
                <a:cxn ang="0">
                  <a:pos x="1" y="8"/>
                </a:cxn>
                <a:cxn ang="0">
                  <a:pos x="1" y="4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1" y="0"/>
                  </a:moveTo>
                  <a:lnTo>
                    <a:pt x="1" y="0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1" y="2"/>
                    <a:pt x="1" y="2"/>
                  </a:cubicBezTo>
                  <a:lnTo>
                    <a:pt x="1" y="0"/>
                  </a:lnTo>
                  <a:close/>
                  <a:moveTo>
                    <a:pt x="2" y="0"/>
                  </a:moveTo>
                  <a:cubicBezTo>
                    <a:pt x="2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4" y="4"/>
                  </a:cubicBezTo>
                  <a:lnTo>
                    <a:pt x="3" y="5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4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4" y="4"/>
                  </a:lnTo>
                  <a:close/>
                  <a:moveTo>
                    <a:pt x="5" y="6"/>
                  </a:moveTo>
                  <a:cubicBezTo>
                    <a:pt x="5" y="6"/>
                    <a:pt x="4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8"/>
                    <a:pt x="1" y="8"/>
                    <a:pt x="1" y="8"/>
                  </a:cubicBezTo>
                  <a:lnTo>
                    <a:pt x="2" y="7"/>
                  </a:lnTo>
                  <a:cubicBezTo>
                    <a:pt x="2" y="7"/>
                    <a:pt x="2" y="7"/>
                    <a:pt x="3" y="7"/>
                  </a:cubicBezTo>
                  <a:lnTo>
                    <a:pt x="2" y="9"/>
                  </a:lnTo>
                  <a:close/>
                  <a:moveTo>
                    <a:pt x="1" y="8"/>
                  </a:moveTo>
                  <a:lnTo>
                    <a:pt x="1" y="8"/>
                  </a:lnTo>
                  <a:lnTo>
                    <a:pt x="2" y="8"/>
                  </a:lnTo>
                  <a:lnTo>
                    <a:pt x="1" y="8"/>
                  </a:lnTo>
                  <a:close/>
                  <a:moveTo>
                    <a:pt x="1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1" y="6"/>
                    <a:pt x="2" y="7"/>
                    <a:pt x="2" y="7"/>
                  </a:cubicBezTo>
                  <a:lnTo>
                    <a:pt x="1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1" y="2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lnTo>
                    <a:pt x="1" y="2"/>
                  </a:lnTo>
                  <a:cubicBezTo>
                    <a:pt x="1" y="2"/>
                    <a:pt x="1" y="2"/>
                    <a:pt x="1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32" name="Freeform 1984">
              <a:extLst>
                <a:ext uri="{FF2B5EF4-FFF2-40B4-BE49-F238E27FC236}">
                  <a16:creationId xmlns:a16="http://schemas.microsoft.com/office/drawing/2014/main" id="{B92558D4-07B3-101F-7518-28B2092011E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077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1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2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2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33" name="Freeform 1985">
              <a:extLst>
                <a:ext uri="{FF2B5EF4-FFF2-40B4-BE49-F238E27FC236}">
                  <a16:creationId xmlns:a16="http://schemas.microsoft.com/office/drawing/2014/main" id="{7CE69E53-8397-4C4C-292F-C2600070831C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110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3" y="6"/>
                </a:cxn>
                <a:cxn ang="0">
                  <a:pos x="5" y="4"/>
                </a:cxn>
                <a:cxn ang="0">
                  <a:pos x="5" y="8"/>
                </a:cxn>
                <a:cxn ang="0">
                  <a:pos x="3" y="6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5" y="8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3" y="8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3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34" name="Freeform 1986">
              <a:extLst>
                <a:ext uri="{FF2B5EF4-FFF2-40B4-BE49-F238E27FC236}">
                  <a16:creationId xmlns:a16="http://schemas.microsoft.com/office/drawing/2014/main" id="{83035069-65A2-DD96-2BD9-BC04B331CA1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144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4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0" y="5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1" y="1"/>
                </a:cxn>
                <a:cxn ang="0">
                  <a:pos x="2" y="2"/>
                </a:cxn>
                <a:cxn ang="0">
                  <a:pos x="1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35" name="Freeform 1987">
              <a:extLst>
                <a:ext uri="{FF2B5EF4-FFF2-40B4-BE49-F238E27FC236}">
                  <a16:creationId xmlns:a16="http://schemas.microsoft.com/office/drawing/2014/main" id="{E8FE135C-35E1-35CE-52B2-EE0A8345E00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177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4" y="1"/>
                  </a:cubicBezTo>
                  <a:lnTo>
                    <a:pt x="3" y="2"/>
                  </a:lnTo>
                  <a:cubicBezTo>
                    <a:pt x="3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4" y="1"/>
                  </a:moveTo>
                  <a:lnTo>
                    <a:pt x="4" y="1"/>
                  </a:lnTo>
                  <a:lnTo>
                    <a:pt x="3" y="1"/>
                  </a:lnTo>
                  <a:lnTo>
                    <a:pt x="4" y="1"/>
                  </a:lnTo>
                  <a:close/>
                  <a:moveTo>
                    <a:pt x="4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4" y="9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3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1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36" name="Freeform 1988">
              <a:extLst>
                <a:ext uri="{FF2B5EF4-FFF2-40B4-BE49-F238E27FC236}">
                  <a16:creationId xmlns:a16="http://schemas.microsoft.com/office/drawing/2014/main" id="{63941050-4E0F-AFB4-B161-122A217A8F1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222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1" y="4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2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2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1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1" y="6"/>
                    <a:pt x="2" y="7"/>
                    <a:pt x="2" y="7"/>
                  </a:cubicBezTo>
                  <a:lnTo>
                    <a:pt x="1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2" y="2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37" name="Freeform 1989">
              <a:extLst>
                <a:ext uri="{FF2B5EF4-FFF2-40B4-BE49-F238E27FC236}">
                  <a16:creationId xmlns:a16="http://schemas.microsoft.com/office/drawing/2014/main" id="{DB3B822F-19A6-3B4B-CC50-E050694E066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256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38" name="Freeform 1990">
              <a:extLst>
                <a:ext uri="{FF2B5EF4-FFF2-40B4-BE49-F238E27FC236}">
                  <a16:creationId xmlns:a16="http://schemas.microsoft.com/office/drawing/2014/main" id="{38323732-809F-FB63-1E61-6CAF62CC7AF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289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3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39" name="Freeform 1991">
              <a:extLst>
                <a:ext uri="{FF2B5EF4-FFF2-40B4-BE49-F238E27FC236}">
                  <a16:creationId xmlns:a16="http://schemas.microsoft.com/office/drawing/2014/main" id="{FD87F308-8F57-CB8E-93E6-C056BFDC7DFC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323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4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3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3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4" y="3"/>
                    <a:pt x="3" y="2"/>
                    <a:pt x="3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3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40" name="Freeform 1992">
              <a:extLst>
                <a:ext uri="{FF2B5EF4-FFF2-40B4-BE49-F238E27FC236}">
                  <a16:creationId xmlns:a16="http://schemas.microsoft.com/office/drawing/2014/main" id="{22752ABA-9957-D00A-F4F6-29250298110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356" y="2647"/>
              <a:ext cx="67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3" y="2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6" y="6"/>
                </a:cxn>
                <a:cxn ang="0">
                  <a:pos x="4" y="5"/>
                </a:cxn>
                <a:cxn ang="0">
                  <a:pos x="6" y="6"/>
                </a:cxn>
                <a:cxn ang="0">
                  <a:pos x="4" y="7"/>
                </a:cxn>
                <a:cxn ang="0">
                  <a:pos x="6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6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3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4" y="1"/>
                    <a:pt x="4" y="1"/>
                  </a:cubicBezTo>
                  <a:lnTo>
                    <a:pt x="3" y="2"/>
                  </a:lnTo>
                  <a:cubicBezTo>
                    <a:pt x="3" y="2"/>
                    <a:pt x="3" y="2"/>
                    <a:pt x="3" y="2"/>
                  </a:cubicBezTo>
                  <a:lnTo>
                    <a:pt x="3" y="0"/>
                  </a:lnTo>
                  <a:close/>
                  <a:moveTo>
                    <a:pt x="4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1"/>
                  </a:lnTo>
                  <a:close/>
                  <a:moveTo>
                    <a:pt x="5" y="4"/>
                  </a:moveTo>
                  <a:cubicBezTo>
                    <a:pt x="5" y="5"/>
                    <a:pt x="6" y="5"/>
                    <a:pt x="6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6" y="6"/>
                  </a:moveTo>
                  <a:cubicBezTo>
                    <a:pt x="6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6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4" y="9"/>
                    <a:pt x="4" y="9"/>
                    <a:pt x="4" y="9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4" y="9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9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4" y="7"/>
                    <a:pt x="4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2" y="8"/>
                    <a:pt x="1" y="6"/>
                    <a:pt x="1" y="5"/>
                  </a:cubicBezTo>
                  <a:lnTo>
                    <a:pt x="2" y="4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1" y="5"/>
                  </a:moveTo>
                  <a:cubicBezTo>
                    <a:pt x="1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1" y="5"/>
                  </a:lnTo>
                  <a:close/>
                  <a:moveTo>
                    <a:pt x="0" y="3"/>
                  </a:moveTo>
                  <a:cubicBezTo>
                    <a:pt x="0" y="3"/>
                    <a:pt x="1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41" name="Freeform 1993">
              <a:extLst>
                <a:ext uri="{FF2B5EF4-FFF2-40B4-BE49-F238E27FC236}">
                  <a16:creationId xmlns:a16="http://schemas.microsoft.com/office/drawing/2014/main" id="{D3D3FD2C-9E64-9BB5-00D0-A33D1C84973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401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1" y="4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2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1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1" y="6"/>
                    <a:pt x="2" y="7"/>
                    <a:pt x="2" y="7"/>
                  </a:cubicBezTo>
                  <a:lnTo>
                    <a:pt x="1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2" y="2"/>
                  </a:lnTo>
                  <a:cubicBezTo>
                    <a:pt x="2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1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42" name="Freeform 1994">
              <a:extLst>
                <a:ext uri="{FF2B5EF4-FFF2-40B4-BE49-F238E27FC236}">
                  <a16:creationId xmlns:a16="http://schemas.microsoft.com/office/drawing/2014/main" id="{92D60CD6-60E0-5CA2-5969-AA363E24C76C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436" y="2647"/>
              <a:ext cx="55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43" name="Freeform 1995">
              <a:extLst>
                <a:ext uri="{FF2B5EF4-FFF2-40B4-BE49-F238E27FC236}">
                  <a16:creationId xmlns:a16="http://schemas.microsoft.com/office/drawing/2014/main" id="{94EF0593-B406-F27B-F99B-399E99C4DF9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468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4" y="6"/>
                </a:cxn>
                <a:cxn ang="0">
                  <a:pos x="5" y="4"/>
                </a:cxn>
                <a:cxn ang="0">
                  <a:pos x="5" y="8"/>
                </a:cxn>
                <a:cxn ang="0">
                  <a:pos x="4" y="6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5" y="8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44" name="Freeform 1996">
              <a:extLst>
                <a:ext uri="{FF2B5EF4-FFF2-40B4-BE49-F238E27FC236}">
                  <a16:creationId xmlns:a16="http://schemas.microsoft.com/office/drawing/2014/main" id="{D44B5B34-9D16-FE1A-373E-0FC4B4C8237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501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3" y="7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4" y="1"/>
                  </a:cubicBezTo>
                  <a:lnTo>
                    <a:pt x="3" y="2"/>
                  </a:lnTo>
                  <a:cubicBezTo>
                    <a:pt x="3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4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3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4" y="8"/>
                  </a:lnTo>
                  <a:lnTo>
                    <a:pt x="3" y="7"/>
                  </a:lnTo>
                  <a:close/>
                  <a:moveTo>
                    <a:pt x="4" y="9"/>
                  </a:moveTo>
                  <a:cubicBezTo>
                    <a:pt x="4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45" name="Freeform 1997">
              <a:extLst>
                <a:ext uri="{FF2B5EF4-FFF2-40B4-BE49-F238E27FC236}">
                  <a16:creationId xmlns:a16="http://schemas.microsoft.com/office/drawing/2014/main" id="{D8E4FDE1-2E50-2F78-5B45-717D467ABD2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547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2" y="8"/>
                </a:cxn>
                <a:cxn ang="0">
                  <a:pos x="1" y="8"/>
                </a:cxn>
                <a:cxn ang="0">
                  <a:pos x="1" y="4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4" y="4"/>
                  </a:cubicBezTo>
                  <a:lnTo>
                    <a:pt x="3" y="5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4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4" y="4"/>
                  </a:lnTo>
                  <a:close/>
                  <a:moveTo>
                    <a:pt x="5" y="6"/>
                  </a:moveTo>
                  <a:cubicBezTo>
                    <a:pt x="5" y="6"/>
                    <a:pt x="4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2" y="8"/>
                  </a:lnTo>
                  <a:lnTo>
                    <a:pt x="3" y="7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2" y="7"/>
                    <a:pt x="2" y="7"/>
                    <a:pt x="3" y="7"/>
                  </a:cubicBezTo>
                  <a:lnTo>
                    <a:pt x="2" y="9"/>
                  </a:lnTo>
                  <a:close/>
                  <a:moveTo>
                    <a:pt x="1" y="8"/>
                  </a:moveTo>
                  <a:lnTo>
                    <a:pt x="1" y="8"/>
                  </a:lnTo>
                  <a:lnTo>
                    <a:pt x="2" y="8"/>
                  </a:lnTo>
                  <a:lnTo>
                    <a:pt x="1" y="8"/>
                  </a:lnTo>
                  <a:close/>
                  <a:moveTo>
                    <a:pt x="1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1" y="6"/>
                    <a:pt x="2" y="7"/>
                    <a:pt x="2" y="7"/>
                  </a:cubicBezTo>
                  <a:lnTo>
                    <a:pt x="1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2" y="2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46" name="Freeform 1998">
              <a:extLst>
                <a:ext uri="{FF2B5EF4-FFF2-40B4-BE49-F238E27FC236}">
                  <a16:creationId xmlns:a16="http://schemas.microsoft.com/office/drawing/2014/main" id="{792DB700-6893-EA5A-ECF2-4155A10890E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579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3" y="6"/>
                </a:cxn>
                <a:cxn ang="0">
                  <a:pos x="5" y="4"/>
                </a:cxn>
                <a:cxn ang="0">
                  <a:pos x="4" y="8"/>
                </a:cxn>
                <a:cxn ang="0">
                  <a:pos x="3" y="6"/>
                </a:cxn>
                <a:cxn ang="0">
                  <a:pos x="4" y="8"/>
                </a:cxn>
                <a:cxn ang="0">
                  <a:pos x="3" y="7"/>
                </a:cxn>
                <a:cxn ang="0">
                  <a:pos x="4" y="8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2" y="8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1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2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47" name="Freeform 1999">
              <a:extLst>
                <a:ext uri="{FF2B5EF4-FFF2-40B4-BE49-F238E27FC236}">
                  <a16:creationId xmlns:a16="http://schemas.microsoft.com/office/drawing/2014/main" id="{D4121CB1-16BB-23E0-F5C6-2BC7B41CB5C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614" y="2647"/>
              <a:ext cx="55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48" name="Freeform 2000">
              <a:extLst>
                <a:ext uri="{FF2B5EF4-FFF2-40B4-BE49-F238E27FC236}">
                  <a16:creationId xmlns:a16="http://schemas.microsoft.com/office/drawing/2014/main" id="{E47CA1E2-C119-E834-E130-9617626EAE4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646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4" y="6"/>
                </a:cxn>
                <a:cxn ang="0">
                  <a:pos x="5" y="4"/>
                </a:cxn>
                <a:cxn ang="0">
                  <a:pos x="5" y="8"/>
                </a:cxn>
                <a:cxn ang="0">
                  <a:pos x="4" y="6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5" y="8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0" y="5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1" y="1"/>
                </a:cxn>
                <a:cxn ang="0">
                  <a:pos x="2" y="2"/>
                </a:cxn>
                <a:cxn ang="0">
                  <a:pos x="1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3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3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49" name="Freeform 2001">
              <a:extLst>
                <a:ext uri="{FF2B5EF4-FFF2-40B4-BE49-F238E27FC236}">
                  <a16:creationId xmlns:a16="http://schemas.microsoft.com/office/drawing/2014/main" id="{0568878F-6DCC-79A3-5C3F-8659201E1F3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681" y="2647"/>
              <a:ext cx="55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4" y="1"/>
                  </a:cubicBezTo>
                  <a:lnTo>
                    <a:pt x="3" y="2"/>
                  </a:lnTo>
                  <a:cubicBezTo>
                    <a:pt x="3" y="2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4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4" y="9"/>
                    <a:pt x="4" y="9"/>
                    <a:pt x="4" y="9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4" y="9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9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4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1" y="5"/>
                  </a:cubicBezTo>
                  <a:lnTo>
                    <a:pt x="2" y="4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1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1" y="5"/>
                  </a:lnTo>
                  <a:close/>
                  <a:moveTo>
                    <a:pt x="0" y="3"/>
                  </a:moveTo>
                  <a:cubicBezTo>
                    <a:pt x="0" y="3"/>
                    <a:pt x="1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50" name="Freeform 2002">
              <a:extLst>
                <a:ext uri="{FF2B5EF4-FFF2-40B4-BE49-F238E27FC236}">
                  <a16:creationId xmlns:a16="http://schemas.microsoft.com/office/drawing/2014/main" id="{CC7C18F6-DA1B-5797-5C46-3C0794F6420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725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2" y="8"/>
                </a:cxn>
                <a:cxn ang="0">
                  <a:pos x="1" y="8"/>
                </a:cxn>
                <a:cxn ang="0">
                  <a:pos x="1" y="4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2" y="8"/>
                  </a:lnTo>
                  <a:lnTo>
                    <a:pt x="3" y="7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1" y="8"/>
                  </a:moveTo>
                  <a:lnTo>
                    <a:pt x="1" y="8"/>
                  </a:lnTo>
                  <a:lnTo>
                    <a:pt x="2" y="8"/>
                  </a:lnTo>
                  <a:lnTo>
                    <a:pt x="1" y="8"/>
                  </a:lnTo>
                  <a:close/>
                  <a:moveTo>
                    <a:pt x="1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1" y="6"/>
                    <a:pt x="2" y="7"/>
                    <a:pt x="2" y="7"/>
                  </a:cubicBezTo>
                  <a:lnTo>
                    <a:pt x="1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2" y="2"/>
                  </a:lnTo>
                  <a:cubicBezTo>
                    <a:pt x="2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1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51" name="Freeform 2003">
              <a:extLst>
                <a:ext uri="{FF2B5EF4-FFF2-40B4-BE49-F238E27FC236}">
                  <a16:creationId xmlns:a16="http://schemas.microsoft.com/office/drawing/2014/main" id="{8C133823-5B68-0A22-0B9B-97A5C776BBF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759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1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3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52" name="Freeform 2004">
              <a:extLst>
                <a:ext uri="{FF2B5EF4-FFF2-40B4-BE49-F238E27FC236}">
                  <a16:creationId xmlns:a16="http://schemas.microsoft.com/office/drawing/2014/main" id="{B7598C68-6AD0-4DAE-90BD-EC62DF8A001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792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4" y="6"/>
                </a:cxn>
                <a:cxn ang="0">
                  <a:pos x="5" y="4"/>
                </a:cxn>
                <a:cxn ang="0">
                  <a:pos x="5" y="8"/>
                </a:cxn>
                <a:cxn ang="0">
                  <a:pos x="4" y="6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5" y="8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3" y="8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2"/>
                  </a:moveTo>
                  <a:lnTo>
                    <a:pt x="2" y="2"/>
                  </a:lnTo>
                  <a:lnTo>
                    <a:pt x="2" y="1"/>
                  </a:lnTo>
                  <a:lnTo>
                    <a:pt x="2" y="2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3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53" name="Freeform 2005">
              <a:extLst>
                <a:ext uri="{FF2B5EF4-FFF2-40B4-BE49-F238E27FC236}">
                  <a16:creationId xmlns:a16="http://schemas.microsoft.com/office/drawing/2014/main" id="{C4F79A8A-F860-0ECF-EF36-DD450379129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826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4" y="1"/>
                  </a:cubicBezTo>
                  <a:lnTo>
                    <a:pt x="3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4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3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4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54" name="Freeform 2006">
              <a:extLst>
                <a:ext uri="{FF2B5EF4-FFF2-40B4-BE49-F238E27FC236}">
                  <a16:creationId xmlns:a16="http://schemas.microsoft.com/office/drawing/2014/main" id="{D65AC4BF-64B4-67C4-25A0-BA6D45F4279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871" y="2647"/>
              <a:ext cx="56" cy="10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1" y="4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1" y="0"/>
                  </a:moveTo>
                  <a:lnTo>
                    <a:pt x="1" y="0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1" y="2"/>
                    <a:pt x="1" y="2"/>
                  </a:cubicBezTo>
                  <a:lnTo>
                    <a:pt x="1" y="0"/>
                  </a:lnTo>
                  <a:close/>
                  <a:moveTo>
                    <a:pt x="2" y="0"/>
                  </a:moveTo>
                  <a:cubicBezTo>
                    <a:pt x="2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2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4" y="4"/>
                  </a:cubicBezTo>
                  <a:lnTo>
                    <a:pt x="3" y="5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4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4" y="4"/>
                  </a:lnTo>
                  <a:close/>
                  <a:moveTo>
                    <a:pt x="5" y="6"/>
                  </a:moveTo>
                  <a:cubicBezTo>
                    <a:pt x="5" y="6"/>
                    <a:pt x="4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2" y="7"/>
                    <a:pt x="2" y="7"/>
                    <a:pt x="3" y="7"/>
                  </a:cubicBezTo>
                  <a:lnTo>
                    <a:pt x="2" y="9"/>
                  </a:lnTo>
                  <a:close/>
                  <a:moveTo>
                    <a:pt x="1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1" y="6"/>
                    <a:pt x="2" y="7"/>
                    <a:pt x="2" y="7"/>
                  </a:cubicBezTo>
                  <a:lnTo>
                    <a:pt x="1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1" y="2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2"/>
                  </a:moveTo>
                  <a:lnTo>
                    <a:pt x="1" y="2"/>
                  </a:lnTo>
                  <a:lnTo>
                    <a:pt x="1" y="1"/>
                  </a:lnTo>
                  <a:lnTo>
                    <a:pt x="1" y="2"/>
                  </a:lnTo>
                  <a:close/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lnTo>
                    <a:pt x="1" y="2"/>
                  </a:lnTo>
                  <a:cubicBezTo>
                    <a:pt x="1" y="2"/>
                    <a:pt x="1" y="2"/>
                    <a:pt x="1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55" name="Freeform 2007">
              <a:extLst>
                <a:ext uri="{FF2B5EF4-FFF2-40B4-BE49-F238E27FC236}">
                  <a16:creationId xmlns:a16="http://schemas.microsoft.com/office/drawing/2014/main" id="{39FD7EBC-90B7-785E-BC8D-2C68A6FA83F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904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2" y="8"/>
                  </a:lnTo>
                  <a:lnTo>
                    <a:pt x="3" y="7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56" name="Freeform 2008">
              <a:extLst>
                <a:ext uri="{FF2B5EF4-FFF2-40B4-BE49-F238E27FC236}">
                  <a16:creationId xmlns:a16="http://schemas.microsoft.com/office/drawing/2014/main" id="{C27574D9-D85F-0A74-B778-8E4A30793CD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938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3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57" name="Freeform 2009">
              <a:extLst>
                <a:ext uri="{FF2B5EF4-FFF2-40B4-BE49-F238E27FC236}">
                  <a16:creationId xmlns:a16="http://schemas.microsoft.com/office/drawing/2014/main" id="{156DB2A6-82E7-A904-BA5F-24E995A3055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971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4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0" y="5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1" y="1"/>
                </a:cxn>
                <a:cxn ang="0">
                  <a:pos x="2" y="2"/>
                </a:cxn>
                <a:cxn ang="0">
                  <a:pos x="1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58" name="Freeform 2010">
              <a:extLst>
                <a:ext uri="{FF2B5EF4-FFF2-40B4-BE49-F238E27FC236}">
                  <a16:creationId xmlns:a16="http://schemas.microsoft.com/office/drawing/2014/main" id="{38FF40A5-4B0F-2F1F-2B52-449AF9FEECD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4005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4" y="1"/>
                  </a:cubicBezTo>
                  <a:lnTo>
                    <a:pt x="3" y="2"/>
                  </a:lnTo>
                  <a:cubicBezTo>
                    <a:pt x="3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4" y="1"/>
                  </a:moveTo>
                  <a:lnTo>
                    <a:pt x="4" y="1"/>
                  </a:lnTo>
                  <a:lnTo>
                    <a:pt x="3" y="1"/>
                  </a:lnTo>
                  <a:lnTo>
                    <a:pt x="4" y="1"/>
                  </a:lnTo>
                  <a:close/>
                  <a:moveTo>
                    <a:pt x="4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4" y="9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1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59" name="Freeform 2011">
              <a:extLst>
                <a:ext uri="{FF2B5EF4-FFF2-40B4-BE49-F238E27FC236}">
                  <a16:creationId xmlns:a16="http://schemas.microsoft.com/office/drawing/2014/main" id="{A023BF63-04CA-ED8A-D354-33B2FD138137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925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3" y="6"/>
                </a:cxn>
                <a:cxn ang="0">
                  <a:pos x="5" y="4"/>
                </a:cxn>
                <a:cxn ang="0">
                  <a:pos x="4" y="8"/>
                </a:cxn>
                <a:cxn ang="0">
                  <a:pos x="3" y="6"/>
                </a:cxn>
                <a:cxn ang="0">
                  <a:pos x="4" y="8"/>
                </a:cxn>
                <a:cxn ang="0">
                  <a:pos x="3" y="7"/>
                </a:cxn>
                <a:cxn ang="0">
                  <a:pos x="4" y="8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60" name="Freeform 2012">
              <a:extLst>
                <a:ext uri="{FF2B5EF4-FFF2-40B4-BE49-F238E27FC236}">
                  <a16:creationId xmlns:a16="http://schemas.microsoft.com/office/drawing/2014/main" id="{8473B4F2-90B8-A86F-5C07-8DF06DE3FCD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959" y="2647"/>
              <a:ext cx="55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4" y="6"/>
                </a:cxn>
                <a:cxn ang="0">
                  <a:pos x="5" y="4"/>
                </a:cxn>
                <a:cxn ang="0">
                  <a:pos x="5" y="8"/>
                </a:cxn>
                <a:cxn ang="0">
                  <a:pos x="4" y="6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61" name="Freeform 2013">
              <a:extLst>
                <a:ext uri="{FF2B5EF4-FFF2-40B4-BE49-F238E27FC236}">
                  <a16:creationId xmlns:a16="http://schemas.microsoft.com/office/drawing/2014/main" id="{EE4A48CC-2F46-1415-F0D7-CD79A804ECA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992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4" y="6"/>
                </a:cxn>
                <a:cxn ang="0">
                  <a:pos x="5" y="4"/>
                </a:cxn>
                <a:cxn ang="0">
                  <a:pos x="5" y="8"/>
                </a:cxn>
                <a:cxn ang="0">
                  <a:pos x="4" y="6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5" y="8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3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62" name="Freeform 2014">
              <a:extLst>
                <a:ext uri="{FF2B5EF4-FFF2-40B4-BE49-F238E27FC236}">
                  <a16:creationId xmlns:a16="http://schemas.microsoft.com/office/drawing/2014/main" id="{D7F1AAF8-3B82-B41A-6434-AB71D5F4853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026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4" y="1"/>
                  </a:cubicBezTo>
                  <a:lnTo>
                    <a:pt x="3" y="2"/>
                  </a:lnTo>
                  <a:cubicBezTo>
                    <a:pt x="3" y="2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4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4" y="9"/>
                    <a:pt x="4" y="9"/>
                    <a:pt x="3" y="9"/>
                  </a:cubicBezTo>
                  <a:lnTo>
                    <a:pt x="3" y="7"/>
                  </a:lnTo>
                  <a:cubicBezTo>
                    <a:pt x="4" y="7"/>
                    <a:pt x="3" y="7"/>
                    <a:pt x="4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3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1" y="5"/>
                  </a:cubicBezTo>
                  <a:lnTo>
                    <a:pt x="2" y="4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1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1" y="5"/>
                  </a:lnTo>
                  <a:close/>
                  <a:moveTo>
                    <a:pt x="0" y="3"/>
                  </a:moveTo>
                  <a:cubicBezTo>
                    <a:pt x="0" y="3"/>
                    <a:pt x="1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63" name="Freeform 2015">
              <a:extLst>
                <a:ext uri="{FF2B5EF4-FFF2-40B4-BE49-F238E27FC236}">
                  <a16:creationId xmlns:a16="http://schemas.microsoft.com/office/drawing/2014/main" id="{F66CA55A-2E71-E482-24C4-6E8D12AF1D4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070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2" y="8"/>
                </a:cxn>
                <a:cxn ang="0">
                  <a:pos x="1" y="8"/>
                </a:cxn>
                <a:cxn ang="0">
                  <a:pos x="1" y="4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2" y="8"/>
                  </a:lnTo>
                  <a:lnTo>
                    <a:pt x="3" y="7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1" y="8"/>
                  </a:moveTo>
                  <a:lnTo>
                    <a:pt x="1" y="8"/>
                  </a:lnTo>
                  <a:lnTo>
                    <a:pt x="2" y="8"/>
                  </a:lnTo>
                  <a:lnTo>
                    <a:pt x="1" y="8"/>
                  </a:lnTo>
                  <a:close/>
                  <a:moveTo>
                    <a:pt x="1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1" y="6"/>
                    <a:pt x="2" y="7"/>
                    <a:pt x="2" y="7"/>
                  </a:cubicBezTo>
                  <a:lnTo>
                    <a:pt x="1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2" y="2"/>
                  </a:lnTo>
                  <a:cubicBezTo>
                    <a:pt x="2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1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64" name="Freeform 2016">
              <a:extLst>
                <a:ext uri="{FF2B5EF4-FFF2-40B4-BE49-F238E27FC236}">
                  <a16:creationId xmlns:a16="http://schemas.microsoft.com/office/drawing/2014/main" id="{289F49E5-6A9A-EA8B-747A-AA671A4ABAD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104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3" y="6"/>
                </a:cxn>
                <a:cxn ang="0">
                  <a:pos x="5" y="4"/>
                </a:cxn>
                <a:cxn ang="0">
                  <a:pos x="5" y="8"/>
                </a:cxn>
                <a:cxn ang="0">
                  <a:pos x="3" y="6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5" y="8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65" name="Freeform 2017">
              <a:extLst>
                <a:ext uri="{FF2B5EF4-FFF2-40B4-BE49-F238E27FC236}">
                  <a16:creationId xmlns:a16="http://schemas.microsoft.com/office/drawing/2014/main" id="{98B91CB5-72F0-6A96-B391-AF09BCCDF97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137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4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66" name="Freeform 2018">
              <a:extLst>
                <a:ext uri="{FF2B5EF4-FFF2-40B4-BE49-F238E27FC236}">
                  <a16:creationId xmlns:a16="http://schemas.microsoft.com/office/drawing/2014/main" id="{46FBFC6C-70A7-98DF-4362-C0DFB13C364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171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3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4" y="1"/>
                  </a:cubicBezTo>
                  <a:lnTo>
                    <a:pt x="3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4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3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3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4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67" name="Freeform 2019">
              <a:extLst>
                <a:ext uri="{FF2B5EF4-FFF2-40B4-BE49-F238E27FC236}">
                  <a16:creationId xmlns:a16="http://schemas.microsoft.com/office/drawing/2014/main" id="{7A5ED4F2-8A7D-2A35-C810-B0E4A0EFB6B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216" y="2647"/>
              <a:ext cx="56" cy="10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1" y="4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1" y="0"/>
                  </a:moveTo>
                  <a:lnTo>
                    <a:pt x="1" y="0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1" y="2"/>
                    <a:pt x="1" y="2"/>
                  </a:cubicBezTo>
                  <a:lnTo>
                    <a:pt x="1" y="0"/>
                  </a:lnTo>
                  <a:close/>
                  <a:moveTo>
                    <a:pt x="2" y="0"/>
                  </a:moveTo>
                  <a:cubicBezTo>
                    <a:pt x="2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4" y="4"/>
                  </a:cubicBezTo>
                  <a:lnTo>
                    <a:pt x="3" y="5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4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4" y="4"/>
                  </a:lnTo>
                  <a:close/>
                  <a:moveTo>
                    <a:pt x="5" y="6"/>
                  </a:moveTo>
                  <a:cubicBezTo>
                    <a:pt x="5" y="6"/>
                    <a:pt x="4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8"/>
                    <a:pt x="1" y="8"/>
                    <a:pt x="1" y="8"/>
                  </a:cubicBezTo>
                  <a:lnTo>
                    <a:pt x="2" y="7"/>
                  </a:lnTo>
                  <a:cubicBezTo>
                    <a:pt x="2" y="7"/>
                    <a:pt x="2" y="7"/>
                    <a:pt x="3" y="7"/>
                  </a:cubicBezTo>
                  <a:lnTo>
                    <a:pt x="2" y="9"/>
                  </a:lnTo>
                  <a:close/>
                  <a:moveTo>
                    <a:pt x="1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1" y="6"/>
                    <a:pt x="2" y="7"/>
                    <a:pt x="2" y="7"/>
                  </a:cubicBezTo>
                  <a:lnTo>
                    <a:pt x="1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1" y="2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lnTo>
                    <a:pt x="1" y="2"/>
                  </a:lnTo>
                  <a:cubicBezTo>
                    <a:pt x="1" y="2"/>
                    <a:pt x="1" y="2"/>
                    <a:pt x="1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68" name="Freeform 2020">
              <a:extLst>
                <a:ext uri="{FF2B5EF4-FFF2-40B4-BE49-F238E27FC236}">
                  <a16:creationId xmlns:a16="http://schemas.microsoft.com/office/drawing/2014/main" id="{CE951681-6E35-5A07-A57A-55E3E326951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249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1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2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69" name="Freeform 2021">
              <a:extLst>
                <a:ext uri="{FF2B5EF4-FFF2-40B4-BE49-F238E27FC236}">
                  <a16:creationId xmlns:a16="http://schemas.microsoft.com/office/drawing/2014/main" id="{D00828F0-C1EC-D1E4-67FF-3C5298506227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283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3" y="6"/>
                </a:cxn>
                <a:cxn ang="0">
                  <a:pos x="5" y="4"/>
                </a:cxn>
                <a:cxn ang="0">
                  <a:pos x="5" y="8"/>
                </a:cxn>
                <a:cxn ang="0">
                  <a:pos x="3" y="6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5" y="8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2"/>
                  </a:moveTo>
                  <a:lnTo>
                    <a:pt x="2" y="2"/>
                  </a:lnTo>
                  <a:lnTo>
                    <a:pt x="2" y="1"/>
                  </a:lnTo>
                  <a:lnTo>
                    <a:pt x="2" y="2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70" name="Freeform 2022">
              <a:extLst>
                <a:ext uri="{FF2B5EF4-FFF2-40B4-BE49-F238E27FC236}">
                  <a16:creationId xmlns:a16="http://schemas.microsoft.com/office/drawing/2014/main" id="{6C44C3C6-6369-3BB7-AA8F-F92D0C17419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316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4" y="6"/>
                </a:cxn>
                <a:cxn ang="0">
                  <a:pos x="5" y="4"/>
                </a:cxn>
                <a:cxn ang="0">
                  <a:pos x="5" y="8"/>
                </a:cxn>
                <a:cxn ang="0">
                  <a:pos x="4" y="6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5" y="8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71" name="Freeform 2023">
              <a:extLst>
                <a:ext uri="{FF2B5EF4-FFF2-40B4-BE49-F238E27FC236}">
                  <a16:creationId xmlns:a16="http://schemas.microsoft.com/office/drawing/2014/main" id="{173DF58B-5AD3-703D-ADA2-A979751AAB7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350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4" y="1"/>
                  </a:cubicBezTo>
                  <a:lnTo>
                    <a:pt x="3" y="2"/>
                  </a:lnTo>
                  <a:cubicBezTo>
                    <a:pt x="3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4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4" y="9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1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72" name="Freeform 2024">
              <a:extLst>
                <a:ext uri="{FF2B5EF4-FFF2-40B4-BE49-F238E27FC236}">
                  <a16:creationId xmlns:a16="http://schemas.microsoft.com/office/drawing/2014/main" id="{FA89D617-64C6-9EAA-2DE6-BED397FF46F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396" y="2647"/>
              <a:ext cx="55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2" y="8"/>
                </a:cxn>
                <a:cxn ang="0">
                  <a:pos x="1" y="8"/>
                </a:cxn>
                <a:cxn ang="0">
                  <a:pos x="1" y="4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2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2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1" y="8"/>
                  </a:moveTo>
                  <a:lnTo>
                    <a:pt x="1" y="8"/>
                  </a:lnTo>
                  <a:lnTo>
                    <a:pt x="2" y="8"/>
                  </a:lnTo>
                  <a:lnTo>
                    <a:pt x="1" y="8"/>
                  </a:lnTo>
                  <a:close/>
                  <a:moveTo>
                    <a:pt x="1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1" y="6"/>
                    <a:pt x="2" y="7"/>
                    <a:pt x="2" y="7"/>
                  </a:cubicBezTo>
                  <a:lnTo>
                    <a:pt x="1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2" y="2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73" name="Freeform 2025">
              <a:extLst>
                <a:ext uri="{FF2B5EF4-FFF2-40B4-BE49-F238E27FC236}">
                  <a16:creationId xmlns:a16="http://schemas.microsoft.com/office/drawing/2014/main" id="{FD6B4368-0DB9-C5F7-73F0-07996DA623C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429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3" y="6"/>
                </a:cxn>
                <a:cxn ang="0">
                  <a:pos x="5" y="4"/>
                </a:cxn>
                <a:cxn ang="0">
                  <a:pos x="4" y="8"/>
                </a:cxn>
                <a:cxn ang="0">
                  <a:pos x="3" y="6"/>
                </a:cxn>
                <a:cxn ang="0">
                  <a:pos x="4" y="8"/>
                </a:cxn>
                <a:cxn ang="0">
                  <a:pos x="3" y="7"/>
                </a:cxn>
                <a:cxn ang="0">
                  <a:pos x="4" y="8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1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2"/>
                  </a:moveTo>
                  <a:lnTo>
                    <a:pt x="2" y="2"/>
                  </a:lnTo>
                  <a:lnTo>
                    <a:pt x="2" y="1"/>
                  </a:lnTo>
                  <a:lnTo>
                    <a:pt x="2" y="2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2" y="8"/>
                  </a:lnTo>
                  <a:lnTo>
                    <a:pt x="3" y="7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74" name="Freeform 2026">
              <a:extLst>
                <a:ext uri="{FF2B5EF4-FFF2-40B4-BE49-F238E27FC236}">
                  <a16:creationId xmlns:a16="http://schemas.microsoft.com/office/drawing/2014/main" id="{59E06F39-C96D-4174-94CC-C475098C7E9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461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4" y="6"/>
                </a:cxn>
                <a:cxn ang="0">
                  <a:pos x="5" y="4"/>
                </a:cxn>
                <a:cxn ang="0">
                  <a:pos x="5" y="8"/>
                </a:cxn>
                <a:cxn ang="0">
                  <a:pos x="4" y="6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5" y="8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3" y="8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3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75" name="Freeform 2027">
              <a:extLst>
                <a:ext uri="{FF2B5EF4-FFF2-40B4-BE49-F238E27FC236}">
                  <a16:creationId xmlns:a16="http://schemas.microsoft.com/office/drawing/2014/main" id="{2F68AA59-3CC4-A3EA-8E4A-462012E8F4D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496" y="2647"/>
              <a:ext cx="55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4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3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4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3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76" name="Freeform 2028">
              <a:extLst>
                <a:ext uri="{FF2B5EF4-FFF2-40B4-BE49-F238E27FC236}">
                  <a16:creationId xmlns:a16="http://schemas.microsoft.com/office/drawing/2014/main" id="{A6089E32-C24D-25C7-0A3C-D913E2C336F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528" y="2647"/>
              <a:ext cx="67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3" y="2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6" y="6"/>
                </a:cxn>
                <a:cxn ang="0">
                  <a:pos x="4" y="5"/>
                </a:cxn>
                <a:cxn ang="0">
                  <a:pos x="6" y="6"/>
                </a:cxn>
                <a:cxn ang="0">
                  <a:pos x="4" y="7"/>
                </a:cxn>
                <a:cxn ang="0">
                  <a:pos x="6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7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6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3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4" y="1"/>
                    <a:pt x="4" y="1"/>
                  </a:cubicBezTo>
                  <a:lnTo>
                    <a:pt x="3" y="2"/>
                  </a:lnTo>
                  <a:cubicBezTo>
                    <a:pt x="3" y="2"/>
                    <a:pt x="3" y="2"/>
                    <a:pt x="3" y="2"/>
                  </a:cubicBezTo>
                  <a:lnTo>
                    <a:pt x="3" y="0"/>
                  </a:lnTo>
                  <a:close/>
                  <a:moveTo>
                    <a:pt x="4" y="1"/>
                  </a:moveTo>
                  <a:lnTo>
                    <a:pt x="4" y="1"/>
                  </a:lnTo>
                  <a:lnTo>
                    <a:pt x="3" y="1"/>
                  </a:lnTo>
                  <a:lnTo>
                    <a:pt x="4" y="1"/>
                  </a:lnTo>
                  <a:close/>
                  <a:moveTo>
                    <a:pt x="4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1"/>
                  </a:lnTo>
                  <a:close/>
                  <a:moveTo>
                    <a:pt x="5" y="4"/>
                  </a:moveTo>
                  <a:cubicBezTo>
                    <a:pt x="5" y="5"/>
                    <a:pt x="6" y="5"/>
                    <a:pt x="6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6" y="6"/>
                  </a:moveTo>
                  <a:cubicBezTo>
                    <a:pt x="6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6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7"/>
                  </a:moveTo>
                  <a:lnTo>
                    <a:pt x="4" y="7"/>
                  </a:lnTo>
                  <a:lnTo>
                    <a:pt x="4" y="8"/>
                  </a:lnTo>
                  <a:lnTo>
                    <a:pt x="4" y="7"/>
                  </a:lnTo>
                  <a:close/>
                  <a:moveTo>
                    <a:pt x="4" y="9"/>
                  </a:moveTo>
                  <a:cubicBezTo>
                    <a:pt x="4" y="9"/>
                    <a:pt x="4" y="9"/>
                    <a:pt x="4" y="9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4" y="9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9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4" y="7"/>
                    <a:pt x="4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3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1" y="5"/>
                  </a:cubicBezTo>
                  <a:lnTo>
                    <a:pt x="2" y="4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1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1" y="5"/>
                  </a:lnTo>
                  <a:close/>
                  <a:moveTo>
                    <a:pt x="0" y="3"/>
                  </a:moveTo>
                  <a:cubicBezTo>
                    <a:pt x="0" y="3"/>
                    <a:pt x="1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77" name="Freeform 2029">
              <a:extLst>
                <a:ext uri="{FF2B5EF4-FFF2-40B4-BE49-F238E27FC236}">
                  <a16:creationId xmlns:a16="http://schemas.microsoft.com/office/drawing/2014/main" id="{A852761F-2F7F-8767-258D-A8730977AFC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574" y="2647"/>
              <a:ext cx="55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1" y="4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2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1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1" y="6"/>
                    <a:pt x="2" y="7"/>
                    <a:pt x="2" y="7"/>
                  </a:cubicBezTo>
                  <a:lnTo>
                    <a:pt x="1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2" y="2"/>
                  </a:lnTo>
                  <a:cubicBezTo>
                    <a:pt x="2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1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78" name="Freeform 2030">
              <a:extLst>
                <a:ext uri="{FF2B5EF4-FFF2-40B4-BE49-F238E27FC236}">
                  <a16:creationId xmlns:a16="http://schemas.microsoft.com/office/drawing/2014/main" id="{B0FADF61-5016-E067-A2A1-959A6A8105EC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607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79" name="Freeform 2031">
              <a:extLst>
                <a:ext uri="{FF2B5EF4-FFF2-40B4-BE49-F238E27FC236}">
                  <a16:creationId xmlns:a16="http://schemas.microsoft.com/office/drawing/2014/main" id="{B3766A02-5DC4-3B83-81AB-EEB9D330D26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641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4" y="6"/>
                </a:cxn>
                <a:cxn ang="0">
                  <a:pos x="5" y="4"/>
                </a:cxn>
                <a:cxn ang="0">
                  <a:pos x="5" y="8"/>
                </a:cxn>
                <a:cxn ang="0">
                  <a:pos x="4" y="6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5" y="8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80" name="Freeform 2032">
              <a:extLst>
                <a:ext uri="{FF2B5EF4-FFF2-40B4-BE49-F238E27FC236}">
                  <a16:creationId xmlns:a16="http://schemas.microsoft.com/office/drawing/2014/main" id="{2E55D57C-A9CE-8442-6EC5-113EC566532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674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4" y="1"/>
                  </a:cubicBezTo>
                  <a:lnTo>
                    <a:pt x="3" y="2"/>
                  </a:lnTo>
                  <a:cubicBezTo>
                    <a:pt x="3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4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3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4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81" name="Freeform 2033">
              <a:extLst>
                <a:ext uri="{FF2B5EF4-FFF2-40B4-BE49-F238E27FC236}">
                  <a16:creationId xmlns:a16="http://schemas.microsoft.com/office/drawing/2014/main" id="{03F4D201-EF82-0EBA-5191-A8F4627E11A7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719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1" y="4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4" y="4"/>
                  </a:cubicBezTo>
                  <a:lnTo>
                    <a:pt x="3" y="5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4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4" y="4"/>
                  </a:lnTo>
                  <a:close/>
                  <a:moveTo>
                    <a:pt x="5" y="6"/>
                  </a:moveTo>
                  <a:cubicBezTo>
                    <a:pt x="5" y="6"/>
                    <a:pt x="4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2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2" y="7"/>
                    <a:pt x="2" y="7"/>
                    <a:pt x="3" y="7"/>
                  </a:cubicBezTo>
                  <a:lnTo>
                    <a:pt x="2" y="9"/>
                  </a:lnTo>
                  <a:close/>
                  <a:moveTo>
                    <a:pt x="1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1" y="6"/>
                    <a:pt x="2" y="7"/>
                    <a:pt x="2" y="7"/>
                  </a:cubicBezTo>
                  <a:lnTo>
                    <a:pt x="1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2" y="2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2"/>
                  </a:lnTo>
                  <a:cubicBezTo>
                    <a:pt x="1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82" name="Freeform 2034">
              <a:extLst>
                <a:ext uri="{FF2B5EF4-FFF2-40B4-BE49-F238E27FC236}">
                  <a16:creationId xmlns:a16="http://schemas.microsoft.com/office/drawing/2014/main" id="{C2877A58-07F4-333F-90EE-8A58245EE70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752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2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83" name="Freeform 2035">
              <a:extLst>
                <a:ext uri="{FF2B5EF4-FFF2-40B4-BE49-F238E27FC236}">
                  <a16:creationId xmlns:a16="http://schemas.microsoft.com/office/drawing/2014/main" id="{21B2BE93-B474-FD6A-1E67-DE116D94CE1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786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84" name="Freeform 2036">
              <a:extLst>
                <a:ext uri="{FF2B5EF4-FFF2-40B4-BE49-F238E27FC236}">
                  <a16:creationId xmlns:a16="http://schemas.microsoft.com/office/drawing/2014/main" id="{96FB4D7B-B990-31EC-9D76-0BD83812A66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820" y="2647"/>
              <a:ext cx="55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4" y="6"/>
                </a:cxn>
                <a:cxn ang="0">
                  <a:pos x="5" y="4"/>
                </a:cxn>
                <a:cxn ang="0">
                  <a:pos x="5" y="8"/>
                </a:cxn>
                <a:cxn ang="0">
                  <a:pos x="4" y="6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5" y="8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0" y="5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1" y="1"/>
                </a:cxn>
                <a:cxn ang="0">
                  <a:pos x="2" y="2"/>
                </a:cxn>
                <a:cxn ang="0">
                  <a:pos x="1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3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3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85" name="Freeform 2037">
              <a:extLst>
                <a:ext uri="{FF2B5EF4-FFF2-40B4-BE49-F238E27FC236}">
                  <a16:creationId xmlns:a16="http://schemas.microsoft.com/office/drawing/2014/main" id="{0A3D3013-0746-5E79-EEE4-3A647ABDB97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853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4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4" y="1"/>
                  </a:cubicBezTo>
                  <a:lnTo>
                    <a:pt x="3" y="2"/>
                  </a:lnTo>
                  <a:cubicBezTo>
                    <a:pt x="3" y="2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4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4" y="9"/>
                    <a:pt x="4" y="9"/>
                    <a:pt x="4" y="9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4" y="9"/>
                  </a:lnTo>
                  <a:close/>
                  <a:moveTo>
                    <a:pt x="4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4" y="7"/>
                  </a:ln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4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3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1" y="5"/>
                  </a:cubicBezTo>
                  <a:lnTo>
                    <a:pt x="2" y="4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1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1" y="5"/>
                  </a:lnTo>
                  <a:close/>
                  <a:moveTo>
                    <a:pt x="0" y="3"/>
                  </a:moveTo>
                  <a:cubicBezTo>
                    <a:pt x="0" y="3"/>
                    <a:pt x="1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86" name="Freeform 2038">
              <a:extLst>
                <a:ext uri="{FF2B5EF4-FFF2-40B4-BE49-F238E27FC236}">
                  <a16:creationId xmlns:a16="http://schemas.microsoft.com/office/drawing/2014/main" id="{C724E63A-3132-6A56-356B-BE8FF918D51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898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2" y="8"/>
                </a:cxn>
                <a:cxn ang="0">
                  <a:pos x="1" y="8"/>
                </a:cxn>
                <a:cxn ang="0">
                  <a:pos x="1" y="4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2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2" y="8"/>
                  </a:lnTo>
                  <a:lnTo>
                    <a:pt x="3" y="7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1" y="8"/>
                  </a:moveTo>
                  <a:lnTo>
                    <a:pt x="1" y="8"/>
                  </a:lnTo>
                  <a:lnTo>
                    <a:pt x="2" y="8"/>
                  </a:lnTo>
                  <a:lnTo>
                    <a:pt x="1" y="8"/>
                  </a:lnTo>
                  <a:close/>
                  <a:moveTo>
                    <a:pt x="1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1" y="6"/>
                    <a:pt x="2" y="7"/>
                    <a:pt x="2" y="7"/>
                  </a:cubicBezTo>
                  <a:lnTo>
                    <a:pt x="1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2" y="2"/>
                  </a:lnTo>
                  <a:cubicBezTo>
                    <a:pt x="2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1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87" name="Freeform 2039">
              <a:extLst>
                <a:ext uri="{FF2B5EF4-FFF2-40B4-BE49-F238E27FC236}">
                  <a16:creationId xmlns:a16="http://schemas.microsoft.com/office/drawing/2014/main" id="{D9B0382F-4365-1A45-1217-6BA98100D3E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931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3" y="6"/>
                </a:cxn>
                <a:cxn ang="0">
                  <a:pos x="5" y="4"/>
                </a:cxn>
                <a:cxn ang="0">
                  <a:pos x="5" y="8"/>
                </a:cxn>
                <a:cxn ang="0">
                  <a:pos x="3" y="6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5" y="8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3" y="8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3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3558" name="Group 2040">
            <a:extLst>
              <a:ext uri="{FF2B5EF4-FFF2-40B4-BE49-F238E27FC236}">
                <a16:creationId xmlns:a16="http://schemas.microsoft.com/office/drawing/2014/main" id="{093E79AA-30A2-F583-7684-70A5289B9F1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05350" y="2971800"/>
            <a:ext cx="2781300" cy="130175"/>
            <a:chOff x="1936" y="3251"/>
            <a:chExt cx="2136" cy="100"/>
          </a:xfrm>
        </p:grpSpPr>
        <p:sp>
          <p:nvSpPr>
            <p:cNvPr id="439289" name="Freeform 2041">
              <a:extLst>
                <a:ext uri="{FF2B5EF4-FFF2-40B4-BE49-F238E27FC236}">
                  <a16:creationId xmlns:a16="http://schemas.microsoft.com/office/drawing/2014/main" id="{1EB7734C-782D-BD27-F6F1-CF92F7DFEF67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936" y="3262"/>
              <a:ext cx="56" cy="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1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1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4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4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4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7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2" y="8"/>
                  </a:lnTo>
                  <a:lnTo>
                    <a:pt x="3" y="7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1" y="4"/>
                  </a:lnTo>
                  <a:cubicBezTo>
                    <a:pt x="1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1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0"/>
                    <a:pt x="1" y="0"/>
                    <a:pt x="1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90" name="Freeform 2042">
              <a:extLst>
                <a:ext uri="{FF2B5EF4-FFF2-40B4-BE49-F238E27FC236}">
                  <a16:creationId xmlns:a16="http://schemas.microsoft.com/office/drawing/2014/main" id="{6B7AF38D-AECC-AF32-6EDA-7F71CE300E9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970" y="3262"/>
              <a:ext cx="56" cy="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4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2" y="7"/>
                  </a:lnTo>
                  <a:lnTo>
                    <a:pt x="3" y="7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91" name="Freeform 2043">
              <a:extLst>
                <a:ext uri="{FF2B5EF4-FFF2-40B4-BE49-F238E27FC236}">
                  <a16:creationId xmlns:a16="http://schemas.microsoft.com/office/drawing/2014/main" id="{E5478D81-AC77-E408-F0C5-C4142E278EF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003" y="3262"/>
              <a:ext cx="56" cy="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4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5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1" y="7"/>
                    <a:pt x="1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92" name="Freeform 2044">
              <a:extLst>
                <a:ext uri="{FF2B5EF4-FFF2-40B4-BE49-F238E27FC236}">
                  <a16:creationId xmlns:a16="http://schemas.microsoft.com/office/drawing/2014/main" id="{579BED8C-E051-2E13-A21B-226BA69FAD1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037" y="3262"/>
              <a:ext cx="56" cy="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4" y="0"/>
                </a:cxn>
                <a:cxn ang="0">
                  <a:pos x="4" y="4"/>
                </a:cxn>
                <a:cxn ang="0">
                  <a:pos x="4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4" y="7"/>
                </a:cxn>
                <a:cxn ang="0">
                  <a:pos x="5" y="5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4" y="8"/>
                </a:cxn>
                <a:cxn ang="0">
                  <a:pos x="4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4" y="0"/>
                  </a:cubicBezTo>
                  <a:lnTo>
                    <a:pt x="3" y="2"/>
                  </a:lnTo>
                  <a:cubicBezTo>
                    <a:pt x="3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4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0"/>
                  </a:lnTo>
                  <a:close/>
                  <a:moveTo>
                    <a:pt x="5" y="4"/>
                  </a:moveTo>
                  <a:cubicBezTo>
                    <a:pt x="5" y="4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4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5" y="8"/>
                    <a:pt x="4" y="8"/>
                    <a:pt x="4" y="8"/>
                  </a:cubicBezTo>
                  <a:lnTo>
                    <a:pt x="3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7"/>
                  </a:lnTo>
                  <a:close/>
                  <a:moveTo>
                    <a:pt x="4" y="8"/>
                  </a:moveTo>
                  <a:lnTo>
                    <a:pt x="4" y="8"/>
                  </a:lnTo>
                  <a:lnTo>
                    <a:pt x="4" y="8"/>
                  </a:lnTo>
                  <a:close/>
                  <a:moveTo>
                    <a:pt x="4" y="8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1" y="7"/>
                    <a:pt x="1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3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93" name="Freeform 2045">
              <a:extLst>
                <a:ext uri="{FF2B5EF4-FFF2-40B4-BE49-F238E27FC236}">
                  <a16:creationId xmlns:a16="http://schemas.microsoft.com/office/drawing/2014/main" id="{49DB4322-D563-B830-8C98-B5FC309026A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082" y="3262"/>
              <a:ext cx="55" cy="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1" y="4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1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4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4" y="7"/>
                    <a:pt x="4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4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7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2" y="8"/>
                  </a:lnTo>
                  <a:lnTo>
                    <a:pt x="3" y="7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2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1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1" y="4"/>
                  </a:lnTo>
                  <a:cubicBezTo>
                    <a:pt x="1" y="5"/>
                    <a:pt x="2" y="6"/>
                    <a:pt x="2" y="7"/>
                  </a:cubicBezTo>
                  <a:lnTo>
                    <a:pt x="1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1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0"/>
                    <a:pt x="1" y="0"/>
                    <a:pt x="1" y="0"/>
                  </a:cubicBezTo>
                  <a:lnTo>
                    <a:pt x="2" y="1"/>
                  </a:lnTo>
                  <a:cubicBezTo>
                    <a:pt x="1" y="1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1" y="1"/>
                  </a:lnTo>
                  <a:lnTo>
                    <a:pt x="2" y="1"/>
                  </a:lnTo>
                  <a:close/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94" name="Freeform 2046">
              <a:extLst>
                <a:ext uri="{FF2B5EF4-FFF2-40B4-BE49-F238E27FC236}">
                  <a16:creationId xmlns:a16="http://schemas.microsoft.com/office/drawing/2014/main" id="{2BC81AEB-F077-DF93-B183-D6101543AA4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115" y="3262"/>
              <a:ext cx="56" cy="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3" y="5"/>
                </a:cxn>
                <a:cxn ang="0">
                  <a:pos x="5" y="4"/>
                </a:cxn>
                <a:cxn ang="0">
                  <a:pos x="4" y="7"/>
                </a:cxn>
                <a:cxn ang="0">
                  <a:pos x="3" y="5"/>
                </a:cxn>
                <a:cxn ang="0">
                  <a:pos x="4" y="7"/>
                </a:cxn>
                <a:cxn ang="0">
                  <a:pos x="3" y="7"/>
                </a:cxn>
                <a:cxn ang="0">
                  <a:pos x="4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1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4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4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4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7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1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1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95" name="Freeform 2047">
              <a:extLst>
                <a:ext uri="{FF2B5EF4-FFF2-40B4-BE49-F238E27FC236}">
                  <a16:creationId xmlns:a16="http://schemas.microsoft.com/office/drawing/2014/main" id="{128DF569-5E83-7B08-26C6-0F29ED29EB7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149" y="3262"/>
              <a:ext cx="56" cy="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4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3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896" name="Freeform 2048">
              <a:extLst>
                <a:ext uri="{FF2B5EF4-FFF2-40B4-BE49-F238E27FC236}">
                  <a16:creationId xmlns:a16="http://schemas.microsoft.com/office/drawing/2014/main" id="{E90F36D3-2B63-BF7B-CA22-036664E1621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182" y="3262"/>
              <a:ext cx="56" cy="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4" y="7"/>
                </a:cxn>
                <a:cxn ang="0">
                  <a:pos x="5" y="5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4" y="8"/>
                </a:cxn>
                <a:cxn ang="0">
                  <a:pos x="3" y="8"/>
                </a:cxn>
                <a:cxn ang="0">
                  <a:pos x="4" y="8"/>
                </a:cxn>
                <a:cxn ang="0">
                  <a:pos x="3" y="7"/>
                </a:cxn>
                <a:cxn ang="0">
                  <a:pos x="4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4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4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4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5" y="8"/>
                    <a:pt x="4" y="8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4" y="7"/>
                  </a:cubicBezTo>
                  <a:lnTo>
                    <a:pt x="5" y="7"/>
                  </a:lnTo>
                  <a:close/>
                  <a:moveTo>
                    <a:pt x="4" y="8"/>
                  </a:moveTo>
                  <a:lnTo>
                    <a:pt x="4" y="8"/>
                  </a:lnTo>
                  <a:lnTo>
                    <a:pt x="3" y="8"/>
                  </a:lnTo>
                  <a:lnTo>
                    <a:pt x="4" y="8"/>
                  </a:lnTo>
                  <a:close/>
                  <a:moveTo>
                    <a:pt x="4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1" y="7"/>
                    <a:pt x="1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897" name="Freeform 2049">
              <a:extLst>
                <a:ext uri="{FF2B5EF4-FFF2-40B4-BE49-F238E27FC236}">
                  <a16:creationId xmlns:a16="http://schemas.microsoft.com/office/drawing/2014/main" id="{BBE2E190-BC66-ECD7-4112-2CFCEC35796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216" y="3262"/>
              <a:ext cx="56" cy="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4" y="0"/>
                </a:cxn>
                <a:cxn ang="0">
                  <a:pos x="4" y="4"/>
                </a:cxn>
                <a:cxn ang="0">
                  <a:pos x="4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4" y="7"/>
                </a:cxn>
                <a:cxn ang="0">
                  <a:pos x="5" y="5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4" y="8"/>
                </a:cxn>
                <a:cxn ang="0">
                  <a:pos x="4" y="8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4" y="8"/>
                </a:cxn>
                <a:cxn ang="0">
                  <a:pos x="4" y="8"/>
                </a:cxn>
                <a:cxn ang="0">
                  <a:pos x="4" y="8"/>
                </a:cxn>
                <a:cxn ang="0">
                  <a:pos x="3" y="7"/>
                </a:cxn>
                <a:cxn ang="0">
                  <a:pos x="4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1" y="4"/>
                </a:cxn>
                <a:cxn ang="0">
                  <a:pos x="3" y="7"/>
                </a:cxn>
                <a:cxn ang="0">
                  <a:pos x="1" y="4"/>
                </a:cxn>
                <a:cxn ang="0">
                  <a:pos x="2" y="3"/>
                </a:cxn>
                <a:cxn ang="0">
                  <a:pos x="1" y="4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3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4" y="0"/>
                    <a:pt x="4" y="0"/>
                  </a:cubicBezTo>
                  <a:lnTo>
                    <a:pt x="3" y="2"/>
                  </a:lnTo>
                  <a:cubicBezTo>
                    <a:pt x="3" y="2"/>
                    <a:pt x="3" y="1"/>
                    <a:pt x="3" y="1"/>
                  </a:cubicBezTo>
                  <a:lnTo>
                    <a:pt x="3" y="0"/>
                  </a:lnTo>
                  <a:close/>
                  <a:moveTo>
                    <a:pt x="4" y="0"/>
                  </a:moveTo>
                  <a:lnTo>
                    <a:pt x="4" y="0"/>
                  </a:lnTo>
                  <a:lnTo>
                    <a:pt x="3" y="1"/>
                  </a:lnTo>
                  <a:lnTo>
                    <a:pt x="4" y="0"/>
                  </a:lnTo>
                  <a:close/>
                  <a:moveTo>
                    <a:pt x="4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0"/>
                  </a:lnTo>
                  <a:close/>
                  <a:moveTo>
                    <a:pt x="5" y="4"/>
                  </a:moveTo>
                  <a:cubicBezTo>
                    <a:pt x="5" y="4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4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5" y="8"/>
                    <a:pt x="4" y="8"/>
                    <a:pt x="4" y="8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7"/>
                  </a:lnTo>
                  <a:close/>
                  <a:moveTo>
                    <a:pt x="4" y="8"/>
                  </a:moveTo>
                  <a:lnTo>
                    <a:pt x="4" y="8"/>
                  </a:lnTo>
                  <a:lnTo>
                    <a:pt x="4" y="8"/>
                  </a:lnTo>
                  <a:close/>
                  <a:moveTo>
                    <a:pt x="4" y="8"/>
                  </a:moveTo>
                  <a:cubicBezTo>
                    <a:pt x="4" y="8"/>
                    <a:pt x="4" y="8"/>
                    <a:pt x="4" y="8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4" y="8"/>
                  </a:lnTo>
                  <a:close/>
                  <a:moveTo>
                    <a:pt x="4" y="8"/>
                  </a:moveTo>
                  <a:lnTo>
                    <a:pt x="4" y="8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8"/>
                  </a:lnTo>
                  <a:close/>
                  <a:moveTo>
                    <a:pt x="4" y="8"/>
                  </a:moveTo>
                  <a:lnTo>
                    <a:pt x="4" y="8"/>
                  </a:lnTo>
                  <a:lnTo>
                    <a:pt x="4" y="8"/>
                  </a:lnTo>
                  <a:close/>
                  <a:moveTo>
                    <a:pt x="4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4" y="7"/>
                    <a:pt x="4" y="7"/>
                  </a:cubicBezTo>
                  <a:lnTo>
                    <a:pt x="4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7"/>
                  </a:lnTo>
                  <a:close/>
                  <a:moveTo>
                    <a:pt x="2" y="8"/>
                  </a:moveTo>
                  <a:cubicBezTo>
                    <a:pt x="1" y="7"/>
                    <a:pt x="1" y="6"/>
                    <a:pt x="1" y="4"/>
                  </a:cubicBezTo>
                  <a:lnTo>
                    <a:pt x="2" y="4"/>
                  </a:lnTo>
                  <a:cubicBezTo>
                    <a:pt x="2" y="5"/>
                    <a:pt x="3" y="6"/>
                    <a:pt x="3" y="7"/>
                  </a:cubicBezTo>
                  <a:lnTo>
                    <a:pt x="2" y="8"/>
                  </a:lnTo>
                  <a:close/>
                  <a:moveTo>
                    <a:pt x="1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1" y="4"/>
                  </a:lnTo>
                  <a:close/>
                  <a:moveTo>
                    <a:pt x="0" y="3"/>
                  </a:moveTo>
                  <a:cubicBezTo>
                    <a:pt x="0" y="2"/>
                    <a:pt x="1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898" name="Freeform 2050">
              <a:extLst>
                <a:ext uri="{FF2B5EF4-FFF2-40B4-BE49-F238E27FC236}">
                  <a16:creationId xmlns:a16="http://schemas.microsoft.com/office/drawing/2014/main" id="{431426B1-1D6C-2B4D-E40A-3EA2F63E0AD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260" y="3262"/>
              <a:ext cx="56" cy="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1" y="4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1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4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4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4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7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1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1" y="4"/>
                  </a:lnTo>
                  <a:cubicBezTo>
                    <a:pt x="1" y="5"/>
                    <a:pt x="2" y="6"/>
                    <a:pt x="2" y="7"/>
                  </a:cubicBezTo>
                  <a:lnTo>
                    <a:pt x="1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1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0"/>
                    <a:pt x="1" y="0"/>
                    <a:pt x="1" y="0"/>
                  </a:cubicBezTo>
                  <a:lnTo>
                    <a:pt x="2" y="1"/>
                  </a:lnTo>
                  <a:cubicBezTo>
                    <a:pt x="2" y="1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1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899" name="Freeform 2051">
              <a:extLst>
                <a:ext uri="{FF2B5EF4-FFF2-40B4-BE49-F238E27FC236}">
                  <a16:creationId xmlns:a16="http://schemas.microsoft.com/office/drawing/2014/main" id="{CFAA1D18-BB21-8162-ABEF-F44EE0D7744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294" y="3262"/>
              <a:ext cx="56" cy="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1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4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1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1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00" name="Freeform 2052">
              <a:extLst>
                <a:ext uri="{FF2B5EF4-FFF2-40B4-BE49-F238E27FC236}">
                  <a16:creationId xmlns:a16="http://schemas.microsoft.com/office/drawing/2014/main" id="{1FB6EF2F-D76C-83FF-FEF7-153F151DF37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329" y="3262"/>
              <a:ext cx="55" cy="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2" y="2"/>
                  </a:moveTo>
                  <a:lnTo>
                    <a:pt x="2" y="2"/>
                  </a:lnTo>
                  <a:lnTo>
                    <a:pt x="3" y="1"/>
                  </a:lnTo>
                  <a:lnTo>
                    <a:pt x="2" y="2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4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3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01" name="Freeform 2053">
              <a:extLst>
                <a:ext uri="{FF2B5EF4-FFF2-40B4-BE49-F238E27FC236}">
                  <a16:creationId xmlns:a16="http://schemas.microsoft.com/office/drawing/2014/main" id="{7F049D52-F341-6825-84AE-C815C5B3DCB7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361" y="3262"/>
              <a:ext cx="56" cy="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4" y="0"/>
                </a:cxn>
                <a:cxn ang="0">
                  <a:pos x="4" y="4"/>
                </a:cxn>
                <a:cxn ang="0">
                  <a:pos x="4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4" y="7"/>
                </a:cxn>
                <a:cxn ang="0">
                  <a:pos x="5" y="5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4" y="8"/>
                </a:cxn>
                <a:cxn ang="0">
                  <a:pos x="4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4" y="0"/>
                  </a:cubicBezTo>
                  <a:lnTo>
                    <a:pt x="3" y="2"/>
                  </a:lnTo>
                  <a:cubicBezTo>
                    <a:pt x="3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4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0"/>
                  </a:lnTo>
                  <a:close/>
                  <a:moveTo>
                    <a:pt x="5" y="4"/>
                  </a:moveTo>
                  <a:cubicBezTo>
                    <a:pt x="5" y="4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4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5" y="8"/>
                    <a:pt x="4" y="8"/>
                    <a:pt x="4" y="8"/>
                  </a:cubicBezTo>
                  <a:lnTo>
                    <a:pt x="3" y="7"/>
                  </a:lnTo>
                  <a:cubicBezTo>
                    <a:pt x="3" y="7"/>
                    <a:pt x="4" y="7"/>
                    <a:pt x="4" y="7"/>
                  </a:cubicBezTo>
                  <a:lnTo>
                    <a:pt x="5" y="7"/>
                  </a:lnTo>
                  <a:close/>
                  <a:moveTo>
                    <a:pt x="4" y="8"/>
                  </a:moveTo>
                  <a:lnTo>
                    <a:pt x="4" y="8"/>
                  </a:lnTo>
                  <a:lnTo>
                    <a:pt x="4" y="8"/>
                  </a:lnTo>
                  <a:close/>
                  <a:moveTo>
                    <a:pt x="4" y="8"/>
                  </a:moveTo>
                  <a:cubicBezTo>
                    <a:pt x="4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1" y="7"/>
                    <a:pt x="1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3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02" name="Freeform 2054">
              <a:extLst>
                <a:ext uri="{FF2B5EF4-FFF2-40B4-BE49-F238E27FC236}">
                  <a16:creationId xmlns:a16="http://schemas.microsoft.com/office/drawing/2014/main" id="{F2C5C82D-71D0-C120-4B20-6664CD43845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367" y="3251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1" y="5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1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1"/>
                    <a:pt x="2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1"/>
                  </a:moveTo>
                  <a:cubicBezTo>
                    <a:pt x="3" y="1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1"/>
                  </a:lnTo>
                  <a:close/>
                  <a:moveTo>
                    <a:pt x="3" y="1"/>
                  </a:moveTo>
                  <a:cubicBezTo>
                    <a:pt x="4" y="2"/>
                    <a:pt x="4" y="3"/>
                    <a:pt x="5" y="5"/>
                  </a:cubicBezTo>
                  <a:lnTo>
                    <a:pt x="3" y="5"/>
                  </a:lnTo>
                  <a:cubicBezTo>
                    <a:pt x="3" y="4"/>
                    <a:pt x="3" y="3"/>
                    <a:pt x="2" y="2"/>
                  </a:cubicBezTo>
                  <a:lnTo>
                    <a:pt x="3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2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9"/>
                    <a:pt x="2" y="9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5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1" y="4"/>
                  </a:lnTo>
                  <a:cubicBezTo>
                    <a:pt x="1" y="4"/>
                    <a:pt x="1" y="4"/>
                    <a:pt x="1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0" y="2"/>
                  </a:cubicBezTo>
                  <a:lnTo>
                    <a:pt x="2" y="2"/>
                  </a:lnTo>
                  <a:cubicBezTo>
                    <a:pt x="1" y="3"/>
                    <a:pt x="1" y="3"/>
                    <a:pt x="1" y="4"/>
                  </a:cubicBezTo>
                  <a:lnTo>
                    <a:pt x="0" y="4"/>
                  </a:lnTo>
                  <a:close/>
                  <a:moveTo>
                    <a:pt x="0" y="2"/>
                  </a:moveTo>
                  <a:cubicBezTo>
                    <a:pt x="0" y="1"/>
                    <a:pt x="1" y="1"/>
                    <a:pt x="1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2"/>
                  </a:lnTo>
                  <a:close/>
                  <a:moveTo>
                    <a:pt x="1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03" name="Freeform 2055">
              <a:extLst>
                <a:ext uri="{FF2B5EF4-FFF2-40B4-BE49-F238E27FC236}">
                  <a16:creationId xmlns:a16="http://schemas.microsoft.com/office/drawing/2014/main" id="{2351E0CA-32F6-EB2F-86ED-5034682A6E1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401" y="3251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5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2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3" y="1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2"/>
                    <a:pt x="5" y="3"/>
                    <a:pt x="5" y="5"/>
                  </a:cubicBezTo>
                  <a:lnTo>
                    <a:pt x="3" y="5"/>
                  </a:lnTo>
                  <a:cubicBezTo>
                    <a:pt x="3" y="4"/>
                    <a:pt x="3" y="3"/>
                    <a:pt x="2" y="2"/>
                  </a:cubicBezTo>
                  <a:lnTo>
                    <a:pt x="3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3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9"/>
                    <a:pt x="2" y="9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5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2" y="4"/>
                  </a:lnTo>
                  <a:cubicBezTo>
                    <a:pt x="2" y="4"/>
                    <a:pt x="2" y="4"/>
                    <a:pt x="2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0" y="2"/>
                  </a:cubicBezTo>
                  <a:lnTo>
                    <a:pt x="2" y="2"/>
                  </a:lnTo>
                  <a:cubicBezTo>
                    <a:pt x="2" y="3"/>
                    <a:pt x="2" y="3"/>
                    <a:pt x="2" y="4"/>
                  </a:cubicBezTo>
                  <a:lnTo>
                    <a:pt x="0" y="4"/>
                  </a:lnTo>
                  <a:close/>
                  <a:moveTo>
                    <a:pt x="0" y="2"/>
                  </a:moveTo>
                  <a:cubicBezTo>
                    <a:pt x="1" y="1"/>
                    <a:pt x="1" y="1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2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04" name="Freeform 2056">
              <a:extLst>
                <a:ext uri="{FF2B5EF4-FFF2-40B4-BE49-F238E27FC236}">
                  <a16:creationId xmlns:a16="http://schemas.microsoft.com/office/drawing/2014/main" id="{C0E7E1DC-1E95-1493-75CE-05C04D77888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436" y="3251"/>
              <a:ext cx="55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4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3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5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2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3" y="1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2"/>
                    <a:pt x="5" y="3"/>
                    <a:pt x="5" y="5"/>
                  </a:cubicBezTo>
                  <a:lnTo>
                    <a:pt x="4" y="5"/>
                  </a:lnTo>
                  <a:cubicBezTo>
                    <a:pt x="3" y="4"/>
                    <a:pt x="3" y="3"/>
                    <a:pt x="2" y="2"/>
                  </a:cubicBezTo>
                  <a:lnTo>
                    <a:pt x="3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3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5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2" y="4"/>
                  </a:lnTo>
                  <a:cubicBezTo>
                    <a:pt x="2" y="4"/>
                    <a:pt x="2" y="4"/>
                    <a:pt x="2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1" y="2"/>
                  </a:cubicBezTo>
                  <a:lnTo>
                    <a:pt x="2" y="2"/>
                  </a:lnTo>
                  <a:cubicBezTo>
                    <a:pt x="2" y="3"/>
                    <a:pt x="2" y="3"/>
                    <a:pt x="2" y="4"/>
                  </a:cubicBezTo>
                  <a:lnTo>
                    <a:pt x="0" y="4"/>
                  </a:lnTo>
                  <a:close/>
                  <a:moveTo>
                    <a:pt x="1" y="2"/>
                  </a:moveTo>
                  <a:cubicBezTo>
                    <a:pt x="1" y="1"/>
                    <a:pt x="1" y="1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2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05" name="Freeform 2057">
              <a:extLst>
                <a:ext uri="{FF2B5EF4-FFF2-40B4-BE49-F238E27FC236}">
                  <a16:creationId xmlns:a16="http://schemas.microsoft.com/office/drawing/2014/main" id="{D5F91856-387C-725E-E8D5-7EF02C9F9BD7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469" y="3251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5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2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3" y="1"/>
                    <a:pt x="3" y="1"/>
                    <a:pt x="4" y="1"/>
                  </a:cubicBezTo>
                  <a:lnTo>
                    <a:pt x="3" y="2"/>
                  </a:lnTo>
                  <a:cubicBezTo>
                    <a:pt x="3" y="2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4" y="1"/>
                  </a:moveTo>
                  <a:cubicBezTo>
                    <a:pt x="4" y="2"/>
                    <a:pt x="5" y="3"/>
                    <a:pt x="5" y="5"/>
                  </a:cubicBezTo>
                  <a:lnTo>
                    <a:pt x="4" y="5"/>
                  </a:lnTo>
                  <a:cubicBezTo>
                    <a:pt x="4" y="4"/>
                    <a:pt x="3" y="3"/>
                    <a:pt x="3" y="2"/>
                  </a:cubicBezTo>
                  <a:lnTo>
                    <a:pt x="4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4" y="9"/>
                    <a:pt x="4" y="9"/>
                    <a:pt x="4" y="9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4" y="9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9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4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1" y="5"/>
                  </a:cubicBezTo>
                  <a:lnTo>
                    <a:pt x="2" y="5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1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2" y="4"/>
                  </a:lnTo>
                  <a:cubicBezTo>
                    <a:pt x="2" y="4"/>
                    <a:pt x="2" y="4"/>
                    <a:pt x="2" y="5"/>
                  </a:cubicBezTo>
                  <a:lnTo>
                    <a:pt x="1" y="5"/>
                  </a:lnTo>
                  <a:close/>
                  <a:moveTo>
                    <a:pt x="0" y="4"/>
                  </a:moveTo>
                  <a:cubicBezTo>
                    <a:pt x="0" y="3"/>
                    <a:pt x="1" y="2"/>
                    <a:pt x="1" y="2"/>
                  </a:cubicBezTo>
                  <a:lnTo>
                    <a:pt x="2" y="2"/>
                  </a:lnTo>
                  <a:cubicBezTo>
                    <a:pt x="2" y="3"/>
                    <a:pt x="2" y="3"/>
                    <a:pt x="2" y="4"/>
                  </a:cubicBezTo>
                  <a:lnTo>
                    <a:pt x="0" y="4"/>
                  </a:lnTo>
                  <a:close/>
                  <a:moveTo>
                    <a:pt x="1" y="2"/>
                  </a:moveTo>
                  <a:cubicBezTo>
                    <a:pt x="1" y="1"/>
                    <a:pt x="2" y="1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2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06" name="Freeform 2058">
              <a:extLst>
                <a:ext uri="{FF2B5EF4-FFF2-40B4-BE49-F238E27FC236}">
                  <a16:creationId xmlns:a16="http://schemas.microsoft.com/office/drawing/2014/main" id="{A912E05A-C9F7-4374-2DCC-DF9FA8742DA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512" y="3251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2"/>
                </a:cxn>
                <a:cxn ang="0">
                  <a:pos x="2" y="1"/>
                </a:cxn>
                <a:cxn ang="0">
                  <a:pos x="5" y="5"/>
                </a:cxn>
                <a:cxn ang="0">
                  <a:pos x="2" y="2"/>
                </a:cxn>
                <a:cxn ang="0">
                  <a:pos x="5" y="5"/>
                </a:cxn>
                <a:cxn ang="0">
                  <a:pos x="3" y="6"/>
                </a:cxn>
                <a:cxn ang="0">
                  <a:pos x="5" y="5"/>
                </a:cxn>
                <a:cxn ang="0">
                  <a:pos x="4" y="8"/>
                </a:cxn>
                <a:cxn ang="0">
                  <a:pos x="3" y="6"/>
                </a:cxn>
                <a:cxn ang="0">
                  <a:pos x="4" y="8"/>
                </a:cxn>
                <a:cxn ang="0">
                  <a:pos x="3" y="7"/>
                </a:cxn>
                <a:cxn ang="0">
                  <a:pos x="4" y="8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9"/>
                </a:cxn>
                <a:cxn ang="0">
                  <a:pos x="2" y="7"/>
                </a:cxn>
                <a:cxn ang="0">
                  <a:pos x="2" y="9"/>
                </a:cxn>
                <a:cxn ang="0">
                  <a:pos x="0" y="5"/>
                </a:cxn>
                <a:cxn ang="0">
                  <a:pos x="2" y="7"/>
                </a:cxn>
                <a:cxn ang="0">
                  <a:pos x="0" y="5"/>
                </a:cxn>
                <a:cxn ang="0">
                  <a:pos x="1" y="4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1" y="4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1"/>
                    <a:pt x="2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1"/>
                  </a:moveTo>
                  <a:cubicBezTo>
                    <a:pt x="3" y="1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1"/>
                  </a:lnTo>
                  <a:close/>
                  <a:moveTo>
                    <a:pt x="3" y="1"/>
                  </a:moveTo>
                  <a:cubicBezTo>
                    <a:pt x="4" y="2"/>
                    <a:pt x="4" y="3"/>
                    <a:pt x="5" y="5"/>
                  </a:cubicBezTo>
                  <a:lnTo>
                    <a:pt x="3" y="5"/>
                  </a:lnTo>
                  <a:cubicBezTo>
                    <a:pt x="3" y="4"/>
                    <a:pt x="2" y="3"/>
                    <a:pt x="2" y="2"/>
                  </a:cubicBezTo>
                  <a:lnTo>
                    <a:pt x="3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2" y="8"/>
                  </a:lnTo>
                  <a:lnTo>
                    <a:pt x="3" y="7"/>
                  </a:lnTo>
                  <a:close/>
                  <a:moveTo>
                    <a:pt x="2" y="9"/>
                  </a:moveTo>
                  <a:cubicBezTo>
                    <a:pt x="2" y="9"/>
                    <a:pt x="2" y="9"/>
                    <a:pt x="1" y="8"/>
                  </a:cubicBezTo>
                  <a:lnTo>
                    <a:pt x="2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1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5"/>
                  </a:lnTo>
                  <a:cubicBezTo>
                    <a:pt x="1" y="6"/>
                    <a:pt x="2" y="7"/>
                    <a:pt x="2" y="7"/>
                  </a:cubicBezTo>
                  <a:lnTo>
                    <a:pt x="1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1" y="4"/>
                  </a:lnTo>
                  <a:cubicBezTo>
                    <a:pt x="1" y="4"/>
                    <a:pt x="1" y="4"/>
                    <a:pt x="1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0" y="2"/>
                  </a:cubicBezTo>
                  <a:lnTo>
                    <a:pt x="1" y="2"/>
                  </a:lnTo>
                  <a:cubicBezTo>
                    <a:pt x="1" y="3"/>
                    <a:pt x="1" y="3"/>
                    <a:pt x="1" y="4"/>
                  </a:cubicBezTo>
                  <a:lnTo>
                    <a:pt x="0" y="4"/>
                  </a:lnTo>
                  <a:close/>
                  <a:moveTo>
                    <a:pt x="0" y="2"/>
                  </a:moveTo>
                  <a:cubicBezTo>
                    <a:pt x="0" y="1"/>
                    <a:pt x="1" y="1"/>
                    <a:pt x="1" y="0"/>
                  </a:cubicBezTo>
                  <a:lnTo>
                    <a:pt x="2" y="2"/>
                  </a:lnTo>
                  <a:cubicBezTo>
                    <a:pt x="2" y="2"/>
                    <a:pt x="1" y="2"/>
                    <a:pt x="1" y="2"/>
                  </a:cubicBezTo>
                  <a:lnTo>
                    <a:pt x="0" y="2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1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07" name="Freeform 2059">
              <a:extLst>
                <a:ext uri="{FF2B5EF4-FFF2-40B4-BE49-F238E27FC236}">
                  <a16:creationId xmlns:a16="http://schemas.microsoft.com/office/drawing/2014/main" id="{652EA565-4943-EB13-561A-E48943FFE72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547" y="3251"/>
              <a:ext cx="55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1" y="5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1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3" y="1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2"/>
                    <a:pt x="5" y="3"/>
                    <a:pt x="5" y="5"/>
                  </a:cubicBezTo>
                  <a:lnTo>
                    <a:pt x="3" y="5"/>
                  </a:lnTo>
                  <a:cubicBezTo>
                    <a:pt x="3" y="4"/>
                    <a:pt x="3" y="3"/>
                    <a:pt x="2" y="2"/>
                  </a:cubicBezTo>
                  <a:lnTo>
                    <a:pt x="3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9"/>
                    <a:pt x="2" y="9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2" y="8"/>
                  </a:lnTo>
                  <a:lnTo>
                    <a:pt x="3" y="7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5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1" y="4"/>
                  </a:lnTo>
                  <a:cubicBezTo>
                    <a:pt x="1" y="4"/>
                    <a:pt x="1" y="4"/>
                    <a:pt x="1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0" y="2"/>
                  </a:cubicBezTo>
                  <a:lnTo>
                    <a:pt x="2" y="2"/>
                  </a:lnTo>
                  <a:cubicBezTo>
                    <a:pt x="1" y="3"/>
                    <a:pt x="1" y="3"/>
                    <a:pt x="1" y="4"/>
                  </a:cubicBezTo>
                  <a:lnTo>
                    <a:pt x="0" y="4"/>
                  </a:lnTo>
                  <a:close/>
                  <a:moveTo>
                    <a:pt x="0" y="2"/>
                  </a:moveTo>
                  <a:cubicBezTo>
                    <a:pt x="1" y="1"/>
                    <a:pt x="1" y="1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2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08" name="Freeform 2060">
              <a:extLst>
                <a:ext uri="{FF2B5EF4-FFF2-40B4-BE49-F238E27FC236}">
                  <a16:creationId xmlns:a16="http://schemas.microsoft.com/office/drawing/2014/main" id="{2BE53F37-CAEE-1092-A00A-42ABCABB158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579" y="3251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4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5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2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3" y="1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2"/>
                    <a:pt x="5" y="3"/>
                    <a:pt x="5" y="5"/>
                  </a:cubicBezTo>
                  <a:lnTo>
                    <a:pt x="4" y="5"/>
                  </a:lnTo>
                  <a:cubicBezTo>
                    <a:pt x="3" y="4"/>
                    <a:pt x="3" y="3"/>
                    <a:pt x="2" y="2"/>
                  </a:cubicBezTo>
                  <a:lnTo>
                    <a:pt x="3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5" y="8"/>
                  </a:cubicBezTo>
                  <a:lnTo>
                    <a:pt x="3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9"/>
                    <a:pt x="2" y="9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5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2" y="4"/>
                  </a:lnTo>
                  <a:cubicBezTo>
                    <a:pt x="2" y="4"/>
                    <a:pt x="2" y="4"/>
                    <a:pt x="2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0" y="2"/>
                  </a:cubicBezTo>
                  <a:lnTo>
                    <a:pt x="2" y="2"/>
                  </a:lnTo>
                  <a:cubicBezTo>
                    <a:pt x="2" y="3"/>
                    <a:pt x="2" y="3"/>
                    <a:pt x="2" y="4"/>
                  </a:cubicBezTo>
                  <a:lnTo>
                    <a:pt x="0" y="4"/>
                  </a:lnTo>
                  <a:close/>
                  <a:moveTo>
                    <a:pt x="0" y="2"/>
                  </a:moveTo>
                  <a:cubicBezTo>
                    <a:pt x="1" y="1"/>
                    <a:pt x="1" y="1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2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09" name="Freeform 2061">
              <a:extLst>
                <a:ext uri="{FF2B5EF4-FFF2-40B4-BE49-F238E27FC236}">
                  <a16:creationId xmlns:a16="http://schemas.microsoft.com/office/drawing/2014/main" id="{299009CA-0467-31CE-25A9-3193504257A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614" y="3251"/>
              <a:ext cx="55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3" y="2"/>
                </a:cxn>
                <a:cxn ang="0">
                  <a:pos x="3" y="1"/>
                </a:cxn>
                <a:cxn ang="0">
                  <a:pos x="5" y="5"/>
                </a:cxn>
                <a:cxn ang="0">
                  <a:pos x="3" y="2"/>
                </a:cxn>
                <a:cxn ang="0">
                  <a:pos x="5" y="5"/>
                </a:cxn>
                <a:cxn ang="0">
                  <a:pos x="4" y="6"/>
                </a:cxn>
                <a:cxn ang="0">
                  <a:pos x="5" y="5"/>
                </a:cxn>
                <a:cxn ang="0">
                  <a:pos x="5" y="8"/>
                </a:cxn>
                <a:cxn ang="0">
                  <a:pos x="4" y="6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5" y="8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2" y="4"/>
                </a:cxn>
                <a:cxn ang="0">
                  <a:pos x="0" y="5"/>
                </a:cxn>
                <a:cxn ang="0">
                  <a:pos x="1" y="2"/>
                </a:cxn>
                <a:cxn ang="0">
                  <a:pos x="2" y="4"/>
                </a:cxn>
                <a:cxn ang="0">
                  <a:pos x="1" y="2"/>
                </a:cxn>
                <a:cxn ang="0">
                  <a:pos x="2" y="2"/>
                </a:cxn>
                <a:cxn ang="0">
                  <a:pos x="1" y="2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3" y="1"/>
                    <a:pt x="3" y="1"/>
                    <a:pt x="4" y="1"/>
                  </a:cubicBezTo>
                  <a:lnTo>
                    <a:pt x="3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4" y="1"/>
                  </a:moveTo>
                  <a:cubicBezTo>
                    <a:pt x="4" y="2"/>
                    <a:pt x="5" y="3"/>
                    <a:pt x="5" y="5"/>
                  </a:cubicBezTo>
                  <a:lnTo>
                    <a:pt x="4" y="5"/>
                  </a:lnTo>
                  <a:cubicBezTo>
                    <a:pt x="4" y="4"/>
                    <a:pt x="3" y="3"/>
                    <a:pt x="3" y="2"/>
                  </a:cubicBezTo>
                  <a:lnTo>
                    <a:pt x="4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3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4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5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2" y="4"/>
                  </a:lnTo>
                  <a:cubicBezTo>
                    <a:pt x="2" y="4"/>
                    <a:pt x="2" y="4"/>
                    <a:pt x="2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1" y="2"/>
                  </a:cubicBezTo>
                  <a:lnTo>
                    <a:pt x="2" y="2"/>
                  </a:lnTo>
                  <a:cubicBezTo>
                    <a:pt x="2" y="3"/>
                    <a:pt x="2" y="3"/>
                    <a:pt x="2" y="4"/>
                  </a:cubicBezTo>
                  <a:lnTo>
                    <a:pt x="0" y="4"/>
                  </a:lnTo>
                  <a:close/>
                  <a:moveTo>
                    <a:pt x="1" y="2"/>
                  </a:moveTo>
                  <a:cubicBezTo>
                    <a:pt x="1" y="1"/>
                    <a:pt x="1" y="1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2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10" name="Freeform 2062">
              <a:extLst>
                <a:ext uri="{FF2B5EF4-FFF2-40B4-BE49-F238E27FC236}">
                  <a16:creationId xmlns:a16="http://schemas.microsoft.com/office/drawing/2014/main" id="{6B99B3BF-FC34-1BF0-4548-DD1ACD2AA3E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657" y="3251"/>
              <a:ext cx="56" cy="10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1" y="5"/>
                </a:cxn>
                <a:cxn ang="0">
                  <a:pos x="1" y="8"/>
                </a:cxn>
                <a:cxn ang="0">
                  <a:pos x="0" y="4"/>
                </a:cxn>
                <a:cxn ang="0">
                  <a:pos x="1" y="5"/>
                </a:cxn>
                <a:cxn ang="0">
                  <a:pos x="0" y="4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1" y="0"/>
                  </a:moveTo>
                  <a:lnTo>
                    <a:pt x="1" y="0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2" y="0"/>
                    <a:pt x="2" y="1"/>
                    <a:pt x="2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1" y="2"/>
                  </a:cubicBezTo>
                  <a:lnTo>
                    <a:pt x="1" y="0"/>
                  </a:lnTo>
                  <a:close/>
                  <a:moveTo>
                    <a:pt x="2" y="1"/>
                  </a:moveTo>
                  <a:cubicBezTo>
                    <a:pt x="2" y="1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1"/>
                  </a:lnTo>
                  <a:close/>
                  <a:moveTo>
                    <a:pt x="3" y="1"/>
                  </a:moveTo>
                  <a:cubicBezTo>
                    <a:pt x="4" y="2"/>
                    <a:pt x="4" y="3"/>
                    <a:pt x="4" y="5"/>
                  </a:cubicBezTo>
                  <a:lnTo>
                    <a:pt x="3" y="5"/>
                  </a:lnTo>
                  <a:cubicBezTo>
                    <a:pt x="3" y="4"/>
                    <a:pt x="2" y="3"/>
                    <a:pt x="2" y="2"/>
                  </a:cubicBezTo>
                  <a:lnTo>
                    <a:pt x="3" y="1"/>
                  </a:lnTo>
                  <a:close/>
                  <a:moveTo>
                    <a:pt x="4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6"/>
                    <a:pt x="3" y="5"/>
                    <a:pt x="3" y="5"/>
                  </a:cubicBezTo>
                  <a:lnTo>
                    <a:pt x="4" y="5"/>
                  </a:lnTo>
                  <a:close/>
                  <a:moveTo>
                    <a:pt x="5" y="6"/>
                  </a:moveTo>
                  <a:cubicBezTo>
                    <a:pt x="5" y="7"/>
                    <a:pt x="4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2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9"/>
                    <a:pt x="2" y="9"/>
                    <a:pt x="1" y="8"/>
                  </a:cubicBezTo>
                  <a:lnTo>
                    <a:pt x="2" y="7"/>
                  </a:lnTo>
                  <a:cubicBezTo>
                    <a:pt x="2" y="7"/>
                    <a:pt x="2" y="7"/>
                    <a:pt x="3" y="7"/>
                  </a:cubicBezTo>
                  <a:lnTo>
                    <a:pt x="2" y="9"/>
                  </a:lnTo>
                  <a:close/>
                  <a:moveTo>
                    <a:pt x="1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5"/>
                  </a:lnTo>
                  <a:cubicBezTo>
                    <a:pt x="1" y="6"/>
                    <a:pt x="2" y="7"/>
                    <a:pt x="2" y="7"/>
                  </a:cubicBezTo>
                  <a:lnTo>
                    <a:pt x="1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1" y="4"/>
                  </a:lnTo>
                  <a:cubicBezTo>
                    <a:pt x="1" y="4"/>
                    <a:pt x="1" y="4"/>
                    <a:pt x="1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0" y="2"/>
                  </a:cubicBezTo>
                  <a:lnTo>
                    <a:pt x="1" y="2"/>
                  </a:lnTo>
                  <a:cubicBezTo>
                    <a:pt x="1" y="3"/>
                    <a:pt x="1" y="3"/>
                    <a:pt x="1" y="4"/>
                  </a:cubicBezTo>
                  <a:lnTo>
                    <a:pt x="0" y="4"/>
                  </a:lnTo>
                  <a:close/>
                  <a:moveTo>
                    <a:pt x="0" y="2"/>
                  </a:moveTo>
                  <a:cubicBezTo>
                    <a:pt x="0" y="1"/>
                    <a:pt x="1" y="1"/>
                    <a:pt x="1" y="0"/>
                  </a:cubicBezTo>
                  <a:lnTo>
                    <a:pt x="1" y="2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2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lnTo>
                    <a:pt x="1" y="2"/>
                  </a:lnTo>
                  <a:cubicBezTo>
                    <a:pt x="1" y="2"/>
                    <a:pt x="1" y="2"/>
                    <a:pt x="1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11" name="Freeform 2063">
              <a:extLst>
                <a:ext uri="{FF2B5EF4-FFF2-40B4-BE49-F238E27FC236}">
                  <a16:creationId xmlns:a16="http://schemas.microsoft.com/office/drawing/2014/main" id="{079083C7-124A-8C43-2B93-56AF6EF33D4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692" y="3251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1" y="5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1" y="5"/>
                </a:cxn>
                <a:cxn ang="0">
                  <a:pos x="0" y="4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1"/>
                    <a:pt x="2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1"/>
                  </a:moveTo>
                  <a:cubicBezTo>
                    <a:pt x="3" y="1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1"/>
                  </a:lnTo>
                  <a:close/>
                  <a:moveTo>
                    <a:pt x="3" y="1"/>
                  </a:moveTo>
                  <a:cubicBezTo>
                    <a:pt x="4" y="2"/>
                    <a:pt x="4" y="3"/>
                    <a:pt x="5" y="5"/>
                  </a:cubicBezTo>
                  <a:lnTo>
                    <a:pt x="3" y="5"/>
                  </a:lnTo>
                  <a:cubicBezTo>
                    <a:pt x="3" y="4"/>
                    <a:pt x="3" y="3"/>
                    <a:pt x="2" y="2"/>
                  </a:cubicBezTo>
                  <a:lnTo>
                    <a:pt x="3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9"/>
                    <a:pt x="2" y="9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5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1" y="4"/>
                  </a:lnTo>
                  <a:cubicBezTo>
                    <a:pt x="1" y="4"/>
                    <a:pt x="1" y="4"/>
                    <a:pt x="1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0" y="2"/>
                  </a:cubicBezTo>
                  <a:lnTo>
                    <a:pt x="1" y="2"/>
                  </a:lnTo>
                  <a:cubicBezTo>
                    <a:pt x="1" y="3"/>
                    <a:pt x="1" y="3"/>
                    <a:pt x="1" y="4"/>
                  </a:cubicBezTo>
                  <a:lnTo>
                    <a:pt x="0" y="4"/>
                  </a:lnTo>
                  <a:close/>
                  <a:moveTo>
                    <a:pt x="0" y="2"/>
                  </a:moveTo>
                  <a:cubicBezTo>
                    <a:pt x="0" y="1"/>
                    <a:pt x="1" y="1"/>
                    <a:pt x="1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1" y="2"/>
                  </a:cubicBezTo>
                  <a:lnTo>
                    <a:pt x="0" y="2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12" name="Freeform 2064">
              <a:extLst>
                <a:ext uri="{FF2B5EF4-FFF2-40B4-BE49-F238E27FC236}">
                  <a16:creationId xmlns:a16="http://schemas.microsoft.com/office/drawing/2014/main" id="{411C41F5-6FE7-71C5-CC40-3262FF54961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725" y="3251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2" y="5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2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3" y="1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2"/>
                    <a:pt x="5" y="3"/>
                    <a:pt x="5" y="5"/>
                  </a:cubicBezTo>
                  <a:lnTo>
                    <a:pt x="3" y="5"/>
                  </a:lnTo>
                  <a:cubicBezTo>
                    <a:pt x="3" y="4"/>
                    <a:pt x="3" y="3"/>
                    <a:pt x="2" y="2"/>
                  </a:cubicBezTo>
                  <a:lnTo>
                    <a:pt x="3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9"/>
                    <a:pt x="2" y="9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2" y="8"/>
                  </a:lnTo>
                  <a:lnTo>
                    <a:pt x="3" y="7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5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1" y="4"/>
                  </a:lnTo>
                  <a:cubicBezTo>
                    <a:pt x="1" y="4"/>
                    <a:pt x="1" y="4"/>
                    <a:pt x="2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0" y="2"/>
                  </a:cubicBezTo>
                  <a:lnTo>
                    <a:pt x="2" y="2"/>
                  </a:lnTo>
                  <a:cubicBezTo>
                    <a:pt x="2" y="3"/>
                    <a:pt x="1" y="3"/>
                    <a:pt x="1" y="4"/>
                  </a:cubicBezTo>
                  <a:lnTo>
                    <a:pt x="0" y="4"/>
                  </a:lnTo>
                  <a:close/>
                  <a:moveTo>
                    <a:pt x="0" y="2"/>
                  </a:moveTo>
                  <a:cubicBezTo>
                    <a:pt x="1" y="1"/>
                    <a:pt x="1" y="1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2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13" name="Freeform 2065">
              <a:extLst>
                <a:ext uri="{FF2B5EF4-FFF2-40B4-BE49-F238E27FC236}">
                  <a16:creationId xmlns:a16="http://schemas.microsoft.com/office/drawing/2014/main" id="{F8207072-F056-1E42-6FCF-3795CE865C6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759" y="3251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2"/>
                </a:cxn>
                <a:cxn ang="0">
                  <a:pos x="3" y="1"/>
                </a:cxn>
                <a:cxn ang="0">
                  <a:pos x="4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5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2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2"/>
                  </a:moveTo>
                  <a:lnTo>
                    <a:pt x="2" y="2"/>
                  </a:lnTo>
                  <a:lnTo>
                    <a:pt x="3" y="1"/>
                  </a:lnTo>
                  <a:lnTo>
                    <a:pt x="2" y="2"/>
                  </a:lnTo>
                  <a:close/>
                  <a:moveTo>
                    <a:pt x="3" y="1"/>
                  </a:moveTo>
                  <a:cubicBezTo>
                    <a:pt x="3" y="1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2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2"/>
                    <a:pt x="5" y="3"/>
                    <a:pt x="5" y="5"/>
                  </a:cubicBezTo>
                  <a:lnTo>
                    <a:pt x="4" y="5"/>
                  </a:lnTo>
                  <a:cubicBezTo>
                    <a:pt x="3" y="4"/>
                    <a:pt x="3" y="3"/>
                    <a:pt x="2" y="2"/>
                  </a:cubicBezTo>
                  <a:lnTo>
                    <a:pt x="3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5" y="8"/>
                  </a:cubicBezTo>
                  <a:lnTo>
                    <a:pt x="3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5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2" y="4"/>
                  </a:lnTo>
                  <a:cubicBezTo>
                    <a:pt x="2" y="4"/>
                    <a:pt x="2" y="4"/>
                    <a:pt x="2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1" y="2"/>
                  </a:cubicBezTo>
                  <a:lnTo>
                    <a:pt x="2" y="2"/>
                  </a:lnTo>
                  <a:cubicBezTo>
                    <a:pt x="2" y="3"/>
                    <a:pt x="2" y="3"/>
                    <a:pt x="2" y="4"/>
                  </a:cubicBezTo>
                  <a:lnTo>
                    <a:pt x="0" y="4"/>
                  </a:lnTo>
                  <a:close/>
                  <a:moveTo>
                    <a:pt x="1" y="2"/>
                  </a:moveTo>
                  <a:cubicBezTo>
                    <a:pt x="1" y="1"/>
                    <a:pt x="1" y="1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2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14" name="Freeform 2066">
              <a:extLst>
                <a:ext uri="{FF2B5EF4-FFF2-40B4-BE49-F238E27FC236}">
                  <a16:creationId xmlns:a16="http://schemas.microsoft.com/office/drawing/2014/main" id="{EC9CB693-F819-E8F1-71B4-911340DBB37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792" y="3251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3" y="2"/>
                </a:cxn>
                <a:cxn ang="0">
                  <a:pos x="3" y="1"/>
                </a:cxn>
                <a:cxn ang="0">
                  <a:pos x="5" y="5"/>
                </a:cxn>
                <a:cxn ang="0">
                  <a:pos x="3" y="2"/>
                </a:cxn>
                <a:cxn ang="0">
                  <a:pos x="5" y="5"/>
                </a:cxn>
                <a:cxn ang="0">
                  <a:pos x="4" y="6"/>
                </a:cxn>
                <a:cxn ang="0">
                  <a:pos x="5" y="5"/>
                </a:cxn>
                <a:cxn ang="0">
                  <a:pos x="5" y="8"/>
                </a:cxn>
                <a:cxn ang="0">
                  <a:pos x="4" y="6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5" y="8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2" y="4"/>
                </a:cxn>
                <a:cxn ang="0">
                  <a:pos x="0" y="5"/>
                </a:cxn>
                <a:cxn ang="0">
                  <a:pos x="1" y="2"/>
                </a:cxn>
                <a:cxn ang="0">
                  <a:pos x="2" y="4"/>
                </a:cxn>
                <a:cxn ang="0">
                  <a:pos x="1" y="2"/>
                </a:cxn>
                <a:cxn ang="0">
                  <a:pos x="2" y="2"/>
                </a:cxn>
                <a:cxn ang="0">
                  <a:pos x="1" y="2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3" y="1"/>
                    <a:pt x="3" y="1"/>
                    <a:pt x="4" y="1"/>
                  </a:cubicBezTo>
                  <a:lnTo>
                    <a:pt x="3" y="2"/>
                  </a:lnTo>
                  <a:cubicBezTo>
                    <a:pt x="3" y="2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4" y="1"/>
                  </a:moveTo>
                  <a:cubicBezTo>
                    <a:pt x="4" y="2"/>
                    <a:pt x="5" y="3"/>
                    <a:pt x="5" y="5"/>
                  </a:cubicBezTo>
                  <a:lnTo>
                    <a:pt x="4" y="5"/>
                  </a:lnTo>
                  <a:cubicBezTo>
                    <a:pt x="4" y="4"/>
                    <a:pt x="3" y="3"/>
                    <a:pt x="3" y="2"/>
                  </a:cubicBezTo>
                  <a:lnTo>
                    <a:pt x="4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6"/>
                    <a:pt x="4" y="5"/>
                    <a:pt x="4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4" y="9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3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5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2" y="4"/>
                  </a:lnTo>
                  <a:cubicBezTo>
                    <a:pt x="2" y="4"/>
                    <a:pt x="2" y="4"/>
                    <a:pt x="2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1" y="2"/>
                    <a:pt x="1" y="2"/>
                  </a:cubicBezTo>
                  <a:lnTo>
                    <a:pt x="2" y="2"/>
                  </a:lnTo>
                  <a:cubicBezTo>
                    <a:pt x="2" y="3"/>
                    <a:pt x="2" y="3"/>
                    <a:pt x="2" y="4"/>
                  </a:cubicBezTo>
                  <a:lnTo>
                    <a:pt x="0" y="4"/>
                  </a:lnTo>
                  <a:close/>
                  <a:moveTo>
                    <a:pt x="1" y="2"/>
                  </a:moveTo>
                  <a:cubicBezTo>
                    <a:pt x="1" y="1"/>
                    <a:pt x="2" y="1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2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15" name="Freeform 2067">
              <a:extLst>
                <a:ext uri="{FF2B5EF4-FFF2-40B4-BE49-F238E27FC236}">
                  <a16:creationId xmlns:a16="http://schemas.microsoft.com/office/drawing/2014/main" id="{58059AD5-EE53-954F-2019-EC8CD685BB4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837" y="3251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1" y="5"/>
                </a:cxn>
                <a:cxn ang="0">
                  <a:pos x="1" y="8"/>
                </a:cxn>
                <a:cxn ang="0">
                  <a:pos x="0" y="4"/>
                </a:cxn>
                <a:cxn ang="0">
                  <a:pos x="1" y="5"/>
                </a:cxn>
                <a:cxn ang="0">
                  <a:pos x="0" y="4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1"/>
                    <a:pt x="2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1"/>
                  </a:moveTo>
                  <a:cubicBezTo>
                    <a:pt x="2" y="1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1"/>
                  </a:lnTo>
                  <a:close/>
                  <a:moveTo>
                    <a:pt x="3" y="1"/>
                  </a:moveTo>
                  <a:cubicBezTo>
                    <a:pt x="4" y="2"/>
                    <a:pt x="4" y="3"/>
                    <a:pt x="5" y="5"/>
                  </a:cubicBezTo>
                  <a:lnTo>
                    <a:pt x="3" y="5"/>
                  </a:lnTo>
                  <a:cubicBezTo>
                    <a:pt x="3" y="4"/>
                    <a:pt x="2" y="3"/>
                    <a:pt x="2" y="2"/>
                  </a:cubicBezTo>
                  <a:lnTo>
                    <a:pt x="3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2" y="8"/>
                  </a:lnTo>
                  <a:lnTo>
                    <a:pt x="3" y="7"/>
                  </a:lnTo>
                  <a:close/>
                  <a:moveTo>
                    <a:pt x="2" y="9"/>
                  </a:moveTo>
                  <a:cubicBezTo>
                    <a:pt x="2" y="9"/>
                    <a:pt x="2" y="9"/>
                    <a:pt x="1" y="8"/>
                  </a:cubicBezTo>
                  <a:lnTo>
                    <a:pt x="2" y="7"/>
                  </a:lnTo>
                  <a:cubicBezTo>
                    <a:pt x="2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1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5"/>
                  </a:lnTo>
                  <a:cubicBezTo>
                    <a:pt x="1" y="6"/>
                    <a:pt x="2" y="7"/>
                    <a:pt x="2" y="7"/>
                  </a:cubicBezTo>
                  <a:lnTo>
                    <a:pt x="1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1" y="4"/>
                  </a:lnTo>
                  <a:cubicBezTo>
                    <a:pt x="1" y="4"/>
                    <a:pt x="1" y="4"/>
                    <a:pt x="1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0" y="2"/>
                  </a:cubicBezTo>
                  <a:lnTo>
                    <a:pt x="1" y="2"/>
                  </a:lnTo>
                  <a:cubicBezTo>
                    <a:pt x="1" y="3"/>
                    <a:pt x="1" y="3"/>
                    <a:pt x="1" y="4"/>
                  </a:cubicBezTo>
                  <a:lnTo>
                    <a:pt x="0" y="4"/>
                  </a:lnTo>
                  <a:close/>
                  <a:moveTo>
                    <a:pt x="0" y="2"/>
                  </a:moveTo>
                  <a:cubicBezTo>
                    <a:pt x="0" y="1"/>
                    <a:pt x="1" y="1"/>
                    <a:pt x="1" y="0"/>
                  </a:cubicBezTo>
                  <a:lnTo>
                    <a:pt x="2" y="2"/>
                  </a:lnTo>
                  <a:cubicBezTo>
                    <a:pt x="2" y="2"/>
                    <a:pt x="1" y="2"/>
                    <a:pt x="1" y="2"/>
                  </a:cubicBezTo>
                  <a:lnTo>
                    <a:pt x="0" y="2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1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16" name="Freeform 2068">
              <a:extLst>
                <a:ext uri="{FF2B5EF4-FFF2-40B4-BE49-F238E27FC236}">
                  <a16:creationId xmlns:a16="http://schemas.microsoft.com/office/drawing/2014/main" id="{60D09BBA-C20F-7280-6E31-39739AF864B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871" y="3251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1" y="5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1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1"/>
                    <a:pt x="2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1"/>
                  </a:moveTo>
                  <a:cubicBezTo>
                    <a:pt x="3" y="1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1"/>
                  </a:lnTo>
                  <a:close/>
                  <a:moveTo>
                    <a:pt x="3" y="1"/>
                  </a:moveTo>
                  <a:cubicBezTo>
                    <a:pt x="4" y="2"/>
                    <a:pt x="5" y="3"/>
                    <a:pt x="5" y="5"/>
                  </a:cubicBezTo>
                  <a:lnTo>
                    <a:pt x="3" y="5"/>
                  </a:lnTo>
                  <a:cubicBezTo>
                    <a:pt x="3" y="4"/>
                    <a:pt x="3" y="3"/>
                    <a:pt x="2" y="2"/>
                  </a:cubicBezTo>
                  <a:lnTo>
                    <a:pt x="3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2" y="9"/>
                  </a:moveTo>
                  <a:cubicBezTo>
                    <a:pt x="2" y="9"/>
                    <a:pt x="2" y="9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2" y="8"/>
                  </a:lnTo>
                  <a:lnTo>
                    <a:pt x="3" y="7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5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1" y="4"/>
                  </a:lnTo>
                  <a:cubicBezTo>
                    <a:pt x="1" y="4"/>
                    <a:pt x="1" y="4"/>
                    <a:pt x="1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0" y="2"/>
                  </a:cubicBezTo>
                  <a:lnTo>
                    <a:pt x="2" y="2"/>
                  </a:lnTo>
                  <a:cubicBezTo>
                    <a:pt x="1" y="3"/>
                    <a:pt x="1" y="3"/>
                    <a:pt x="1" y="4"/>
                  </a:cubicBezTo>
                  <a:lnTo>
                    <a:pt x="0" y="4"/>
                  </a:lnTo>
                  <a:close/>
                  <a:moveTo>
                    <a:pt x="0" y="2"/>
                  </a:moveTo>
                  <a:cubicBezTo>
                    <a:pt x="0" y="1"/>
                    <a:pt x="1" y="1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2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17" name="Freeform 2069">
              <a:extLst>
                <a:ext uri="{FF2B5EF4-FFF2-40B4-BE49-F238E27FC236}">
                  <a16:creationId xmlns:a16="http://schemas.microsoft.com/office/drawing/2014/main" id="{1A2E3699-1849-3C2D-FF58-AE7963BE614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904" y="3251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4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5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2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3" y="1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2"/>
                    <a:pt x="5" y="3"/>
                    <a:pt x="5" y="5"/>
                  </a:cubicBezTo>
                  <a:lnTo>
                    <a:pt x="4" y="5"/>
                  </a:lnTo>
                  <a:cubicBezTo>
                    <a:pt x="3" y="4"/>
                    <a:pt x="3" y="3"/>
                    <a:pt x="2" y="2"/>
                  </a:cubicBezTo>
                  <a:lnTo>
                    <a:pt x="3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5" y="8"/>
                  </a:cubicBezTo>
                  <a:lnTo>
                    <a:pt x="3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3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9"/>
                    <a:pt x="2" y="9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5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2" y="4"/>
                  </a:lnTo>
                  <a:cubicBezTo>
                    <a:pt x="2" y="4"/>
                    <a:pt x="2" y="4"/>
                    <a:pt x="2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0" y="2"/>
                  </a:cubicBezTo>
                  <a:lnTo>
                    <a:pt x="2" y="2"/>
                  </a:lnTo>
                  <a:cubicBezTo>
                    <a:pt x="2" y="3"/>
                    <a:pt x="2" y="3"/>
                    <a:pt x="2" y="4"/>
                  </a:cubicBezTo>
                  <a:lnTo>
                    <a:pt x="0" y="4"/>
                  </a:lnTo>
                  <a:close/>
                  <a:moveTo>
                    <a:pt x="0" y="2"/>
                  </a:moveTo>
                  <a:cubicBezTo>
                    <a:pt x="1" y="1"/>
                    <a:pt x="1" y="1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2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18" name="Freeform 2070">
              <a:extLst>
                <a:ext uri="{FF2B5EF4-FFF2-40B4-BE49-F238E27FC236}">
                  <a16:creationId xmlns:a16="http://schemas.microsoft.com/office/drawing/2014/main" id="{A952EA08-AE69-0F04-D53A-45398699789C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938" y="3251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3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5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2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3" y="1"/>
                    <a:pt x="3" y="1"/>
                    <a:pt x="4" y="1"/>
                  </a:cubicBezTo>
                  <a:lnTo>
                    <a:pt x="3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4" y="1"/>
                  </a:moveTo>
                  <a:cubicBezTo>
                    <a:pt x="4" y="2"/>
                    <a:pt x="5" y="3"/>
                    <a:pt x="5" y="5"/>
                  </a:cubicBezTo>
                  <a:lnTo>
                    <a:pt x="4" y="5"/>
                  </a:lnTo>
                  <a:cubicBezTo>
                    <a:pt x="4" y="4"/>
                    <a:pt x="3" y="3"/>
                    <a:pt x="3" y="2"/>
                  </a:cubicBezTo>
                  <a:lnTo>
                    <a:pt x="4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3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5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2" y="4"/>
                  </a:lnTo>
                  <a:cubicBezTo>
                    <a:pt x="2" y="4"/>
                    <a:pt x="2" y="4"/>
                    <a:pt x="2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1" y="2"/>
                  </a:cubicBezTo>
                  <a:lnTo>
                    <a:pt x="2" y="2"/>
                  </a:lnTo>
                  <a:cubicBezTo>
                    <a:pt x="2" y="3"/>
                    <a:pt x="2" y="3"/>
                    <a:pt x="2" y="4"/>
                  </a:cubicBezTo>
                  <a:lnTo>
                    <a:pt x="0" y="4"/>
                  </a:lnTo>
                  <a:close/>
                  <a:moveTo>
                    <a:pt x="1" y="2"/>
                  </a:moveTo>
                  <a:cubicBezTo>
                    <a:pt x="1" y="1"/>
                    <a:pt x="1" y="1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2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19" name="Freeform 2071">
              <a:extLst>
                <a:ext uri="{FF2B5EF4-FFF2-40B4-BE49-F238E27FC236}">
                  <a16:creationId xmlns:a16="http://schemas.microsoft.com/office/drawing/2014/main" id="{72E6A5F8-3B26-0EA4-5A8D-F3F07B0DAB1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971" y="3251"/>
              <a:ext cx="67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3" y="2"/>
                </a:cxn>
                <a:cxn ang="0">
                  <a:pos x="4" y="1"/>
                </a:cxn>
                <a:cxn ang="0">
                  <a:pos x="3" y="2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6" y="6"/>
                </a:cxn>
                <a:cxn ang="0">
                  <a:pos x="4" y="5"/>
                </a:cxn>
                <a:cxn ang="0">
                  <a:pos x="6" y="6"/>
                </a:cxn>
                <a:cxn ang="0">
                  <a:pos x="4" y="7"/>
                </a:cxn>
                <a:cxn ang="0">
                  <a:pos x="6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5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2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6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3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3" y="1"/>
                    <a:pt x="4" y="1"/>
                    <a:pt x="4" y="1"/>
                  </a:cubicBezTo>
                  <a:lnTo>
                    <a:pt x="3" y="2"/>
                  </a:lnTo>
                  <a:cubicBezTo>
                    <a:pt x="3" y="2"/>
                    <a:pt x="3" y="2"/>
                    <a:pt x="3" y="2"/>
                  </a:cubicBezTo>
                  <a:lnTo>
                    <a:pt x="3" y="1"/>
                  </a:lnTo>
                  <a:close/>
                  <a:moveTo>
                    <a:pt x="4" y="1"/>
                  </a:moveTo>
                  <a:lnTo>
                    <a:pt x="4" y="1"/>
                  </a:lnTo>
                  <a:lnTo>
                    <a:pt x="3" y="2"/>
                  </a:lnTo>
                  <a:lnTo>
                    <a:pt x="4" y="1"/>
                  </a:lnTo>
                  <a:close/>
                  <a:moveTo>
                    <a:pt x="4" y="1"/>
                  </a:moveTo>
                  <a:cubicBezTo>
                    <a:pt x="4" y="2"/>
                    <a:pt x="5" y="3"/>
                    <a:pt x="5" y="5"/>
                  </a:cubicBezTo>
                  <a:lnTo>
                    <a:pt x="4" y="5"/>
                  </a:lnTo>
                  <a:cubicBezTo>
                    <a:pt x="4" y="4"/>
                    <a:pt x="3" y="3"/>
                    <a:pt x="3" y="2"/>
                  </a:cubicBezTo>
                  <a:lnTo>
                    <a:pt x="4" y="1"/>
                  </a:lnTo>
                  <a:close/>
                  <a:moveTo>
                    <a:pt x="5" y="5"/>
                  </a:moveTo>
                  <a:cubicBezTo>
                    <a:pt x="5" y="5"/>
                    <a:pt x="6" y="5"/>
                    <a:pt x="6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5"/>
                  </a:lnTo>
                  <a:close/>
                  <a:moveTo>
                    <a:pt x="6" y="6"/>
                  </a:moveTo>
                  <a:cubicBezTo>
                    <a:pt x="6" y="7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6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4" y="9"/>
                    <a:pt x="4" y="9"/>
                    <a:pt x="4" y="9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4" y="9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9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2" y="8"/>
                    <a:pt x="1" y="6"/>
                    <a:pt x="1" y="5"/>
                  </a:cubicBezTo>
                  <a:lnTo>
                    <a:pt x="2" y="5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1" y="5"/>
                  </a:moveTo>
                  <a:cubicBezTo>
                    <a:pt x="1" y="4"/>
                    <a:pt x="0" y="4"/>
                    <a:pt x="0" y="4"/>
                  </a:cubicBezTo>
                  <a:lnTo>
                    <a:pt x="2" y="4"/>
                  </a:lnTo>
                  <a:cubicBezTo>
                    <a:pt x="2" y="4"/>
                    <a:pt x="2" y="4"/>
                    <a:pt x="2" y="5"/>
                  </a:cubicBezTo>
                  <a:lnTo>
                    <a:pt x="1" y="5"/>
                  </a:lnTo>
                  <a:close/>
                  <a:moveTo>
                    <a:pt x="0" y="4"/>
                  </a:moveTo>
                  <a:cubicBezTo>
                    <a:pt x="0" y="3"/>
                    <a:pt x="1" y="2"/>
                    <a:pt x="1" y="2"/>
                  </a:cubicBezTo>
                  <a:lnTo>
                    <a:pt x="2" y="2"/>
                  </a:lnTo>
                  <a:cubicBezTo>
                    <a:pt x="2" y="3"/>
                    <a:pt x="2" y="3"/>
                    <a:pt x="2" y="4"/>
                  </a:cubicBezTo>
                  <a:lnTo>
                    <a:pt x="0" y="4"/>
                  </a:lnTo>
                  <a:close/>
                  <a:moveTo>
                    <a:pt x="1" y="2"/>
                  </a:moveTo>
                  <a:cubicBezTo>
                    <a:pt x="1" y="1"/>
                    <a:pt x="2" y="1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2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20" name="Freeform 2072">
              <a:extLst>
                <a:ext uri="{FF2B5EF4-FFF2-40B4-BE49-F238E27FC236}">
                  <a16:creationId xmlns:a16="http://schemas.microsoft.com/office/drawing/2014/main" id="{4ECB68CD-1D13-8EA8-7858-1F70361B2C2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4016" y="3251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7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1" y="5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1" y="5"/>
                </a:cxn>
                <a:cxn ang="0">
                  <a:pos x="0" y="4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1"/>
                    <a:pt x="2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1"/>
                  </a:moveTo>
                  <a:cubicBezTo>
                    <a:pt x="3" y="1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1"/>
                  </a:lnTo>
                  <a:close/>
                  <a:moveTo>
                    <a:pt x="3" y="1"/>
                  </a:moveTo>
                  <a:cubicBezTo>
                    <a:pt x="4" y="2"/>
                    <a:pt x="4" y="3"/>
                    <a:pt x="5" y="5"/>
                  </a:cubicBezTo>
                  <a:lnTo>
                    <a:pt x="3" y="5"/>
                  </a:lnTo>
                  <a:cubicBezTo>
                    <a:pt x="3" y="4"/>
                    <a:pt x="2" y="3"/>
                    <a:pt x="2" y="2"/>
                  </a:cubicBezTo>
                  <a:lnTo>
                    <a:pt x="3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2" y="8"/>
                  </a:lnTo>
                  <a:lnTo>
                    <a:pt x="3" y="7"/>
                  </a:lnTo>
                  <a:close/>
                  <a:moveTo>
                    <a:pt x="2" y="9"/>
                  </a:moveTo>
                  <a:cubicBezTo>
                    <a:pt x="2" y="9"/>
                    <a:pt x="2" y="9"/>
                    <a:pt x="2" y="8"/>
                  </a:cubicBezTo>
                  <a:lnTo>
                    <a:pt x="2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7"/>
                  </a:moveTo>
                  <a:lnTo>
                    <a:pt x="2" y="7"/>
                  </a:lnTo>
                  <a:lnTo>
                    <a:pt x="2" y="8"/>
                  </a:lnTo>
                  <a:lnTo>
                    <a:pt x="2" y="7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5"/>
                  </a:lnTo>
                  <a:cubicBezTo>
                    <a:pt x="1" y="6"/>
                    <a:pt x="2" y="7"/>
                    <a:pt x="2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1" y="4"/>
                  </a:lnTo>
                  <a:cubicBezTo>
                    <a:pt x="1" y="4"/>
                    <a:pt x="1" y="4"/>
                    <a:pt x="1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0" y="2"/>
                  </a:cubicBezTo>
                  <a:lnTo>
                    <a:pt x="1" y="2"/>
                  </a:lnTo>
                  <a:cubicBezTo>
                    <a:pt x="1" y="3"/>
                    <a:pt x="1" y="3"/>
                    <a:pt x="1" y="4"/>
                  </a:cubicBezTo>
                  <a:lnTo>
                    <a:pt x="0" y="4"/>
                  </a:lnTo>
                  <a:close/>
                  <a:moveTo>
                    <a:pt x="0" y="2"/>
                  </a:moveTo>
                  <a:cubicBezTo>
                    <a:pt x="0" y="1"/>
                    <a:pt x="1" y="1"/>
                    <a:pt x="1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1" y="2"/>
                  </a:cubicBezTo>
                  <a:lnTo>
                    <a:pt x="0" y="2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3559" name="Group 2073">
            <a:extLst>
              <a:ext uri="{FF2B5EF4-FFF2-40B4-BE49-F238E27FC236}">
                <a16:creationId xmlns:a16="http://schemas.microsoft.com/office/drawing/2014/main" id="{F3C3D9F1-FBE2-4C31-0245-793751CB87E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46700" y="2562225"/>
            <a:ext cx="1222375" cy="117475"/>
            <a:chOff x="2428" y="2937"/>
            <a:chExt cx="939" cy="90"/>
          </a:xfrm>
        </p:grpSpPr>
        <p:sp>
          <p:nvSpPr>
            <p:cNvPr id="464922" name="Freeform 2074">
              <a:extLst>
                <a:ext uri="{FF2B5EF4-FFF2-40B4-BE49-F238E27FC236}">
                  <a16:creationId xmlns:a16="http://schemas.microsoft.com/office/drawing/2014/main" id="{E3EC5C3D-E248-D040-E716-0799A3359D7C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099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2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23" name="Freeform 2075">
              <a:extLst>
                <a:ext uri="{FF2B5EF4-FFF2-40B4-BE49-F238E27FC236}">
                  <a16:creationId xmlns:a16="http://schemas.microsoft.com/office/drawing/2014/main" id="{316A3EC6-ABF8-338C-7C13-E453D97F35D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133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4" y="0"/>
                </a:cxn>
                <a:cxn ang="0">
                  <a:pos x="4" y="4"/>
                </a:cxn>
                <a:cxn ang="0">
                  <a:pos x="4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4" y="7"/>
                </a:cxn>
                <a:cxn ang="0">
                  <a:pos x="5" y="5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4" y="8"/>
                </a:cxn>
                <a:cxn ang="0">
                  <a:pos x="3" y="7"/>
                </a:cxn>
                <a:cxn ang="0">
                  <a:pos x="4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2" y="3"/>
                </a:cxn>
                <a:cxn ang="0">
                  <a:pos x="0" y="4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4" y="0"/>
                  </a:cubicBezTo>
                  <a:lnTo>
                    <a:pt x="3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4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4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5" y="8"/>
                    <a:pt x="4" y="8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4" y="7"/>
                  </a:cubicBezTo>
                  <a:lnTo>
                    <a:pt x="5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4" y="8"/>
                  </a:moveTo>
                  <a:cubicBezTo>
                    <a:pt x="4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1" y="7"/>
                    <a:pt x="1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3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24" name="Freeform 2076">
              <a:extLst>
                <a:ext uri="{FF2B5EF4-FFF2-40B4-BE49-F238E27FC236}">
                  <a16:creationId xmlns:a16="http://schemas.microsoft.com/office/drawing/2014/main" id="{4F8E87EA-0B47-384E-1E8D-4B7B3B1F230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166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4" y="0"/>
                </a:cxn>
                <a:cxn ang="0">
                  <a:pos x="4" y="4"/>
                </a:cxn>
                <a:cxn ang="0">
                  <a:pos x="4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4" y="7"/>
                </a:cxn>
                <a:cxn ang="0">
                  <a:pos x="5" y="5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4" y="7"/>
                </a:cxn>
                <a:cxn ang="0">
                  <a:pos x="4" y="8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4" y="8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4" y="8"/>
                </a:cxn>
                <a:cxn ang="0">
                  <a:pos x="4" y="8"/>
                </a:cxn>
                <a:cxn ang="0">
                  <a:pos x="3" y="8"/>
                </a:cxn>
                <a:cxn ang="0">
                  <a:pos x="4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1" y="4"/>
                </a:cxn>
                <a:cxn ang="0">
                  <a:pos x="3" y="7"/>
                </a:cxn>
                <a:cxn ang="0">
                  <a:pos x="1" y="4"/>
                </a:cxn>
                <a:cxn ang="0">
                  <a:pos x="2" y="3"/>
                </a:cxn>
                <a:cxn ang="0">
                  <a:pos x="1" y="4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3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4" y="0"/>
                    <a:pt x="4" y="0"/>
                  </a:cubicBezTo>
                  <a:lnTo>
                    <a:pt x="3" y="2"/>
                  </a:lnTo>
                  <a:cubicBezTo>
                    <a:pt x="3" y="2"/>
                    <a:pt x="3" y="1"/>
                    <a:pt x="3" y="1"/>
                  </a:cubicBezTo>
                  <a:lnTo>
                    <a:pt x="3" y="0"/>
                  </a:lnTo>
                  <a:close/>
                  <a:moveTo>
                    <a:pt x="4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4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5" y="8"/>
                    <a:pt x="4" y="8"/>
                    <a:pt x="4" y="8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7"/>
                  </a:lnTo>
                  <a:close/>
                  <a:moveTo>
                    <a:pt x="4" y="7"/>
                  </a:moveTo>
                  <a:lnTo>
                    <a:pt x="4" y="7"/>
                  </a:lnTo>
                  <a:lnTo>
                    <a:pt x="4" y="8"/>
                  </a:lnTo>
                  <a:lnTo>
                    <a:pt x="4" y="7"/>
                  </a:lnTo>
                  <a:close/>
                  <a:moveTo>
                    <a:pt x="4" y="8"/>
                  </a:moveTo>
                  <a:cubicBezTo>
                    <a:pt x="4" y="8"/>
                    <a:pt x="4" y="8"/>
                    <a:pt x="4" y="8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4" y="8"/>
                  </a:lnTo>
                  <a:close/>
                  <a:moveTo>
                    <a:pt x="4" y="8"/>
                  </a:moveTo>
                  <a:lnTo>
                    <a:pt x="4" y="8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8"/>
                  </a:lnTo>
                  <a:close/>
                  <a:moveTo>
                    <a:pt x="4" y="8"/>
                  </a:moveTo>
                  <a:lnTo>
                    <a:pt x="4" y="8"/>
                  </a:lnTo>
                  <a:lnTo>
                    <a:pt x="4" y="8"/>
                  </a:lnTo>
                  <a:close/>
                  <a:moveTo>
                    <a:pt x="4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4" y="7"/>
                    <a:pt x="4" y="7"/>
                  </a:cubicBezTo>
                  <a:lnTo>
                    <a:pt x="4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7"/>
                    <a:pt x="1" y="6"/>
                    <a:pt x="1" y="4"/>
                  </a:cubicBezTo>
                  <a:lnTo>
                    <a:pt x="2" y="4"/>
                  </a:lnTo>
                  <a:cubicBezTo>
                    <a:pt x="2" y="5"/>
                    <a:pt x="3" y="6"/>
                    <a:pt x="3" y="7"/>
                  </a:cubicBezTo>
                  <a:lnTo>
                    <a:pt x="2" y="8"/>
                  </a:lnTo>
                  <a:close/>
                  <a:moveTo>
                    <a:pt x="1" y="4"/>
                  </a:moveTo>
                  <a:cubicBezTo>
                    <a:pt x="1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1" y="4"/>
                  </a:lnTo>
                  <a:close/>
                  <a:moveTo>
                    <a:pt x="0" y="3"/>
                  </a:moveTo>
                  <a:cubicBezTo>
                    <a:pt x="0" y="2"/>
                    <a:pt x="1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25" name="Freeform 2077">
              <a:extLst>
                <a:ext uri="{FF2B5EF4-FFF2-40B4-BE49-F238E27FC236}">
                  <a16:creationId xmlns:a16="http://schemas.microsoft.com/office/drawing/2014/main" id="{D42A33E0-1EFC-8150-A6D0-42D8918BD71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211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2" y="7"/>
                </a:cxn>
                <a:cxn ang="0">
                  <a:pos x="0" y="4"/>
                </a:cxn>
                <a:cxn ang="0">
                  <a:pos x="1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4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4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1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1" y="4"/>
                  </a:lnTo>
                  <a:cubicBezTo>
                    <a:pt x="1" y="5"/>
                    <a:pt x="2" y="6"/>
                    <a:pt x="2" y="7"/>
                  </a:cubicBezTo>
                  <a:lnTo>
                    <a:pt x="1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1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0"/>
                    <a:pt x="1" y="0"/>
                    <a:pt x="1" y="0"/>
                  </a:cubicBezTo>
                  <a:lnTo>
                    <a:pt x="2" y="1"/>
                  </a:lnTo>
                  <a:cubicBezTo>
                    <a:pt x="2" y="1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1" y="1"/>
                  </a:lnTo>
                  <a:lnTo>
                    <a:pt x="2" y="1"/>
                  </a:lnTo>
                  <a:close/>
                  <a:moveTo>
                    <a:pt x="1" y="0"/>
                  </a:moveTo>
                  <a:cubicBezTo>
                    <a:pt x="1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26" name="Freeform 2078">
              <a:extLst>
                <a:ext uri="{FF2B5EF4-FFF2-40B4-BE49-F238E27FC236}">
                  <a16:creationId xmlns:a16="http://schemas.microsoft.com/office/drawing/2014/main" id="{10EE8D4B-375E-EC68-18E6-D4DCA0E5910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244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1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4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4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1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1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27" name="Freeform 2079">
              <a:extLst>
                <a:ext uri="{FF2B5EF4-FFF2-40B4-BE49-F238E27FC236}">
                  <a16:creationId xmlns:a16="http://schemas.microsoft.com/office/drawing/2014/main" id="{A1D2E922-39D1-7459-E862-9C4B9A94D12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278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2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28" name="Freeform 2080">
              <a:extLst>
                <a:ext uri="{FF2B5EF4-FFF2-40B4-BE49-F238E27FC236}">
                  <a16:creationId xmlns:a16="http://schemas.microsoft.com/office/drawing/2014/main" id="{9EEB2F2D-50F1-D593-07B7-A807D9D96C0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312" y="2937"/>
              <a:ext cx="55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2" y="3"/>
                </a:cxn>
                <a:cxn ang="0">
                  <a:pos x="0" y="4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2" y="0"/>
                </a:cxn>
                <a:cxn ang="0">
                  <a:pos x="2" y="1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5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1" y="7"/>
                    <a:pt x="1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29" name="Freeform 2081">
              <a:extLst>
                <a:ext uri="{FF2B5EF4-FFF2-40B4-BE49-F238E27FC236}">
                  <a16:creationId xmlns:a16="http://schemas.microsoft.com/office/drawing/2014/main" id="{E2B3FC93-EC14-F952-20FB-D3D89774510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428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1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1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1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30" name="Freeform 2082">
              <a:extLst>
                <a:ext uri="{FF2B5EF4-FFF2-40B4-BE49-F238E27FC236}">
                  <a16:creationId xmlns:a16="http://schemas.microsoft.com/office/drawing/2014/main" id="{46E681D6-F6FD-7CBE-DE5C-47884A6EDEB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462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2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3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31" name="Freeform 2083">
              <a:extLst>
                <a:ext uri="{FF2B5EF4-FFF2-40B4-BE49-F238E27FC236}">
                  <a16:creationId xmlns:a16="http://schemas.microsoft.com/office/drawing/2014/main" id="{38765528-5563-F889-404B-03EEF4289BA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495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2" y="3"/>
                </a:cxn>
                <a:cxn ang="0">
                  <a:pos x="0" y="4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5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1" y="7"/>
                    <a:pt x="1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32" name="Freeform 2084">
              <a:extLst>
                <a:ext uri="{FF2B5EF4-FFF2-40B4-BE49-F238E27FC236}">
                  <a16:creationId xmlns:a16="http://schemas.microsoft.com/office/drawing/2014/main" id="{45366498-7696-E9DA-CC0C-0656AD48660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529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4" y="0"/>
                </a:cxn>
                <a:cxn ang="0">
                  <a:pos x="4" y="4"/>
                </a:cxn>
                <a:cxn ang="0">
                  <a:pos x="4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4" y="7"/>
                </a:cxn>
                <a:cxn ang="0">
                  <a:pos x="5" y="5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3" y="7"/>
                </a:cxn>
                <a:cxn ang="0">
                  <a:pos x="4" y="8"/>
                </a:cxn>
                <a:cxn ang="0">
                  <a:pos x="4" y="8"/>
                </a:cxn>
                <a:cxn ang="0">
                  <a:pos x="3" y="7"/>
                </a:cxn>
                <a:cxn ang="0">
                  <a:pos x="4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2" y="3"/>
                </a:cxn>
                <a:cxn ang="0">
                  <a:pos x="0" y="4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4" y="0"/>
                  </a:cubicBezTo>
                  <a:lnTo>
                    <a:pt x="3" y="2"/>
                  </a:lnTo>
                  <a:cubicBezTo>
                    <a:pt x="3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4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4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5" y="8"/>
                    <a:pt x="4" y="8"/>
                    <a:pt x="4" y="8"/>
                  </a:cubicBezTo>
                  <a:lnTo>
                    <a:pt x="3" y="7"/>
                  </a:lnTo>
                  <a:cubicBezTo>
                    <a:pt x="3" y="7"/>
                    <a:pt x="4" y="7"/>
                    <a:pt x="4" y="7"/>
                  </a:cubicBezTo>
                  <a:lnTo>
                    <a:pt x="5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4" y="8"/>
                  </a:lnTo>
                  <a:lnTo>
                    <a:pt x="3" y="7"/>
                  </a:lnTo>
                  <a:close/>
                  <a:moveTo>
                    <a:pt x="4" y="8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1" y="7"/>
                    <a:pt x="1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3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1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33" name="Freeform 2085">
              <a:extLst>
                <a:ext uri="{FF2B5EF4-FFF2-40B4-BE49-F238E27FC236}">
                  <a16:creationId xmlns:a16="http://schemas.microsoft.com/office/drawing/2014/main" id="{31530376-29DB-E60F-1A77-441771A1293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574" y="2937"/>
              <a:ext cx="55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1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2" y="7"/>
                </a:cxn>
                <a:cxn ang="0">
                  <a:pos x="0" y="4"/>
                </a:cxn>
                <a:cxn ang="0">
                  <a:pos x="1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1"/>
                </a:cxn>
              </a:cxnLst>
              <a:rect l="0" t="0" r="r" b="b"/>
              <a:pathLst>
                <a:path w="5" h="8">
                  <a:moveTo>
                    <a:pt x="1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4" y="1"/>
                    <a:pt x="4" y="3"/>
                    <a:pt x="4" y="4"/>
                  </a:cubicBezTo>
                  <a:lnTo>
                    <a:pt x="3" y="4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4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4" y="4"/>
                  </a:lnTo>
                  <a:close/>
                  <a:moveTo>
                    <a:pt x="5" y="5"/>
                  </a:moveTo>
                  <a:cubicBezTo>
                    <a:pt x="5" y="6"/>
                    <a:pt x="4" y="7"/>
                    <a:pt x="4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4" y="7"/>
                  </a:moveTo>
                  <a:cubicBezTo>
                    <a:pt x="4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2" y="7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1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1" y="4"/>
                  </a:lnTo>
                  <a:cubicBezTo>
                    <a:pt x="1" y="5"/>
                    <a:pt x="2" y="6"/>
                    <a:pt x="2" y="7"/>
                  </a:cubicBezTo>
                  <a:lnTo>
                    <a:pt x="1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1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0"/>
                    <a:pt x="1" y="0"/>
                    <a:pt x="1" y="0"/>
                  </a:cubicBezTo>
                  <a:lnTo>
                    <a:pt x="1" y="1"/>
                  </a:lnTo>
                  <a:cubicBezTo>
                    <a:pt x="1" y="1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lnTo>
                    <a:pt x="1" y="1"/>
                  </a:lnTo>
                  <a:cubicBezTo>
                    <a:pt x="1" y="1"/>
                    <a:pt x="2" y="1"/>
                    <a:pt x="1" y="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34" name="Freeform 2086">
              <a:extLst>
                <a:ext uri="{FF2B5EF4-FFF2-40B4-BE49-F238E27FC236}">
                  <a16:creationId xmlns:a16="http://schemas.microsoft.com/office/drawing/2014/main" id="{AE9B13DA-863C-EDE3-7858-286A89A2DDD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607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2" y="7"/>
                </a:cxn>
                <a:cxn ang="0">
                  <a:pos x="0" y="4"/>
                </a:cxn>
                <a:cxn ang="0">
                  <a:pos x="1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1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4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4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2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1" y="4"/>
                  </a:lnTo>
                  <a:cubicBezTo>
                    <a:pt x="1" y="5"/>
                    <a:pt x="2" y="6"/>
                    <a:pt x="2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1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0"/>
                    <a:pt x="1" y="0"/>
                    <a:pt x="1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35" name="Freeform 2087">
              <a:extLst>
                <a:ext uri="{FF2B5EF4-FFF2-40B4-BE49-F238E27FC236}">
                  <a16:creationId xmlns:a16="http://schemas.microsoft.com/office/drawing/2014/main" id="{A18F4A8D-9960-BEAF-F99B-08DD5EE55C1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641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1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1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1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36" name="Freeform 2088">
              <a:extLst>
                <a:ext uri="{FF2B5EF4-FFF2-40B4-BE49-F238E27FC236}">
                  <a16:creationId xmlns:a16="http://schemas.microsoft.com/office/drawing/2014/main" id="{07D8E822-AF58-37E3-4028-D3C5A668FDE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674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2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3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37" name="Freeform 2089">
              <a:extLst>
                <a:ext uri="{FF2B5EF4-FFF2-40B4-BE49-F238E27FC236}">
                  <a16:creationId xmlns:a16="http://schemas.microsoft.com/office/drawing/2014/main" id="{883A53BD-CA15-C629-FBA1-765041899587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708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4" y="7"/>
                </a:cxn>
                <a:cxn ang="0">
                  <a:pos x="5" y="5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4" y="8"/>
                </a:cxn>
                <a:cxn ang="0">
                  <a:pos x="3" y="7"/>
                </a:cxn>
                <a:cxn ang="0">
                  <a:pos x="4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2" y="3"/>
                </a:cxn>
                <a:cxn ang="0">
                  <a:pos x="0" y="4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4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5" y="8"/>
                    <a:pt x="4" y="8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4" y="7"/>
                  </a:cubicBezTo>
                  <a:lnTo>
                    <a:pt x="5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4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1" y="7"/>
                    <a:pt x="1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38" name="Freeform 2090">
              <a:extLst>
                <a:ext uri="{FF2B5EF4-FFF2-40B4-BE49-F238E27FC236}">
                  <a16:creationId xmlns:a16="http://schemas.microsoft.com/office/drawing/2014/main" id="{7B5E04A2-DCA3-8D07-12F5-1A4636F9020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741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4" y="0"/>
                </a:cxn>
                <a:cxn ang="0">
                  <a:pos x="4" y="4"/>
                </a:cxn>
                <a:cxn ang="0">
                  <a:pos x="4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4" y="7"/>
                </a:cxn>
                <a:cxn ang="0">
                  <a:pos x="5" y="5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4" y="8"/>
                </a:cxn>
                <a:cxn ang="0">
                  <a:pos x="3" y="7"/>
                </a:cxn>
                <a:cxn ang="0">
                  <a:pos x="4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1" y="4"/>
                </a:cxn>
                <a:cxn ang="0">
                  <a:pos x="3" y="7"/>
                </a:cxn>
                <a:cxn ang="0">
                  <a:pos x="1" y="4"/>
                </a:cxn>
                <a:cxn ang="0">
                  <a:pos x="2" y="3"/>
                </a:cxn>
                <a:cxn ang="0">
                  <a:pos x="1" y="4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4" y="0"/>
                  </a:cubicBezTo>
                  <a:lnTo>
                    <a:pt x="3" y="2"/>
                  </a:lnTo>
                  <a:cubicBezTo>
                    <a:pt x="3" y="2"/>
                    <a:pt x="3" y="1"/>
                    <a:pt x="2" y="1"/>
                  </a:cubicBezTo>
                  <a:lnTo>
                    <a:pt x="3" y="0"/>
                  </a:lnTo>
                  <a:close/>
                  <a:moveTo>
                    <a:pt x="4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4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5" y="8"/>
                    <a:pt x="4" y="8"/>
                    <a:pt x="4" y="8"/>
                  </a:cubicBezTo>
                  <a:lnTo>
                    <a:pt x="3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7"/>
                  </a:lnTo>
                  <a:close/>
                  <a:moveTo>
                    <a:pt x="4" y="8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1" y="7"/>
                    <a:pt x="1" y="6"/>
                    <a:pt x="1" y="4"/>
                  </a:cubicBezTo>
                  <a:lnTo>
                    <a:pt x="2" y="4"/>
                  </a:lnTo>
                  <a:cubicBezTo>
                    <a:pt x="2" y="5"/>
                    <a:pt x="3" y="6"/>
                    <a:pt x="3" y="7"/>
                  </a:cubicBezTo>
                  <a:lnTo>
                    <a:pt x="2" y="8"/>
                  </a:lnTo>
                  <a:close/>
                  <a:moveTo>
                    <a:pt x="1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1" y="4"/>
                  </a:lnTo>
                  <a:close/>
                  <a:moveTo>
                    <a:pt x="0" y="3"/>
                  </a:moveTo>
                  <a:cubicBezTo>
                    <a:pt x="0" y="2"/>
                    <a:pt x="1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39" name="Freeform 2091">
              <a:extLst>
                <a:ext uri="{FF2B5EF4-FFF2-40B4-BE49-F238E27FC236}">
                  <a16:creationId xmlns:a16="http://schemas.microsoft.com/office/drawing/2014/main" id="{16707A78-3941-EAA3-CA7E-071C257DB14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787" y="2937"/>
              <a:ext cx="55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2" y="7"/>
                </a:cxn>
                <a:cxn ang="0">
                  <a:pos x="0" y="4"/>
                </a:cxn>
                <a:cxn ang="0">
                  <a:pos x="1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4" y="1"/>
                    <a:pt x="4" y="3"/>
                    <a:pt x="4" y="4"/>
                  </a:cubicBezTo>
                  <a:lnTo>
                    <a:pt x="3" y="4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4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4" y="4"/>
                  </a:lnTo>
                  <a:close/>
                  <a:moveTo>
                    <a:pt x="5" y="5"/>
                  </a:moveTo>
                  <a:cubicBezTo>
                    <a:pt x="5" y="6"/>
                    <a:pt x="4" y="7"/>
                    <a:pt x="4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4" y="7"/>
                  </a:moveTo>
                  <a:cubicBezTo>
                    <a:pt x="4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2" y="7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1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1" y="4"/>
                  </a:lnTo>
                  <a:cubicBezTo>
                    <a:pt x="1" y="5"/>
                    <a:pt x="2" y="6"/>
                    <a:pt x="2" y="7"/>
                  </a:cubicBezTo>
                  <a:lnTo>
                    <a:pt x="1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1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0"/>
                    <a:pt x="1" y="0"/>
                    <a:pt x="1" y="0"/>
                  </a:cubicBezTo>
                  <a:lnTo>
                    <a:pt x="2" y="1"/>
                  </a:lnTo>
                  <a:cubicBezTo>
                    <a:pt x="1" y="1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1" y="1"/>
                  </a:lnTo>
                  <a:lnTo>
                    <a:pt x="2" y="1"/>
                  </a:lnTo>
                  <a:close/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40" name="Freeform 2092">
              <a:extLst>
                <a:ext uri="{FF2B5EF4-FFF2-40B4-BE49-F238E27FC236}">
                  <a16:creationId xmlns:a16="http://schemas.microsoft.com/office/drawing/2014/main" id="{20B40B6F-F8A6-14B8-6243-8730BE8BD0E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819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1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1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4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4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1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1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0"/>
                    <a:pt x="1" y="0"/>
                    <a:pt x="1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1" y="2"/>
                  </a:cubicBezTo>
                  <a:lnTo>
                    <a:pt x="0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41" name="Freeform 2093">
              <a:extLst>
                <a:ext uri="{FF2B5EF4-FFF2-40B4-BE49-F238E27FC236}">
                  <a16:creationId xmlns:a16="http://schemas.microsoft.com/office/drawing/2014/main" id="{C24C3741-4A68-DF1C-7500-88F1D31FD65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854" y="2937"/>
              <a:ext cx="55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1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42" name="Freeform 2094">
              <a:extLst>
                <a:ext uri="{FF2B5EF4-FFF2-40B4-BE49-F238E27FC236}">
                  <a16:creationId xmlns:a16="http://schemas.microsoft.com/office/drawing/2014/main" id="{CFB9D9A0-C64C-CD09-F960-BA3BC6A3227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887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2" y="4"/>
                </a:cxn>
                <a:cxn ang="0">
                  <a:pos x="1" y="4"/>
                </a:cxn>
                <a:cxn ang="0">
                  <a:pos x="0" y="4"/>
                </a:cxn>
                <a:cxn ang="0">
                  <a:pos x="2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2" y="4"/>
                  </a:moveTo>
                  <a:lnTo>
                    <a:pt x="2" y="4"/>
                  </a:lnTo>
                  <a:lnTo>
                    <a:pt x="1" y="4"/>
                  </a:lnTo>
                  <a:lnTo>
                    <a:pt x="2" y="4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43" name="Freeform 2095">
              <a:extLst>
                <a:ext uri="{FF2B5EF4-FFF2-40B4-BE49-F238E27FC236}">
                  <a16:creationId xmlns:a16="http://schemas.microsoft.com/office/drawing/2014/main" id="{239D28B3-BDC6-41E0-35A6-4B4B39C3022C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919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4" y="7"/>
                </a:cxn>
                <a:cxn ang="0">
                  <a:pos x="5" y="5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4" y="8"/>
                </a:cxn>
                <a:cxn ang="0">
                  <a:pos x="3" y="7"/>
                </a:cxn>
                <a:cxn ang="0">
                  <a:pos x="4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2" y="3"/>
                </a:cxn>
                <a:cxn ang="0">
                  <a:pos x="0" y="4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2" y="0"/>
                </a:cxn>
                <a:cxn ang="0">
                  <a:pos x="2" y="1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4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5" y="8"/>
                    <a:pt x="4" y="8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4" y="7"/>
                  </a:cubicBezTo>
                  <a:lnTo>
                    <a:pt x="5" y="7"/>
                  </a:lnTo>
                  <a:close/>
                  <a:moveTo>
                    <a:pt x="4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1" y="7"/>
                    <a:pt x="1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3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44" name="Freeform 2096">
              <a:extLst>
                <a:ext uri="{FF2B5EF4-FFF2-40B4-BE49-F238E27FC236}">
                  <a16:creationId xmlns:a16="http://schemas.microsoft.com/office/drawing/2014/main" id="{D8931624-6C51-E188-9472-6A087CAE2CD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954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4" y="0"/>
                </a:cxn>
                <a:cxn ang="0">
                  <a:pos x="4" y="4"/>
                </a:cxn>
                <a:cxn ang="0">
                  <a:pos x="4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4" y="7"/>
                </a:cxn>
                <a:cxn ang="0">
                  <a:pos x="5" y="5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4" y="8"/>
                </a:cxn>
                <a:cxn ang="0">
                  <a:pos x="3" y="8"/>
                </a:cxn>
                <a:cxn ang="0">
                  <a:pos x="4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1" y="4"/>
                </a:cxn>
                <a:cxn ang="0">
                  <a:pos x="3" y="7"/>
                </a:cxn>
                <a:cxn ang="0">
                  <a:pos x="1" y="4"/>
                </a:cxn>
                <a:cxn ang="0">
                  <a:pos x="2" y="3"/>
                </a:cxn>
                <a:cxn ang="0">
                  <a:pos x="1" y="4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4" y="0"/>
                  </a:cubicBezTo>
                  <a:lnTo>
                    <a:pt x="3" y="2"/>
                  </a:lnTo>
                  <a:cubicBezTo>
                    <a:pt x="3" y="2"/>
                    <a:pt x="3" y="1"/>
                    <a:pt x="2" y="1"/>
                  </a:cubicBezTo>
                  <a:lnTo>
                    <a:pt x="3" y="0"/>
                  </a:lnTo>
                  <a:close/>
                  <a:moveTo>
                    <a:pt x="4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4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5" y="8"/>
                    <a:pt x="4" y="8"/>
                    <a:pt x="4" y="8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7"/>
                  </a:lnTo>
                  <a:close/>
                  <a:moveTo>
                    <a:pt x="4" y="8"/>
                  </a:moveTo>
                  <a:cubicBezTo>
                    <a:pt x="4" y="8"/>
                    <a:pt x="4" y="8"/>
                    <a:pt x="4" y="8"/>
                  </a:cubicBezTo>
                  <a:lnTo>
                    <a:pt x="4" y="7"/>
                  </a:lnTo>
                  <a:cubicBezTo>
                    <a:pt x="4" y="7"/>
                    <a:pt x="3" y="7"/>
                    <a:pt x="4" y="7"/>
                  </a:cubicBezTo>
                  <a:lnTo>
                    <a:pt x="4" y="8"/>
                  </a:lnTo>
                  <a:close/>
                  <a:moveTo>
                    <a:pt x="4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4" y="7"/>
                  </a:lnTo>
                  <a:lnTo>
                    <a:pt x="4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1" y="7"/>
                    <a:pt x="1" y="6"/>
                    <a:pt x="1" y="4"/>
                  </a:cubicBezTo>
                  <a:lnTo>
                    <a:pt x="2" y="4"/>
                  </a:lnTo>
                  <a:cubicBezTo>
                    <a:pt x="2" y="5"/>
                    <a:pt x="3" y="6"/>
                    <a:pt x="3" y="7"/>
                  </a:cubicBezTo>
                  <a:lnTo>
                    <a:pt x="2" y="8"/>
                  </a:lnTo>
                  <a:close/>
                  <a:moveTo>
                    <a:pt x="1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1" y="4"/>
                  </a:lnTo>
                  <a:close/>
                  <a:moveTo>
                    <a:pt x="0" y="3"/>
                  </a:moveTo>
                  <a:cubicBezTo>
                    <a:pt x="0" y="2"/>
                    <a:pt x="1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45" name="Freeform 2097">
              <a:extLst>
                <a:ext uri="{FF2B5EF4-FFF2-40B4-BE49-F238E27FC236}">
                  <a16:creationId xmlns:a16="http://schemas.microsoft.com/office/drawing/2014/main" id="{7F5452F4-4603-0A5C-CCAF-17627CE13107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997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2" y="7"/>
                </a:cxn>
                <a:cxn ang="0">
                  <a:pos x="0" y="4"/>
                </a:cxn>
                <a:cxn ang="0">
                  <a:pos x="1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4" y="7"/>
                    <a:pt x="4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4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2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1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1" y="4"/>
                  </a:lnTo>
                  <a:cubicBezTo>
                    <a:pt x="1" y="5"/>
                    <a:pt x="2" y="6"/>
                    <a:pt x="2" y="7"/>
                  </a:cubicBezTo>
                  <a:lnTo>
                    <a:pt x="1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1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0"/>
                    <a:pt x="1" y="0"/>
                    <a:pt x="1" y="0"/>
                  </a:cubicBezTo>
                  <a:lnTo>
                    <a:pt x="2" y="1"/>
                  </a:lnTo>
                  <a:cubicBezTo>
                    <a:pt x="2" y="1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1" y="1"/>
                  </a:lnTo>
                  <a:lnTo>
                    <a:pt x="2" y="1"/>
                  </a:lnTo>
                  <a:close/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46" name="Freeform 2098">
              <a:extLst>
                <a:ext uri="{FF2B5EF4-FFF2-40B4-BE49-F238E27FC236}">
                  <a16:creationId xmlns:a16="http://schemas.microsoft.com/office/drawing/2014/main" id="{AA49FAE2-24CC-AEE8-37C2-199B59C9020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032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1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1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4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4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1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1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47" name="Freeform 2099">
              <a:extLst>
                <a:ext uri="{FF2B5EF4-FFF2-40B4-BE49-F238E27FC236}">
                  <a16:creationId xmlns:a16="http://schemas.microsoft.com/office/drawing/2014/main" id="{E84FF712-9904-BE9A-B300-EB831C44E7D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066" y="2937"/>
              <a:ext cx="55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2" y="4"/>
                </a:cxn>
                <a:cxn ang="0">
                  <a:pos x="1" y="4"/>
                </a:cxn>
                <a:cxn ang="0">
                  <a:pos x="0" y="4"/>
                </a:cxn>
                <a:cxn ang="0">
                  <a:pos x="1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2" y="4"/>
                  </a:moveTo>
                  <a:lnTo>
                    <a:pt x="2" y="4"/>
                  </a:lnTo>
                  <a:lnTo>
                    <a:pt x="1" y="4"/>
                  </a:lnTo>
                  <a:lnTo>
                    <a:pt x="2" y="4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8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38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39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39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39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9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39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39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39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39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7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23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2" dur="500"/>
                                        <p:tgtEl>
                                          <p:spTgt spid="23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24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39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439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439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24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/>
      <p:bldP spid="23955" grpId="0"/>
      <p:bldP spid="23957" grpId="0"/>
      <p:bldP spid="23958" grpId="0"/>
      <p:bldP spid="24051" grpId="0"/>
      <p:bldP spid="24053" grpId="0"/>
      <p:bldP spid="438950" grpId="0" animBg="1"/>
      <p:bldP spid="438951" grpId="0" animBg="1"/>
      <p:bldP spid="439051" grpId="0" animBg="1"/>
      <p:bldP spid="43918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23">
            <a:extLst>
              <a:ext uri="{FF2B5EF4-FFF2-40B4-BE49-F238E27FC236}">
                <a16:creationId xmlns:a16="http://schemas.microsoft.com/office/drawing/2014/main" id="{243B33E7-5BB8-46DE-453E-E5EC8C16C174}"/>
              </a:ext>
            </a:extLst>
          </p:cNvPr>
          <p:cNvGrpSpPr>
            <a:grpSpLocks/>
          </p:cNvGrpSpPr>
          <p:nvPr/>
        </p:nvGrpSpPr>
        <p:grpSpPr bwMode="auto">
          <a:xfrm>
            <a:off x="995363" y="1762125"/>
            <a:ext cx="4681537" cy="1046163"/>
            <a:chOff x="627" y="1110"/>
            <a:chExt cx="2949" cy="659"/>
          </a:xfrm>
        </p:grpSpPr>
        <p:sp>
          <p:nvSpPr>
            <p:cNvPr id="24744" name="Rectangle 168">
              <a:extLst>
                <a:ext uri="{FF2B5EF4-FFF2-40B4-BE49-F238E27FC236}">
                  <a16:creationId xmlns:a16="http://schemas.microsoft.com/office/drawing/2014/main" id="{9AF9C381-3F59-74A2-B792-E05A82906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" y="1678"/>
              <a:ext cx="2947" cy="91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766" name="Rectangle 190">
              <a:extLst>
                <a:ext uri="{FF2B5EF4-FFF2-40B4-BE49-F238E27FC236}">
                  <a16:creationId xmlns:a16="http://schemas.microsoft.com/office/drawing/2014/main" id="{CA8E055A-A93F-2158-524E-45F057FBC9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" y="1110"/>
              <a:ext cx="90" cy="635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" name="Group 224">
            <a:extLst>
              <a:ext uri="{FF2B5EF4-FFF2-40B4-BE49-F238E27FC236}">
                <a16:creationId xmlns:a16="http://schemas.microsoft.com/office/drawing/2014/main" id="{B1F41F63-C38F-6D02-3D5D-F392FF56E009}"/>
              </a:ext>
            </a:extLst>
          </p:cNvPr>
          <p:cNvGrpSpPr>
            <a:grpSpLocks/>
          </p:cNvGrpSpPr>
          <p:nvPr/>
        </p:nvGrpSpPr>
        <p:grpSpPr bwMode="auto">
          <a:xfrm>
            <a:off x="1109663" y="2098675"/>
            <a:ext cx="2819400" cy="593725"/>
            <a:chOff x="699" y="1322"/>
            <a:chExt cx="1776" cy="374"/>
          </a:xfrm>
        </p:grpSpPr>
        <p:sp>
          <p:nvSpPr>
            <p:cNvPr id="24745" name="Oval 169">
              <a:extLst>
                <a:ext uri="{FF2B5EF4-FFF2-40B4-BE49-F238E27FC236}">
                  <a16:creationId xmlns:a16="http://schemas.microsoft.com/office/drawing/2014/main" id="{EF76CCD7-B830-A833-D4BA-7BC663604AC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01" y="1322"/>
              <a:ext cx="374" cy="37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0099">
                    <a:alpha val="71001"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1347" name="Group 174">
              <a:extLst>
                <a:ext uri="{FF2B5EF4-FFF2-40B4-BE49-F238E27FC236}">
                  <a16:creationId xmlns:a16="http://schemas.microsoft.com/office/drawing/2014/main" id="{B87FB9F3-8362-D21B-41B1-941F5B682A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9" y="1355"/>
              <a:ext cx="1432" cy="258"/>
              <a:chOff x="1156" y="1526"/>
              <a:chExt cx="1672" cy="258"/>
            </a:xfrm>
          </p:grpSpPr>
          <p:sp>
            <p:nvSpPr>
              <p:cNvPr id="24751" name="Freeform 175">
                <a:extLst>
                  <a:ext uri="{FF2B5EF4-FFF2-40B4-BE49-F238E27FC236}">
                    <a16:creationId xmlns:a16="http://schemas.microsoft.com/office/drawing/2014/main" id="{DEBBF8E9-0CD6-1AEB-3474-71D81F5DD8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211" y="1527"/>
                <a:ext cx="165" cy="249"/>
              </a:xfrm>
              <a:custGeom>
                <a:avLst/>
                <a:gdLst/>
                <a:ahLst/>
                <a:cxnLst>
                  <a:cxn ang="0">
                    <a:pos x="0" y="132"/>
                  </a:cxn>
                  <a:cxn ang="0">
                    <a:pos x="15" y="50"/>
                  </a:cxn>
                  <a:cxn ang="0">
                    <a:pos x="54" y="6"/>
                  </a:cxn>
                  <a:cxn ang="0">
                    <a:pos x="103" y="17"/>
                  </a:cxn>
                  <a:cxn ang="0">
                    <a:pos x="139" y="63"/>
                  </a:cxn>
                  <a:cxn ang="0">
                    <a:pos x="162" y="152"/>
                  </a:cxn>
                  <a:cxn ang="0">
                    <a:pos x="157" y="215"/>
                  </a:cxn>
                  <a:cxn ang="0">
                    <a:pos x="144" y="240"/>
                  </a:cxn>
                  <a:cxn ang="0">
                    <a:pos x="123" y="248"/>
                  </a:cxn>
                  <a:cxn ang="0">
                    <a:pos x="103" y="234"/>
                  </a:cxn>
                  <a:cxn ang="0">
                    <a:pos x="90" y="189"/>
                  </a:cxn>
                  <a:cxn ang="0">
                    <a:pos x="88" y="143"/>
                  </a:cxn>
                  <a:cxn ang="0">
                    <a:pos x="93" y="116"/>
                  </a:cxn>
                </a:cxnLst>
                <a:rect l="0" t="0" r="r" b="b"/>
                <a:pathLst>
                  <a:path w="165" h="249">
                    <a:moveTo>
                      <a:pt x="0" y="132"/>
                    </a:moveTo>
                    <a:cubicBezTo>
                      <a:pt x="2" y="118"/>
                      <a:pt x="6" y="71"/>
                      <a:pt x="15" y="50"/>
                    </a:cubicBezTo>
                    <a:cubicBezTo>
                      <a:pt x="24" y="29"/>
                      <a:pt x="39" y="12"/>
                      <a:pt x="54" y="6"/>
                    </a:cubicBezTo>
                    <a:cubicBezTo>
                      <a:pt x="69" y="0"/>
                      <a:pt x="89" y="7"/>
                      <a:pt x="103" y="17"/>
                    </a:cubicBezTo>
                    <a:cubicBezTo>
                      <a:pt x="117" y="27"/>
                      <a:pt x="129" y="41"/>
                      <a:pt x="139" y="63"/>
                    </a:cubicBezTo>
                    <a:cubicBezTo>
                      <a:pt x="149" y="85"/>
                      <a:pt x="159" y="127"/>
                      <a:pt x="162" y="152"/>
                    </a:cubicBezTo>
                    <a:cubicBezTo>
                      <a:pt x="165" y="177"/>
                      <a:pt x="160" y="200"/>
                      <a:pt x="157" y="215"/>
                    </a:cubicBezTo>
                    <a:cubicBezTo>
                      <a:pt x="154" y="230"/>
                      <a:pt x="150" y="235"/>
                      <a:pt x="144" y="240"/>
                    </a:cubicBezTo>
                    <a:cubicBezTo>
                      <a:pt x="138" y="245"/>
                      <a:pt x="130" y="249"/>
                      <a:pt x="123" y="248"/>
                    </a:cubicBezTo>
                    <a:cubicBezTo>
                      <a:pt x="116" y="247"/>
                      <a:pt x="108" y="244"/>
                      <a:pt x="103" y="234"/>
                    </a:cubicBezTo>
                    <a:cubicBezTo>
                      <a:pt x="98" y="224"/>
                      <a:pt x="92" y="204"/>
                      <a:pt x="90" y="189"/>
                    </a:cubicBezTo>
                    <a:cubicBezTo>
                      <a:pt x="88" y="174"/>
                      <a:pt x="88" y="155"/>
                      <a:pt x="88" y="143"/>
                    </a:cubicBezTo>
                    <a:cubicBezTo>
                      <a:pt x="88" y="131"/>
                      <a:pt x="92" y="122"/>
                      <a:pt x="93" y="116"/>
                    </a:cubicBezTo>
                  </a:path>
                </a:pathLst>
              </a:custGeom>
              <a:noFill/>
              <a:ln w="38100" cap="flat" cmpd="sng">
                <a:solidFill>
                  <a:srgbClr val="99CC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752" name="Freeform 176">
                <a:extLst>
                  <a:ext uri="{FF2B5EF4-FFF2-40B4-BE49-F238E27FC236}">
                    <a16:creationId xmlns:a16="http://schemas.microsoft.com/office/drawing/2014/main" id="{5D4587AC-8241-7CA3-1AB6-430B275633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301" y="1530"/>
                <a:ext cx="194" cy="252"/>
              </a:xfrm>
              <a:custGeom>
                <a:avLst/>
                <a:gdLst/>
                <a:ahLst/>
                <a:cxnLst>
                  <a:cxn ang="0">
                    <a:pos x="0" y="170"/>
                  </a:cxn>
                  <a:cxn ang="0">
                    <a:pos x="1" y="129"/>
                  </a:cxn>
                  <a:cxn ang="0">
                    <a:pos x="10" y="84"/>
                  </a:cxn>
                  <a:cxn ang="0">
                    <a:pos x="30" y="42"/>
                  </a:cxn>
                  <a:cxn ang="0">
                    <a:pos x="66" y="9"/>
                  </a:cxn>
                  <a:cxn ang="0">
                    <a:pos x="118" y="5"/>
                  </a:cxn>
                  <a:cxn ang="0">
                    <a:pos x="160" y="39"/>
                  </a:cxn>
                  <a:cxn ang="0">
                    <a:pos x="187" y="102"/>
                  </a:cxn>
                  <a:cxn ang="0">
                    <a:pos x="193" y="159"/>
                  </a:cxn>
                  <a:cxn ang="0">
                    <a:pos x="189" y="207"/>
                  </a:cxn>
                  <a:cxn ang="0">
                    <a:pos x="163" y="245"/>
                  </a:cxn>
                  <a:cxn ang="0">
                    <a:pos x="130" y="222"/>
                  </a:cxn>
                  <a:cxn ang="0">
                    <a:pos x="120" y="167"/>
                  </a:cxn>
                  <a:cxn ang="0">
                    <a:pos x="124" y="111"/>
                  </a:cxn>
                </a:cxnLst>
                <a:rect l="0" t="0" r="r" b="b"/>
                <a:pathLst>
                  <a:path w="194" h="252">
                    <a:moveTo>
                      <a:pt x="0" y="170"/>
                    </a:moveTo>
                    <a:cubicBezTo>
                      <a:pt x="0" y="163"/>
                      <a:pt x="0" y="141"/>
                      <a:pt x="1" y="129"/>
                    </a:cubicBezTo>
                    <a:cubicBezTo>
                      <a:pt x="3" y="115"/>
                      <a:pt x="5" y="98"/>
                      <a:pt x="10" y="84"/>
                    </a:cubicBezTo>
                    <a:cubicBezTo>
                      <a:pt x="15" y="70"/>
                      <a:pt x="21" y="54"/>
                      <a:pt x="30" y="42"/>
                    </a:cubicBezTo>
                    <a:cubicBezTo>
                      <a:pt x="39" y="30"/>
                      <a:pt x="51" y="15"/>
                      <a:pt x="66" y="9"/>
                    </a:cubicBezTo>
                    <a:cubicBezTo>
                      <a:pt x="81" y="3"/>
                      <a:pt x="102" y="0"/>
                      <a:pt x="118" y="5"/>
                    </a:cubicBezTo>
                    <a:cubicBezTo>
                      <a:pt x="134" y="10"/>
                      <a:pt x="148" y="23"/>
                      <a:pt x="160" y="39"/>
                    </a:cubicBezTo>
                    <a:cubicBezTo>
                      <a:pt x="172" y="55"/>
                      <a:pt x="181" y="82"/>
                      <a:pt x="187" y="102"/>
                    </a:cubicBezTo>
                    <a:cubicBezTo>
                      <a:pt x="193" y="133"/>
                      <a:pt x="193" y="143"/>
                      <a:pt x="193" y="159"/>
                    </a:cubicBezTo>
                    <a:cubicBezTo>
                      <a:pt x="193" y="176"/>
                      <a:pt x="194" y="193"/>
                      <a:pt x="189" y="207"/>
                    </a:cubicBezTo>
                    <a:cubicBezTo>
                      <a:pt x="187" y="227"/>
                      <a:pt x="177" y="238"/>
                      <a:pt x="163" y="245"/>
                    </a:cubicBezTo>
                    <a:cubicBezTo>
                      <a:pt x="149" y="252"/>
                      <a:pt x="137" y="235"/>
                      <a:pt x="130" y="222"/>
                    </a:cubicBezTo>
                    <a:cubicBezTo>
                      <a:pt x="123" y="209"/>
                      <a:pt x="121" y="185"/>
                      <a:pt x="120" y="167"/>
                    </a:cubicBezTo>
                    <a:cubicBezTo>
                      <a:pt x="119" y="149"/>
                      <a:pt x="123" y="120"/>
                      <a:pt x="124" y="111"/>
                    </a:cubicBezTo>
                  </a:path>
                </a:pathLst>
              </a:custGeom>
              <a:noFill/>
              <a:ln w="38100" cap="flat" cmpd="sng">
                <a:solidFill>
                  <a:srgbClr val="99CC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753" name="Freeform 177">
                <a:extLst>
                  <a:ext uri="{FF2B5EF4-FFF2-40B4-BE49-F238E27FC236}">
                    <a16:creationId xmlns:a16="http://schemas.microsoft.com/office/drawing/2014/main" id="{3A28FE09-B221-4FC2-CD34-E9E837D43C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421" y="1529"/>
                <a:ext cx="194" cy="252"/>
              </a:xfrm>
              <a:custGeom>
                <a:avLst/>
                <a:gdLst/>
                <a:ahLst/>
                <a:cxnLst>
                  <a:cxn ang="0">
                    <a:pos x="0" y="170"/>
                  </a:cxn>
                  <a:cxn ang="0">
                    <a:pos x="1" y="129"/>
                  </a:cxn>
                  <a:cxn ang="0">
                    <a:pos x="10" y="84"/>
                  </a:cxn>
                  <a:cxn ang="0">
                    <a:pos x="30" y="42"/>
                  </a:cxn>
                  <a:cxn ang="0">
                    <a:pos x="66" y="9"/>
                  </a:cxn>
                  <a:cxn ang="0">
                    <a:pos x="118" y="5"/>
                  </a:cxn>
                  <a:cxn ang="0">
                    <a:pos x="160" y="39"/>
                  </a:cxn>
                  <a:cxn ang="0">
                    <a:pos x="187" y="102"/>
                  </a:cxn>
                  <a:cxn ang="0">
                    <a:pos x="193" y="159"/>
                  </a:cxn>
                  <a:cxn ang="0">
                    <a:pos x="189" y="207"/>
                  </a:cxn>
                  <a:cxn ang="0">
                    <a:pos x="163" y="245"/>
                  </a:cxn>
                  <a:cxn ang="0">
                    <a:pos x="130" y="222"/>
                  </a:cxn>
                  <a:cxn ang="0">
                    <a:pos x="120" y="167"/>
                  </a:cxn>
                  <a:cxn ang="0">
                    <a:pos x="124" y="111"/>
                  </a:cxn>
                </a:cxnLst>
                <a:rect l="0" t="0" r="r" b="b"/>
                <a:pathLst>
                  <a:path w="194" h="252">
                    <a:moveTo>
                      <a:pt x="0" y="170"/>
                    </a:moveTo>
                    <a:cubicBezTo>
                      <a:pt x="0" y="163"/>
                      <a:pt x="0" y="141"/>
                      <a:pt x="1" y="129"/>
                    </a:cubicBezTo>
                    <a:cubicBezTo>
                      <a:pt x="3" y="115"/>
                      <a:pt x="5" y="98"/>
                      <a:pt x="10" y="84"/>
                    </a:cubicBezTo>
                    <a:cubicBezTo>
                      <a:pt x="15" y="70"/>
                      <a:pt x="21" y="54"/>
                      <a:pt x="30" y="42"/>
                    </a:cubicBezTo>
                    <a:cubicBezTo>
                      <a:pt x="39" y="30"/>
                      <a:pt x="51" y="15"/>
                      <a:pt x="66" y="9"/>
                    </a:cubicBezTo>
                    <a:cubicBezTo>
                      <a:pt x="81" y="3"/>
                      <a:pt x="102" y="0"/>
                      <a:pt x="118" y="5"/>
                    </a:cubicBezTo>
                    <a:cubicBezTo>
                      <a:pt x="134" y="10"/>
                      <a:pt x="148" y="23"/>
                      <a:pt x="160" y="39"/>
                    </a:cubicBezTo>
                    <a:cubicBezTo>
                      <a:pt x="172" y="55"/>
                      <a:pt x="181" y="82"/>
                      <a:pt x="187" y="102"/>
                    </a:cubicBezTo>
                    <a:cubicBezTo>
                      <a:pt x="193" y="133"/>
                      <a:pt x="193" y="143"/>
                      <a:pt x="193" y="159"/>
                    </a:cubicBezTo>
                    <a:cubicBezTo>
                      <a:pt x="193" y="176"/>
                      <a:pt x="194" y="193"/>
                      <a:pt x="189" y="207"/>
                    </a:cubicBezTo>
                    <a:cubicBezTo>
                      <a:pt x="187" y="227"/>
                      <a:pt x="177" y="238"/>
                      <a:pt x="163" y="245"/>
                    </a:cubicBezTo>
                    <a:cubicBezTo>
                      <a:pt x="149" y="252"/>
                      <a:pt x="137" y="235"/>
                      <a:pt x="130" y="222"/>
                    </a:cubicBezTo>
                    <a:cubicBezTo>
                      <a:pt x="123" y="209"/>
                      <a:pt x="121" y="185"/>
                      <a:pt x="120" y="167"/>
                    </a:cubicBezTo>
                    <a:cubicBezTo>
                      <a:pt x="119" y="149"/>
                      <a:pt x="123" y="120"/>
                      <a:pt x="124" y="111"/>
                    </a:cubicBezTo>
                  </a:path>
                </a:pathLst>
              </a:custGeom>
              <a:noFill/>
              <a:ln w="38100" cap="flat" cmpd="sng">
                <a:solidFill>
                  <a:srgbClr val="99CC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754" name="Freeform 178">
                <a:extLst>
                  <a:ext uri="{FF2B5EF4-FFF2-40B4-BE49-F238E27FC236}">
                    <a16:creationId xmlns:a16="http://schemas.microsoft.com/office/drawing/2014/main" id="{4336011F-89CB-2722-9539-81C12375EF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541" y="1528"/>
                <a:ext cx="194" cy="252"/>
              </a:xfrm>
              <a:custGeom>
                <a:avLst/>
                <a:gdLst/>
                <a:ahLst/>
                <a:cxnLst>
                  <a:cxn ang="0">
                    <a:pos x="0" y="170"/>
                  </a:cxn>
                  <a:cxn ang="0">
                    <a:pos x="1" y="129"/>
                  </a:cxn>
                  <a:cxn ang="0">
                    <a:pos x="10" y="84"/>
                  </a:cxn>
                  <a:cxn ang="0">
                    <a:pos x="30" y="42"/>
                  </a:cxn>
                  <a:cxn ang="0">
                    <a:pos x="66" y="9"/>
                  </a:cxn>
                  <a:cxn ang="0">
                    <a:pos x="118" y="5"/>
                  </a:cxn>
                  <a:cxn ang="0">
                    <a:pos x="160" y="39"/>
                  </a:cxn>
                  <a:cxn ang="0">
                    <a:pos x="187" y="102"/>
                  </a:cxn>
                  <a:cxn ang="0">
                    <a:pos x="193" y="159"/>
                  </a:cxn>
                  <a:cxn ang="0">
                    <a:pos x="189" y="207"/>
                  </a:cxn>
                  <a:cxn ang="0">
                    <a:pos x="163" y="245"/>
                  </a:cxn>
                  <a:cxn ang="0">
                    <a:pos x="130" y="222"/>
                  </a:cxn>
                  <a:cxn ang="0">
                    <a:pos x="120" y="167"/>
                  </a:cxn>
                  <a:cxn ang="0">
                    <a:pos x="124" y="111"/>
                  </a:cxn>
                </a:cxnLst>
                <a:rect l="0" t="0" r="r" b="b"/>
                <a:pathLst>
                  <a:path w="194" h="252">
                    <a:moveTo>
                      <a:pt x="0" y="170"/>
                    </a:moveTo>
                    <a:cubicBezTo>
                      <a:pt x="0" y="163"/>
                      <a:pt x="0" y="141"/>
                      <a:pt x="1" y="129"/>
                    </a:cubicBezTo>
                    <a:cubicBezTo>
                      <a:pt x="3" y="115"/>
                      <a:pt x="5" y="98"/>
                      <a:pt x="10" y="84"/>
                    </a:cubicBezTo>
                    <a:cubicBezTo>
                      <a:pt x="15" y="70"/>
                      <a:pt x="21" y="54"/>
                      <a:pt x="30" y="42"/>
                    </a:cubicBezTo>
                    <a:cubicBezTo>
                      <a:pt x="39" y="30"/>
                      <a:pt x="51" y="15"/>
                      <a:pt x="66" y="9"/>
                    </a:cubicBezTo>
                    <a:cubicBezTo>
                      <a:pt x="81" y="3"/>
                      <a:pt x="102" y="0"/>
                      <a:pt x="118" y="5"/>
                    </a:cubicBezTo>
                    <a:cubicBezTo>
                      <a:pt x="134" y="10"/>
                      <a:pt x="148" y="23"/>
                      <a:pt x="160" y="39"/>
                    </a:cubicBezTo>
                    <a:cubicBezTo>
                      <a:pt x="172" y="55"/>
                      <a:pt x="181" y="82"/>
                      <a:pt x="187" y="102"/>
                    </a:cubicBezTo>
                    <a:cubicBezTo>
                      <a:pt x="193" y="133"/>
                      <a:pt x="193" y="143"/>
                      <a:pt x="193" y="159"/>
                    </a:cubicBezTo>
                    <a:cubicBezTo>
                      <a:pt x="193" y="176"/>
                      <a:pt x="194" y="193"/>
                      <a:pt x="189" y="207"/>
                    </a:cubicBezTo>
                    <a:cubicBezTo>
                      <a:pt x="187" y="227"/>
                      <a:pt x="177" y="238"/>
                      <a:pt x="163" y="245"/>
                    </a:cubicBezTo>
                    <a:cubicBezTo>
                      <a:pt x="149" y="252"/>
                      <a:pt x="137" y="235"/>
                      <a:pt x="130" y="222"/>
                    </a:cubicBezTo>
                    <a:cubicBezTo>
                      <a:pt x="123" y="209"/>
                      <a:pt x="121" y="185"/>
                      <a:pt x="120" y="167"/>
                    </a:cubicBezTo>
                    <a:cubicBezTo>
                      <a:pt x="119" y="149"/>
                      <a:pt x="123" y="120"/>
                      <a:pt x="124" y="111"/>
                    </a:cubicBezTo>
                  </a:path>
                </a:pathLst>
              </a:custGeom>
              <a:noFill/>
              <a:ln w="38100" cap="flat" cmpd="sng">
                <a:solidFill>
                  <a:srgbClr val="99CC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755" name="Freeform 179">
                <a:extLst>
                  <a:ext uri="{FF2B5EF4-FFF2-40B4-BE49-F238E27FC236}">
                    <a16:creationId xmlns:a16="http://schemas.microsoft.com/office/drawing/2014/main" id="{95361D2D-66DC-0DC2-B704-BF5F5CF2BA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662" y="1527"/>
                <a:ext cx="195" cy="252"/>
              </a:xfrm>
              <a:custGeom>
                <a:avLst/>
                <a:gdLst/>
                <a:ahLst/>
                <a:cxnLst>
                  <a:cxn ang="0">
                    <a:pos x="0" y="170"/>
                  </a:cxn>
                  <a:cxn ang="0">
                    <a:pos x="1" y="129"/>
                  </a:cxn>
                  <a:cxn ang="0">
                    <a:pos x="10" y="84"/>
                  </a:cxn>
                  <a:cxn ang="0">
                    <a:pos x="30" y="42"/>
                  </a:cxn>
                  <a:cxn ang="0">
                    <a:pos x="66" y="9"/>
                  </a:cxn>
                  <a:cxn ang="0">
                    <a:pos x="118" y="5"/>
                  </a:cxn>
                  <a:cxn ang="0">
                    <a:pos x="160" y="39"/>
                  </a:cxn>
                  <a:cxn ang="0">
                    <a:pos x="187" y="102"/>
                  </a:cxn>
                  <a:cxn ang="0">
                    <a:pos x="193" y="159"/>
                  </a:cxn>
                  <a:cxn ang="0">
                    <a:pos x="189" y="207"/>
                  </a:cxn>
                  <a:cxn ang="0">
                    <a:pos x="163" y="245"/>
                  </a:cxn>
                  <a:cxn ang="0">
                    <a:pos x="130" y="222"/>
                  </a:cxn>
                  <a:cxn ang="0">
                    <a:pos x="120" y="167"/>
                  </a:cxn>
                  <a:cxn ang="0">
                    <a:pos x="124" y="111"/>
                  </a:cxn>
                </a:cxnLst>
                <a:rect l="0" t="0" r="r" b="b"/>
                <a:pathLst>
                  <a:path w="194" h="252">
                    <a:moveTo>
                      <a:pt x="0" y="170"/>
                    </a:moveTo>
                    <a:cubicBezTo>
                      <a:pt x="0" y="163"/>
                      <a:pt x="0" y="141"/>
                      <a:pt x="1" y="129"/>
                    </a:cubicBezTo>
                    <a:cubicBezTo>
                      <a:pt x="3" y="115"/>
                      <a:pt x="5" y="98"/>
                      <a:pt x="10" y="84"/>
                    </a:cubicBezTo>
                    <a:cubicBezTo>
                      <a:pt x="15" y="70"/>
                      <a:pt x="21" y="54"/>
                      <a:pt x="30" y="42"/>
                    </a:cubicBezTo>
                    <a:cubicBezTo>
                      <a:pt x="39" y="30"/>
                      <a:pt x="51" y="15"/>
                      <a:pt x="66" y="9"/>
                    </a:cubicBezTo>
                    <a:cubicBezTo>
                      <a:pt x="81" y="3"/>
                      <a:pt x="102" y="0"/>
                      <a:pt x="118" y="5"/>
                    </a:cubicBezTo>
                    <a:cubicBezTo>
                      <a:pt x="134" y="10"/>
                      <a:pt x="148" y="23"/>
                      <a:pt x="160" y="39"/>
                    </a:cubicBezTo>
                    <a:cubicBezTo>
                      <a:pt x="172" y="55"/>
                      <a:pt x="181" y="82"/>
                      <a:pt x="187" y="102"/>
                    </a:cubicBezTo>
                    <a:cubicBezTo>
                      <a:pt x="193" y="133"/>
                      <a:pt x="193" y="143"/>
                      <a:pt x="193" y="159"/>
                    </a:cubicBezTo>
                    <a:cubicBezTo>
                      <a:pt x="193" y="176"/>
                      <a:pt x="194" y="193"/>
                      <a:pt x="189" y="207"/>
                    </a:cubicBezTo>
                    <a:cubicBezTo>
                      <a:pt x="187" y="227"/>
                      <a:pt x="177" y="238"/>
                      <a:pt x="163" y="245"/>
                    </a:cubicBezTo>
                    <a:cubicBezTo>
                      <a:pt x="149" y="252"/>
                      <a:pt x="137" y="235"/>
                      <a:pt x="130" y="222"/>
                    </a:cubicBezTo>
                    <a:cubicBezTo>
                      <a:pt x="123" y="209"/>
                      <a:pt x="121" y="185"/>
                      <a:pt x="120" y="167"/>
                    </a:cubicBezTo>
                    <a:cubicBezTo>
                      <a:pt x="119" y="149"/>
                      <a:pt x="123" y="120"/>
                      <a:pt x="124" y="111"/>
                    </a:cubicBezTo>
                  </a:path>
                </a:pathLst>
              </a:custGeom>
              <a:noFill/>
              <a:ln w="38100" cap="flat" cmpd="sng">
                <a:solidFill>
                  <a:srgbClr val="99CC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756" name="Freeform 180">
                <a:extLst>
                  <a:ext uri="{FF2B5EF4-FFF2-40B4-BE49-F238E27FC236}">
                    <a16:creationId xmlns:a16="http://schemas.microsoft.com/office/drawing/2014/main" id="{54025EBF-6FD5-65A9-10AD-BC65F689F9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781" y="1526"/>
                <a:ext cx="194" cy="252"/>
              </a:xfrm>
              <a:custGeom>
                <a:avLst/>
                <a:gdLst/>
                <a:ahLst/>
                <a:cxnLst>
                  <a:cxn ang="0">
                    <a:pos x="0" y="170"/>
                  </a:cxn>
                  <a:cxn ang="0">
                    <a:pos x="1" y="129"/>
                  </a:cxn>
                  <a:cxn ang="0">
                    <a:pos x="10" y="84"/>
                  </a:cxn>
                  <a:cxn ang="0">
                    <a:pos x="30" y="42"/>
                  </a:cxn>
                  <a:cxn ang="0">
                    <a:pos x="66" y="9"/>
                  </a:cxn>
                  <a:cxn ang="0">
                    <a:pos x="118" y="5"/>
                  </a:cxn>
                  <a:cxn ang="0">
                    <a:pos x="160" y="39"/>
                  </a:cxn>
                  <a:cxn ang="0">
                    <a:pos x="187" y="102"/>
                  </a:cxn>
                  <a:cxn ang="0">
                    <a:pos x="193" y="159"/>
                  </a:cxn>
                  <a:cxn ang="0">
                    <a:pos x="189" y="207"/>
                  </a:cxn>
                  <a:cxn ang="0">
                    <a:pos x="163" y="245"/>
                  </a:cxn>
                  <a:cxn ang="0">
                    <a:pos x="130" y="222"/>
                  </a:cxn>
                  <a:cxn ang="0">
                    <a:pos x="120" y="167"/>
                  </a:cxn>
                  <a:cxn ang="0">
                    <a:pos x="124" y="111"/>
                  </a:cxn>
                </a:cxnLst>
                <a:rect l="0" t="0" r="r" b="b"/>
                <a:pathLst>
                  <a:path w="194" h="252">
                    <a:moveTo>
                      <a:pt x="0" y="170"/>
                    </a:moveTo>
                    <a:cubicBezTo>
                      <a:pt x="0" y="163"/>
                      <a:pt x="0" y="141"/>
                      <a:pt x="1" y="129"/>
                    </a:cubicBezTo>
                    <a:cubicBezTo>
                      <a:pt x="3" y="115"/>
                      <a:pt x="5" y="98"/>
                      <a:pt x="10" y="84"/>
                    </a:cubicBezTo>
                    <a:cubicBezTo>
                      <a:pt x="15" y="70"/>
                      <a:pt x="21" y="54"/>
                      <a:pt x="30" y="42"/>
                    </a:cubicBezTo>
                    <a:cubicBezTo>
                      <a:pt x="39" y="30"/>
                      <a:pt x="51" y="15"/>
                      <a:pt x="66" y="9"/>
                    </a:cubicBezTo>
                    <a:cubicBezTo>
                      <a:pt x="81" y="3"/>
                      <a:pt x="102" y="0"/>
                      <a:pt x="118" y="5"/>
                    </a:cubicBezTo>
                    <a:cubicBezTo>
                      <a:pt x="134" y="10"/>
                      <a:pt x="148" y="23"/>
                      <a:pt x="160" y="39"/>
                    </a:cubicBezTo>
                    <a:cubicBezTo>
                      <a:pt x="172" y="55"/>
                      <a:pt x="181" y="82"/>
                      <a:pt x="187" y="102"/>
                    </a:cubicBezTo>
                    <a:cubicBezTo>
                      <a:pt x="193" y="133"/>
                      <a:pt x="193" y="143"/>
                      <a:pt x="193" y="159"/>
                    </a:cubicBezTo>
                    <a:cubicBezTo>
                      <a:pt x="193" y="176"/>
                      <a:pt x="194" y="193"/>
                      <a:pt x="189" y="207"/>
                    </a:cubicBezTo>
                    <a:cubicBezTo>
                      <a:pt x="187" y="227"/>
                      <a:pt x="177" y="238"/>
                      <a:pt x="163" y="245"/>
                    </a:cubicBezTo>
                    <a:cubicBezTo>
                      <a:pt x="149" y="252"/>
                      <a:pt x="137" y="235"/>
                      <a:pt x="130" y="222"/>
                    </a:cubicBezTo>
                    <a:cubicBezTo>
                      <a:pt x="123" y="209"/>
                      <a:pt x="121" y="185"/>
                      <a:pt x="120" y="167"/>
                    </a:cubicBezTo>
                    <a:cubicBezTo>
                      <a:pt x="119" y="149"/>
                      <a:pt x="123" y="120"/>
                      <a:pt x="124" y="111"/>
                    </a:cubicBezTo>
                  </a:path>
                </a:pathLst>
              </a:custGeom>
              <a:noFill/>
              <a:ln w="38100" cap="flat" cmpd="sng">
                <a:solidFill>
                  <a:srgbClr val="99CC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757" name="Freeform 181">
                <a:extLst>
                  <a:ext uri="{FF2B5EF4-FFF2-40B4-BE49-F238E27FC236}">
                    <a16:creationId xmlns:a16="http://schemas.microsoft.com/office/drawing/2014/main" id="{B71376BF-98A3-DF32-03A1-C824EEAFBD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01" y="1527"/>
                <a:ext cx="194" cy="252"/>
              </a:xfrm>
              <a:custGeom>
                <a:avLst/>
                <a:gdLst/>
                <a:ahLst/>
                <a:cxnLst>
                  <a:cxn ang="0">
                    <a:pos x="0" y="170"/>
                  </a:cxn>
                  <a:cxn ang="0">
                    <a:pos x="1" y="129"/>
                  </a:cxn>
                  <a:cxn ang="0">
                    <a:pos x="10" y="84"/>
                  </a:cxn>
                  <a:cxn ang="0">
                    <a:pos x="30" y="42"/>
                  </a:cxn>
                  <a:cxn ang="0">
                    <a:pos x="66" y="9"/>
                  </a:cxn>
                  <a:cxn ang="0">
                    <a:pos x="118" y="5"/>
                  </a:cxn>
                  <a:cxn ang="0">
                    <a:pos x="160" y="39"/>
                  </a:cxn>
                  <a:cxn ang="0">
                    <a:pos x="187" y="102"/>
                  </a:cxn>
                  <a:cxn ang="0">
                    <a:pos x="193" y="159"/>
                  </a:cxn>
                  <a:cxn ang="0">
                    <a:pos x="189" y="207"/>
                  </a:cxn>
                  <a:cxn ang="0">
                    <a:pos x="163" y="245"/>
                  </a:cxn>
                  <a:cxn ang="0">
                    <a:pos x="130" y="222"/>
                  </a:cxn>
                  <a:cxn ang="0">
                    <a:pos x="120" y="167"/>
                  </a:cxn>
                  <a:cxn ang="0">
                    <a:pos x="124" y="111"/>
                  </a:cxn>
                </a:cxnLst>
                <a:rect l="0" t="0" r="r" b="b"/>
                <a:pathLst>
                  <a:path w="194" h="252">
                    <a:moveTo>
                      <a:pt x="0" y="170"/>
                    </a:moveTo>
                    <a:cubicBezTo>
                      <a:pt x="0" y="163"/>
                      <a:pt x="0" y="141"/>
                      <a:pt x="1" y="129"/>
                    </a:cubicBezTo>
                    <a:cubicBezTo>
                      <a:pt x="3" y="115"/>
                      <a:pt x="5" y="98"/>
                      <a:pt x="10" y="84"/>
                    </a:cubicBezTo>
                    <a:cubicBezTo>
                      <a:pt x="15" y="70"/>
                      <a:pt x="21" y="54"/>
                      <a:pt x="30" y="42"/>
                    </a:cubicBezTo>
                    <a:cubicBezTo>
                      <a:pt x="39" y="30"/>
                      <a:pt x="51" y="15"/>
                      <a:pt x="66" y="9"/>
                    </a:cubicBezTo>
                    <a:cubicBezTo>
                      <a:pt x="81" y="3"/>
                      <a:pt x="102" y="0"/>
                      <a:pt x="118" y="5"/>
                    </a:cubicBezTo>
                    <a:cubicBezTo>
                      <a:pt x="134" y="10"/>
                      <a:pt x="148" y="23"/>
                      <a:pt x="160" y="39"/>
                    </a:cubicBezTo>
                    <a:cubicBezTo>
                      <a:pt x="172" y="55"/>
                      <a:pt x="181" y="82"/>
                      <a:pt x="187" y="102"/>
                    </a:cubicBezTo>
                    <a:cubicBezTo>
                      <a:pt x="193" y="133"/>
                      <a:pt x="193" y="143"/>
                      <a:pt x="193" y="159"/>
                    </a:cubicBezTo>
                    <a:cubicBezTo>
                      <a:pt x="193" y="176"/>
                      <a:pt x="194" y="193"/>
                      <a:pt x="189" y="207"/>
                    </a:cubicBezTo>
                    <a:cubicBezTo>
                      <a:pt x="187" y="227"/>
                      <a:pt x="177" y="238"/>
                      <a:pt x="163" y="245"/>
                    </a:cubicBezTo>
                    <a:cubicBezTo>
                      <a:pt x="149" y="252"/>
                      <a:pt x="137" y="235"/>
                      <a:pt x="130" y="222"/>
                    </a:cubicBezTo>
                    <a:cubicBezTo>
                      <a:pt x="123" y="209"/>
                      <a:pt x="121" y="185"/>
                      <a:pt x="120" y="167"/>
                    </a:cubicBezTo>
                    <a:cubicBezTo>
                      <a:pt x="119" y="149"/>
                      <a:pt x="123" y="120"/>
                      <a:pt x="124" y="111"/>
                    </a:cubicBezTo>
                  </a:path>
                </a:pathLst>
              </a:custGeom>
              <a:noFill/>
              <a:ln w="38100" cap="flat" cmpd="sng">
                <a:solidFill>
                  <a:srgbClr val="99CC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758" name="Freeform 182">
                <a:extLst>
                  <a:ext uri="{FF2B5EF4-FFF2-40B4-BE49-F238E27FC236}">
                    <a16:creationId xmlns:a16="http://schemas.microsoft.com/office/drawing/2014/main" id="{9ADE8E31-4B99-B528-6A91-99F982D2AC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1" y="1528"/>
                <a:ext cx="194" cy="252"/>
              </a:xfrm>
              <a:custGeom>
                <a:avLst/>
                <a:gdLst/>
                <a:ahLst/>
                <a:cxnLst>
                  <a:cxn ang="0">
                    <a:pos x="0" y="170"/>
                  </a:cxn>
                  <a:cxn ang="0">
                    <a:pos x="1" y="129"/>
                  </a:cxn>
                  <a:cxn ang="0">
                    <a:pos x="10" y="84"/>
                  </a:cxn>
                  <a:cxn ang="0">
                    <a:pos x="30" y="42"/>
                  </a:cxn>
                  <a:cxn ang="0">
                    <a:pos x="66" y="9"/>
                  </a:cxn>
                  <a:cxn ang="0">
                    <a:pos x="118" y="5"/>
                  </a:cxn>
                  <a:cxn ang="0">
                    <a:pos x="160" y="39"/>
                  </a:cxn>
                  <a:cxn ang="0">
                    <a:pos x="187" y="102"/>
                  </a:cxn>
                  <a:cxn ang="0">
                    <a:pos x="193" y="159"/>
                  </a:cxn>
                  <a:cxn ang="0">
                    <a:pos x="189" y="207"/>
                  </a:cxn>
                  <a:cxn ang="0">
                    <a:pos x="163" y="245"/>
                  </a:cxn>
                  <a:cxn ang="0">
                    <a:pos x="130" y="222"/>
                  </a:cxn>
                  <a:cxn ang="0">
                    <a:pos x="120" y="167"/>
                  </a:cxn>
                  <a:cxn ang="0">
                    <a:pos x="124" y="111"/>
                  </a:cxn>
                </a:cxnLst>
                <a:rect l="0" t="0" r="r" b="b"/>
                <a:pathLst>
                  <a:path w="194" h="252">
                    <a:moveTo>
                      <a:pt x="0" y="170"/>
                    </a:moveTo>
                    <a:cubicBezTo>
                      <a:pt x="0" y="163"/>
                      <a:pt x="0" y="141"/>
                      <a:pt x="1" y="129"/>
                    </a:cubicBezTo>
                    <a:cubicBezTo>
                      <a:pt x="3" y="115"/>
                      <a:pt x="5" y="98"/>
                      <a:pt x="10" y="84"/>
                    </a:cubicBezTo>
                    <a:cubicBezTo>
                      <a:pt x="15" y="70"/>
                      <a:pt x="21" y="54"/>
                      <a:pt x="30" y="42"/>
                    </a:cubicBezTo>
                    <a:cubicBezTo>
                      <a:pt x="39" y="30"/>
                      <a:pt x="51" y="15"/>
                      <a:pt x="66" y="9"/>
                    </a:cubicBezTo>
                    <a:cubicBezTo>
                      <a:pt x="81" y="3"/>
                      <a:pt x="102" y="0"/>
                      <a:pt x="118" y="5"/>
                    </a:cubicBezTo>
                    <a:cubicBezTo>
                      <a:pt x="134" y="10"/>
                      <a:pt x="148" y="23"/>
                      <a:pt x="160" y="39"/>
                    </a:cubicBezTo>
                    <a:cubicBezTo>
                      <a:pt x="172" y="55"/>
                      <a:pt x="181" y="82"/>
                      <a:pt x="187" y="102"/>
                    </a:cubicBezTo>
                    <a:cubicBezTo>
                      <a:pt x="193" y="133"/>
                      <a:pt x="193" y="143"/>
                      <a:pt x="193" y="159"/>
                    </a:cubicBezTo>
                    <a:cubicBezTo>
                      <a:pt x="193" y="176"/>
                      <a:pt x="194" y="193"/>
                      <a:pt x="189" y="207"/>
                    </a:cubicBezTo>
                    <a:cubicBezTo>
                      <a:pt x="187" y="227"/>
                      <a:pt x="177" y="238"/>
                      <a:pt x="163" y="245"/>
                    </a:cubicBezTo>
                    <a:cubicBezTo>
                      <a:pt x="149" y="252"/>
                      <a:pt x="137" y="235"/>
                      <a:pt x="130" y="222"/>
                    </a:cubicBezTo>
                    <a:cubicBezTo>
                      <a:pt x="123" y="209"/>
                      <a:pt x="121" y="185"/>
                      <a:pt x="120" y="167"/>
                    </a:cubicBezTo>
                    <a:cubicBezTo>
                      <a:pt x="119" y="149"/>
                      <a:pt x="123" y="120"/>
                      <a:pt x="124" y="111"/>
                    </a:cubicBezTo>
                  </a:path>
                </a:pathLst>
              </a:custGeom>
              <a:noFill/>
              <a:ln w="38100" cap="flat" cmpd="sng">
                <a:solidFill>
                  <a:srgbClr val="99CC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759" name="Freeform 183">
                <a:extLst>
                  <a:ext uri="{FF2B5EF4-FFF2-40B4-BE49-F238E27FC236}">
                    <a16:creationId xmlns:a16="http://schemas.microsoft.com/office/drawing/2014/main" id="{B24C4242-9CDB-A916-877D-BD4114FF2C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141" y="1529"/>
                <a:ext cx="194" cy="252"/>
              </a:xfrm>
              <a:custGeom>
                <a:avLst/>
                <a:gdLst/>
                <a:ahLst/>
                <a:cxnLst>
                  <a:cxn ang="0">
                    <a:pos x="0" y="170"/>
                  </a:cxn>
                  <a:cxn ang="0">
                    <a:pos x="1" y="129"/>
                  </a:cxn>
                  <a:cxn ang="0">
                    <a:pos x="10" y="84"/>
                  </a:cxn>
                  <a:cxn ang="0">
                    <a:pos x="30" y="42"/>
                  </a:cxn>
                  <a:cxn ang="0">
                    <a:pos x="66" y="9"/>
                  </a:cxn>
                  <a:cxn ang="0">
                    <a:pos x="118" y="5"/>
                  </a:cxn>
                  <a:cxn ang="0">
                    <a:pos x="160" y="39"/>
                  </a:cxn>
                  <a:cxn ang="0">
                    <a:pos x="187" y="102"/>
                  </a:cxn>
                  <a:cxn ang="0">
                    <a:pos x="193" y="159"/>
                  </a:cxn>
                  <a:cxn ang="0">
                    <a:pos x="189" y="207"/>
                  </a:cxn>
                  <a:cxn ang="0">
                    <a:pos x="163" y="245"/>
                  </a:cxn>
                  <a:cxn ang="0">
                    <a:pos x="130" y="222"/>
                  </a:cxn>
                  <a:cxn ang="0">
                    <a:pos x="120" y="167"/>
                  </a:cxn>
                  <a:cxn ang="0">
                    <a:pos x="124" y="111"/>
                  </a:cxn>
                </a:cxnLst>
                <a:rect l="0" t="0" r="r" b="b"/>
                <a:pathLst>
                  <a:path w="194" h="252">
                    <a:moveTo>
                      <a:pt x="0" y="170"/>
                    </a:moveTo>
                    <a:cubicBezTo>
                      <a:pt x="0" y="163"/>
                      <a:pt x="0" y="141"/>
                      <a:pt x="1" y="129"/>
                    </a:cubicBezTo>
                    <a:cubicBezTo>
                      <a:pt x="3" y="115"/>
                      <a:pt x="5" y="98"/>
                      <a:pt x="10" y="84"/>
                    </a:cubicBezTo>
                    <a:cubicBezTo>
                      <a:pt x="15" y="70"/>
                      <a:pt x="21" y="54"/>
                      <a:pt x="30" y="42"/>
                    </a:cubicBezTo>
                    <a:cubicBezTo>
                      <a:pt x="39" y="30"/>
                      <a:pt x="51" y="15"/>
                      <a:pt x="66" y="9"/>
                    </a:cubicBezTo>
                    <a:cubicBezTo>
                      <a:pt x="81" y="3"/>
                      <a:pt x="102" y="0"/>
                      <a:pt x="118" y="5"/>
                    </a:cubicBezTo>
                    <a:cubicBezTo>
                      <a:pt x="134" y="10"/>
                      <a:pt x="148" y="23"/>
                      <a:pt x="160" y="39"/>
                    </a:cubicBezTo>
                    <a:cubicBezTo>
                      <a:pt x="172" y="55"/>
                      <a:pt x="181" y="82"/>
                      <a:pt x="187" y="102"/>
                    </a:cubicBezTo>
                    <a:cubicBezTo>
                      <a:pt x="193" y="133"/>
                      <a:pt x="193" y="143"/>
                      <a:pt x="193" y="159"/>
                    </a:cubicBezTo>
                    <a:cubicBezTo>
                      <a:pt x="193" y="176"/>
                      <a:pt x="194" y="193"/>
                      <a:pt x="189" y="207"/>
                    </a:cubicBezTo>
                    <a:cubicBezTo>
                      <a:pt x="187" y="227"/>
                      <a:pt x="177" y="238"/>
                      <a:pt x="163" y="245"/>
                    </a:cubicBezTo>
                    <a:cubicBezTo>
                      <a:pt x="149" y="252"/>
                      <a:pt x="137" y="235"/>
                      <a:pt x="130" y="222"/>
                    </a:cubicBezTo>
                    <a:cubicBezTo>
                      <a:pt x="123" y="209"/>
                      <a:pt x="121" y="185"/>
                      <a:pt x="120" y="167"/>
                    </a:cubicBezTo>
                    <a:cubicBezTo>
                      <a:pt x="119" y="149"/>
                      <a:pt x="123" y="120"/>
                      <a:pt x="124" y="111"/>
                    </a:cubicBezTo>
                  </a:path>
                </a:pathLst>
              </a:custGeom>
              <a:noFill/>
              <a:ln w="38100" cap="flat" cmpd="sng">
                <a:solidFill>
                  <a:srgbClr val="99CC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760" name="Freeform 184">
                <a:extLst>
                  <a:ext uri="{FF2B5EF4-FFF2-40B4-BE49-F238E27FC236}">
                    <a16:creationId xmlns:a16="http://schemas.microsoft.com/office/drawing/2014/main" id="{A5F92278-7214-BF95-D20B-63F65998E7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261" y="1530"/>
                <a:ext cx="195" cy="252"/>
              </a:xfrm>
              <a:custGeom>
                <a:avLst/>
                <a:gdLst/>
                <a:ahLst/>
                <a:cxnLst>
                  <a:cxn ang="0">
                    <a:pos x="0" y="170"/>
                  </a:cxn>
                  <a:cxn ang="0">
                    <a:pos x="1" y="129"/>
                  </a:cxn>
                  <a:cxn ang="0">
                    <a:pos x="10" y="84"/>
                  </a:cxn>
                  <a:cxn ang="0">
                    <a:pos x="30" y="42"/>
                  </a:cxn>
                  <a:cxn ang="0">
                    <a:pos x="66" y="9"/>
                  </a:cxn>
                  <a:cxn ang="0">
                    <a:pos x="118" y="5"/>
                  </a:cxn>
                  <a:cxn ang="0">
                    <a:pos x="160" y="39"/>
                  </a:cxn>
                  <a:cxn ang="0">
                    <a:pos x="187" y="102"/>
                  </a:cxn>
                  <a:cxn ang="0">
                    <a:pos x="193" y="159"/>
                  </a:cxn>
                  <a:cxn ang="0">
                    <a:pos x="189" y="207"/>
                  </a:cxn>
                  <a:cxn ang="0">
                    <a:pos x="163" y="245"/>
                  </a:cxn>
                  <a:cxn ang="0">
                    <a:pos x="130" y="222"/>
                  </a:cxn>
                  <a:cxn ang="0">
                    <a:pos x="120" y="167"/>
                  </a:cxn>
                  <a:cxn ang="0">
                    <a:pos x="124" y="111"/>
                  </a:cxn>
                </a:cxnLst>
                <a:rect l="0" t="0" r="r" b="b"/>
                <a:pathLst>
                  <a:path w="194" h="252">
                    <a:moveTo>
                      <a:pt x="0" y="170"/>
                    </a:moveTo>
                    <a:cubicBezTo>
                      <a:pt x="0" y="163"/>
                      <a:pt x="0" y="141"/>
                      <a:pt x="1" y="129"/>
                    </a:cubicBezTo>
                    <a:cubicBezTo>
                      <a:pt x="3" y="115"/>
                      <a:pt x="5" y="98"/>
                      <a:pt x="10" y="84"/>
                    </a:cubicBezTo>
                    <a:cubicBezTo>
                      <a:pt x="15" y="70"/>
                      <a:pt x="21" y="54"/>
                      <a:pt x="30" y="42"/>
                    </a:cubicBezTo>
                    <a:cubicBezTo>
                      <a:pt x="39" y="30"/>
                      <a:pt x="51" y="15"/>
                      <a:pt x="66" y="9"/>
                    </a:cubicBezTo>
                    <a:cubicBezTo>
                      <a:pt x="81" y="3"/>
                      <a:pt x="102" y="0"/>
                      <a:pt x="118" y="5"/>
                    </a:cubicBezTo>
                    <a:cubicBezTo>
                      <a:pt x="134" y="10"/>
                      <a:pt x="148" y="23"/>
                      <a:pt x="160" y="39"/>
                    </a:cubicBezTo>
                    <a:cubicBezTo>
                      <a:pt x="172" y="55"/>
                      <a:pt x="181" y="82"/>
                      <a:pt x="187" y="102"/>
                    </a:cubicBezTo>
                    <a:cubicBezTo>
                      <a:pt x="193" y="133"/>
                      <a:pt x="193" y="143"/>
                      <a:pt x="193" y="159"/>
                    </a:cubicBezTo>
                    <a:cubicBezTo>
                      <a:pt x="193" y="176"/>
                      <a:pt x="194" y="193"/>
                      <a:pt x="189" y="207"/>
                    </a:cubicBezTo>
                    <a:cubicBezTo>
                      <a:pt x="187" y="227"/>
                      <a:pt x="177" y="238"/>
                      <a:pt x="163" y="245"/>
                    </a:cubicBezTo>
                    <a:cubicBezTo>
                      <a:pt x="149" y="252"/>
                      <a:pt x="137" y="235"/>
                      <a:pt x="130" y="222"/>
                    </a:cubicBezTo>
                    <a:cubicBezTo>
                      <a:pt x="123" y="209"/>
                      <a:pt x="121" y="185"/>
                      <a:pt x="120" y="167"/>
                    </a:cubicBezTo>
                    <a:cubicBezTo>
                      <a:pt x="119" y="149"/>
                      <a:pt x="123" y="120"/>
                      <a:pt x="124" y="111"/>
                    </a:cubicBezTo>
                  </a:path>
                </a:pathLst>
              </a:custGeom>
              <a:noFill/>
              <a:ln w="38100" cap="flat" cmpd="sng">
                <a:solidFill>
                  <a:srgbClr val="99CC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761" name="Freeform 185">
                <a:extLst>
                  <a:ext uri="{FF2B5EF4-FFF2-40B4-BE49-F238E27FC236}">
                    <a16:creationId xmlns:a16="http://schemas.microsoft.com/office/drawing/2014/main" id="{F788F818-57D7-939B-50B3-96D5EF8F5F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381" y="1531"/>
                <a:ext cx="194" cy="252"/>
              </a:xfrm>
              <a:custGeom>
                <a:avLst/>
                <a:gdLst/>
                <a:ahLst/>
                <a:cxnLst>
                  <a:cxn ang="0">
                    <a:pos x="0" y="170"/>
                  </a:cxn>
                  <a:cxn ang="0">
                    <a:pos x="1" y="129"/>
                  </a:cxn>
                  <a:cxn ang="0">
                    <a:pos x="10" y="84"/>
                  </a:cxn>
                  <a:cxn ang="0">
                    <a:pos x="30" y="42"/>
                  </a:cxn>
                  <a:cxn ang="0">
                    <a:pos x="66" y="9"/>
                  </a:cxn>
                  <a:cxn ang="0">
                    <a:pos x="118" y="5"/>
                  </a:cxn>
                  <a:cxn ang="0">
                    <a:pos x="160" y="39"/>
                  </a:cxn>
                  <a:cxn ang="0">
                    <a:pos x="187" y="102"/>
                  </a:cxn>
                  <a:cxn ang="0">
                    <a:pos x="193" y="159"/>
                  </a:cxn>
                  <a:cxn ang="0">
                    <a:pos x="189" y="207"/>
                  </a:cxn>
                  <a:cxn ang="0">
                    <a:pos x="163" y="245"/>
                  </a:cxn>
                  <a:cxn ang="0">
                    <a:pos x="130" y="222"/>
                  </a:cxn>
                  <a:cxn ang="0">
                    <a:pos x="120" y="167"/>
                  </a:cxn>
                  <a:cxn ang="0">
                    <a:pos x="124" y="111"/>
                  </a:cxn>
                </a:cxnLst>
                <a:rect l="0" t="0" r="r" b="b"/>
                <a:pathLst>
                  <a:path w="194" h="252">
                    <a:moveTo>
                      <a:pt x="0" y="170"/>
                    </a:moveTo>
                    <a:cubicBezTo>
                      <a:pt x="0" y="163"/>
                      <a:pt x="0" y="141"/>
                      <a:pt x="1" y="129"/>
                    </a:cubicBezTo>
                    <a:cubicBezTo>
                      <a:pt x="3" y="115"/>
                      <a:pt x="5" y="98"/>
                      <a:pt x="10" y="84"/>
                    </a:cubicBezTo>
                    <a:cubicBezTo>
                      <a:pt x="15" y="70"/>
                      <a:pt x="21" y="54"/>
                      <a:pt x="30" y="42"/>
                    </a:cubicBezTo>
                    <a:cubicBezTo>
                      <a:pt x="39" y="30"/>
                      <a:pt x="51" y="15"/>
                      <a:pt x="66" y="9"/>
                    </a:cubicBezTo>
                    <a:cubicBezTo>
                      <a:pt x="81" y="3"/>
                      <a:pt x="102" y="0"/>
                      <a:pt x="118" y="5"/>
                    </a:cubicBezTo>
                    <a:cubicBezTo>
                      <a:pt x="134" y="10"/>
                      <a:pt x="148" y="23"/>
                      <a:pt x="160" y="39"/>
                    </a:cubicBezTo>
                    <a:cubicBezTo>
                      <a:pt x="172" y="55"/>
                      <a:pt x="181" y="82"/>
                      <a:pt x="187" y="102"/>
                    </a:cubicBezTo>
                    <a:cubicBezTo>
                      <a:pt x="193" y="133"/>
                      <a:pt x="193" y="143"/>
                      <a:pt x="193" y="159"/>
                    </a:cubicBezTo>
                    <a:cubicBezTo>
                      <a:pt x="193" y="176"/>
                      <a:pt x="194" y="193"/>
                      <a:pt x="189" y="207"/>
                    </a:cubicBezTo>
                    <a:cubicBezTo>
                      <a:pt x="187" y="227"/>
                      <a:pt x="177" y="238"/>
                      <a:pt x="163" y="245"/>
                    </a:cubicBezTo>
                    <a:cubicBezTo>
                      <a:pt x="149" y="252"/>
                      <a:pt x="137" y="235"/>
                      <a:pt x="130" y="222"/>
                    </a:cubicBezTo>
                    <a:cubicBezTo>
                      <a:pt x="123" y="209"/>
                      <a:pt x="121" y="185"/>
                      <a:pt x="120" y="167"/>
                    </a:cubicBezTo>
                    <a:cubicBezTo>
                      <a:pt x="119" y="149"/>
                      <a:pt x="123" y="120"/>
                      <a:pt x="124" y="111"/>
                    </a:cubicBezTo>
                  </a:path>
                </a:pathLst>
              </a:custGeom>
              <a:noFill/>
              <a:ln w="38100" cap="flat" cmpd="sng">
                <a:solidFill>
                  <a:srgbClr val="99CC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762" name="Freeform 186">
                <a:extLst>
                  <a:ext uri="{FF2B5EF4-FFF2-40B4-BE49-F238E27FC236}">
                    <a16:creationId xmlns:a16="http://schemas.microsoft.com/office/drawing/2014/main" id="{D16AF35C-E81E-0135-0008-6372DEB8E1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501" y="1532"/>
                <a:ext cx="194" cy="252"/>
              </a:xfrm>
              <a:custGeom>
                <a:avLst/>
                <a:gdLst/>
                <a:ahLst/>
                <a:cxnLst>
                  <a:cxn ang="0">
                    <a:pos x="0" y="170"/>
                  </a:cxn>
                  <a:cxn ang="0">
                    <a:pos x="1" y="129"/>
                  </a:cxn>
                  <a:cxn ang="0">
                    <a:pos x="10" y="84"/>
                  </a:cxn>
                  <a:cxn ang="0">
                    <a:pos x="30" y="42"/>
                  </a:cxn>
                  <a:cxn ang="0">
                    <a:pos x="66" y="9"/>
                  </a:cxn>
                  <a:cxn ang="0">
                    <a:pos x="118" y="5"/>
                  </a:cxn>
                  <a:cxn ang="0">
                    <a:pos x="160" y="39"/>
                  </a:cxn>
                  <a:cxn ang="0">
                    <a:pos x="187" y="102"/>
                  </a:cxn>
                  <a:cxn ang="0">
                    <a:pos x="193" y="159"/>
                  </a:cxn>
                  <a:cxn ang="0">
                    <a:pos x="189" y="207"/>
                  </a:cxn>
                  <a:cxn ang="0">
                    <a:pos x="163" y="245"/>
                  </a:cxn>
                  <a:cxn ang="0">
                    <a:pos x="130" y="222"/>
                  </a:cxn>
                  <a:cxn ang="0">
                    <a:pos x="120" y="167"/>
                  </a:cxn>
                  <a:cxn ang="0">
                    <a:pos x="124" y="111"/>
                  </a:cxn>
                </a:cxnLst>
                <a:rect l="0" t="0" r="r" b="b"/>
                <a:pathLst>
                  <a:path w="194" h="252">
                    <a:moveTo>
                      <a:pt x="0" y="170"/>
                    </a:moveTo>
                    <a:cubicBezTo>
                      <a:pt x="0" y="163"/>
                      <a:pt x="0" y="141"/>
                      <a:pt x="1" y="129"/>
                    </a:cubicBezTo>
                    <a:cubicBezTo>
                      <a:pt x="3" y="115"/>
                      <a:pt x="5" y="98"/>
                      <a:pt x="10" y="84"/>
                    </a:cubicBezTo>
                    <a:cubicBezTo>
                      <a:pt x="15" y="70"/>
                      <a:pt x="21" y="54"/>
                      <a:pt x="30" y="42"/>
                    </a:cubicBezTo>
                    <a:cubicBezTo>
                      <a:pt x="39" y="30"/>
                      <a:pt x="51" y="15"/>
                      <a:pt x="66" y="9"/>
                    </a:cubicBezTo>
                    <a:cubicBezTo>
                      <a:pt x="81" y="3"/>
                      <a:pt x="102" y="0"/>
                      <a:pt x="118" y="5"/>
                    </a:cubicBezTo>
                    <a:cubicBezTo>
                      <a:pt x="134" y="10"/>
                      <a:pt x="148" y="23"/>
                      <a:pt x="160" y="39"/>
                    </a:cubicBezTo>
                    <a:cubicBezTo>
                      <a:pt x="172" y="55"/>
                      <a:pt x="181" y="82"/>
                      <a:pt x="187" y="102"/>
                    </a:cubicBezTo>
                    <a:cubicBezTo>
                      <a:pt x="193" y="133"/>
                      <a:pt x="193" y="143"/>
                      <a:pt x="193" y="159"/>
                    </a:cubicBezTo>
                    <a:cubicBezTo>
                      <a:pt x="193" y="176"/>
                      <a:pt x="194" y="193"/>
                      <a:pt x="189" y="207"/>
                    </a:cubicBezTo>
                    <a:cubicBezTo>
                      <a:pt x="187" y="227"/>
                      <a:pt x="177" y="238"/>
                      <a:pt x="163" y="245"/>
                    </a:cubicBezTo>
                    <a:cubicBezTo>
                      <a:pt x="149" y="252"/>
                      <a:pt x="137" y="235"/>
                      <a:pt x="130" y="222"/>
                    </a:cubicBezTo>
                    <a:cubicBezTo>
                      <a:pt x="123" y="209"/>
                      <a:pt x="121" y="185"/>
                      <a:pt x="120" y="167"/>
                    </a:cubicBezTo>
                    <a:cubicBezTo>
                      <a:pt x="119" y="149"/>
                      <a:pt x="123" y="120"/>
                      <a:pt x="124" y="111"/>
                    </a:cubicBezTo>
                  </a:path>
                </a:pathLst>
              </a:custGeom>
              <a:noFill/>
              <a:ln w="38100" cap="flat" cmpd="sng">
                <a:solidFill>
                  <a:srgbClr val="99CC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763" name="Freeform 187">
                <a:extLst>
                  <a:ext uri="{FF2B5EF4-FFF2-40B4-BE49-F238E27FC236}">
                    <a16:creationId xmlns:a16="http://schemas.microsoft.com/office/drawing/2014/main" id="{93765430-963C-B4B8-0021-9C3CC78248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621" y="1530"/>
                <a:ext cx="207" cy="173"/>
              </a:xfrm>
              <a:custGeom>
                <a:avLst/>
                <a:gdLst/>
                <a:ahLst/>
                <a:cxnLst>
                  <a:cxn ang="0">
                    <a:pos x="0" y="173"/>
                  </a:cxn>
                  <a:cxn ang="0">
                    <a:pos x="1" y="132"/>
                  </a:cxn>
                  <a:cxn ang="0">
                    <a:pos x="10" y="87"/>
                  </a:cxn>
                  <a:cxn ang="0">
                    <a:pos x="30" y="45"/>
                  </a:cxn>
                  <a:cxn ang="0">
                    <a:pos x="66" y="8"/>
                  </a:cxn>
                  <a:cxn ang="0">
                    <a:pos x="106" y="2"/>
                  </a:cxn>
                  <a:cxn ang="0">
                    <a:pos x="136" y="21"/>
                  </a:cxn>
                  <a:cxn ang="0">
                    <a:pos x="160" y="68"/>
                  </a:cxn>
                  <a:cxn ang="0">
                    <a:pos x="166" y="113"/>
                  </a:cxn>
                  <a:cxn ang="0">
                    <a:pos x="169" y="131"/>
                  </a:cxn>
                  <a:cxn ang="0">
                    <a:pos x="207" y="132"/>
                  </a:cxn>
                </a:cxnLst>
                <a:rect l="0" t="0" r="r" b="b"/>
                <a:pathLst>
                  <a:path w="207" h="173">
                    <a:moveTo>
                      <a:pt x="0" y="173"/>
                    </a:moveTo>
                    <a:cubicBezTo>
                      <a:pt x="0" y="166"/>
                      <a:pt x="0" y="144"/>
                      <a:pt x="1" y="132"/>
                    </a:cubicBezTo>
                    <a:cubicBezTo>
                      <a:pt x="3" y="118"/>
                      <a:pt x="5" y="101"/>
                      <a:pt x="10" y="87"/>
                    </a:cubicBezTo>
                    <a:cubicBezTo>
                      <a:pt x="15" y="73"/>
                      <a:pt x="21" y="58"/>
                      <a:pt x="30" y="45"/>
                    </a:cubicBezTo>
                    <a:cubicBezTo>
                      <a:pt x="39" y="32"/>
                      <a:pt x="53" y="15"/>
                      <a:pt x="66" y="8"/>
                    </a:cubicBezTo>
                    <a:cubicBezTo>
                      <a:pt x="79" y="1"/>
                      <a:pt x="94" y="0"/>
                      <a:pt x="106" y="2"/>
                    </a:cubicBezTo>
                    <a:cubicBezTo>
                      <a:pt x="118" y="4"/>
                      <a:pt x="127" y="10"/>
                      <a:pt x="136" y="21"/>
                    </a:cubicBezTo>
                    <a:cubicBezTo>
                      <a:pt x="145" y="32"/>
                      <a:pt x="155" y="53"/>
                      <a:pt x="160" y="68"/>
                    </a:cubicBezTo>
                    <a:cubicBezTo>
                      <a:pt x="165" y="83"/>
                      <a:pt x="163" y="96"/>
                      <a:pt x="166" y="113"/>
                    </a:cubicBezTo>
                    <a:cubicBezTo>
                      <a:pt x="169" y="130"/>
                      <a:pt x="162" y="128"/>
                      <a:pt x="169" y="131"/>
                    </a:cubicBezTo>
                    <a:cubicBezTo>
                      <a:pt x="176" y="134"/>
                      <a:pt x="199" y="132"/>
                      <a:pt x="207" y="132"/>
                    </a:cubicBezTo>
                  </a:path>
                </a:pathLst>
              </a:custGeom>
              <a:noFill/>
              <a:ln w="38100" cap="flat" cmpd="sng">
                <a:solidFill>
                  <a:srgbClr val="99CC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764" name="Line 188">
                <a:extLst>
                  <a:ext uri="{FF2B5EF4-FFF2-40B4-BE49-F238E27FC236}">
                    <a16:creationId xmlns:a16="http://schemas.microsoft.com/office/drawing/2014/main" id="{E5F4E2F0-4E97-1532-9AAD-4E80B8F67D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6" y="1663"/>
                <a:ext cx="67" cy="0"/>
              </a:xfrm>
              <a:prstGeom prst="line">
                <a:avLst/>
              </a:prstGeom>
              <a:noFill/>
              <a:ln w="38100">
                <a:solidFill>
                  <a:srgbClr val="99CC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24579" name="Text Box 3">
            <a:extLst>
              <a:ext uri="{FF2B5EF4-FFF2-40B4-BE49-F238E27FC236}">
                <a16:creationId xmlns:a16="http://schemas.microsoft.com/office/drawing/2014/main" id="{1CBD91B8-3842-2A3A-C6C2-8176C66F2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750" y="1146175"/>
            <a:ext cx="2695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胡克定律</a:t>
            </a:r>
            <a:endParaRPr kumimoji="1" lang="zh-CN" altLang="en-US" b="0">
              <a:solidFill>
                <a:schemeClr val="tx1"/>
              </a:solidFill>
              <a:latin typeface="宋体" pitchFamily="2" charset="-122"/>
            </a:endParaRPr>
          </a:p>
        </p:txBody>
      </p:sp>
      <p:sp>
        <p:nvSpPr>
          <p:cNvPr id="24615" name="Line 39">
            <a:extLst>
              <a:ext uri="{FF2B5EF4-FFF2-40B4-BE49-F238E27FC236}">
                <a16:creationId xmlns:a16="http://schemas.microsoft.com/office/drawing/2014/main" id="{15A19354-0681-70E8-573E-82E962A712B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6488" y="1962150"/>
            <a:ext cx="0" cy="4498975"/>
          </a:xfrm>
          <a:prstGeom prst="line">
            <a:avLst/>
          </a:prstGeom>
          <a:noFill/>
          <a:ln w="12700">
            <a:solidFill>
              <a:srgbClr val="00FF00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652" name="Line 76">
            <a:extLst>
              <a:ext uri="{FF2B5EF4-FFF2-40B4-BE49-F238E27FC236}">
                <a16:creationId xmlns:a16="http://schemas.microsoft.com/office/drawing/2014/main" id="{8D1E2755-D3B9-7457-7CBB-D6478B8F20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11500" y="3898900"/>
            <a:ext cx="1439863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 type="none" w="sm" len="sm"/>
            <a:tailEnd type="triangle" w="med" len="lg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4661" name="Object 2">
            <a:extLst>
              <a:ext uri="{FF2B5EF4-FFF2-40B4-BE49-F238E27FC236}">
                <a16:creationId xmlns:a16="http://schemas.microsoft.com/office/drawing/2014/main" id="{E740BF13-3A54-9D1C-A3F6-45A9C10D26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36950" y="1250950"/>
          <a:ext cx="1257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11736" imgH="297263" progId="Equation.3">
                  <p:embed/>
                </p:oleObj>
              </mc:Choice>
              <mc:Fallback>
                <p:oleObj name="公式" r:id="rId2" imgW="1211736" imgH="297263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6950" y="1250950"/>
                        <a:ext cx="1257300" cy="342900"/>
                      </a:xfrm>
                      <a:prstGeom prst="rect">
                        <a:avLst/>
                      </a:prstGeom>
                      <a:solidFill>
                        <a:srgbClr val="00CCFF">
                          <a:alpha val="25098"/>
                        </a:srgbClr>
                      </a:solidFill>
                      <a:ln w="9525">
                        <a:solidFill>
                          <a:srgbClr val="FFFFFF">
                            <a:alpha val="23921"/>
                          </a:srgbClr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62" name="Object 3">
            <a:extLst>
              <a:ext uri="{FF2B5EF4-FFF2-40B4-BE49-F238E27FC236}">
                <a16:creationId xmlns:a16="http://schemas.microsoft.com/office/drawing/2014/main" id="{4AA2E03D-B061-00A3-CD7B-DF45488BE2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8688" y="1239838"/>
          <a:ext cx="1435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86902" imgH="320206" progId="Equation.3">
                  <p:embed/>
                </p:oleObj>
              </mc:Choice>
              <mc:Fallback>
                <p:oleObj name="公式" r:id="rId4" imgW="1386902" imgH="32020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8688" y="1239838"/>
                        <a:ext cx="14351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63" name="Object 4">
            <a:extLst>
              <a:ext uri="{FF2B5EF4-FFF2-40B4-BE49-F238E27FC236}">
                <a16:creationId xmlns:a16="http://schemas.microsoft.com/office/drawing/2014/main" id="{CF1ADEAE-CFF2-E7AD-CF0A-41FBA0CC77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6413" y="2495550"/>
          <a:ext cx="876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830549" imgH="320206" progId="Equation.3">
                  <p:embed/>
                </p:oleObj>
              </mc:Choice>
              <mc:Fallback>
                <p:oleObj name="公式" r:id="rId6" imgW="830549" imgH="32020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6413" y="2495550"/>
                        <a:ext cx="8763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14">
            <a:extLst>
              <a:ext uri="{FF2B5EF4-FFF2-40B4-BE49-F238E27FC236}">
                <a16:creationId xmlns:a16="http://schemas.microsoft.com/office/drawing/2014/main" id="{7447FB80-3297-B4A4-8D09-4237140A7C37}"/>
              </a:ext>
            </a:extLst>
          </p:cNvPr>
          <p:cNvGrpSpPr>
            <a:grpSpLocks/>
          </p:cNvGrpSpPr>
          <p:nvPr/>
        </p:nvGrpSpPr>
        <p:grpSpPr bwMode="auto">
          <a:xfrm>
            <a:off x="3649663" y="4262438"/>
            <a:ext cx="1117600" cy="550862"/>
            <a:chOff x="2291" y="2493"/>
            <a:chExt cx="704" cy="347"/>
          </a:xfrm>
        </p:grpSpPr>
        <p:sp>
          <p:nvSpPr>
            <p:cNvPr id="24655" name="Line 79">
              <a:extLst>
                <a:ext uri="{FF2B5EF4-FFF2-40B4-BE49-F238E27FC236}">
                  <a16:creationId xmlns:a16="http://schemas.microsoft.com/office/drawing/2014/main" id="{27732F16-5575-D632-A6CE-63AE99EE9E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4" y="2493"/>
              <a:ext cx="0" cy="34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prstDash val="lgDash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657" name="Line 81">
              <a:extLst>
                <a:ext uri="{FF2B5EF4-FFF2-40B4-BE49-F238E27FC236}">
                  <a16:creationId xmlns:a16="http://schemas.microsoft.com/office/drawing/2014/main" id="{BD5618D2-FD5D-4FB4-CBB7-0B0F4C1803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8" y="2711"/>
              <a:ext cx="237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sm" len="sm"/>
              <a:tailEnd type="triangle" w="med" len="lg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658" name="Line 82">
              <a:extLst>
                <a:ext uri="{FF2B5EF4-FFF2-40B4-BE49-F238E27FC236}">
                  <a16:creationId xmlns:a16="http://schemas.microsoft.com/office/drawing/2014/main" id="{1E762C89-2FB3-32D9-0AE7-3E3CA922F5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91" y="2711"/>
              <a:ext cx="266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sm" len="sm"/>
              <a:tailEnd type="triangle" w="med" len="lg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1345" name="Object 17">
              <a:extLst>
                <a:ext uri="{FF2B5EF4-FFF2-40B4-BE49-F238E27FC236}">
                  <a16:creationId xmlns:a16="http://schemas.microsoft.com/office/drawing/2014/main" id="{B708FC63-1102-F241-7908-F6E2B0C3A5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08" y="2628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83129" imgH="198009" progId="Equation.3">
                    <p:embed/>
                  </p:oleObj>
                </mc:Choice>
                <mc:Fallback>
                  <p:oleObj name="公式" r:id="rId8" imgW="183129" imgH="198009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2628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673" name="Object 5">
            <a:extLst>
              <a:ext uri="{FF2B5EF4-FFF2-40B4-BE49-F238E27FC236}">
                <a16:creationId xmlns:a16="http://schemas.microsoft.com/office/drawing/2014/main" id="{12D78291-4760-B451-C65C-054C600DD9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4750" y="3251200"/>
          <a:ext cx="317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74196" imgH="312226" progId="Equation.3">
                  <p:embed/>
                </p:oleObj>
              </mc:Choice>
              <mc:Fallback>
                <p:oleObj name="公式" r:id="rId10" imgW="274196" imgH="31222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0" y="3251200"/>
                        <a:ext cx="3175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74" name="Rectangle 98">
            <a:extLst>
              <a:ext uri="{FF2B5EF4-FFF2-40B4-BE49-F238E27FC236}">
                <a16:creationId xmlns:a16="http://schemas.microsoft.com/office/drawing/2014/main" id="{8AFA563C-DD15-1D00-41B6-E7CA088C4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50" y="468313"/>
            <a:ext cx="2287588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265113" indent="-265113" algn="ctr" eaLnBrk="1" hangingPunct="1">
              <a:buClr>
                <a:srgbClr val="FF9933"/>
              </a:buClr>
              <a:buSzPct val="85000"/>
              <a:buFont typeface="Wingdings" pitchFamily="2" charset="2"/>
              <a:buChar char="l"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弹簧的弹性力</a:t>
            </a:r>
          </a:p>
        </p:txBody>
      </p:sp>
      <p:grpSp>
        <p:nvGrpSpPr>
          <p:cNvPr id="6" name="Group 233">
            <a:extLst>
              <a:ext uri="{FF2B5EF4-FFF2-40B4-BE49-F238E27FC236}">
                <a16:creationId xmlns:a16="http://schemas.microsoft.com/office/drawing/2014/main" id="{4482CED5-BA4B-7EC4-CC60-3B4EBF74E1EF}"/>
              </a:ext>
            </a:extLst>
          </p:cNvPr>
          <p:cNvGrpSpPr>
            <a:grpSpLocks/>
          </p:cNvGrpSpPr>
          <p:nvPr/>
        </p:nvGrpSpPr>
        <p:grpSpPr bwMode="auto">
          <a:xfrm>
            <a:off x="1008063" y="3298825"/>
            <a:ext cx="4986337" cy="1089025"/>
            <a:chOff x="635" y="2078"/>
            <a:chExt cx="3141" cy="686"/>
          </a:xfrm>
        </p:grpSpPr>
        <p:grpSp>
          <p:nvGrpSpPr>
            <p:cNvPr id="11319" name="Group 102">
              <a:extLst>
                <a:ext uri="{FF2B5EF4-FFF2-40B4-BE49-F238E27FC236}">
                  <a16:creationId xmlns:a16="http://schemas.microsoft.com/office/drawing/2014/main" id="{F3E40F7C-BDBD-D0C1-81BC-40332E463D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7" y="2315"/>
              <a:ext cx="2096" cy="258"/>
              <a:chOff x="1156" y="1526"/>
              <a:chExt cx="1672" cy="258"/>
            </a:xfrm>
          </p:grpSpPr>
          <p:sp>
            <p:nvSpPr>
              <p:cNvPr id="24679" name="Freeform 103">
                <a:extLst>
                  <a:ext uri="{FF2B5EF4-FFF2-40B4-BE49-F238E27FC236}">
                    <a16:creationId xmlns:a16="http://schemas.microsoft.com/office/drawing/2014/main" id="{70E5C5D6-C1E1-B423-CA8B-D6B4F179A8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211" y="1527"/>
                <a:ext cx="165" cy="249"/>
              </a:xfrm>
              <a:custGeom>
                <a:avLst/>
                <a:gdLst/>
                <a:ahLst/>
                <a:cxnLst>
                  <a:cxn ang="0">
                    <a:pos x="0" y="132"/>
                  </a:cxn>
                  <a:cxn ang="0">
                    <a:pos x="15" y="50"/>
                  </a:cxn>
                  <a:cxn ang="0">
                    <a:pos x="54" y="6"/>
                  </a:cxn>
                  <a:cxn ang="0">
                    <a:pos x="103" y="17"/>
                  </a:cxn>
                  <a:cxn ang="0">
                    <a:pos x="139" y="63"/>
                  </a:cxn>
                  <a:cxn ang="0">
                    <a:pos x="162" y="152"/>
                  </a:cxn>
                  <a:cxn ang="0">
                    <a:pos x="157" y="215"/>
                  </a:cxn>
                  <a:cxn ang="0">
                    <a:pos x="144" y="240"/>
                  </a:cxn>
                  <a:cxn ang="0">
                    <a:pos x="123" y="248"/>
                  </a:cxn>
                  <a:cxn ang="0">
                    <a:pos x="103" y="234"/>
                  </a:cxn>
                  <a:cxn ang="0">
                    <a:pos x="90" y="189"/>
                  </a:cxn>
                  <a:cxn ang="0">
                    <a:pos x="88" y="143"/>
                  </a:cxn>
                  <a:cxn ang="0">
                    <a:pos x="93" y="116"/>
                  </a:cxn>
                </a:cxnLst>
                <a:rect l="0" t="0" r="r" b="b"/>
                <a:pathLst>
                  <a:path w="165" h="249">
                    <a:moveTo>
                      <a:pt x="0" y="132"/>
                    </a:moveTo>
                    <a:cubicBezTo>
                      <a:pt x="2" y="118"/>
                      <a:pt x="6" y="71"/>
                      <a:pt x="15" y="50"/>
                    </a:cubicBezTo>
                    <a:cubicBezTo>
                      <a:pt x="24" y="29"/>
                      <a:pt x="39" y="12"/>
                      <a:pt x="54" y="6"/>
                    </a:cubicBezTo>
                    <a:cubicBezTo>
                      <a:pt x="69" y="0"/>
                      <a:pt x="89" y="7"/>
                      <a:pt x="103" y="17"/>
                    </a:cubicBezTo>
                    <a:cubicBezTo>
                      <a:pt x="117" y="27"/>
                      <a:pt x="129" y="41"/>
                      <a:pt x="139" y="63"/>
                    </a:cubicBezTo>
                    <a:cubicBezTo>
                      <a:pt x="149" y="85"/>
                      <a:pt x="159" y="127"/>
                      <a:pt x="162" y="152"/>
                    </a:cubicBezTo>
                    <a:cubicBezTo>
                      <a:pt x="165" y="177"/>
                      <a:pt x="160" y="200"/>
                      <a:pt x="157" y="215"/>
                    </a:cubicBezTo>
                    <a:cubicBezTo>
                      <a:pt x="154" y="230"/>
                      <a:pt x="150" y="235"/>
                      <a:pt x="144" y="240"/>
                    </a:cubicBezTo>
                    <a:cubicBezTo>
                      <a:pt x="138" y="245"/>
                      <a:pt x="130" y="249"/>
                      <a:pt x="123" y="248"/>
                    </a:cubicBezTo>
                    <a:cubicBezTo>
                      <a:pt x="116" y="247"/>
                      <a:pt x="108" y="244"/>
                      <a:pt x="103" y="234"/>
                    </a:cubicBezTo>
                    <a:cubicBezTo>
                      <a:pt x="98" y="224"/>
                      <a:pt x="92" y="204"/>
                      <a:pt x="90" y="189"/>
                    </a:cubicBezTo>
                    <a:cubicBezTo>
                      <a:pt x="88" y="174"/>
                      <a:pt x="88" y="155"/>
                      <a:pt x="88" y="143"/>
                    </a:cubicBezTo>
                    <a:cubicBezTo>
                      <a:pt x="88" y="131"/>
                      <a:pt x="92" y="122"/>
                      <a:pt x="93" y="116"/>
                    </a:cubicBezTo>
                  </a:path>
                </a:pathLst>
              </a:custGeom>
              <a:noFill/>
              <a:ln w="38100" cap="flat" cmpd="sng">
                <a:solidFill>
                  <a:srgbClr val="99CC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680" name="Freeform 104">
                <a:extLst>
                  <a:ext uri="{FF2B5EF4-FFF2-40B4-BE49-F238E27FC236}">
                    <a16:creationId xmlns:a16="http://schemas.microsoft.com/office/drawing/2014/main" id="{BE18EFD1-B116-8703-2DB6-64686BAD7C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301" y="1530"/>
                <a:ext cx="194" cy="252"/>
              </a:xfrm>
              <a:custGeom>
                <a:avLst/>
                <a:gdLst/>
                <a:ahLst/>
                <a:cxnLst>
                  <a:cxn ang="0">
                    <a:pos x="0" y="170"/>
                  </a:cxn>
                  <a:cxn ang="0">
                    <a:pos x="1" y="129"/>
                  </a:cxn>
                  <a:cxn ang="0">
                    <a:pos x="10" y="84"/>
                  </a:cxn>
                  <a:cxn ang="0">
                    <a:pos x="30" y="42"/>
                  </a:cxn>
                  <a:cxn ang="0">
                    <a:pos x="66" y="9"/>
                  </a:cxn>
                  <a:cxn ang="0">
                    <a:pos x="118" y="5"/>
                  </a:cxn>
                  <a:cxn ang="0">
                    <a:pos x="160" y="39"/>
                  </a:cxn>
                  <a:cxn ang="0">
                    <a:pos x="187" y="102"/>
                  </a:cxn>
                  <a:cxn ang="0">
                    <a:pos x="193" y="159"/>
                  </a:cxn>
                  <a:cxn ang="0">
                    <a:pos x="189" y="207"/>
                  </a:cxn>
                  <a:cxn ang="0">
                    <a:pos x="163" y="245"/>
                  </a:cxn>
                  <a:cxn ang="0">
                    <a:pos x="130" y="222"/>
                  </a:cxn>
                  <a:cxn ang="0">
                    <a:pos x="120" y="167"/>
                  </a:cxn>
                  <a:cxn ang="0">
                    <a:pos x="124" y="111"/>
                  </a:cxn>
                </a:cxnLst>
                <a:rect l="0" t="0" r="r" b="b"/>
                <a:pathLst>
                  <a:path w="194" h="252">
                    <a:moveTo>
                      <a:pt x="0" y="170"/>
                    </a:moveTo>
                    <a:cubicBezTo>
                      <a:pt x="0" y="163"/>
                      <a:pt x="0" y="141"/>
                      <a:pt x="1" y="129"/>
                    </a:cubicBezTo>
                    <a:cubicBezTo>
                      <a:pt x="3" y="115"/>
                      <a:pt x="5" y="98"/>
                      <a:pt x="10" y="84"/>
                    </a:cubicBezTo>
                    <a:cubicBezTo>
                      <a:pt x="15" y="70"/>
                      <a:pt x="21" y="54"/>
                      <a:pt x="30" y="42"/>
                    </a:cubicBezTo>
                    <a:cubicBezTo>
                      <a:pt x="39" y="30"/>
                      <a:pt x="51" y="15"/>
                      <a:pt x="66" y="9"/>
                    </a:cubicBezTo>
                    <a:cubicBezTo>
                      <a:pt x="81" y="3"/>
                      <a:pt x="102" y="0"/>
                      <a:pt x="118" y="5"/>
                    </a:cubicBezTo>
                    <a:cubicBezTo>
                      <a:pt x="134" y="10"/>
                      <a:pt x="148" y="23"/>
                      <a:pt x="160" y="39"/>
                    </a:cubicBezTo>
                    <a:cubicBezTo>
                      <a:pt x="172" y="55"/>
                      <a:pt x="181" y="82"/>
                      <a:pt x="187" y="102"/>
                    </a:cubicBezTo>
                    <a:cubicBezTo>
                      <a:pt x="193" y="133"/>
                      <a:pt x="193" y="143"/>
                      <a:pt x="193" y="159"/>
                    </a:cubicBezTo>
                    <a:cubicBezTo>
                      <a:pt x="193" y="176"/>
                      <a:pt x="194" y="193"/>
                      <a:pt x="189" y="207"/>
                    </a:cubicBezTo>
                    <a:cubicBezTo>
                      <a:pt x="187" y="227"/>
                      <a:pt x="177" y="238"/>
                      <a:pt x="163" y="245"/>
                    </a:cubicBezTo>
                    <a:cubicBezTo>
                      <a:pt x="149" y="252"/>
                      <a:pt x="137" y="235"/>
                      <a:pt x="130" y="222"/>
                    </a:cubicBezTo>
                    <a:cubicBezTo>
                      <a:pt x="123" y="209"/>
                      <a:pt x="121" y="185"/>
                      <a:pt x="120" y="167"/>
                    </a:cubicBezTo>
                    <a:cubicBezTo>
                      <a:pt x="119" y="149"/>
                      <a:pt x="123" y="120"/>
                      <a:pt x="124" y="111"/>
                    </a:cubicBezTo>
                  </a:path>
                </a:pathLst>
              </a:custGeom>
              <a:noFill/>
              <a:ln w="38100" cap="flat" cmpd="sng">
                <a:solidFill>
                  <a:srgbClr val="99CC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681" name="Freeform 105">
                <a:extLst>
                  <a:ext uri="{FF2B5EF4-FFF2-40B4-BE49-F238E27FC236}">
                    <a16:creationId xmlns:a16="http://schemas.microsoft.com/office/drawing/2014/main" id="{F4EC5FE2-3D13-E221-9001-5DE611743F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421" y="1529"/>
                <a:ext cx="194" cy="252"/>
              </a:xfrm>
              <a:custGeom>
                <a:avLst/>
                <a:gdLst/>
                <a:ahLst/>
                <a:cxnLst>
                  <a:cxn ang="0">
                    <a:pos x="0" y="170"/>
                  </a:cxn>
                  <a:cxn ang="0">
                    <a:pos x="1" y="129"/>
                  </a:cxn>
                  <a:cxn ang="0">
                    <a:pos x="10" y="84"/>
                  </a:cxn>
                  <a:cxn ang="0">
                    <a:pos x="30" y="42"/>
                  </a:cxn>
                  <a:cxn ang="0">
                    <a:pos x="66" y="9"/>
                  </a:cxn>
                  <a:cxn ang="0">
                    <a:pos x="118" y="5"/>
                  </a:cxn>
                  <a:cxn ang="0">
                    <a:pos x="160" y="39"/>
                  </a:cxn>
                  <a:cxn ang="0">
                    <a:pos x="187" y="102"/>
                  </a:cxn>
                  <a:cxn ang="0">
                    <a:pos x="193" y="159"/>
                  </a:cxn>
                  <a:cxn ang="0">
                    <a:pos x="189" y="207"/>
                  </a:cxn>
                  <a:cxn ang="0">
                    <a:pos x="163" y="245"/>
                  </a:cxn>
                  <a:cxn ang="0">
                    <a:pos x="130" y="222"/>
                  </a:cxn>
                  <a:cxn ang="0">
                    <a:pos x="120" y="167"/>
                  </a:cxn>
                  <a:cxn ang="0">
                    <a:pos x="124" y="111"/>
                  </a:cxn>
                </a:cxnLst>
                <a:rect l="0" t="0" r="r" b="b"/>
                <a:pathLst>
                  <a:path w="194" h="252">
                    <a:moveTo>
                      <a:pt x="0" y="170"/>
                    </a:moveTo>
                    <a:cubicBezTo>
                      <a:pt x="0" y="163"/>
                      <a:pt x="0" y="141"/>
                      <a:pt x="1" y="129"/>
                    </a:cubicBezTo>
                    <a:cubicBezTo>
                      <a:pt x="3" y="115"/>
                      <a:pt x="5" y="98"/>
                      <a:pt x="10" y="84"/>
                    </a:cubicBezTo>
                    <a:cubicBezTo>
                      <a:pt x="15" y="70"/>
                      <a:pt x="21" y="54"/>
                      <a:pt x="30" y="42"/>
                    </a:cubicBezTo>
                    <a:cubicBezTo>
                      <a:pt x="39" y="30"/>
                      <a:pt x="51" y="15"/>
                      <a:pt x="66" y="9"/>
                    </a:cubicBezTo>
                    <a:cubicBezTo>
                      <a:pt x="81" y="3"/>
                      <a:pt x="102" y="0"/>
                      <a:pt x="118" y="5"/>
                    </a:cubicBezTo>
                    <a:cubicBezTo>
                      <a:pt x="134" y="10"/>
                      <a:pt x="148" y="23"/>
                      <a:pt x="160" y="39"/>
                    </a:cubicBezTo>
                    <a:cubicBezTo>
                      <a:pt x="172" y="55"/>
                      <a:pt x="181" y="82"/>
                      <a:pt x="187" y="102"/>
                    </a:cubicBezTo>
                    <a:cubicBezTo>
                      <a:pt x="193" y="133"/>
                      <a:pt x="193" y="143"/>
                      <a:pt x="193" y="159"/>
                    </a:cubicBezTo>
                    <a:cubicBezTo>
                      <a:pt x="193" y="176"/>
                      <a:pt x="194" y="193"/>
                      <a:pt x="189" y="207"/>
                    </a:cubicBezTo>
                    <a:cubicBezTo>
                      <a:pt x="187" y="227"/>
                      <a:pt x="177" y="238"/>
                      <a:pt x="163" y="245"/>
                    </a:cubicBezTo>
                    <a:cubicBezTo>
                      <a:pt x="149" y="252"/>
                      <a:pt x="137" y="235"/>
                      <a:pt x="130" y="222"/>
                    </a:cubicBezTo>
                    <a:cubicBezTo>
                      <a:pt x="123" y="209"/>
                      <a:pt x="121" y="185"/>
                      <a:pt x="120" y="167"/>
                    </a:cubicBezTo>
                    <a:cubicBezTo>
                      <a:pt x="119" y="149"/>
                      <a:pt x="123" y="120"/>
                      <a:pt x="124" y="111"/>
                    </a:cubicBezTo>
                  </a:path>
                </a:pathLst>
              </a:custGeom>
              <a:noFill/>
              <a:ln w="38100" cap="flat" cmpd="sng">
                <a:solidFill>
                  <a:srgbClr val="99CC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682" name="Freeform 106">
                <a:extLst>
                  <a:ext uri="{FF2B5EF4-FFF2-40B4-BE49-F238E27FC236}">
                    <a16:creationId xmlns:a16="http://schemas.microsoft.com/office/drawing/2014/main" id="{D83B77E0-6108-A549-430D-E02AD0278B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541" y="1528"/>
                <a:ext cx="194" cy="252"/>
              </a:xfrm>
              <a:custGeom>
                <a:avLst/>
                <a:gdLst/>
                <a:ahLst/>
                <a:cxnLst>
                  <a:cxn ang="0">
                    <a:pos x="0" y="170"/>
                  </a:cxn>
                  <a:cxn ang="0">
                    <a:pos x="1" y="129"/>
                  </a:cxn>
                  <a:cxn ang="0">
                    <a:pos x="10" y="84"/>
                  </a:cxn>
                  <a:cxn ang="0">
                    <a:pos x="30" y="42"/>
                  </a:cxn>
                  <a:cxn ang="0">
                    <a:pos x="66" y="9"/>
                  </a:cxn>
                  <a:cxn ang="0">
                    <a:pos x="118" y="5"/>
                  </a:cxn>
                  <a:cxn ang="0">
                    <a:pos x="160" y="39"/>
                  </a:cxn>
                  <a:cxn ang="0">
                    <a:pos x="187" y="102"/>
                  </a:cxn>
                  <a:cxn ang="0">
                    <a:pos x="193" y="159"/>
                  </a:cxn>
                  <a:cxn ang="0">
                    <a:pos x="189" y="207"/>
                  </a:cxn>
                  <a:cxn ang="0">
                    <a:pos x="163" y="245"/>
                  </a:cxn>
                  <a:cxn ang="0">
                    <a:pos x="130" y="222"/>
                  </a:cxn>
                  <a:cxn ang="0">
                    <a:pos x="120" y="167"/>
                  </a:cxn>
                  <a:cxn ang="0">
                    <a:pos x="124" y="111"/>
                  </a:cxn>
                </a:cxnLst>
                <a:rect l="0" t="0" r="r" b="b"/>
                <a:pathLst>
                  <a:path w="194" h="252">
                    <a:moveTo>
                      <a:pt x="0" y="170"/>
                    </a:moveTo>
                    <a:cubicBezTo>
                      <a:pt x="0" y="163"/>
                      <a:pt x="0" y="141"/>
                      <a:pt x="1" y="129"/>
                    </a:cubicBezTo>
                    <a:cubicBezTo>
                      <a:pt x="3" y="115"/>
                      <a:pt x="5" y="98"/>
                      <a:pt x="10" y="84"/>
                    </a:cubicBezTo>
                    <a:cubicBezTo>
                      <a:pt x="15" y="70"/>
                      <a:pt x="21" y="54"/>
                      <a:pt x="30" y="42"/>
                    </a:cubicBezTo>
                    <a:cubicBezTo>
                      <a:pt x="39" y="30"/>
                      <a:pt x="51" y="15"/>
                      <a:pt x="66" y="9"/>
                    </a:cubicBezTo>
                    <a:cubicBezTo>
                      <a:pt x="81" y="3"/>
                      <a:pt x="102" y="0"/>
                      <a:pt x="118" y="5"/>
                    </a:cubicBezTo>
                    <a:cubicBezTo>
                      <a:pt x="134" y="10"/>
                      <a:pt x="148" y="23"/>
                      <a:pt x="160" y="39"/>
                    </a:cubicBezTo>
                    <a:cubicBezTo>
                      <a:pt x="172" y="55"/>
                      <a:pt x="181" y="82"/>
                      <a:pt x="187" y="102"/>
                    </a:cubicBezTo>
                    <a:cubicBezTo>
                      <a:pt x="193" y="133"/>
                      <a:pt x="193" y="143"/>
                      <a:pt x="193" y="159"/>
                    </a:cubicBezTo>
                    <a:cubicBezTo>
                      <a:pt x="193" y="176"/>
                      <a:pt x="194" y="193"/>
                      <a:pt x="189" y="207"/>
                    </a:cubicBezTo>
                    <a:cubicBezTo>
                      <a:pt x="187" y="227"/>
                      <a:pt x="177" y="238"/>
                      <a:pt x="163" y="245"/>
                    </a:cubicBezTo>
                    <a:cubicBezTo>
                      <a:pt x="149" y="252"/>
                      <a:pt x="137" y="235"/>
                      <a:pt x="130" y="222"/>
                    </a:cubicBezTo>
                    <a:cubicBezTo>
                      <a:pt x="123" y="209"/>
                      <a:pt x="121" y="185"/>
                      <a:pt x="120" y="167"/>
                    </a:cubicBezTo>
                    <a:cubicBezTo>
                      <a:pt x="119" y="149"/>
                      <a:pt x="123" y="120"/>
                      <a:pt x="124" y="111"/>
                    </a:cubicBezTo>
                  </a:path>
                </a:pathLst>
              </a:custGeom>
              <a:noFill/>
              <a:ln w="38100" cap="flat" cmpd="sng">
                <a:solidFill>
                  <a:srgbClr val="99CC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683" name="Freeform 107">
                <a:extLst>
                  <a:ext uri="{FF2B5EF4-FFF2-40B4-BE49-F238E27FC236}">
                    <a16:creationId xmlns:a16="http://schemas.microsoft.com/office/drawing/2014/main" id="{3B74C6B9-E91D-08A2-4C1D-0BE82A9AB2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661" y="1527"/>
                <a:ext cx="194" cy="252"/>
              </a:xfrm>
              <a:custGeom>
                <a:avLst/>
                <a:gdLst/>
                <a:ahLst/>
                <a:cxnLst>
                  <a:cxn ang="0">
                    <a:pos x="0" y="170"/>
                  </a:cxn>
                  <a:cxn ang="0">
                    <a:pos x="1" y="129"/>
                  </a:cxn>
                  <a:cxn ang="0">
                    <a:pos x="10" y="84"/>
                  </a:cxn>
                  <a:cxn ang="0">
                    <a:pos x="30" y="42"/>
                  </a:cxn>
                  <a:cxn ang="0">
                    <a:pos x="66" y="9"/>
                  </a:cxn>
                  <a:cxn ang="0">
                    <a:pos x="118" y="5"/>
                  </a:cxn>
                  <a:cxn ang="0">
                    <a:pos x="160" y="39"/>
                  </a:cxn>
                  <a:cxn ang="0">
                    <a:pos x="187" y="102"/>
                  </a:cxn>
                  <a:cxn ang="0">
                    <a:pos x="193" y="159"/>
                  </a:cxn>
                  <a:cxn ang="0">
                    <a:pos x="189" y="207"/>
                  </a:cxn>
                  <a:cxn ang="0">
                    <a:pos x="163" y="245"/>
                  </a:cxn>
                  <a:cxn ang="0">
                    <a:pos x="130" y="222"/>
                  </a:cxn>
                  <a:cxn ang="0">
                    <a:pos x="120" y="167"/>
                  </a:cxn>
                  <a:cxn ang="0">
                    <a:pos x="124" y="111"/>
                  </a:cxn>
                </a:cxnLst>
                <a:rect l="0" t="0" r="r" b="b"/>
                <a:pathLst>
                  <a:path w="194" h="252">
                    <a:moveTo>
                      <a:pt x="0" y="170"/>
                    </a:moveTo>
                    <a:cubicBezTo>
                      <a:pt x="0" y="163"/>
                      <a:pt x="0" y="141"/>
                      <a:pt x="1" y="129"/>
                    </a:cubicBezTo>
                    <a:cubicBezTo>
                      <a:pt x="3" y="115"/>
                      <a:pt x="5" y="98"/>
                      <a:pt x="10" y="84"/>
                    </a:cubicBezTo>
                    <a:cubicBezTo>
                      <a:pt x="15" y="70"/>
                      <a:pt x="21" y="54"/>
                      <a:pt x="30" y="42"/>
                    </a:cubicBezTo>
                    <a:cubicBezTo>
                      <a:pt x="39" y="30"/>
                      <a:pt x="51" y="15"/>
                      <a:pt x="66" y="9"/>
                    </a:cubicBezTo>
                    <a:cubicBezTo>
                      <a:pt x="81" y="3"/>
                      <a:pt x="102" y="0"/>
                      <a:pt x="118" y="5"/>
                    </a:cubicBezTo>
                    <a:cubicBezTo>
                      <a:pt x="134" y="10"/>
                      <a:pt x="148" y="23"/>
                      <a:pt x="160" y="39"/>
                    </a:cubicBezTo>
                    <a:cubicBezTo>
                      <a:pt x="172" y="55"/>
                      <a:pt x="181" y="82"/>
                      <a:pt x="187" y="102"/>
                    </a:cubicBezTo>
                    <a:cubicBezTo>
                      <a:pt x="193" y="133"/>
                      <a:pt x="193" y="143"/>
                      <a:pt x="193" y="159"/>
                    </a:cubicBezTo>
                    <a:cubicBezTo>
                      <a:pt x="193" y="176"/>
                      <a:pt x="194" y="193"/>
                      <a:pt x="189" y="207"/>
                    </a:cubicBezTo>
                    <a:cubicBezTo>
                      <a:pt x="187" y="227"/>
                      <a:pt x="177" y="238"/>
                      <a:pt x="163" y="245"/>
                    </a:cubicBezTo>
                    <a:cubicBezTo>
                      <a:pt x="149" y="252"/>
                      <a:pt x="137" y="235"/>
                      <a:pt x="130" y="222"/>
                    </a:cubicBezTo>
                    <a:cubicBezTo>
                      <a:pt x="123" y="209"/>
                      <a:pt x="121" y="185"/>
                      <a:pt x="120" y="167"/>
                    </a:cubicBezTo>
                    <a:cubicBezTo>
                      <a:pt x="119" y="149"/>
                      <a:pt x="123" y="120"/>
                      <a:pt x="124" y="111"/>
                    </a:cubicBezTo>
                  </a:path>
                </a:pathLst>
              </a:custGeom>
              <a:noFill/>
              <a:ln w="38100" cap="flat" cmpd="sng">
                <a:solidFill>
                  <a:srgbClr val="99CC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684" name="Freeform 108">
                <a:extLst>
                  <a:ext uri="{FF2B5EF4-FFF2-40B4-BE49-F238E27FC236}">
                    <a16:creationId xmlns:a16="http://schemas.microsoft.com/office/drawing/2014/main" id="{47E567E1-FCCF-1680-10F7-A012C19CDB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781" y="1526"/>
                <a:ext cx="195" cy="252"/>
              </a:xfrm>
              <a:custGeom>
                <a:avLst/>
                <a:gdLst/>
                <a:ahLst/>
                <a:cxnLst>
                  <a:cxn ang="0">
                    <a:pos x="0" y="170"/>
                  </a:cxn>
                  <a:cxn ang="0">
                    <a:pos x="1" y="129"/>
                  </a:cxn>
                  <a:cxn ang="0">
                    <a:pos x="10" y="84"/>
                  </a:cxn>
                  <a:cxn ang="0">
                    <a:pos x="30" y="42"/>
                  </a:cxn>
                  <a:cxn ang="0">
                    <a:pos x="66" y="9"/>
                  </a:cxn>
                  <a:cxn ang="0">
                    <a:pos x="118" y="5"/>
                  </a:cxn>
                  <a:cxn ang="0">
                    <a:pos x="160" y="39"/>
                  </a:cxn>
                  <a:cxn ang="0">
                    <a:pos x="187" y="102"/>
                  </a:cxn>
                  <a:cxn ang="0">
                    <a:pos x="193" y="159"/>
                  </a:cxn>
                  <a:cxn ang="0">
                    <a:pos x="189" y="207"/>
                  </a:cxn>
                  <a:cxn ang="0">
                    <a:pos x="163" y="245"/>
                  </a:cxn>
                  <a:cxn ang="0">
                    <a:pos x="130" y="222"/>
                  </a:cxn>
                  <a:cxn ang="0">
                    <a:pos x="120" y="167"/>
                  </a:cxn>
                  <a:cxn ang="0">
                    <a:pos x="124" y="111"/>
                  </a:cxn>
                </a:cxnLst>
                <a:rect l="0" t="0" r="r" b="b"/>
                <a:pathLst>
                  <a:path w="194" h="252">
                    <a:moveTo>
                      <a:pt x="0" y="170"/>
                    </a:moveTo>
                    <a:cubicBezTo>
                      <a:pt x="0" y="163"/>
                      <a:pt x="0" y="141"/>
                      <a:pt x="1" y="129"/>
                    </a:cubicBezTo>
                    <a:cubicBezTo>
                      <a:pt x="3" y="115"/>
                      <a:pt x="5" y="98"/>
                      <a:pt x="10" y="84"/>
                    </a:cubicBezTo>
                    <a:cubicBezTo>
                      <a:pt x="15" y="70"/>
                      <a:pt x="21" y="54"/>
                      <a:pt x="30" y="42"/>
                    </a:cubicBezTo>
                    <a:cubicBezTo>
                      <a:pt x="39" y="30"/>
                      <a:pt x="51" y="15"/>
                      <a:pt x="66" y="9"/>
                    </a:cubicBezTo>
                    <a:cubicBezTo>
                      <a:pt x="81" y="3"/>
                      <a:pt x="102" y="0"/>
                      <a:pt x="118" y="5"/>
                    </a:cubicBezTo>
                    <a:cubicBezTo>
                      <a:pt x="134" y="10"/>
                      <a:pt x="148" y="23"/>
                      <a:pt x="160" y="39"/>
                    </a:cubicBezTo>
                    <a:cubicBezTo>
                      <a:pt x="172" y="55"/>
                      <a:pt x="181" y="82"/>
                      <a:pt x="187" y="102"/>
                    </a:cubicBezTo>
                    <a:cubicBezTo>
                      <a:pt x="193" y="133"/>
                      <a:pt x="193" y="143"/>
                      <a:pt x="193" y="159"/>
                    </a:cubicBezTo>
                    <a:cubicBezTo>
                      <a:pt x="193" y="176"/>
                      <a:pt x="194" y="193"/>
                      <a:pt x="189" y="207"/>
                    </a:cubicBezTo>
                    <a:cubicBezTo>
                      <a:pt x="187" y="227"/>
                      <a:pt x="177" y="238"/>
                      <a:pt x="163" y="245"/>
                    </a:cubicBezTo>
                    <a:cubicBezTo>
                      <a:pt x="149" y="252"/>
                      <a:pt x="137" y="235"/>
                      <a:pt x="130" y="222"/>
                    </a:cubicBezTo>
                    <a:cubicBezTo>
                      <a:pt x="123" y="209"/>
                      <a:pt x="121" y="185"/>
                      <a:pt x="120" y="167"/>
                    </a:cubicBezTo>
                    <a:cubicBezTo>
                      <a:pt x="119" y="149"/>
                      <a:pt x="123" y="120"/>
                      <a:pt x="124" y="111"/>
                    </a:cubicBezTo>
                  </a:path>
                </a:pathLst>
              </a:custGeom>
              <a:noFill/>
              <a:ln w="38100" cap="flat" cmpd="sng">
                <a:solidFill>
                  <a:srgbClr val="99CC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685" name="Freeform 109">
                <a:extLst>
                  <a:ext uri="{FF2B5EF4-FFF2-40B4-BE49-F238E27FC236}">
                    <a16:creationId xmlns:a16="http://schemas.microsoft.com/office/drawing/2014/main" id="{294F7463-C8BF-D6B7-D8E4-445FE022F3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01" y="1527"/>
                <a:ext cx="194" cy="252"/>
              </a:xfrm>
              <a:custGeom>
                <a:avLst/>
                <a:gdLst/>
                <a:ahLst/>
                <a:cxnLst>
                  <a:cxn ang="0">
                    <a:pos x="0" y="170"/>
                  </a:cxn>
                  <a:cxn ang="0">
                    <a:pos x="1" y="129"/>
                  </a:cxn>
                  <a:cxn ang="0">
                    <a:pos x="10" y="84"/>
                  </a:cxn>
                  <a:cxn ang="0">
                    <a:pos x="30" y="42"/>
                  </a:cxn>
                  <a:cxn ang="0">
                    <a:pos x="66" y="9"/>
                  </a:cxn>
                  <a:cxn ang="0">
                    <a:pos x="118" y="5"/>
                  </a:cxn>
                  <a:cxn ang="0">
                    <a:pos x="160" y="39"/>
                  </a:cxn>
                  <a:cxn ang="0">
                    <a:pos x="187" y="102"/>
                  </a:cxn>
                  <a:cxn ang="0">
                    <a:pos x="193" y="159"/>
                  </a:cxn>
                  <a:cxn ang="0">
                    <a:pos x="189" y="207"/>
                  </a:cxn>
                  <a:cxn ang="0">
                    <a:pos x="163" y="245"/>
                  </a:cxn>
                  <a:cxn ang="0">
                    <a:pos x="130" y="222"/>
                  </a:cxn>
                  <a:cxn ang="0">
                    <a:pos x="120" y="167"/>
                  </a:cxn>
                  <a:cxn ang="0">
                    <a:pos x="124" y="111"/>
                  </a:cxn>
                </a:cxnLst>
                <a:rect l="0" t="0" r="r" b="b"/>
                <a:pathLst>
                  <a:path w="194" h="252">
                    <a:moveTo>
                      <a:pt x="0" y="170"/>
                    </a:moveTo>
                    <a:cubicBezTo>
                      <a:pt x="0" y="163"/>
                      <a:pt x="0" y="141"/>
                      <a:pt x="1" y="129"/>
                    </a:cubicBezTo>
                    <a:cubicBezTo>
                      <a:pt x="3" y="115"/>
                      <a:pt x="5" y="98"/>
                      <a:pt x="10" y="84"/>
                    </a:cubicBezTo>
                    <a:cubicBezTo>
                      <a:pt x="15" y="70"/>
                      <a:pt x="21" y="54"/>
                      <a:pt x="30" y="42"/>
                    </a:cubicBezTo>
                    <a:cubicBezTo>
                      <a:pt x="39" y="30"/>
                      <a:pt x="51" y="15"/>
                      <a:pt x="66" y="9"/>
                    </a:cubicBezTo>
                    <a:cubicBezTo>
                      <a:pt x="81" y="3"/>
                      <a:pt x="102" y="0"/>
                      <a:pt x="118" y="5"/>
                    </a:cubicBezTo>
                    <a:cubicBezTo>
                      <a:pt x="134" y="10"/>
                      <a:pt x="148" y="23"/>
                      <a:pt x="160" y="39"/>
                    </a:cubicBezTo>
                    <a:cubicBezTo>
                      <a:pt x="172" y="55"/>
                      <a:pt x="181" y="82"/>
                      <a:pt x="187" y="102"/>
                    </a:cubicBezTo>
                    <a:cubicBezTo>
                      <a:pt x="193" y="133"/>
                      <a:pt x="193" y="143"/>
                      <a:pt x="193" y="159"/>
                    </a:cubicBezTo>
                    <a:cubicBezTo>
                      <a:pt x="193" y="176"/>
                      <a:pt x="194" y="193"/>
                      <a:pt x="189" y="207"/>
                    </a:cubicBezTo>
                    <a:cubicBezTo>
                      <a:pt x="187" y="227"/>
                      <a:pt x="177" y="238"/>
                      <a:pt x="163" y="245"/>
                    </a:cubicBezTo>
                    <a:cubicBezTo>
                      <a:pt x="149" y="252"/>
                      <a:pt x="137" y="235"/>
                      <a:pt x="130" y="222"/>
                    </a:cubicBezTo>
                    <a:cubicBezTo>
                      <a:pt x="123" y="209"/>
                      <a:pt x="121" y="185"/>
                      <a:pt x="120" y="167"/>
                    </a:cubicBezTo>
                    <a:cubicBezTo>
                      <a:pt x="119" y="149"/>
                      <a:pt x="123" y="120"/>
                      <a:pt x="124" y="111"/>
                    </a:cubicBezTo>
                  </a:path>
                </a:pathLst>
              </a:custGeom>
              <a:noFill/>
              <a:ln w="38100" cap="flat" cmpd="sng">
                <a:solidFill>
                  <a:srgbClr val="99CC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686" name="Freeform 110">
                <a:extLst>
                  <a:ext uri="{FF2B5EF4-FFF2-40B4-BE49-F238E27FC236}">
                    <a16:creationId xmlns:a16="http://schemas.microsoft.com/office/drawing/2014/main" id="{D759161E-7967-4073-A5E7-A05267B1E6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1" y="1528"/>
                <a:ext cx="195" cy="252"/>
              </a:xfrm>
              <a:custGeom>
                <a:avLst/>
                <a:gdLst/>
                <a:ahLst/>
                <a:cxnLst>
                  <a:cxn ang="0">
                    <a:pos x="0" y="170"/>
                  </a:cxn>
                  <a:cxn ang="0">
                    <a:pos x="1" y="129"/>
                  </a:cxn>
                  <a:cxn ang="0">
                    <a:pos x="10" y="84"/>
                  </a:cxn>
                  <a:cxn ang="0">
                    <a:pos x="30" y="42"/>
                  </a:cxn>
                  <a:cxn ang="0">
                    <a:pos x="66" y="9"/>
                  </a:cxn>
                  <a:cxn ang="0">
                    <a:pos x="118" y="5"/>
                  </a:cxn>
                  <a:cxn ang="0">
                    <a:pos x="160" y="39"/>
                  </a:cxn>
                  <a:cxn ang="0">
                    <a:pos x="187" y="102"/>
                  </a:cxn>
                  <a:cxn ang="0">
                    <a:pos x="193" y="159"/>
                  </a:cxn>
                  <a:cxn ang="0">
                    <a:pos x="189" y="207"/>
                  </a:cxn>
                  <a:cxn ang="0">
                    <a:pos x="163" y="245"/>
                  </a:cxn>
                  <a:cxn ang="0">
                    <a:pos x="130" y="222"/>
                  </a:cxn>
                  <a:cxn ang="0">
                    <a:pos x="120" y="167"/>
                  </a:cxn>
                  <a:cxn ang="0">
                    <a:pos x="124" y="111"/>
                  </a:cxn>
                </a:cxnLst>
                <a:rect l="0" t="0" r="r" b="b"/>
                <a:pathLst>
                  <a:path w="194" h="252">
                    <a:moveTo>
                      <a:pt x="0" y="170"/>
                    </a:moveTo>
                    <a:cubicBezTo>
                      <a:pt x="0" y="163"/>
                      <a:pt x="0" y="141"/>
                      <a:pt x="1" y="129"/>
                    </a:cubicBezTo>
                    <a:cubicBezTo>
                      <a:pt x="3" y="115"/>
                      <a:pt x="5" y="98"/>
                      <a:pt x="10" y="84"/>
                    </a:cubicBezTo>
                    <a:cubicBezTo>
                      <a:pt x="15" y="70"/>
                      <a:pt x="21" y="54"/>
                      <a:pt x="30" y="42"/>
                    </a:cubicBezTo>
                    <a:cubicBezTo>
                      <a:pt x="39" y="30"/>
                      <a:pt x="51" y="15"/>
                      <a:pt x="66" y="9"/>
                    </a:cubicBezTo>
                    <a:cubicBezTo>
                      <a:pt x="81" y="3"/>
                      <a:pt x="102" y="0"/>
                      <a:pt x="118" y="5"/>
                    </a:cubicBezTo>
                    <a:cubicBezTo>
                      <a:pt x="134" y="10"/>
                      <a:pt x="148" y="23"/>
                      <a:pt x="160" y="39"/>
                    </a:cubicBezTo>
                    <a:cubicBezTo>
                      <a:pt x="172" y="55"/>
                      <a:pt x="181" y="82"/>
                      <a:pt x="187" y="102"/>
                    </a:cubicBezTo>
                    <a:cubicBezTo>
                      <a:pt x="193" y="133"/>
                      <a:pt x="193" y="143"/>
                      <a:pt x="193" y="159"/>
                    </a:cubicBezTo>
                    <a:cubicBezTo>
                      <a:pt x="193" y="176"/>
                      <a:pt x="194" y="193"/>
                      <a:pt x="189" y="207"/>
                    </a:cubicBezTo>
                    <a:cubicBezTo>
                      <a:pt x="187" y="227"/>
                      <a:pt x="177" y="238"/>
                      <a:pt x="163" y="245"/>
                    </a:cubicBezTo>
                    <a:cubicBezTo>
                      <a:pt x="149" y="252"/>
                      <a:pt x="137" y="235"/>
                      <a:pt x="130" y="222"/>
                    </a:cubicBezTo>
                    <a:cubicBezTo>
                      <a:pt x="123" y="209"/>
                      <a:pt x="121" y="185"/>
                      <a:pt x="120" y="167"/>
                    </a:cubicBezTo>
                    <a:cubicBezTo>
                      <a:pt x="119" y="149"/>
                      <a:pt x="123" y="120"/>
                      <a:pt x="124" y="111"/>
                    </a:cubicBezTo>
                  </a:path>
                </a:pathLst>
              </a:custGeom>
              <a:noFill/>
              <a:ln w="38100" cap="flat" cmpd="sng">
                <a:solidFill>
                  <a:srgbClr val="99CC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687" name="Freeform 111">
                <a:extLst>
                  <a:ext uri="{FF2B5EF4-FFF2-40B4-BE49-F238E27FC236}">
                    <a16:creationId xmlns:a16="http://schemas.microsoft.com/office/drawing/2014/main" id="{583DE995-1558-3828-81D8-5C834D52CD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141" y="1529"/>
                <a:ext cx="194" cy="252"/>
              </a:xfrm>
              <a:custGeom>
                <a:avLst/>
                <a:gdLst/>
                <a:ahLst/>
                <a:cxnLst>
                  <a:cxn ang="0">
                    <a:pos x="0" y="170"/>
                  </a:cxn>
                  <a:cxn ang="0">
                    <a:pos x="1" y="129"/>
                  </a:cxn>
                  <a:cxn ang="0">
                    <a:pos x="10" y="84"/>
                  </a:cxn>
                  <a:cxn ang="0">
                    <a:pos x="30" y="42"/>
                  </a:cxn>
                  <a:cxn ang="0">
                    <a:pos x="66" y="9"/>
                  </a:cxn>
                  <a:cxn ang="0">
                    <a:pos x="118" y="5"/>
                  </a:cxn>
                  <a:cxn ang="0">
                    <a:pos x="160" y="39"/>
                  </a:cxn>
                  <a:cxn ang="0">
                    <a:pos x="187" y="102"/>
                  </a:cxn>
                  <a:cxn ang="0">
                    <a:pos x="193" y="159"/>
                  </a:cxn>
                  <a:cxn ang="0">
                    <a:pos x="189" y="207"/>
                  </a:cxn>
                  <a:cxn ang="0">
                    <a:pos x="163" y="245"/>
                  </a:cxn>
                  <a:cxn ang="0">
                    <a:pos x="130" y="222"/>
                  </a:cxn>
                  <a:cxn ang="0">
                    <a:pos x="120" y="167"/>
                  </a:cxn>
                  <a:cxn ang="0">
                    <a:pos x="124" y="111"/>
                  </a:cxn>
                </a:cxnLst>
                <a:rect l="0" t="0" r="r" b="b"/>
                <a:pathLst>
                  <a:path w="194" h="252">
                    <a:moveTo>
                      <a:pt x="0" y="170"/>
                    </a:moveTo>
                    <a:cubicBezTo>
                      <a:pt x="0" y="163"/>
                      <a:pt x="0" y="141"/>
                      <a:pt x="1" y="129"/>
                    </a:cubicBezTo>
                    <a:cubicBezTo>
                      <a:pt x="3" y="115"/>
                      <a:pt x="5" y="98"/>
                      <a:pt x="10" y="84"/>
                    </a:cubicBezTo>
                    <a:cubicBezTo>
                      <a:pt x="15" y="70"/>
                      <a:pt x="21" y="54"/>
                      <a:pt x="30" y="42"/>
                    </a:cubicBezTo>
                    <a:cubicBezTo>
                      <a:pt x="39" y="30"/>
                      <a:pt x="51" y="15"/>
                      <a:pt x="66" y="9"/>
                    </a:cubicBezTo>
                    <a:cubicBezTo>
                      <a:pt x="81" y="3"/>
                      <a:pt x="102" y="0"/>
                      <a:pt x="118" y="5"/>
                    </a:cubicBezTo>
                    <a:cubicBezTo>
                      <a:pt x="134" y="10"/>
                      <a:pt x="148" y="23"/>
                      <a:pt x="160" y="39"/>
                    </a:cubicBezTo>
                    <a:cubicBezTo>
                      <a:pt x="172" y="55"/>
                      <a:pt x="181" y="82"/>
                      <a:pt x="187" y="102"/>
                    </a:cubicBezTo>
                    <a:cubicBezTo>
                      <a:pt x="193" y="133"/>
                      <a:pt x="193" y="143"/>
                      <a:pt x="193" y="159"/>
                    </a:cubicBezTo>
                    <a:cubicBezTo>
                      <a:pt x="193" y="176"/>
                      <a:pt x="194" y="193"/>
                      <a:pt x="189" y="207"/>
                    </a:cubicBezTo>
                    <a:cubicBezTo>
                      <a:pt x="187" y="227"/>
                      <a:pt x="177" y="238"/>
                      <a:pt x="163" y="245"/>
                    </a:cubicBezTo>
                    <a:cubicBezTo>
                      <a:pt x="149" y="252"/>
                      <a:pt x="137" y="235"/>
                      <a:pt x="130" y="222"/>
                    </a:cubicBezTo>
                    <a:cubicBezTo>
                      <a:pt x="123" y="209"/>
                      <a:pt x="121" y="185"/>
                      <a:pt x="120" y="167"/>
                    </a:cubicBezTo>
                    <a:cubicBezTo>
                      <a:pt x="119" y="149"/>
                      <a:pt x="123" y="120"/>
                      <a:pt x="124" y="111"/>
                    </a:cubicBezTo>
                  </a:path>
                </a:pathLst>
              </a:custGeom>
              <a:noFill/>
              <a:ln w="38100" cap="flat" cmpd="sng">
                <a:solidFill>
                  <a:srgbClr val="99CC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688" name="Freeform 112">
                <a:extLst>
                  <a:ext uri="{FF2B5EF4-FFF2-40B4-BE49-F238E27FC236}">
                    <a16:creationId xmlns:a16="http://schemas.microsoft.com/office/drawing/2014/main" id="{70CF5CA5-77C2-C1EE-9A66-C503B4A79E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261" y="1530"/>
                <a:ext cx="194" cy="252"/>
              </a:xfrm>
              <a:custGeom>
                <a:avLst/>
                <a:gdLst/>
                <a:ahLst/>
                <a:cxnLst>
                  <a:cxn ang="0">
                    <a:pos x="0" y="170"/>
                  </a:cxn>
                  <a:cxn ang="0">
                    <a:pos x="1" y="129"/>
                  </a:cxn>
                  <a:cxn ang="0">
                    <a:pos x="10" y="84"/>
                  </a:cxn>
                  <a:cxn ang="0">
                    <a:pos x="30" y="42"/>
                  </a:cxn>
                  <a:cxn ang="0">
                    <a:pos x="66" y="9"/>
                  </a:cxn>
                  <a:cxn ang="0">
                    <a:pos x="118" y="5"/>
                  </a:cxn>
                  <a:cxn ang="0">
                    <a:pos x="160" y="39"/>
                  </a:cxn>
                  <a:cxn ang="0">
                    <a:pos x="187" y="102"/>
                  </a:cxn>
                  <a:cxn ang="0">
                    <a:pos x="193" y="159"/>
                  </a:cxn>
                  <a:cxn ang="0">
                    <a:pos x="189" y="207"/>
                  </a:cxn>
                  <a:cxn ang="0">
                    <a:pos x="163" y="245"/>
                  </a:cxn>
                  <a:cxn ang="0">
                    <a:pos x="130" y="222"/>
                  </a:cxn>
                  <a:cxn ang="0">
                    <a:pos x="120" y="167"/>
                  </a:cxn>
                  <a:cxn ang="0">
                    <a:pos x="124" y="111"/>
                  </a:cxn>
                </a:cxnLst>
                <a:rect l="0" t="0" r="r" b="b"/>
                <a:pathLst>
                  <a:path w="194" h="252">
                    <a:moveTo>
                      <a:pt x="0" y="170"/>
                    </a:moveTo>
                    <a:cubicBezTo>
                      <a:pt x="0" y="163"/>
                      <a:pt x="0" y="141"/>
                      <a:pt x="1" y="129"/>
                    </a:cubicBezTo>
                    <a:cubicBezTo>
                      <a:pt x="3" y="115"/>
                      <a:pt x="5" y="98"/>
                      <a:pt x="10" y="84"/>
                    </a:cubicBezTo>
                    <a:cubicBezTo>
                      <a:pt x="15" y="70"/>
                      <a:pt x="21" y="54"/>
                      <a:pt x="30" y="42"/>
                    </a:cubicBezTo>
                    <a:cubicBezTo>
                      <a:pt x="39" y="30"/>
                      <a:pt x="51" y="15"/>
                      <a:pt x="66" y="9"/>
                    </a:cubicBezTo>
                    <a:cubicBezTo>
                      <a:pt x="81" y="3"/>
                      <a:pt x="102" y="0"/>
                      <a:pt x="118" y="5"/>
                    </a:cubicBezTo>
                    <a:cubicBezTo>
                      <a:pt x="134" y="10"/>
                      <a:pt x="148" y="23"/>
                      <a:pt x="160" y="39"/>
                    </a:cubicBezTo>
                    <a:cubicBezTo>
                      <a:pt x="172" y="55"/>
                      <a:pt x="181" y="82"/>
                      <a:pt x="187" y="102"/>
                    </a:cubicBezTo>
                    <a:cubicBezTo>
                      <a:pt x="193" y="133"/>
                      <a:pt x="193" y="143"/>
                      <a:pt x="193" y="159"/>
                    </a:cubicBezTo>
                    <a:cubicBezTo>
                      <a:pt x="193" y="176"/>
                      <a:pt x="194" y="193"/>
                      <a:pt x="189" y="207"/>
                    </a:cubicBezTo>
                    <a:cubicBezTo>
                      <a:pt x="187" y="227"/>
                      <a:pt x="177" y="238"/>
                      <a:pt x="163" y="245"/>
                    </a:cubicBezTo>
                    <a:cubicBezTo>
                      <a:pt x="149" y="252"/>
                      <a:pt x="137" y="235"/>
                      <a:pt x="130" y="222"/>
                    </a:cubicBezTo>
                    <a:cubicBezTo>
                      <a:pt x="123" y="209"/>
                      <a:pt x="121" y="185"/>
                      <a:pt x="120" y="167"/>
                    </a:cubicBezTo>
                    <a:cubicBezTo>
                      <a:pt x="119" y="149"/>
                      <a:pt x="123" y="120"/>
                      <a:pt x="124" y="111"/>
                    </a:cubicBezTo>
                  </a:path>
                </a:pathLst>
              </a:custGeom>
              <a:noFill/>
              <a:ln w="38100" cap="flat" cmpd="sng">
                <a:solidFill>
                  <a:srgbClr val="99CC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689" name="Freeform 113">
                <a:extLst>
                  <a:ext uri="{FF2B5EF4-FFF2-40B4-BE49-F238E27FC236}">
                    <a16:creationId xmlns:a16="http://schemas.microsoft.com/office/drawing/2014/main" id="{2E235C04-BF3A-E66E-A76C-2CADD58296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381" y="1531"/>
                <a:ext cx="194" cy="252"/>
              </a:xfrm>
              <a:custGeom>
                <a:avLst/>
                <a:gdLst/>
                <a:ahLst/>
                <a:cxnLst>
                  <a:cxn ang="0">
                    <a:pos x="0" y="170"/>
                  </a:cxn>
                  <a:cxn ang="0">
                    <a:pos x="1" y="129"/>
                  </a:cxn>
                  <a:cxn ang="0">
                    <a:pos x="10" y="84"/>
                  </a:cxn>
                  <a:cxn ang="0">
                    <a:pos x="30" y="42"/>
                  </a:cxn>
                  <a:cxn ang="0">
                    <a:pos x="66" y="9"/>
                  </a:cxn>
                  <a:cxn ang="0">
                    <a:pos x="118" y="5"/>
                  </a:cxn>
                  <a:cxn ang="0">
                    <a:pos x="160" y="39"/>
                  </a:cxn>
                  <a:cxn ang="0">
                    <a:pos x="187" y="102"/>
                  </a:cxn>
                  <a:cxn ang="0">
                    <a:pos x="193" y="159"/>
                  </a:cxn>
                  <a:cxn ang="0">
                    <a:pos x="189" y="207"/>
                  </a:cxn>
                  <a:cxn ang="0">
                    <a:pos x="163" y="245"/>
                  </a:cxn>
                  <a:cxn ang="0">
                    <a:pos x="130" y="222"/>
                  </a:cxn>
                  <a:cxn ang="0">
                    <a:pos x="120" y="167"/>
                  </a:cxn>
                  <a:cxn ang="0">
                    <a:pos x="124" y="111"/>
                  </a:cxn>
                </a:cxnLst>
                <a:rect l="0" t="0" r="r" b="b"/>
                <a:pathLst>
                  <a:path w="194" h="252">
                    <a:moveTo>
                      <a:pt x="0" y="170"/>
                    </a:moveTo>
                    <a:cubicBezTo>
                      <a:pt x="0" y="163"/>
                      <a:pt x="0" y="141"/>
                      <a:pt x="1" y="129"/>
                    </a:cubicBezTo>
                    <a:cubicBezTo>
                      <a:pt x="3" y="115"/>
                      <a:pt x="5" y="98"/>
                      <a:pt x="10" y="84"/>
                    </a:cubicBezTo>
                    <a:cubicBezTo>
                      <a:pt x="15" y="70"/>
                      <a:pt x="21" y="54"/>
                      <a:pt x="30" y="42"/>
                    </a:cubicBezTo>
                    <a:cubicBezTo>
                      <a:pt x="39" y="30"/>
                      <a:pt x="51" y="15"/>
                      <a:pt x="66" y="9"/>
                    </a:cubicBezTo>
                    <a:cubicBezTo>
                      <a:pt x="81" y="3"/>
                      <a:pt x="102" y="0"/>
                      <a:pt x="118" y="5"/>
                    </a:cubicBezTo>
                    <a:cubicBezTo>
                      <a:pt x="134" y="10"/>
                      <a:pt x="148" y="23"/>
                      <a:pt x="160" y="39"/>
                    </a:cubicBezTo>
                    <a:cubicBezTo>
                      <a:pt x="172" y="55"/>
                      <a:pt x="181" y="82"/>
                      <a:pt x="187" y="102"/>
                    </a:cubicBezTo>
                    <a:cubicBezTo>
                      <a:pt x="193" y="133"/>
                      <a:pt x="193" y="143"/>
                      <a:pt x="193" y="159"/>
                    </a:cubicBezTo>
                    <a:cubicBezTo>
                      <a:pt x="193" y="176"/>
                      <a:pt x="194" y="193"/>
                      <a:pt x="189" y="207"/>
                    </a:cubicBezTo>
                    <a:cubicBezTo>
                      <a:pt x="187" y="227"/>
                      <a:pt x="177" y="238"/>
                      <a:pt x="163" y="245"/>
                    </a:cubicBezTo>
                    <a:cubicBezTo>
                      <a:pt x="149" y="252"/>
                      <a:pt x="137" y="235"/>
                      <a:pt x="130" y="222"/>
                    </a:cubicBezTo>
                    <a:cubicBezTo>
                      <a:pt x="123" y="209"/>
                      <a:pt x="121" y="185"/>
                      <a:pt x="120" y="167"/>
                    </a:cubicBezTo>
                    <a:cubicBezTo>
                      <a:pt x="119" y="149"/>
                      <a:pt x="123" y="120"/>
                      <a:pt x="124" y="111"/>
                    </a:cubicBezTo>
                  </a:path>
                </a:pathLst>
              </a:custGeom>
              <a:noFill/>
              <a:ln w="38100" cap="flat" cmpd="sng">
                <a:solidFill>
                  <a:srgbClr val="99CC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690" name="Freeform 114">
                <a:extLst>
                  <a:ext uri="{FF2B5EF4-FFF2-40B4-BE49-F238E27FC236}">
                    <a16:creationId xmlns:a16="http://schemas.microsoft.com/office/drawing/2014/main" id="{04621A8F-9E7E-F99A-A81F-2D3D0A3F23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501" y="1532"/>
                <a:ext cx="194" cy="252"/>
              </a:xfrm>
              <a:custGeom>
                <a:avLst/>
                <a:gdLst/>
                <a:ahLst/>
                <a:cxnLst>
                  <a:cxn ang="0">
                    <a:pos x="0" y="170"/>
                  </a:cxn>
                  <a:cxn ang="0">
                    <a:pos x="1" y="129"/>
                  </a:cxn>
                  <a:cxn ang="0">
                    <a:pos x="10" y="84"/>
                  </a:cxn>
                  <a:cxn ang="0">
                    <a:pos x="30" y="42"/>
                  </a:cxn>
                  <a:cxn ang="0">
                    <a:pos x="66" y="9"/>
                  </a:cxn>
                  <a:cxn ang="0">
                    <a:pos x="118" y="5"/>
                  </a:cxn>
                  <a:cxn ang="0">
                    <a:pos x="160" y="39"/>
                  </a:cxn>
                  <a:cxn ang="0">
                    <a:pos x="187" y="102"/>
                  </a:cxn>
                  <a:cxn ang="0">
                    <a:pos x="193" y="159"/>
                  </a:cxn>
                  <a:cxn ang="0">
                    <a:pos x="189" y="207"/>
                  </a:cxn>
                  <a:cxn ang="0">
                    <a:pos x="163" y="245"/>
                  </a:cxn>
                  <a:cxn ang="0">
                    <a:pos x="130" y="222"/>
                  </a:cxn>
                  <a:cxn ang="0">
                    <a:pos x="120" y="167"/>
                  </a:cxn>
                  <a:cxn ang="0">
                    <a:pos x="124" y="111"/>
                  </a:cxn>
                </a:cxnLst>
                <a:rect l="0" t="0" r="r" b="b"/>
                <a:pathLst>
                  <a:path w="194" h="252">
                    <a:moveTo>
                      <a:pt x="0" y="170"/>
                    </a:moveTo>
                    <a:cubicBezTo>
                      <a:pt x="0" y="163"/>
                      <a:pt x="0" y="141"/>
                      <a:pt x="1" y="129"/>
                    </a:cubicBezTo>
                    <a:cubicBezTo>
                      <a:pt x="3" y="115"/>
                      <a:pt x="5" y="98"/>
                      <a:pt x="10" y="84"/>
                    </a:cubicBezTo>
                    <a:cubicBezTo>
                      <a:pt x="15" y="70"/>
                      <a:pt x="21" y="54"/>
                      <a:pt x="30" y="42"/>
                    </a:cubicBezTo>
                    <a:cubicBezTo>
                      <a:pt x="39" y="30"/>
                      <a:pt x="51" y="15"/>
                      <a:pt x="66" y="9"/>
                    </a:cubicBezTo>
                    <a:cubicBezTo>
                      <a:pt x="81" y="3"/>
                      <a:pt x="102" y="0"/>
                      <a:pt x="118" y="5"/>
                    </a:cubicBezTo>
                    <a:cubicBezTo>
                      <a:pt x="134" y="10"/>
                      <a:pt x="148" y="23"/>
                      <a:pt x="160" y="39"/>
                    </a:cubicBezTo>
                    <a:cubicBezTo>
                      <a:pt x="172" y="55"/>
                      <a:pt x="181" y="82"/>
                      <a:pt x="187" y="102"/>
                    </a:cubicBezTo>
                    <a:cubicBezTo>
                      <a:pt x="193" y="133"/>
                      <a:pt x="193" y="143"/>
                      <a:pt x="193" y="159"/>
                    </a:cubicBezTo>
                    <a:cubicBezTo>
                      <a:pt x="193" y="176"/>
                      <a:pt x="194" y="193"/>
                      <a:pt x="189" y="207"/>
                    </a:cubicBezTo>
                    <a:cubicBezTo>
                      <a:pt x="187" y="227"/>
                      <a:pt x="177" y="238"/>
                      <a:pt x="163" y="245"/>
                    </a:cubicBezTo>
                    <a:cubicBezTo>
                      <a:pt x="149" y="252"/>
                      <a:pt x="137" y="235"/>
                      <a:pt x="130" y="222"/>
                    </a:cubicBezTo>
                    <a:cubicBezTo>
                      <a:pt x="123" y="209"/>
                      <a:pt x="121" y="185"/>
                      <a:pt x="120" y="167"/>
                    </a:cubicBezTo>
                    <a:cubicBezTo>
                      <a:pt x="119" y="149"/>
                      <a:pt x="123" y="120"/>
                      <a:pt x="124" y="111"/>
                    </a:cubicBezTo>
                  </a:path>
                </a:pathLst>
              </a:custGeom>
              <a:noFill/>
              <a:ln w="38100" cap="flat" cmpd="sng">
                <a:solidFill>
                  <a:srgbClr val="99CC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691" name="Freeform 115">
                <a:extLst>
                  <a:ext uri="{FF2B5EF4-FFF2-40B4-BE49-F238E27FC236}">
                    <a16:creationId xmlns:a16="http://schemas.microsoft.com/office/drawing/2014/main" id="{80148E2E-B356-6467-7483-46F4771860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621" y="1530"/>
                <a:ext cx="207" cy="173"/>
              </a:xfrm>
              <a:custGeom>
                <a:avLst/>
                <a:gdLst/>
                <a:ahLst/>
                <a:cxnLst>
                  <a:cxn ang="0">
                    <a:pos x="0" y="173"/>
                  </a:cxn>
                  <a:cxn ang="0">
                    <a:pos x="1" y="132"/>
                  </a:cxn>
                  <a:cxn ang="0">
                    <a:pos x="10" y="87"/>
                  </a:cxn>
                  <a:cxn ang="0">
                    <a:pos x="30" y="45"/>
                  </a:cxn>
                  <a:cxn ang="0">
                    <a:pos x="66" y="8"/>
                  </a:cxn>
                  <a:cxn ang="0">
                    <a:pos x="106" y="2"/>
                  </a:cxn>
                  <a:cxn ang="0">
                    <a:pos x="136" y="21"/>
                  </a:cxn>
                  <a:cxn ang="0">
                    <a:pos x="160" y="68"/>
                  </a:cxn>
                  <a:cxn ang="0">
                    <a:pos x="166" y="113"/>
                  </a:cxn>
                  <a:cxn ang="0">
                    <a:pos x="169" y="131"/>
                  </a:cxn>
                  <a:cxn ang="0">
                    <a:pos x="207" y="132"/>
                  </a:cxn>
                </a:cxnLst>
                <a:rect l="0" t="0" r="r" b="b"/>
                <a:pathLst>
                  <a:path w="207" h="173">
                    <a:moveTo>
                      <a:pt x="0" y="173"/>
                    </a:moveTo>
                    <a:cubicBezTo>
                      <a:pt x="0" y="166"/>
                      <a:pt x="0" y="144"/>
                      <a:pt x="1" y="132"/>
                    </a:cubicBezTo>
                    <a:cubicBezTo>
                      <a:pt x="3" y="118"/>
                      <a:pt x="5" y="101"/>
                      <a:pt x="10" y="87"/>
                    </a:cubicBezTo>
                    <a:cubicBezTo>
                      <a:pt x="15" y="73"/>
                      <a:pt x="21" y="58"/>
                      <a:pt x="30" y="45"/>
                    </a:cubicBezTo>
                    <a:cubicBezTo>
                      <a:pt x="39" y="32"/>
                      <a:pt x="53" y="15"/>
                      <a:pt x="66" y="8"/>
                    </a:cubicBezTo>
                    <a:cubicBezTo>
                      <a:pt x="79" y="1"/>
                      <a:pt x="94" y="0"/>
                      <a:pt x="106" y="2"/>
                    </a:cubicBezTo>
                    <a:cubicBezTo>
                      <a:pt x="118" y="4"/>
                      <a:pt x="127" y="10"/>
                      <a:pt x="136" y="21"/>
                    </a:cubicBezTo>
                    <a:cubicBezTo>
                      <a:pt x="145" y="32"/>
                      <a:pt x="155" y="53"/>
                      <a:pt x="160" y="68"/>
                    </a:cubicBezTo>
                    <a:cubicBezTo>
                      <a:pt x="165" y="83"/>
                      <a:pt x="163" y="96"/>
                      <a:pt x="166" y="113"/>
                    </a:cubicBezTo>
                    <a:cubicBezTo>
                      <a:pt x="169" y="130"/>
                      <a:pt x="162" y="128"/>
                      <a:pt x="169" y="131"/>
                    </a:cubicBezTo>
                    <a:cubicBezTo>
                      <a:pt x="176" y="134"/>
                      <a:pt x="199" y="132"/>
                      <a:pt x="207" y="132"/>
                    </a:cubicBezTo>
                  </a:path>
                </a:pathLst>
              </a:custGeom>
              <a:noFill/>
              <a:ln w="38100" cap="flat" cmpd="sng">
                <a:solidFill>
                  <a:srgbClr val="99CC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692" name="Line 116">
                <a:extLst>
                  <a:ext uri="{FF2B5EF4-FFF2-40B4-BE49-F238E27FC236}">
                    <a16:creationId xmlns:a16="http://schemas.microsoft.com/office/drawing/2014/main" id="{C691A40B-85DE-53CB-87B2-E94CD231CF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6" y="1663"/>
                <a:ext cx="67" cy="0"/>
              </a:xfrm>
              <a:prstGeom prst="line">
                <a:avLst/>
              </a:prstGeom>
              <a:noFill/>
              <a:ln w="38100">
                <a:solidFill>
                  <a:srgbClr val="99CC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11320" name="Group 229">
              <a:extLst>
                <a:ext uri="{FF2B5EF4-FFF2-40B4-BE49-F238E27FC236}">
                  <a16:creationId xmlns:a16="http://schemas.microsoft.com/office/drawing/2014/main" id="{42E81516-8D6B-A86F-857D-19B0D4F45F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5" y="2078"/>
              <a:ext cx="3141" cy="686"/>
              <a:chOff x="635" y="2078"/>
              <a:chExt cx="3141" cy="686"/>
            </a:xfrm>
          </p:grpSpPr>
          <p:sp>
            <p:nvSpPr>
              <p:cNvPr id="24695" name="Rectangle 119">
                <a:extLst>
                  <a:ext uri="{FF2B5EF4-FFF2-40B4-BE49-F238E27FC236}">
                    <a16:creationId xmlns:a16="http://schemas.microsoft.com/office/drawing/2014/main" id="{EB77F204-1E3E-6036-EFC9-C10592B72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" y="2646"/>
                <a:ext cx="2947" cy="91"/>
              </a:xfrm>
              <a:prstGeom prst="rect">
                <a:avLst/>
              </a:prstGeom>
              <a:solidFill>
                <a:srgbClr val="FF9900">
                  <a:alpha val="39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696" name="Oval 120">
                <a:extLst>
                  <a:ext uri="{FF2B5EF4-FFF2-40B4-BE49-F238E27FC236}">
                    <a16:creationId xmlns:a16="http://schemas.microsoft.com/office/drawing/2014/main" id="{710E53EB-DCCB-ED11-5C81-DE4E5157DD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97" y="2274"/>
                <a:ext cx="374" cy="374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000099">
                      <a:alpha val="71001"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11323" name="Object 15">
                <a:extLst>
                  <a:ext uri="{FF2B5EF4-FFF2-40B4-BE49-F238E27FC236}">
                    <a16:creationId xmlns:a16="http://schemas.microsoft.com/office/drawing/2014/main" id="{D48BB63D-7620-93CB-CD3A-DE99B05EF94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632" y="2612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2" imgW="183129" imgH="198009" progId="Equation.3">
                      <p:embed/>
                    </p:oleObj>
                  </mc:Choice>
                  <mc:Fallback>
                    <p:oleObj name="公式" r:id="rId12" imgW="183129" imgH="198009" progId="Equation.3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32" y="2612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324" name="Object 16">
                <a:extLst>
                  <a:ext uri="{FF2B5EF4-FFF2-40B4-BE49-F238E27FC236}">
                    <a16:creationId xmlns:a16="http://schemas.microsoft.com/office/drawing/2014/main" id="{343C2CA8-1C31-B61E-49C1-F699A6E7CB8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84" y="2388"/>
              <a:ext cx="200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4" imgW="274196" imgH="198009" progId="Equation.3">
                      <p:embed/>
                    </p:oleObj>
                  </mc:Choice>
                  <mc:Fallback>
                    <p:oleObj name="公式" r:id="rId14" imgW="274196" imgH="198009" progId="Equation.3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4" y="2388"/>
                            <a:ext cx="200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 algn="ctr">
                                <a:solidFill>
                                  <a:schemeClr val="bg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677" name="Oval 101">
                <a:extLst>
                  <a:ext uri="{FF2B5EF4-FFF2-40B4-BE49-F238E27FC236}">
                    <a16:creationId xmlns:a16="http://schemas.microsoft.com/office/drawing/2014/main" id="{3D2055E2-9EB4-821C-1F8F-011362FFD2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68" y="2659"/>
                <a:ext cx="63" cy="64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rgbClr val="FF99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693" name="Line 117">
                <a:extLst>
                  <a:ext uri="{FF2B5EF4-FFF2-40B4-BE49-F238E27FC236}">
                    <a16:creationId xmlns:a16="http://schemas.microsoft.com/office/drawing/2014/main" id="{C42B4AFD-AEAB-1D11-5DE3-E22127E54B1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52" y="2688"/>
                <a:ext cx="2947" cy="1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lg"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694" name="Rectangle 118">
                <a:extLst>
                  <a:ext uri="{FF2B5EF4-FFF2-40B4-BE49-F238E27FC236}">
                    <a16:creationId xmlns:a16="http://schemas.microsoft.com/office/drawing/2014/main" id="{3CA65CE2-D60F-7FA9-2ACD-648307E06A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" y="2078"/>
                <a:ext cx="90" cy="635"/>
              </a:xfrm>
              <a:prstGeom prst="rect">
                <a:avLst/>
              </a:prstGeom>
              <a:solidFill>
                <a:srgbClr val="FF9900">
                  <a:alpha val="39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graphicFrame>
        <p:nvGraphicFramePr>
          <p:cNvPr id="24747" name="Object 6">
            <a:extLst>
              <a:ext uri="{FF2B5EF4-FFF2-40B4-BE49-F238E27FC236}">
                <a16:creationId xmlns:a16="http://schemas.microsoft.com/office/drawing/2014/main" id="{706BB05B-6438-AD3B-A4C6-C79E00A0FE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73450" y="2279650"/>
          <a:ext cx="317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74196" imgH="198009" progId="Equation.3">
                  <p:embed/>
                </p:oleObj>
              </mc:Choice>
              <mc:Fallback>
                <p:oleObj name="公式" r:id="rId16" imgW="274196" imgH="19800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3450" y="2279650"/>
                        <a:ext cx="3175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232">
            <a:extLst>
              <a:ext uri="{FF2B5EF4-FFF2-40B4-BE49-F238E27FC236}">
                <a16:creationId xmlns:a16="http://schemas.microsoft.com/office/drawing/2014/main" id="{0721AE27-FCA6-0CC5-9933-BF7B635EA729}"/>
              </a:ext>
            </a:extLst>
          </p:cNvPr>
          <p:cNvGrpSpPr>
            <a:grpSpLocks/>
          </p:cNvGrpSpPr>
          <p:nvPr/>
        </p:nvGrpSpPr>
        <p:grpSpPr bwMode="auto">
          <a:xfrm>
            <a:off x="1035050" y="2609850"/>
            <a:ext cx="4959350" cy="463550"/>
            <a:chOff x="644" y="1644"/>
            <a:chExt cx="3124" cy="292"/>
          </a:xfrm>
        </p:grpSpPr>
        <p:grpSp>
          <p:nvGrpSpPr>
            <p:cNvPr id="11313" name="Group 228">
              <a:extLst>
                <a:ext uri="{FF2B5EF4-FFF2-40B4-BE49-F238E27FC236}">
                  <a16:creationId xmlns:a16="http://schemas.microsoft.com/office/drawing/2014/main" id="{0E4C906E-6A9A-DCA7-9198-0CDDF94716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4" y="1644"/>
              <a:ext cx="3124" cy="292"/>
              <a:chOff x="644" y="1644"/>
              <a:chExt cx="3124" cy="292"/>
            </a:xfrm>
          </p:grpSpPr>
          <p:grpSp>
            <p:nvGrpSpPr>
              <p:cNvPr id="11315" name="Group 227">
                <a:extLst>
                  <a:ext uri="{FF2B5EF4-FFF2-40B4-BE49-F238E27FC236}">
                    <a16:creationId xmlns:a16="http://schemas.microsoft.com/office/drawing/2014/main" id="{72C96B78-A080-F529-EE07-9C4830ECCC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4" y="1644"/>
                <a:ext cx="3124" cy="152"/>
                <a:chOff x="644" y="1644"/>
                <a:chExt cx="3124" cy="152"/>
              </a:xfrm>
            </p:grpSpPr>
            <p:graphicFrame>
              <p:nvGraphicFramePr>
                <p:cNvPr id="11317" name="Object 14">
                  <a:extLst>
                    <a:ext uri="{FF2B5EF4-FFF2-40B4-BE49-F238E27FC236}">
                      <a16:creationId xmlns:a16="http://schemas.microsoft.com/office/drawing/2014/main" id="{92198738-437D-58D5-9BAF-B8134AC4D7C2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624" y="1644"/>
                <a:ext cx="144" cy="15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18" imgW="183129" imgH="198009" progId="Equation.3">
                        <p:embed/>
                      </p:oleObj>
                    </mc:Choice>
                    <mc:Fallback>
                      <p:oleObj name="公式" r:id="rId18" imgW="183129" imgH="198009" progId="Equation.3">
                        <p:embed/>
                        <p:pic>
                          <p:nvPicPr>
                            <p:cNvPr id="0" name="Object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24" y="1644"/>
                              <a:ext cx="144" cy="15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4765" name="Line 189">
                  <a:extLst>
                    <a:ext uri="{FF2B5EF4-FFF2-40B4-BE49-F238E27FC236}">
                      <a16:creationId xmlns:a16="http://schemas.microsoft.com/office/drawing/2014/main" id="{DB15D192-BD89-6AB8-EAA0-75002E97328F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644" y="1720"/>
                  <a:ext cx="2947" cy="1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 type="triangle" w="med" len="lg"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aphicFrame>
            <p:nvGraphicFramePr>
              <p:cNvPr id="11316" name="Object 13">
                <a:extLst>
                  <a:ext uri="{FF2B5EF4-FFF2-40B4-BE49-F238E27FC236}">
                    <a16:creationId xmlns:a16="http://schemas.microsoft.com/office/drawing/2014/main" id="{EEFE25E4-D2D0-5801-3533-03AFE5597D0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124" y="1776"/>
              <a:ext cx="148" cy="1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0" imgW="259267" imgH="281801" progId="Equation.3">
                      <p:embed/>
                    </p:oleObj>
                  </mc:Choice>
                  <mc:Fallback>
                    <p:oleObj name="公式" r:id="rId20" imgW="259267" imgH="281801" progId="Equation.3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24" y="1776"/>
                            <a:ext cx="148" cy="1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4749" name="Oval 173">
              <a:extLst>
                <a:ext uri="{FF2B5EF4-FFF2-40B4-BE49-F238E27FC236}">
                  <a16:creationId xmlns:a16="http://schemas.microsoft.com/office/drawing/2014/main" id="{730182E2-3A40-63FC-F388-FCEBEFEBD5F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60" y="1691"/>
              <a:ext cx="63" cy="6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FF99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2" name="Group 234">
            <a:extLst>
              <a:ext uri="{FF2B5EF4-FFF2-40B4-BE49-F238E27FC236}">
                <a16:creationId xmlns:a16="http://schemas.microsoft.com/office/drawing/2014/main" id="{79A4A8DE-921C-3C2E-C592-85B6CCA0A86F}"/>
              </a:ext>
            </a:extLst>
          </p:cNvPr>
          <p:cNvGrpSpPr>
            <a:grpSpLocks/>
          </p:cNvGrpSpPr>
          <p:nvPr/>
        </p:nvGrpSpPr>
        <p:grpSpPr bwMode="auto">
          <a:xfrm>
            <a:off x="1008063" y="5000625"/>
            <a:ext cx="4986337" cy="1089025"/>
            <a:chOff x="635" y="3150"/>
            <a:chExt cx="3141" cy="686"/>
          </a:xfrm>
        </p:grpSpPr>
        <p:graphicFrame>
          <p:nvGraphicFramePr>
            <p:cNvPr id="11290" name="Object 11">
              <a:extLst>
                <a:ext uri="{FF2B5EF4-FFF2-40B4-BE49-F238E27FC236}">
                  <a16:creationId xmlns:a16="http://schemas.microsoft.com/office/drawing/2014/main" id="{C966381E-1DDA-91B1-1791-BCEB4EC2ACD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32" y="3684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183129" imgH="198009" progId="Equation.3">
                    <p:embed/>
                  </p:oleObj>
                </mc:Choice>
                <mc:Fallback>
                  <p:oleObj name="公式" r:id="rId22" imgW="183129" imgH="198009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2" y="3684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291" name="Group 231">
              <a:extLst>
                <a:ext uri="{FF2B5EF4-FFF2-40B4-BE49-F238E27FC236}">
                  <a16:creationId xmlns:a16="http://schemas.microsoft.com/office/drawing/2014/main" id="{4AFD89D2-1FA9-EA93-B71C-8AAE423754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5" y="3150"/>
              <a:ext cx="2964" cy="659"/>
              <a:chOff x="635" y="3150"/>
              <a:chExt cx="2964" cy="659"/>
            </a:xfrm>
          </p:grpSpPr>
          <p:grpSp>
            <p:nvGrpSpPr>
              <p:cNvPr id="11292" name="Group 127">
                <a:extLst>
                  <a:ext uri="{FF2B5EF4-FFF2-40B4-BE49-F238E27FC236}">
                    <a16:creationId xmlns:a16="http://schemas.microsoft.com/office/drawing/2014/main" id="{04694E15-5DC8-466E-B35E-5BDC6CE698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3" y="3419"/>
                <a:ext cx="824" cy="258"/>
                <a:chOff x="1156" y="1526"/>
                <a:chExt cx="1672" cy="258"/>
              </a:xfrm>
            </p:grpSpPr>
            <p:sp>
              <p:nvSpPr>
                <p:cNvPr id="24704" name="Freeform 128">
                  <a:extLst>
                    <a:ext uri="{FF2B5EF4-FFF2-40B4-BE49-F238E27FC236}">
                      <a16:creationId xmlns:a16="http://schemas.microsoft.com/office/drawing/2014/main" id="{D4EA71DE-913C-2C63-B462-2659B56369E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211" y="1527"/>
                  <a:ext cx="164" cy="249"/>
                </a:xfrm>
                <a:custGeom>
                  <a:avLst/>
                  <a:gdLst/>
                  <a:ahLst/>
                  <a:cxnLst>
                    <a:cxn ang="0">
                      <a:pos x="0" y="132"/>
                    </a:cxn>
                    <a:cxn ang="0">
                      <a:pos x="15" y="50"/>
                    </a:cxn>
                    <a:cxn ang="0">
                      <a:pos x="54" y="6"/>
                    </a:cxn>
                    <a:cxn ang="0">
                      <a:pos x="103" y="17"/>
                    </a:cxn>
                    <a:cxn ang="0">
                      <a:pos x="139" y="63"/>
                    </a:cxn>
                    <a:cxn ang="0">
                      <a:pos x="162" y="152"/>
                    </a:cxn>
                    <a:cxn ang="0">
                      <a:pos x="157" y="215"/>
                    </a:cxn>
                    <a:cxn ang="0">
                      <a:pos x="144" y="240"/>
                    </a:cxn>
                    <a:cxn ang="0">
                      <a:pos x="123" y="248"/>
                    </a:cxn>
                    <a:cxn ang="0">
                      <a:pos x="103" y="234"/>
                    </a:cxn>
                    <a:cxn ang="0">
                      <a:pos x="90" y="189"/>
                    </a:cxn>
                    <a:cxn ang="0">
                      <a:pos x="88" y="143"/>
                    </a:cxn>
                    <a:cxn ang="0">
                      <a:pos x="93" y="116"/>
                    </a:cxn>
                  </a:cxnLst>
                  <a:rect l="0" t="0" r="r" b="b"/>
                  <a:pathLst>
                    <a:path w="165" h="249">
                      <a:moveTo>
                        <a:pt x="0" y="132"/>
                      </a:moveTo>
                      <a:cubicBezTo>
                        <a:pt x="2" y="118"/>
                        <a:pt x="6" y="71"/>
                        <a:pt x="15" y="50"/>
                      </a:cubicBezTo>
                      <a:cubicBezTo>
                        <a:pt x="24" y="29"/>
                        <a:pt x="39" y="12"/>
                        <a:pt x="54" y="6"/>
                      </a:cubicBezTo>
                      <a:cubicBezTo>
                        <a:pt x="69" y="0"/>
                        <a:pt x="89" y="7"/>
                        <a:pt x="103" y="17"/>
                      </a:cubicBezTo>
                      <a:cubicBezTo>
                        <a:pt x="117" y="27"/>
                        <a:pt x="129" y="41"/>
                        <a:pt x="139" y="63"/>
                      </a:cubicBezTo>
                      <a:cubicBezTo>
                        <a:pt x="149" y="85"/>
                        <a:pt x="159" y="127"/>
                        <a:pt x="162" y="152"/>
                      </a:cubicBezTo>
                      <a:cubicBezTo>
                        <a:pt x="165" y="177"/>
                        <a:pt x="160" y="200"/>
                        <a:pt x="157" y="215"/>
                      </a:cubicBezTo>
                      <a:cubicBezTo>
                        <a:pt x="154" y="230"/>
                        <a:pt x="150" y="235"/>
                        <a:pt x="144" y="240"/>
                      </a:cubicBezTo>
                      <a:cubicBezTo>
                        <a:pt x="138" y="245"/>
                        <a:pt x="130" y="249"/>
                        <a:pt x="123" y="248"/>
                      </a:cubicBezTo>
                      <a:cubicBezTo>
                        <a:pt x="116" y="247"/>
                        <a:pt x="108" y="244"/>
                        <a:pt x="103" y="234"/>
                      </a:cubicBezTo>
                      <a:cubicBezTo>
                        <a:pt x="98" y="224"/>
                        <a:pt x="92" y="204"/>
                        <a:pt x="90" y="189"/>
                      </a:cubicBezTo>
                      <a:cubicBezTo>
                        <a:pt x="88" y="174"/>
                        <a:pt x="88" y="155"/>
                        <a:pt x="88" y="143"/>
                      </a:cubicBezTo>
                      <a:cubicBezTo>
                        <a:pt x="88" y="131"/>
                        <a:pt x="92" y="122"/>
                        <a:pt x="93" y="116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99CC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4705" name="Freeform 129">
                  <a:extLst>
                    <a:ext uri="{FF2B5EF4-FFF2-40B4-BE49-F238E27FC236}">
                      <a16:creationId xmlns:a16="http://schemas.microsoft.com/office/drawing/2014/main" id="{0607CC34-C464-822C-280D-C19FFB37F1C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300" y="1530"/>
                  <a:ext cx="195" cy="252"/>
                </a:xfrm>
                <a:custGeom>
                  <a:avLst/>
                  <a:gdLst/>
                  <a:ahLst/>
                  <a:cxnLst>
                    <a:cxn ang="0">
                      <a:pos x="0" y="170"/>
                    </a:cxn>
                    <a:cxn ang="0">
                      <a:pos x="1" y="129"/>
                    </a:cxn>
                    <a:cxn ang="0">
                      <a:pos x="10" y="84"/>
                    </a:cxn>
                    <a:cxn ang="0">
                      <a:pos x="30" y="42"/>
                    </a:cxn>
                    <a:cxn ang="0">
                      <a:pos x="66" y="9"/>
                    </a:cxn>
                    <a:cxn ang="0">
                      <a:pos x="118" y="5"/>
                    </a:cxn>
                    <a:cxn ang="0">
                      <a:pos x="160" y="39"/>
                    </a:cxn>
                    <a:cxn ang="0">
                      <a:pos x="187" y="102"/>
                    </a:cxn>
                    <a:cxn ang="0">
                      <a:pos x="193" y="159"/>
                    </a:cxn>
                    <a:cxn ang="0">
                      <a:pos x="189" y="207"/>
                    </a:cxn>
                    <a:cxn ang="0">
                      <a:pos x="163" y="245"/>
                    </a:cxn>
                    <a:cxn ang="0">
                      <a:pos x="130" y="222"/>
                    </a:cxn>
                    <a:cxn ang="0">
                      <a:pos x="120" y="167"/>
                    </a:cxn>
                    <a:cxn ang="0">
                      <a:pos x="124" y="111"/>
                    </a:cxn>
                  </a:cxnLst>
                  <a:rect l="0" t="0" r="r" b="b"/>
                  <a:pathLst>
                    <a:path w="194" h="252">
                      <a:moveTo>
                        <a:pt x="0" y="170"/>
                      </a:moveTo>
                      <a:cubicBezTo>
                        <a:pt x="0" y="163"/>
                        <a:pt x="0" y="141"/>
                        <a:pt x="1" y="129"/>
                      </a:cubicBezTo>
                      <a:cubicBezTo>
                        <a:pt x="3" y="115"/>
                        <a:pt x="5" y="98"/>
                        <a:pt x="10" y="84"/>
                      </a:cubicBezTo>
                      <a:cubicBezTo>
                        <a:pt x="15" y="70"/>
                        <a:pt x="21" y="54"/>
                        <a:pt x="30" y="42"/>
                      </a:cubicBezTo>
                      <a:cubicBezTo>
                        <a:pt x="39" y="30"/>
                        <a:pt x="51" y="15"/>
                        <a:pt x="66" y="9"/>
                      </a:cubicBezTo>
                      <a:cubicBezTo>
                        <a:pt x="81" y="3"/>
                        <a:pt x="102" y="0"/>
                        <a:pt x="118" y="5"/>
                      </a:cubicBezTo>
                      <a:cubicBezTo>
                        <a:pt x="134" y="10"/>
                        <a:pt x="148" y="23"/>
                        <a:pt x="160" y="39"/>
                      </a:cubicBezTo>
                      <a:cubicBezTo>
                        <a:pt x="172" y="55"/>
                        <a:pt x="181" y="82"/>
                        <a:pt x="187" y="102"/>
                      </a:cubicBezTo>
                      <a:cubicBezTo>
                        <a:pt x="193" y="133"/>
                        <a:pt x="193" y="143"/>
                        <a:pt x="193" y="159"/>
                      </a:cubicBezTo>
                      <a:cubicBezTo>
                        <a:pt x="193" y="176"/>
                        <a:pt x="194" y="193"/>
                        <a:pt x="189" y="207"/>
                      </a:cubicBezTo>
                      <a:cubicBezTo>
                        <a:pt x="187" y="227"/>
                        <a:pt x="177" y="238"/>
                        <a:pt x="163" y="245"/>
                      </a:cubicBezTo>
                      <a:cubicBezTo>
                        <a:pt x="149" y="252"/>
                        <a:pt x="137" y="235"/>
                        <a:pt x="130" y="222"/>
                      </a:cubicBezTo>
                      <a:cubicBezTo>
                        <a:pt x="123" y="209"/>
                        <a:pt x="121" y="185"/>
                        <a:pt x="120" y="167"/>
                      </a:cubicBezTo>
                      <a:cubicBezTo>
                        <a:pt x="119" y="149"/>
                        <a:pt x="123" y="120"/>
                        <a:pt x="124" y="111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99CC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4706" name="Freeform 130">
                  <a:extLst>
                    <a:ext uri="{FF2B5EF4-FFF2-40B4-BE49-F238E27FC236}">
                      <a16:creationId xmlns:a16="http://schemas.microsoft.com/office/drawing/2014/main" id="{134E5B1A-53D8-6CD2-8DED-E13EEABB590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2" y="1529"/>
                  <a:ext cx="193" cy="252"/>
                </a:xfrm>
                <a:custGeom>
                  <a:avLst/>
                  <a:gdLst/>
                  <a:ahLst/>
                  <a:cxnLst>
                    <a:cxn ang="0">
                      <a:pos x="0" y="170"/>
                    </a:cxn>
                    <a:cxn ang="0">
                      <a:pos x="1" y="129"/>
                    </a:cxn>
                    <a:cxn ang="0">
                      <a:pos x="10" y="84"/>
                    </a:cxn>
                    <a:cxn ang="0">
                      <a:pos x="30" y="42"/>
                    </a:cxn>
                    <a:cxn ang="0">
                      <a:pos x="66" y="9"/>
                    </a:cxn>
                    <a:cxn ang="0">
                      <a:pos x="118" y="5"/>
                    </a:cxn>
                    <a:cxn ang="0">
                      <a:pos x="160" y="39"/>
                    </a:cxn>
                    <a:cxn ang="0">
                      <a:pos x="187" y="102"/>
                    </a:cxn>
                    <a:cxn ang="0">
                      <a:pos x="193" y="159"/>
                    </a:cxn>
                    <a:cxn ang="0">
                      <a:pos x="189" y="207"/>
                    </a:cxn>
                    <a:cxn ang="0">
                      <a:pos x="163" y="245"/>
                    </a:cxn>
                    <a:cxn ang="0">
                      <a:pos x="130" y="222"/>
                    </a:cxn>
                    <a:cxn ang="0">
                      <a:pos x="120" y="167"/>
                    </a:cxn>
                    <a:cxn ang="0">
                      <a:pos x="124" y="111"/>
                    </a:cxn>
                  </a:cxnLst>
                  <a:rect l="0" t="0" r="r" b="b"/>
                  <a:pathLst>
                    <a:path w="194" h="252">
                      <a:moveTo>
                        <a:pt x="0" y="170"/>
                      </a:moveTo>
                      <a:cubicBezTo>
                        <a:pt x="0" y="163"/>
                        <a:pt x="0" y="141"/>
                        <a:pt x="1" y="129"/>
                      </a:cubicBezTo>
                      <a:cubicBezTo>
                        <a:pt x="3" y="115"/>
                        <a:pt x="5" y="98"/>
                        <a:pt x="10" y="84"/>
                      </a:cubicBezTo>
                      <a:cubicBezTo>
                        <a:pt x="15" y="70"/>
                        <a:pt x="21" y="54"/>
                        <a:pt x="30" y="42"/>
                      </a:cubicBezTo>
                      <a:cubicBezTo>
                        <a:pt x="39" y="30"/>
                        <a:pt x="51" y="15"/>
                        <a:pt x="66" y="9"/>
                      </a:cubicBezTo>
                      <a:cubicBezTo>
                        <a:pt x="81" y="3"/>
                        <a:pt x="102" y="0"/>
                        <a:pt x="118" y="5"/>
                      </a:cubicBezTo>
                      <a:cubicBezTo>
                        <a:pt x="134" y="10"/>
                        <a:pt x="148" y="23"/>
                        <a:pt x="160" y="39"/>
                      </a:cubicBezTo>
                      <a:cubicBezTo>
                        <a:pt x="172" y="55"/>
                        <a:pt x="181" y="82"/>
                        <a:pt x="187" y="102"/>
                      </a:cubicBezTo>
                      <a:cubicBezTo>
                        <a:pt x="193" y="133"/>
                        <a:pt x="193" y="143"/>
                        <a:pt x="193" y="159"/>
                      </a:cubicBezTo>
                      <a:cubicBezTo>
                        <a:pt x="193" y="176"/>
                        <a:pt x="194" y="193"/>
                        <a:pt x="189" y="207"/>
                      </a:cubicBezTo>
                      <a:cubicBezTo>
                        <a:pt x="187" y="227"/>
                        <a:pt x="177" y="238"/>
                        <a:pt x="163" y="245"/>
                      </a:cubicBezTo>
                      <a:cubicBezTo>
                        <a:pt x="149" y="252"/>
                        <a:pt x="137" y="235"/>
                        <a:pt x="130" y="222"/>
                      </a:cubicBezTo>
                      <a:cubicBezTo>
                        <a:pt x="123" y="209"/>
                        <a:pt x="121" y="185"/>
                        <a:pt x="120" y="167"/>
                      </a:cubicBezTo>
                      <a:cubicBezTo>
                        <a:pt x="119" y="149"/>
                        <a:pt x="123" y="120"/>
                        <a:pt x="124" y="111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99CC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4707" name="Freeform 131">
                  <a:extLst>
                    <a:ext uri="{FF2B5EF4-FFF2-40B4-BE49-F238E27FC236}">
                      <a16:creationId xmlns:a16="http://schemas.microsoft.com/office/drawing/2014/main" id="{D1172D1B-1D37-3452-CCF0-CEFAFDC6B07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542" y="1528"/>
                  <a:ext cx="193" cy="252"/>
                </a:xfrm>
                <a:custGeom>
                  <a:avLst/>
                  <a:gdLst/>
                  <a:ahLst/>
                  <a:cxnLst>
                    <a:cxn ang="0">
                      <a:pos x="0" y="170"/>
                    </a:cxn>
                    <a:cxn ang="0">
                      <a:pos x="1" y="129"/>
                    </a:cxn>
                    <a:cxn ang="0">
                      <a:pos x="10" y="84"/>
                    </a:cxn>
                    <a:cxn ang="0">
                      <a:pos x="30" y="42"/>
                    </a:cxn>
                    <a:cxn ang="0">
                      <a:pos x="66" y="9"/>
                    </a:cxn>
                    <a:cxn ang="0">
                      <a:pos x="118" y="5"/>
                    </a:cxn>
                    <a:cxn ang="0">
                      <a:pos x="160" y="39"/>
                    </a:cxn>
                    <a:cxn ang="0">
                      <a:pos x="187" y="102"/>
                    </a:cxn>
                    <a:cxn ang="0">
                      <a:pos x="193" y="159"/>
                    </a:cxn>
                    <a:cxn ang="0">
                      <a:pos x="189" y="207"/>
                    </a:cxn>
                    <a:cxn ang="0">
                      <a:pos x="163" y="245"/>
                    </a:cxn>
                    <a:cxn ang="0">
                      <a:pos x="130" y="222"/>
                    </a:cxn>
                    <a:cxn ang="0">
                      <a:pos x="120" y="167"/>
                    </a:cxn>
                    <a:cxn ang="0">
                      <a:pos x="124" y="111"/>
                    </a:cxn>
                  </a:cxnLst>
                  <a:rect l="0" t="0" r="r" b="b"/>
                  <a:pathLst>
                    <a:path w="194" h="252">
                      <a:moveTo>
                        <a:pt x="0" y="170"/>
                      </a:moveTo>
                      <a:cubicBezTo>
                        <a:pt x="0" y="163"/>
                        <a:pt x="0" y="141"/>
                        <a:pt x="1" y="129"/>
                      </a:cubicBezTo>
                      <a:cubicBezTo>
                        <a:pt x="3" y="115"/>
                        <a:pt x="5" y="98"/>
                        <a:pt x="10" y="84"/>
                      </a:cubicBezTo>
                      <a:cubicBezTo>
                        <a:pt x="15" y="70"/>
                        <a:pt x="21" y="54"/>
                        <a:pt x="30" y="42"/>
                      </a:cubicBezTo>
                      <a:cubicBezTo>
                        <a:pt x="39" y="30"/>
                        <a:pt x="51" y="15"/>
                        <a:pt x="66" y="9"/>
                      </a:cubicBezTo>
                      <a:cubicBezTo>
                        <a:pt x="81" y="3"/>
                        <a:pt x="102" y="0"/>
                        <a:pt x="118" y="5"/>
                      </a:cubicBezTo>
                      <a:cubicBezTo>
                        <a:pt x="134" y="10"/>
                        <a:pt x="148" y="23"/>
                        <a:pt x="160" y="39"/>
                      </a:cubicBezTo>
                      <a:cubicBezTo>
                        <a:pt x="172" y="55"/>
                        <a:pt x="181" y="82"/>
                        <a:pt x="187" y="102"/>
                      </a:cubicBezTo>
                      <a:cubicBezTo>
                        <a:pt x="193" y="133"/>
                        <a:pt x="193" y="143"/>
                        <a:pt x="193" y="159"/>
                      </a:cubicBezTo>
                      <a:cubicBezTo>
                        <a:pt x="193" y="176"/>
                        <a:pt x="194" y="193"/>
                        <a:pt x="189" y="207"/>
                      </a:cubicBezTo>
                      <a:cubicBezTo>
                        <a:pt x="187" y="227"/>
                        <a:pt x="177" y="238"/>
                        <a:pt x="163" y="245"/>
                      </a:cubicBezTo>
                      <a:cubicBezTo>
                        <a:pt x="149" y="252"/>
                        <a:pt x="137" y="235"/>
                        <a:pt x="130" y="222"/>
                      </a:cubicBezTo>
                      <a:cubicBezTo>
                        <a:pt x="123" y="209"/>
                        <a:pt x="121" y="185"/>
                        <a:pt x="120" y="167"/>
                      </a:cubicBezTo>
                      <a:cubicBezTo>
                        <a:pt x="119" y="149"/>
                        <a:pt x="123" y="120"/>
                        <a:pt x="124" y="111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99CC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4708" name="Freeform 132">
                  <a:extLst>
                    <a:ext uri="{FF2B5EF4-FFF2-40B4-BE49-F238E27FC236}">
                      <a16:creationId xmlns:a16="http://schemas.microsoft.com/office/drawing/2014/main" id="{3C21637B-B4B1-EACA-F1A4-9F21BE7A3EE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661" y="1527"/>
                  <a:ext cx="193" cy="252"/>
                </a:xfrm>
                <a:custGeom>
                  <a:avLst/>
                  <a:gdLst/>
                  <a:ahLst/>
                  <a:cxnLst>
                    <a:cxn ang="0">
                      <a:pos x="0" y="170"/>
                    </a:cxn>
                    <a:cxn ang="0">
                      <a:pos x="1" y="129"/>
                    </a:cxn>
                    <a:cxn ang="0">
                      <a:pos x="10" y="84"/>
                    </a:cxn>
                    <a:cxn ang="0">
                      <a:pos x="30" y="42"/>
                    </a:cxn>
                    <a:cxn ang="0">
                      <a:pos x="66" y="9"/>
                    </a:cxn>
                    <a:cxn ang="0">
                      <a:pos x="118" y="5"/>
                    </a:cxn>
                    <a:cxn ang="0">
                      <a:pos x="160" y="39"/>
                    </a:cxn>
                    <a:cxn ang="0">
                      <a:pos x="187" y="102"/>
                    </a:cxn>
                    <a:cxn ang="0">
                      <a:pos x="193" y="159"/>
                    </a:cxn>
                    <a:cxn ang="0">
                      <a:pos x="189" y="207"/>
                    </a:cxn>
                    <a:cxn ang="0">
                      <a:pos x="163" y="245"/>
                    </a:cxn>
                    <a:cxn ang="0">
                      <a:pos x="130" y="222"/>
                    </a:cxn>
                    <a:cxn ang="0">
                      <a:pos x="120" y="167"/>
                    </a:cxn>
                    <a:cxn ang="0">
                      <a:pos x="124" y="111"/>
                    </a:cxn>
                  </a:cxnLst>
                  <a:rect l="0" t="0" r="r" b="b"/>
                  <a:pathLst>
                    <a:path w="194" h="252">
                      <a:moveTo>
                        <a:pt x="0" y="170"/>
                      </a:moveTo>
                      <a:cubicBezTo>
                        <a:pt x="0" y="163"/>
                        <a:pt x="0" y="141"/>
                        <a:pt x="1" y="129"/>
                      </a:cubicBezTo>
                      <a:cubicBezTo>
                        <a:pt x="3" y="115"/>
                        <a:pt x="5" y="98"/>
                        <a:pt x="10" y="84"/>
                      </a:cubicBezTo>
                      <a:cubicBezTo>
                        <a:pt x="15" y="70"/>
                        <a:pt x="21" y="54"/>
                        <a:pt x="30" y="42"/>
                      </a:cubicBezTo>
                      <a:cubicBezTo>
                        <a:pt x="39" y="30"/>
                        <a:pt x="51" y="15"/>
                        <a:pt x="66" y="9"/>
                      </a:cubicBezTo>
                      <a:cubicBezTo>
                        <a:pt x="81" y="3"/>
                        <a:pt x="102" y="0"/>
                        <a:pt x="118" y="5"/>
                      </a:cubicBezTo>
                      <a:cubicBezTo>
                        <a:pt x="134" y="10"/>
                        <a:pt x="148" y="23"/>
                        <a:pt x="160" y="39"/>
                      </a:cubicBezTo>
                      <a:cubicBezTo>
                        <a:pt x="172" y="55"/>
                        <a:pt x="181" y="82"/>
                        <a:pt x="187" y="102"/>
                      </a:cubicBezTo>
                      <a:cubicBezTo>
                        <a:pt x="193" y="133"/>
                        <a:pt x="193" y="143"/>
                        <a:pt x="193" y="159"/>
                      </a:cubicBezTo>
                      <a:cubicBezTo>
                        <a:pt x="193" y="176"/>
                        <a:pt x="194" y="193"/>
                        <a:pt x="189" y="207"/>
                      </a:cubicBezTo>
                      <a:cubicBezTo>
                        <a:pt x="187" y="227"/>
                        <a:pt x="177" y="238"/>
                        <a:pt x="163" y="245"/>
                      </a:cubicBezTo>
                      <a:cubicBezTo>
                        <a:pt x="149" y="252"/>
                        <a:pt x="137" y="235"/>
                        <a:pt x="130" y="222"/>
                      </a:cubicBezTo>
                      <a:cubicBezTo>
                        <a:pt x="123" y="209"/>
                        <a:pt x="121" y="185"/>
                        <a:pt x="120" y="167"/>
                      </a:cubicBezTo>
                      <a:cubicBezTo>
                        <a:pt x="119" y="149"/>
                        <a:pt x="123" y="120"/>
                        <a:pt x="124" y="111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99CC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4709" name="Freeform 133">
                  <a:extLst>
                    <a:ext uri="{FF2B5EF4-FFF2-40B4-BE49-F238E27FC236}">
                      <a16:creationId xmlns:a16="http://schemas.microsoft.com/office/drawing/2014/main" id="{F73682F7-8534-92E4-815A-A4259EE6109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781" y="1526"/>
                  <a:ext cx="195" cy="252"/>
                </a:xfrm>
                <a:custGeom>
                  <a:avLst/>
                  <a:gdLst/>
                  <a:ahLst/>
                  <a:cxnLst>
                    <a:cxn ang="0">
                      <a:pos x="0" y="170"/>
                    </a:cxn>
                    <a:cxn ang="0">
                      <a:pos x="1" y="129"/>
                    </a:cxn>
                    <a:cxn ang="0">
                      <a:pos x="10" y="84"/>
                    </a:cxn>
                    <a:cxn ang="0">
                      <a:pos x="30" y="42"/>
                    </a:cxn>
                    <a:cxn ang="0">
                      <a:pos x="66" y="9"/>
                    </a:cxn>
                    <a:cxn ang="0">
                      <a:pos x="118" y="5"/>
                    </a:cxn>
                    <a:cxn ang="0">
                      <a:pos x="160" y="39"/>
                    </a:cxn>
                    <a:cxn ang="0">
                      <a:pos x="187" y="102"/>
                    </a:cxn>
                    <a:cxn ang="0">
                      <a:pos x="193" y="159"/>
                    </a:cxn>
                    <a:cxn ang="0">
                      <a:pos x="189" y="207"/>
                    </a:cxn>
                    <a:cxn ang="0">
                      <a:pos x="163" y="245"/>
                    </a:cxn>
                    <a:cxn ang="0">
                      <a:pos x="130" y="222"/>
                    </a:cxn>
                    <a:cxn ang="0">
                      <a:pos x="120" y="167"/>
                    </a:cxn>
                    <a:cxn ang="0">
                      <a:pos x="124" y="111"/>
                    </a:cxn>
                  </a:cxnLst>
                  <a:rect l="0" t="0" r="r" b="b"/>
                  <a:pathLst>
                    <a:path w="194" h="252">
                      <a:moveTo>
                        <a:pt x="0" y="170"/>
                      </a:moveTo>
                      <a:cubicBezTo>
                        <a:pt x="0" y="163"/>
                        <a:pt x="0" y="141"/>
                        <a:pt x="1" y="129"/>
                      </a:cubicBezTo>
                      <a:cubicBezTo>
                        <a:pt x="3" y="115"/>
                        <a:pt x="5" y="98"/>
                        <a:pt x="10" y="84"/>
                      </a:cubicBezTo>
                      <a:cubicBezTo>
                        <a:pt x="15" y="70"/>
                        <a:pt x="21" y="54"/>
                        <a:pt x="30" y="42"/>
                      </a:cubicBezTo>
                      <a:cubicBezTo>
                        <a:pt x="39" y="30"/>
                        <a:pt x="51" y="15"/>
                        <a:pt x="66" y="9"/>
                      </a:cubicBezTo>
                      <a:cubicBezTo>
                        <a:pt x="81" y="3"/>
                        <a:pt x="102" y="0"/>
                        <a:pt x="118" y="5"/>
                      </a:cubicBezTo>
                      <a:cubicBezTo>
                        <a:pt x="134" y="10"/>
                        <a:pt x="148" y="23"/>
                        <a:pt x="160" y="39"/>
                      </a:cubicBezTo>
                      <a:cubicBezTo>
                        <a:pt x="172" y="55"/>
                        <a:pt x="181" y="82"/>
                        <a:pt x="187" y="102"/>
                      </a:cubicBezTo>
                      <a:cubicBezTo>
                        <a:pt x="193" y="133"/>
                        <a:pt x="193" y="143"/>
                        <a:pt x="193" y="159"/>
                      </a:cubicBezTo>
                      <a:cubicBezTo>
                        <a:pt x="193" y="176"/>
                        <a:pt x="194" y="193"/>
                        <a:pt x="189" y="207"/>
                      </a:cubicBezTo>
                      <a:cubicBezTo>
                        <a:pt x="187" y="227"/>
                        <a:pt x="177" y="238"/>
                        <a:pt x="163" y="245"/>
                      </a:cubicBezTo>
                      <a:cubicBezTo>
                        <a:pt x="149" y="252"/>
                        <a:pt x="137" y="235"/>
                        <a:pt x="130" y="222"/>
                      </a:cubicBezTo>
                      <a:cubicBezTo>
                        <a:pt x="123" y="209"/>
                        <a:pt x="121" y="185"/>
                        <a:pt x="120" y="167"/>
                      </a:cubicBezTo>
                      <a:cubicBezTo>
                        <a:pt x="119" y="149"/>
                        <a:pt x="123" y="120"/>
                        <a:pt x="124" y="111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99CC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4710" name="Freeform 134">
                  <a:extLst>
                    <a:ext uri="{FF2B5EF4-FFF2-40B4-BE49-F238E27FC236}">
                      <a16:creationId xmlns:a16="http://schemas.microsoft.com/office/drawing/2014/main" id="{D9CAB514-7EC4-F17B-90BD-D8E9A0E2C69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901" y="1527"/>
                  <a:ext cx="195" cy="252"/>
                </a:xfrm>
                <a:custGeom>
                  <a:avLst/>
                  <a:gdLst/>
                  <a:ahLst/>
                  <a:cxnLst>
                    <a:cxn ang="0">
                      <a:pos x="0" y="170"/>
                    </a:cxn>
                    <a:cxn ang="0">
                      <a:pos x="1" y="129"/>
                    </a:cxn>
                    <a:cxn ang="0">
                      <a:pos x="10" y="84"/>
                    </a:cxn>
                    <a:cxn ang="0">
                      <a:pos x="30" y="42"/>
                    </a:cxn>
                    <a:cxn ang="0">
                      <a:pos x="66" y="9"/>
                    </a:cxn>
                    <a:cxn ang="0">
                      <a:pos x="118" y="5"/>
                    </a:cxn>
                    <a:cxn ang="0">
                      <a:pos x="160" y="39"/>
                    </a:cxn>
                    <a:cxn ang="0">
                      <a:pos x="187" y="102"/>
                    </a:cxn>
                    <a:cxn ang="0">
                      <a:pos x="193" y="159"/>
                    </a:cxn>
                    <a:cxn ang="0">
                      <a:pos x="189" y="207"/>
                    </a:cxn>
                    <a:cxn ang="0">
                      <a:pos x="163" y="245"/>
                    </a:cxn>
                    <a:cxn ang="0">
                      <a:pos x="130" y="222"/>
                    </a:cxn>
                    <a:cxn ang="0">
                      <a:pos x="120" y="167"/>
                    </a:cxn>
                    <a:cxn ang="0">
                      <a:pos x="124" y="111"/>
                    </a:cxn>
                  </a:cxnLst>
                  <a:rect l="0" t="0" r="r" b="b"/>
                  <a:pathLst>
                    <a:path w="194" h="252">
                      <a:moveTo>
                        <a:pt x="0" y="170"/>
                      </a:moveTo>
                      <a:cubicBezTo>
                        <a:pt x="0" y="163"/>
                        <a:pt x="0" y="141"/>
                        <a:pt x="1" y="129"/>
                      </a:cubicBezTo>
                      <a:cubicBezTo>
                        <a:pt x="3" y="115"/>
                        <a:pt x="5" y="98"/>
                        <a:pt x="10" y="84"/>
                      </a:cubicBezTo>
                      <a:cubicBezTo>
                        <a:pt x="15" y="70"/>
                        <a:pt x="21" y="54"/>
                        <a:pt x="30" y="42"/>
                      </a:cubicBezTo>
                      <a:cubicBezTo>
                        <a:pt x="39" y="30"/>
                        <a:pt x="51" y="15"/>
                        <a:pt x="66" y="9"/>
                      </a:cubicBezTo>
                      <a:cubicBezTo>
                        <a:pt x="81" y="3"/>
                        <a:pt x="102" y="0"/>
                        <a:pt x="118" y="5"/>
                      </a:cubicBezTo>
                      <a:cubicBezTo>
                        <a:pt x="134" y="10"/>
                        <a:pt x="148" y="23"/>
                        <a:pt x="160" y="39"/>
                      </a:cubicBezTo>
                      <a:cubicBezTo>
                        <a:pt x="172" y="55"/>
                        <a:pt x="181" y="82"/>
                        <a:pt x="187" y="102"/>
                      </a:cubicBezTo>
                      <a:cubicBezTo>
                        <a:pt x="193" y="133"/>
                        <a:pt x="193" y="143"/>
                        <a:pt x="193" y="159"/>
                      </a:cubicBezTo>
                      <a:cubicBezTo>
                        <a:pt x="193" y="176"/>
                        <a:pt x="194" y="193"/>
                        <a:pt x="189" y="207"/>
                      </a:cubicBezTo>
                      <a:cubicBezTo>
                        <a:pt x="187" y="227"/>
                        <a:pt x="177" y="238"/>
                        <a:pt x="163" y="245"/>
                      </a:cubicBezTo>
                      <a:cubicBezTo>
                        <a:pt x="149" y="252"/>
                        <a:pt x="137" y="235"/>
                        <a:pt x="130" y="222"/>
                      </a:cubicBezTo>
                      <a:cubicBezTo>
                        <a:pt x="123" y="209"/>
                        <a:pt x="121" y="185"/>
                        <a:pt x="120" y="167"/>
                      </a:cubicBezTo>
                      <a:cubicBezTo>
                        <a:pt x="119" y="149"/>
                        <a:pt x="123" y="120"/>
                        <a:pt x="124" y="111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99CC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4711" name="Freeform 135">
                  <a:extLst>
                    <a:ext uri="{FF2B5EF4-FFF2-40B4-BE49-F238E27FC236}">
                      <a16:creationId xmlns:a16="http://schemas.microsoft.com/office/drawing/2014/main" id="{4F15F8B9-43B0-B97A-99B8-A216FF3CE5D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020" y="1528"/>
                  <a:ext cx="195" cy="252"/>
                </a:xfrm>
                <a:custGeom>
                  <a:avLst/>
                  <a:gdLst/>
                  <a:ahLst/>
                  <a:cxnLst>
                    <a:cxn ang="0">
                      <a:pos x="0" y="170"/>
                    </a:cxn>
                    <a:cxn ang="0">
                      <a:pos x="1" y="129"/>
                    </a:cxn>
                    <a:cxn ang="0">
                      <a:pos x="10" y="84"/>
                    </a:cxn>
                    <a:cxn ang="0">
                      <a:pos x="30" y="42"/>
                    </a:cxn>
                    <a:cxn ang="0">
                      <a:pos x="66" y="9"/>
                    </a:cxn>
                    <a:cxn ang="0">
                      <a:pos x="118" y="5"/>
                    </a:cxn>
                    <a:cxn ang="0">
                      <a:pos x="160" y="39"/>
                    </a:cxn>
                    <a:cxn ang="0">
                      <a:pos x="187" y="102"/>
                    </a:cxn>
                    <a:cxn ang="0">
                      <a:pos x="193" y="159"/>
                    </a:cxn>
                    <a:cxn ang="0">
                      <a:pos x="189" y="207"/>
                    </a:cxn>
                    <a:cxn ang="0">
                      <a:pos x="163" y="245"/>
                    </a:cxn>
                    <a:cxn ang="0">
                      <a:pos x="130" y="222"/>
                    </a:cxn>
                    <a:cxn ang="0">
                      <a:pos x="120" y="167"/>
                    </a:cxn>
                    <a:cxn ang="0">
                      <a:pos x="124" y="111"/>
                    </a:cxn>
                  </a:cxnLst>
                  <a:rect l="0" t="0" r="r" b="b"/>
                  <a:pathLst>
                    <a:path w="194" h="252">
                      <a:moveTo>
                        <a:pt x="0" y="170"/>
                      </a:moveTo>
                      <a:cubicBezTo>
                        <a:pt x="0" y="163"/>
                        <a:pt x="0" y="141"/>
                        <a:pt x="1" y="129"/>
                      </a:cubicBezTo>
                      <a:cubicBezTo>
                        <a:pt x="3" y="115"/>
                        <a:pt x="5" y="98"/>
                        <a:pt x="10" y="84"/>
                      </a:cubicBezTo>
                      <a:cubicBezTo>
                        <a:pt x="15" y="70"/>
                        <a:pt x="21" y="54"/>
                        <a:pt x="30" y="42"/>
                      </a:cubicBezTo>
                      <a:cubicBezTo>
                        <a:pt x="39" y="30"/>
                        <a:pt x="51" y="15"/>
                        <a:pt x="66" y="9"/>
                      </a:cubicBezTo>
                      <a:cubicBezTo>
                        <a:pt x="81" y="3"/>
                        <a:pt x="102" y="0"/>
                        <a:pt x="118" y="5"/>
                      </a:cubicBezTo>
                      <a:cubicBezTo>
                        <a:pt x="134" y="10"/>
                        <a:pt x="148" y="23"/>
                        <a:pt x="160" y="39"/>
                      </a:cubicBezTo>
                      <a:cubicBezTo>
                        <a:pt x="172" y="55"/>
                        <a:pt x="181" y="82"/>
                        <a:pt x="187" y="102"/>
                      </a:cubicBezTo>
                      <a:cubicBezTo>
                        <a:pt x="193" y="133"/>
                        <a:pt x="193" y="143"/>
                        <a:pt x="193" y="159"/>
                      </a:cubicBezTo>
                      <a:cubicBezTo>
                        <a:pt x="193" y="176"/>
                        <a:pt x="194" y="193"/>
                        <a:pt x="189" y="207"/>
                      </a:cubicBezTo>
                      <a:cubicBezTo>
                        <a:pt x="187" y="227"/>
                        <a:pt x="177" y="238"/>
                        <a:pt x="163" y="245"/>
                      </a:cubicBezTo>
                      <a:cubicBezTo>
                        <a:pt x="149" y="252"/>
                        <a:pt x="137" y="235"/>
                        <a:pt x="130" y="222"/>
                      </a:cubicBezTo>
                      <a:cubicBezTo>
                        <a:pt x="123" y="209"/>
                        <a:pt x="121" y="185"/>
                        <a:pt x="120" y="167"/>
                      </a:cubicBezTo>
                      <a:cubicBezTo>
                        <a:pt x="119" y="149"/>
                        <a:pt x="123" y="120"/>
                        <a:pt x="124" y="111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99CC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4712" name="Freeform 136">
                  <a:extLst>
                    <a:ext uri="{FF2B5EF4-FFF2-40B4-BE49-F238E27FC236}">
                      <a16:creationId xmlns:a16="http://schemas.microsoft.com/office/drawing/2014/main" id="{F65707EE-BAD2-7684-78A5-834E80E31DC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140" y="1529"/>
                  <a:ext cx="195" cy="252"/>
                </a:xfrm>
                <a:custGeom>
                  <a:avLst/>
                  <a:gdLst/>
                  <a:ahLst/>
                  <a:cxnLst>
                    <a:cxn ang="0">
                      <a:pos x="0" y="170"/>
                    </a:cxn>
                    <a:cxn ang="0">
                      <a:pos x="1" y="129"/>
                    </a:cxn>
                    <a:cxn ang="0">
                      <a:pos x="10" y="84"/>
                    </a:cxn>
                    <a:cxn ang="0">
                      <a:pos x="30" y="42"/>
                    </a:cxn>
                    <a:cxn ang="0">
                      <a:pos x="66" y="9"/>
                    </a:cxn>
                    <a:cxn ang="0">
                      <a:pos x="118" y="5"/>
                    </a:cxn>
                    <a:cxn ang="0">
                      <a:pos x="160" y="39"/>
                    </a:cxn>
                    <a:cxn ang="0">
                      <a:pos x="187" y="102"/>
                    </a:cxn>
                    <a:cxn ang="0">
                      <a:pos x="193" y="159"/>
                    </a:cxn>
                    <a:cxn ang="0">
                      <a:pos x="189" y="207"/>
                    </a:cxn>
                    <a:cxn ang="0">
                      <a:pos x="163" y="245"/>
                    </a:cxn>
                    <a:cxn ang="0">
                      <a:pos x="130" y="222"/>
                    </a:cxn>
                    <a:cxn ang="0">
                      <a:pos x="120" y="167"/>
                    </a:cxn>
                    <a:cxn ang="0">
                      <a:pos x="124" y="111"/>
                    </a:cxn>
                  </a:cxnLst>
                  <a:rect l="0" t="0" r="r" b="b"/>
                  <a:pathLst>
                    <a:path w="194" h="252">
                      <a:moveTo>
                        <a:pt x="0" y="170"/>
                      </a:moveTo>
                      <a:cubicBezTo>
                        <a:pt x="0" y="163"/>
                        <a:pt x="0" y="141"/>
                        <a:pt x="1" y="129"/>
                      </a:cubicBezTo>
                      <a:cubicBezTo>
                        <a:pt x="3" y="115"/>
                        <a:pt x="5" y="98"/>
                        <a:pt x="10" y="84"/>
                      </a:cubicBezTo>
                      <a:cubicBezTo>
                        <a:pt x="15" y="70"/>
                        <a:pt x="21" y="54"/>
                        <a:pt x="30" y="42"/>
                      </a:cubicBezTo>
                      <a:cubicBezTo>
                        <a:pt x="39" y="30"/>
                        <a:pt x="51" y="15"/>
                        <a:pt x="66" y="9"/>
                      </a:cubicBezTo>
                      <a:cubicBezTo>
                        <a:pt x="81" y="3"/>
                        <a:pt x="102" y="0"/>
                        <a:pt x="118" y="5"/>
                      </a:cubicBezTo>
                      <a:cubicBezTo>
                        <a:pt x="134" y="10"/>
                        <a:pt x="148" y="23"/>
                        <a:pt x="160" y="39"/>
                      </a:cubicBezTo>
                      <a:cubicBezTo>
                        <a:pt x="172" y="55"/>
                        <a:pt x="181" y="82"/>
                        <a:pt x="187" y="102"/>
                      </a:cubicBezTo>
                      <a:cubicBezTo>
                        <a:pt x="193" y="133"/>
                        <a:pt x="193" y="143"/>
                        <a:pt x="193" y="159"/>
                      </a:cubicBezTo>
                      <a:cubicBezTo>
                        <a:pt x="193" y="176"/>
                        <a:pt x="194" y="193"/>
                        <a:pt x="189" y="207"/>
                      </a:cubicBezTo>
                      <a:cubicBezTo>
                        <a:pt x="187" y="227"/>
                        <a:pt x="177" y="238"/>
                        <a:pt x="163" y="245"/>
                      </a:cubicBezTo>
                      <a:cubicBezTo>
                        <a:pt x="149" y="252"/>
                        <a:pt x="137" y="235"/>
                        <a:pt x="130" y="222"/>
                      </a:cubicBezTo>
                      <a:cubicBezTo>
                        <a:pt x="123" y="209"/>
                        <a:pt x="121" y="185"/>
                        <a:pt x="120" y="167"/>
                      </a:cubicBezTo>
                      <a:cubicBezTo>
                        <a:pt x="119" y="149"/>
                        <a:pt x="123" y="120"/>
                        <a:pt x="124" y="111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99CC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4713" name="Freeform 137">
                  <a:extLst>
                    <a:ext uri="{FF2B5EF4-FFF2-40B4-BE49-F238E27FC236}">
                      <a16:creationId xmlns:a16="http://schemas.microsoft.com/office/drawing/2014/main" id="{35763157-052E-6386-07F1-F4EA8509315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262" y="1530"/>
                  <a:ext cx="193" cy="252"/>
                </a:xfrm>
                <a:custGeom>
                  <a:avLst/>
                  <a:gdLst/>
                  <a:ahLst/>
                  <a:cxnLst>
                    <a:cxn ang="0">
                      <a:pos x="0" y="170"/>
                    </a:cxn>
                    <a:cxn ang="0">
                      <a:pos x="1" y="129"/>
                    </a:cxn>
                    <a:cxn ang="0">
                      <a:pos x="10" y="84"/>
                    </a:cxn>
                    <a:cxn ang="0">
                      <a:pos x="30" y="42"/>
                    </a:cxn>
                    <a:cxn ang="0">
                      <a:pos x="66" y="9"/>
                    </a:cxn>
                    <a:cxn ang="0">
                      <a:pos x="118" y="5"/>
                    </a:cxn>
                    <a:cxn ang="0">
                      <a:pos x="160" y="39"/>
                    </a:cxn>
                    <a:cxn ang="0">
                      <a:pos x="187" y="102"/>
                    </a:cxn>
                    <a:cxn ang="0">
                      <a:pos x="193" y="159"/>
                    </a:cxn>
                    <a:cxn ang="0">
                      <a:pos x="189" y="207"/>
                    </a:cxn>
                    <a:cxn ang="0">
                      <a:pos x="163" y="245"/>
                    </a:cxn>
                    <a:cxn ang="0">
                      <a:pos x="130" y="222"/>
                    </a:cxn>
                    <a:cxn ang="0">
                      <a:pos x="120" y="167"/>
                    </a:cxn>
                    <a:cxn ang="0">
                      <a:pos x="124" y="111"/>
                    </a:cxn>
                  </a:cxnLst>
                  <a:rect l="0" t="0" r="r" b="b"/>
                  <a:pathLst>
                    <a:path w="194" h="252">
                      <a:moveTo>
                        <a:pt x="0" y="170"/>
                      </a:moveTo>
                      <a:cubicBezTo>
                        <a:pt x="0" y="163"/>
                        <a:pt x="0" y="141"/>
                        <a:pt x="1" y="129"/>
                      </a:cubicBezTo>
                      <a:cubicBezTo>
                        <a:pt x="3" y="115"/>
                        <a:pt x="5" y="98"/>
                        <a:pt x="10" y="84"/>
                      </a:cubicBezTo>
                      <a:cubicBezTo>
                        <a:pt x="15" y="70"/>
                        <a:pt x="21" y="54"/>
                        <a:pt x="30" y="42"/>
                      </a:cubicBezTo>
                      <a:cubicBezTo>
                        <a:pt x="39" y="30"/>
                        <a:pt x="51" y="15"/>
                        <a:pt x="66" y="9"/>
                      </a:cubicBezTo>
                      <a:cubicBezTo>
                        <a:pt x="81" y="3"/>
                        <a:pt x="102" y="0"/>
                        <a:pt x="118" y="5"/>
                      </a:cubicBezTo>
                      <a:cubicBezTo>
                        <a:pt x="134" y="10"/>
                        <a:pt x="148" y="23"/>
                        <a:pt x="160" y="39"/>
                      </a:cubicBezTo>
                      <a:cubicBezTo>
                        <a:pt x="172" y="55"/>
                        <a:pt x="181" y="82"/>
                        <a:pt x="187" y="102"/>
                      </a:cubicBezTo>
                      <a:cubicBezTo>
                        <a:pt x="193" y="133"/>
                        <a:pt x="193" y="143"/>
                        <a:pt x="193" y="159"/>
                      </a:cubicBezTo>
                      <a:cubicBezTo>
                        <a:pt x="193" y="176"/>
                        <a:pt x="194" y="193"/>
                        <a:pt x="189" y="207"/>
                      </a:cubicBezTo>
                      <a:cubicBezTo>
                        <a:pt x="187" y="227"/>
                        <a:pt x="177" y="238"/>
                        <a:pt x="163" y="245"/>
                      </a:cubicBezTo>
                      <a:cubicBezTo>
                        <a:pt x="149" y="252"/>
                        <a:pt x="137" y="235"/>
                        <a:pt x="130" y="222"/>
                      </a:cubicBezTo>
                      <a:cubicBezTo>
                        <a:pt x="123" y="209"/>
                        <a:pt x="121" y="185"/>
                        <a:pt x="120" y="167"/>
                      </a:cubicBezTo>
                      <a:cubicBezTo>
                        <a:pt x="119" y="149"/>
                        <a:pt x="123" y="120"/>
                        <a:pt x="124" y="111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99CC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4714" name="Freeform 138">
                  <a:extLst>
                    <a:ext uri="{FF2B5EF4-FFF2-40B4-BE49-F238E27FC236}">
                      <a16:creationId xmlns:a16="http://schemas.microsoft.com/office/drawing/2014/main" id="{C4F648F3-6E01-F671-C5F9-063DC9F1B7C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382" y="1531"/>
                  <a:ext cx="193" cy="252"/>
                </a:xfrm>
                <a:custGeom>
                  <a:avLst/>
                  <a:gdLst/>
                  <a:ahLst/>
                  <a:cxnLst>
                    <a:cxn ang="0">
                      <a:pos x="0" y="170"/>
                    </a:cxn>
                    <a:cxn ang="0">
                      <a:pos x="1" y="129"/>
                    </a:cxn>
                    <a:cxn ang="0">
                      <a:pos x="10" y="84"/>
                    </a:cxn>
                    <a:cxn ang="0">
                      <a:pos x="30" y="42"/>
                    </a:cxn>
                    <a:cxn ang="0">
                      <a:pos x="66" y="9"/>
                    </a:cxn>
                    <a:cxn ang="0">
                      <a:pos x="118" y="5"/>
                    </a:cxn>
                    <a:cxn ang="0">
                      <a:pos x="160" y="39"/>
                    </a:cxn>
                    <a:cxn ang="0">
                      <a:pos x="187" y="102"/>
                    </a:cxn>
                    <a:cxn ang="0">
                      <a:pos x="193" y="159"/>
                    </a:cxn>
                    <a:cxn ang="0">
                      <a:pos x="189" y="207"/>
                    </a:cxn>
                    <a:cxn ang="0">
                      <a:pos x="163" y="245"/>
                    </a:cxn>
                    <a:cxn ang="0">
                      <a:pos x="130" y="222"/>
                    </a:cxn>
                    <a:cxn ang="0">
                      <a:pos x="120" y="167"/>
                    </a:cxn>
                    <a:cxn ang="0">
                      <a:pos x="124" y="111"/>
                    </a:cxn>
                  </a:cxnLst>
                  <a:rect l="0" t="0" r="r" b="b"/>
                  <a:pathLst>
                    <a:path w="194" h="252">
                      <a:moveTo>
                        <a:pt x="0" y="170"/>
                      </a:moveTo>
                      <a:cubicBezTo>
                        <a:pt x="0" y="163"/>
                        <a:pt x="0" y="141"/>
                        <a:pt x="1" y="129"/>
                      </a:cubicBezTo>
                      <a:cubicBezTo>
                        <a:pt x="3" y="115"/>
                        <a:pt x="5" y="98"/>
                        <a:pt x="10" y="84"/>
                      </a:cubicBezTo>
                      <a:cubicBezTo>
                        <a:pt x="15" y="70"/>
                        <a:pt x="21" y="54"/>
                        <a:pt x="30" y="42"/>
                      </a:cubicBezTo>
                      <a:cubicBezTo>
                        <a:pt x="39" y="30"/>
                        <a:pt x="51" y="15"/>
                        <a:pt x="66" y="9"/>
                      </a:cubicBezTo>
                      <a:cubicBezTo>
                        <a:pt x="81" y="3"/>
                        <a:pt x="102" y="0"/>
                        <a:pt x="118" y="5"/>
                      </a:cubicBezTo>
                      <a:cubicBezTo>
                        <a:pt x="134" y="10"/>
                        <a:pt x="148" y="23"/>
                        <a:pt x="160" y="39"/>
                      </a:cubicBezTo>
                      <a:cubicBezTo>
                        <a:pt x="172" y="55"/>
                        <a:pt x="181" y="82"/>
                        <a:pt x="187" y="102"/>
                      </a:cubicBezTo>
                      <a:cubicBezTo>
                        <a:pt x="193" y="133"/>
                        <a:pt x="193" y="143"/>
                        <a:pt x="193" y="159"/>
                      </a:cubicBezTo>
                      <a:cubicBezTo>
                        <a:pt x="193" y="176"/>
                        <a:pt x="194" y="193"/>
                        <a:pt x="189" y="207"/>
                      </a:cubicBezTo>
                      <a:cubicBezTo>
                        <a:pt x="187" y="227"/>
                        <a:pt x="177" y="238"/>
                        <a:pt x="163" y="245"/>
                      </a:cubicBezTo>
                      <a:cubicBezTo>
                        <a:pt x="149" y="252"/>
                        <a:pt x="137" y="235"/>
                        <a:pt x="130" y="222"/>
                      </a:cubicBezTo>
                      <a:cubicBezTo>
                        <a:pt x="123" y="209"/>
                        <a:pt x="121" y="185"/>
                        <a:pt x="120" y="167"/>
                      </a:cubicBezTo>
                      <a:cubicBezTo>
                        <a:pt x="119" y="149"/>
                        <a:pt x="123" y="120"/>
                        <a:pt x="124" y="111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99CC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4715" name="Freeform 139">
                  <a:extLst>
                    <a:ext uri="{FF2B5EF4-FFF2-40B4-BE49-F238E27FC236}">
                      <a16:creationId xmlns:a16="http://schemas.microsoft.com/office/drawing/2014/main" id="{21BE5B21-0EFE-414D-8AA4-A3C07D3951D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501" y="1532"/>
                  <a:ext cx="193" cy="252"/>
                </a:xfrm>
                <a:custGeom>
                  <a:avLst/>
                  <a:gdLst/>
                  <a:ahLst/>
                  <a:cxnLst>
                    <a:cxn ang="0">
                      <a:pos x="0" y="170"/>
                    </a:cxn>
                    <a:cxn ang="0">
                      <a:pos x="1" y="129"/>
                    </a:cxn>
                    <a:cxn ang="0">
                      <a:pos x="10" y="84"/>
                    </a:cxn>
                    <a:cxn ang="0">
                      <a:pos x="30" y="42"/>
                    </a:cxn>
                    <a:cxn ang="0">
                      <a:pos x="66" y="9"/>
                    </a:cxn>
                    <a:cxn ang="0">
                      <a:pos x="118" y="5"/>
                    </a:cxn>
                    <a:cxn ang="0">
                      <a:pos x="160" y="39"/>
                    </a:cxn>
                    <a:cxn ang="0">
                      <a:pos x="187" y="102"/>
                    </a:cxn>
                    <a:cxn ang="0">
                      <a:pos x="193" y="159"/>
                    </a:cxn>
                    <a:cxn ang="0">
                      <a:pos x="189" y="207"/>
                    </a:cxn>
                    <a:cxn ang="0">
                      <a:pos x="163" y="245"/>
                    </a:cxn>
                    <a:cxn ang="0">
                      <a:pos x="130" y="222"/>
                    </a:cxn>
                    <a:cxn ang="0">
                      <a:pos x="120" y="167"/>
                    </a:cxn>
                    <a:cxn ang="0">
                      <a:pos x="124" y="111"/>
                    </a:cxn>
                  </a:cxnLst>
                  <a:rect l="0" t="0" r="r" b="b"/>
                  <a:pathLst>
                    <a:path w="194" h="252">
                      <a:moveTo>
                        <a:pt x="0" y="170"/>
                      </a:moveTo>
                      <a:cubicBezTo>
                        <a:pt x="0" y="163"/>
                        <a:pt x="0" y="141"/>
                        <a:pt x="1" y="129"/>
                      </a:cubicBezTo>
                      <a:cubicBezTo>
                        <a:pt x="3" y="115"/>
                        <a:pt x="5" y="98"/>
                        <a:pt x="10" y="84"/>
                      </a:cubicBezTo>
                      <a:cubicBezTo>
                        <a:pt x="15" y="70"/>
                        <a:pt x="21" y="54"/>
                        <a:pt x="30" y="42"/>
                      </a:cubicBezTo>
                      <a:cubicBezTo>
                        <a:pt x="39" y="30"/>
                        <a:pt x="51" y="15"/>
                        <a:pt x="66" y="9"/>
                      </a:cubicBezTo>
                      <a:cubicBezTo>
                        <a:pt x="81" y="3"/>
                        <a:pt x="102" y="0"/>
                        <a:pt x="118" y="5"/>
                      </a:cubicBezTo>
                      <a:cubicBezTo>
                        <a:pt x="134" y="10"/>
                        <a:pt x="148" y="23"/>
                        <a:pt x="160" y="39"/>
                      </a:cubicBezTo>
                      <a:cubicBezTo>
                        <a:pt x="172" y="55"/>
                        <a:pt x="181" y="82"/>
                        <a:pt x="187" y="102"/>
                      </a:cubicBezTo>
                      <a:cubicBezTo>
                        <a:pt x="193" y="133"/>
                        <a:pt x="193" y="143"/>
                        <a:pt x="193" y="159"/>
                      </a:cubicBezTo>
                      <a:cubicBezTo>
                        <a:pt x="193" y="176"/>
                        <a:pt x="194" y="193"/>
                        <a:pt x="189" y="207"/>
                      </a:cubicBezTo>
                      <a:cubicBezTo>
                        <a:pt x="187" y="227"/>
                        <a:pt x="177" y="238"/>
                        <a:pt x="163" y="245"/>
                      </a:cubicBezTo>
                      <a:cubicBezTo>
                        <a:pt x="149" y="252"/>
                        <a:pt x="137" y="235"/>
                        <a:pt x="130" y="222"/>
                      </a:cubicBezTo>
                      <a:cubicBezTo>
                        <a:pt x="123" y="209"/>
                        <a:pt x="121" y="185"/>
                        <a:pt x="120" y="167"/>
                      </a:cubicBezTo>
                      <a:cubicBezTo>
                        <a:pt x="119" y="149"/>
                        <a:pt x="123" y="120"/>
                        <a:pt x="124" y="111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99CC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4716" name="Freeform 140">
                  <a:extLst>
                    <a:ext uri="{FF2B5EF4-FFF2-40B4-BE49-F238E27FC236}">
                      <a16:creationId xmlns:a16="http://schemas.microsoft.com/office/drawing/2014/main" id="{24D0D542-2152-65A1-BB72-E46B70969E1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621" y="1530"/>
                  <a:ext cx="207" cy="173"/>
                </a:xfrm>
                <a:custGeom>
                  <a:avLst/>
                  <a:gdLst/>
                  <a:ahLst/>
                  <a:cxnLst>
                    <a:cxn ang="0">
                      <a:pos x="0" y="173"/>
                    </a:cxn>
                    <a:cxn ang="0">
                      <a:pos x="1" y="132"/>
                    </a:cxn>
                    <a:cxn ang="0">
                      <a:pos x="10" y="87"/>
                    </a:cxn>
                    <a:cxn ang="0">
                      <a:pos x="30" y="45"/>
                    </a:cxn>
                    <a:cxn ang="0">
                      <a:pos x="66" y="8"/>
                    </a:cxn>
                    <a:cxn ang="0">
                      <a:pos x="106" y="2"/>
                    </a:cxn>
                    <a:cxn ang="0">
                      <a:pos x="136" y="21"/>
                    </a:cxn>
                    <a:cxn ang="0">
                      <a:pos x="160" y="68"/>
                    </a:cxn>
                    <a:cxn ang="0">
                      <a:pos x="166" y="113"/>
                    </a:cxn>
                    <a:cxn ang="0">
                      <a:pos x="169" y="131"/>
                    </a:cxn>
                    <a:cxn ang="0">
                      <a:pos x="207" y="132"/>
                    </a:cxn>
                  </a:cxnLst>
                  <a:rect l="0" t="0" r="r" b="b"/>
                  <a:pathLst>
                    <a:path w="207" h="173">
                      <a:moveTo>
                        <a:pt x="0" y="173"/>
                      </a:moveTo>
                      <a:cubicBezTo>
                        <a:pt x="0" y="166"/>
                        <a:pt x="0" y="144"/>
                        <a:pt x="1" y="132"/>
                      </a:cubicBezTo>
                      <a:cubicBezTo>
                        <a:pt x="3" y="118"/>
                        <a:pt x="5" y="101"/>
                        <a:pt x="10" y="87"/>
                      </a:cubicBezTo>
                      <a:cubicBezTo>
                        <a:pt x="15" y="73"/>
                        <a:pt x="21" y="58"/>
                        <a:pt x="30" y="45"/>
                      </a:cubicBezTo>
                      <a:cubicBezTo>
                        <a:pt x="39" y="32"/>
                        <a:pt x="53" y="15"/>
                        <a:pt x="66" y="8"/>
                      </a:cubicBezTo>
                      <a:cubicBezTo>
                        <a:pt x="79" y="1"/>
                        <a:pt x="94" y="0"/>
                        <a:pt x="106" y="2"/>
                      </a:cubicBezTo>
                      <a:cubicBezTo>
                        <a:pt x="118" y="4"/>
                        <a:pt x="127" y="10"/>
                        <a:pt x="136" y="21"/>
                      </a:cubicBezTo>
                      <a:cubicBezTo>
                        <a:pt x="145" y="32"/>
                        <a:pt x="155" y="53"/>
                        <a:pt x="160" y="68"/>
                      </a:cubicBezTo>
                      <a:cubicBezTo>
                        <a:pt x="165" y="83"/>
                        <a:pt x="163" y="96"/>
                        <a:pt x="166" y="113"/>
                      </a:cubicBezTo>
                      <a:cubicBezTo>
                        <a:pt x="169" y="130"/>
                        <a:pt x="162" y="128"/>
                        <a:pt x="169" y="131"/>
                      </a:cubicBezTo>
                      <a:cubicBezTo>
                        <a:pt x="176" y="134"/>
                        <a:pt x="199" y="132"/>
                        <a:pt x="207" y="132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99CC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4717" name="Line 141">
                  <a:extLst>
                    <a:ext uri="{FF2B5EF4-FFF2-40B4-BE49-F238E27FC236}">
                      <a16:creationId xmlns:a16="http://schemas.microsoft.com/office/drawing/2014/main" id="{8186AD7B-C708-F1B3-6DDF-0EA986020F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6" y="1663"/>
                  <a:ext cx="67" cy="0"/>
                </a:xfrm>
                <a:prstGeom prst="line">
                  <a:avLst/>
                </a:prstGeom>
                <a:noFill/>
                <a:ln w="38100">
                  <a:solidFill>
                    <a:srgbClr val="99CCFF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24767" name="Rectangle 191">
                <a:extLst>
                  <a:ext uri="{FF2B5EF4-FFF2-40B4-BE49-F238E27FC236}">
                    <a16:creationId xmlns:a16="http://schemas.microsoft.com/office/drawing/2014/main" id="{D8B7E8AE-9862-34F6-CE29-E595F2C978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" y="3718"/>
                <a:ext cx="2947" cy="91"/>
              </a:xfrm>
              <a:prstGeom prst="rect">
                <a:avLst/>
              </a:prstGeom>
              <a:solidFill>
                <a:srgbClr val="FF9900">
                  <a:alpha val="39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768" name="Oval 192">
                <a:extLst>
                  <a:ext uri="{FF2B5EF4-FFF2-40B4-BE49-F238E27FC236}">
                    <a16:creationId xmlns:a16="http://schemas.microsoft.com/office/drawing/2014/main" id="{76F57904-CFAF-CCF4-1F63-76618766E7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41" y="3354"/>
                <a:ext cx="374" cy="374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000099">
                      <a:alpha val="71001"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11295" name="Object 12">
                <a:extLst>
                  <a:ext uri="{FF2B5EF4-FFF2-40B4-BE49-F238E27FC236}">
                    <a16:creationId xmlns:a16="http://schemas.microsoft.com/office/drawing/2014/main" id="{8B022B39-37BF-4DAA-F13A-0D775F2CF11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628" y="3452"/>
              <a:ext cx="200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4" imgW="274196" imgH="198009" progId="Equation.3">
                      <p:embed/>
                    </p:oleObj>
                  </mc:Choice>
                  <mc:Fallback>
                    <p:oleObj name="公式" r:id="rId24" imgW="274196" imgH="198009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28" y="3452"/>
                            <a:ext cx="200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 algn="ctr">
                                <a:solidFill>
                                  <a:schemeClr val="bg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772" name="Oval 196">
                <a:extLst>
                  <a:ext uri="{FF2B5EF4-FFF2-40B4-BE49-F238E27FC236}">
                    <a16:creationId xmlns:a16="http://schemas.microsoft.com/office/drawing/2014/main" id="{71F0B7DA-EBFD-F8AC-87E3-DF0C1947692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68" y="3731"/>
                <a:ext cx="63" cy="64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rgbClr val="FF99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788" name="Line 212">
                <a:extLst>
                  <a:ext uri="{FF2B5EF4-FFF2-40B4-BE49-F238E27FC236}">
                    <a16:creationId xmlns:a16="http://schemas.microsoft.com/office/drawing/2014/main" id="{58BF593B-7FEF-4601-0047-293CFEEC09A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52" y="3760"/>
                <a:ext cx="2947" cy="1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lg"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789" name="Rectangle 213">
                <a:extLst>
                  <a:ext uri="{FF2B5EF4-FFF2-40B4-BE49-F238E27FC236}">
                    <a16:creationId xmlns:a16="http://schemas.microsoft.com/office/drawing/2014/main" id="{0DDDEA0E-903D-A16C-5C84-F9528602B0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" y="3150"/>
                <a:ext cx="90" cy="635"/>
              </a:xfrm>
              <a:prstGeom prst="rect">
                <a:avLst/>
              </a:prstGeom>
              <a:solidFill>
                <a:srgbClr val="FF9900">
                  <a:alpha val="39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grpSp>
        <p:nvGrpSpPr>
          <p:cNvPr id="15" name="Group 230">
            <a:extLst>
              <a:ext uri="{FF2B5EF4-FFF2-40B4-BE49-F238E27FC236}">
                <a16:creationId xmlns:a16="http://schemas.microsoft.com/office/drawing/2014/main" id="{8F23FC73-B297-29C0-5368-73118910A376}"/>
              </a:ext>
            </a:extLst>
          </p:cNvPr>
          <p:cNvGrpSpPr>
            <a:grpSpLocks/>
          </p:cNvGrpSpPr>
          <p:nvPr/>
        </p:nvGrpSpPr>
        <p:grpSpPr bwMode="auto">
          <a:xfrm>
            <a:off x="2733675" y="5913438"/>
            <a:ext cx="914400" cy="550862"/>
            <a:chOff x="1722" y="3709"/>
            <a:chExt cx="576" cy="347"/>
          </a:xfrm>
        </p:grpSpPr>
        <p:sp>
          <p:nvSpPr>
            <p:cNvPr id="24792" name="Line 216">
              <a:extLst>
                <a:ext uri="{FF2B5EF4-FFF2-40B4-BE49-F238E27FC236}">
                  <a16:creationId xmlns:a16="http://schemas.microsoft.com/office/drawing/2014/main" id="{4789CF38-8103-BD6E-E342-BD645F9246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2" y="3709"/>
              <a:ext cx="0" cy="34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prstDash val="lgDash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793" name="Line 217">
              <a:extLst>
                <a:ext uri="{FF2B5EF4-FFF2-40B4-BE49-F238E27FC236}">
                  <a16:creationId xmlns:a16="http://schemas.microsoft.com/office/drawing/2014/main" id="{C0B08814-AD09-3402-E726-0D975450A0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4" y="3967"/>
              <a:ext cx="204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sm" len="sm"/>
              <a:tailEnd type="triangle" w="med" len="lg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794" name="Line 218">
              <a:extLst>
                <a:ext uri="{FF2B5EF4-FFF2-40B4-BE49-F238E27FC236}">
                  <a16:creationId xmlns:a16="http://schemas.microsoft.com/office/drawing/2014/main" id="{DA04CF6B-0091-B723-7855-C6B800E32B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3" y="3967"/>
              <a:ext cx="204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sm" len="sm"/>
              <a:tailEnd type="triangle" w="med" len="lg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1289" name="Object 10">
              <a:extLst>
                <a:ext uri="{FF2B5EF4-FFF2-40B4-BE49-F238E27FC236}">
                  <a16:creationId xmlns:a16="http://schemas.microsoft.com/office/drawing/2014/main" id="{8D281144-BB32-EDAA-6866-725DCCF7F1B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44" y="3884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183129" imgH="198009" progId="Equation.3">
                    <p:embed/>
                  </p:oleObj>
                </mc:Choice>
                <mc:Fallback>
                  <p:oleObj name="公式" r:id="rId26" imgW="183129" imgH="198009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4" y="3884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796" name="Line 220">
            <a:extLst>
              <a:ext uri="{FF2B5EF4-FFF2-40B4-BE49-F238E27FC236}">
                <a16:creationId xmlns:a16="http://schemas.microsoft.com/office/drawing/2014/main" id="{091DD1FA-BF3E-25E5-CBA6-E48A6AF1EC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9100" y="5626100"/>
            <a:ext cx="1384300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4797" name="Object 7">
            <a:extLst>
              <a:ext uri="{FF2B5EF4-FFF2-40B4-BE49-F238E27FC236}">
                <a16:creationId xmlns:a16="http://schemas.microsoft.com/office/drawing/2014/main" id="{6FA5D625-3337-B5AB-648F-6CAA884B30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44850" y="5168900"/>
          <a:ext cx="317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274196" imgH="312226" progId="Equation.3">
                  <p:embed/>
                </p:oleObj>
              </mc:Choice>
              <mc:Fallback>
                <p:oleObj name="公式" r:id="rId28" imgW="274196" imgH="31222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4850" y="5168900"/>
                        <a:ext cx="3175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12" name="Object 8">
            <a:extLst>
              <a:ext uri="{FF2B5EF4-FFF2-40B4-BE49-F238E27FC236}">
                <a16:creationId xmlns:a16="http://schemas.microsoft.com/office/drawing/2014/main" id="{F63E23B5-7C6C-DA36-EF57-BB596038B2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7350" y="4032250"/>
          <a:ext cx="1257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1211736" imgH="297263" progId="Equation.3">
                  <p:embed/>
                </p:oleObj>
              </mc:Choice>
              <mc:Fallback>
                <p:oleObj name="公式" r:id="rId30" imgW="1211736" imgH="29726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7350" y="4032250"/>
                        <a:ext cx="1257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FF">
                                <a:alpha val="25098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FF">
                                <a:alpha val="23921"/>
                              </a:srgbClr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13" name="Object 9">
            <a:extLst>
              <a:ext uri="{FF2B5EF4-FFF2-40B4-BE49-F238E27FC236}">
                <a16:creationId xmlns:a16="http://schemas.microsoft.com/office/drawing/2014/main" id="{D7701714-BDB9-1881-5FB6-53E75AF3E1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86550" y="5772150"/>
          <a:ext cx="1257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1211736" imgH="297263" progId="Equation.3">
                  <p:embed/>
                </p:oleObj>
              </mc:Choice>
              <mc:Fallback>
                <p:oleObj name="公式" r:id="rId32" imgW="1211736" imgH="297263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6550" y="5772150"/>
                        <a:ext cx="1257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FF">
                                <a:alpha val="25098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FF">
                                <a:alpha val="23921"/>
                              </a:srgbClr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24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4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4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4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4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/>
      <p:bldP spid="2467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6" name="Text Box 4">
            <a:extLst>
              <a:ext uri="{FF2B5EF4-FFF2-40B4-BE49-F238E27FC236}">
                <a16:creationId xmlns:a16="http://schemas.microsoft.com/office/drawing/2014/main" id="{FA4CBC49-F62F-600F-9A5F-2F89A63A2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" y="446088"/>
            <a:ext cx="3257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6213" indent="-176213">
              <a:spcBef>
                <a:spcPct val="50000"/>
              </a:spcBef>
              <a:buClr>
                <a:srgbClr val="00FFCC"/>
              </a:buClr>
              <a:buSzPct val="85000"/>
              <a:buFont typeface="Wingdings" pitchFamily="2" charset="2"/>
              <a:buChar char="u"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摩擦力：</a:t>
            </a:r>
          </a:p>
        </p:txBody>
      </p:sp>
      <p:sp>
        <p:nvSpPr>
          <p:cNvPr id="207877" name="Text Box 5">
            <a:extLst>
              <a:ext uri="{FF2B5EF4-FFF2-40B4-BE49-F238E27FC236}">
                <a16:creationId xmlns:a16="http://schemas.microsoft.com/office/drawing/2014/main" id="{0F2DC0B0-23F2-4269-5C35-665AE17BF7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25" y="1100138"/>
            <a:ext cx="30162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FF9900"/>
              </a:buClr>
              <a:buSzPct val="85000"/>
              <a:buFont typeface="Wingdings" pitchFamily="2" charset="2"/>
              <a:buChar char="l"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静摩擦力：</a:t>
            </a:r>
          </a:p>
        </p:txBody>
      </p:sp>
      <p:sp>
        <p:nvSpPr>
          <p:cNvPr id="207878" name="Text Box 6">
            <a:extLst>
              <a:ext uri="{FF2B5EF4-FFF2-40B4-BE49-F238E27FC236}">
                <a16:creationId xmlns:a16="http://schemas.microsoft.com/office/drawing/2014/main" id="{F826F7EF-D4FF-87EB-2530-81F45A8D9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538" y="5118100"/>
            <a:ext cx="3511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bg1"/>
              </a:buClr>
              <a:buFont typeface="Monotype Sorts" pitchFamily="2" charset="2"/>
              <a:buNone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(3)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最大静摩擦力</a:t>
            </a:r>
          </a:p>
        </p:txBody>
      </p:sp>
      <p:sp>
        <p:nvSpPr>
          <p:cNvPr id="207880" name="Text Box 8">
            <a:extLst>
              <a:ext uri="{FF2B5EF4-FFF2-40B4-BE49-F238E27FC236}">
                <a16:creationId xmlns:a16="http://schemas.microsoft.com/office/drawing/2014/main" id="{C82C3AF0-75E7-2E23-0EF1-4C79C5CA3A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063" y="2778125"/>
            <a:ext cx="4251325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15000"/>
              </a:lnSpc>
              <a:buFont typeface="Monotype Sorts" pitchFamily="2" charset="2"/>
              <a:buAutoNum type="arabicParenBoth"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静摩擦力的大小随外力的</a:t>
            </a:r>
          </a:p>
          <a:p>
            <a:pPr marL="342900" indent="-342900" eaLnBrk="1" hangingPunct="1">
              <a:lnSpc>
                <a:spcPct val="115000"/>
              </a:lnSpc>
              <a:buFont typeface="Monotype Sorts" pitchFamily="2" charset="2"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    变化而变化；</a:t>
            </a:r>
          </a:p>
        </p:txBody>
      </p:sp>
      <p:graphicFrame>
        <p:nvGraphicFramePr>
          <p:cNvPr id="207881" name="Object 2">
            <a:extLst>
              <a:ext uri="{FF2B5EF4-FFF2-40B4-BE49-F238E27FC236}">
                <a16:creationId xmlns:a16="http://schemas.microsoft.com/office/drawing/2014/main" id="{5E72698C-9325-71F1-8895-10E8B125D5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00300" y="2127250"/>
          <a:ext cx="1041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98251" imgH="350631" progId="Equation.3">
                  <p:embed/>
                </p:oleObj>
              </mc:Choice>
              <mc:Fallback>
                <p:oleObj name="公式" r:id="rId2" imgW="998251" imgH="35063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300" y="2127250"/>
                        <a:ext cx="1041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882" name="Object 3">
            <a:extLst>
              <a:ext uri="{FF2B5EF4-FFF2-40B4-BE49-F238E27FC236}">
                <a16:creationId xmlns:a16="http://schemas.microsoft.com/office/drawing/2014/main" id="{84D659F4-8683-1236-0233-40EAD0079A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89325" y="5562600"/>
          <a:ext cx="1574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31713" imgH="335169" progId="Equation.3">
                  <p:embed/>
                </p:oleObj>
              </mc:Choice>
              <mc:Fallback>
                <p:oleObj name="公式" r:id="rId4" imgW="1531713" imgH="33516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9325" y="5562600"/>
                        <a:ext cx="1574800" cy="381000"/>
                      </a:xfrm>
                      <a:prstGeom prst="rect">
                        <a:avLst/>
                      </a:prstGeom>
                      <a:solidFill>
                        <a:srgbClr val="00CCFF">
                          <a:alpha val="25098"/>
                        </a:srgbClr>
                      </a:solidFill>
                      <a:ln w="9525">
                        <a:solidFill>
                          <a:srgbClr val="FFFFFF">
                            <a:alpha val="29019"/>
                          </a:srgbClr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892" name="Rectangle 20">
            <a:extLst>
              <a:ext uri="{FF2B5EF4-FFF2-40B4-BE49-F238E27FC236}">
                <a16:creationId xmlns:a16="http://schemas.microsoft.com/office/drawing/2014/main" id="{BF49FCE4-0E32-9DC6-9875-7D8E5B65F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366713"/>
            <a:ext cx="6983412" cy="56673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阻碍彼此接触的物体相对运动或相对运动趋势的力</a:t>
            </a:r>
          </a:p>
        </p:txBody>
      </p:sp>
      <p:grpSp>
        <p:nvGrpSpPr>
          <p:cNvPr id="2" name="Group 21">
            <a:extLst>
              <a:ext uri="{FF2B5EF4-FFF2-40B4-BE49-F238E27FC236}">
                <a16:creationId xmlns:a16="http://schemas.microsoft.com/office/drawing/2014/main" id="{315A5EDB-67E5-48F2-346C-69BA438870F2}"/>
              </a:ext>
            </a:extLst>
          </p:cNvPr>
          <p:cNvGrpSpPr>
            <a:grpSpLocks/>
          </p:cNvGrpSpPr>
          <p:nvPr/>
        </p:nvGrpSpPr>
        <p:grpSpPr bwMode="auto">
          <a:xfrm>
            <a:off x="5118100" y="2192338"/>
            <a:ext cx="3598863" cy="2193925"/>
            <a:chOff x="3240" y="229"/>
            <a:chExt cx="2267" cy="1382"/>
          </a:xfrm>
        </p:grpSpPr>
        <p:sp>
          <p:nvSpPr>
            <p:cNvPr id="207894" name="Rectangle 22">
              <a:extLst>
                <a:ext uri="{FF2B5EF4-FFF2-40B4-BE49-F238E27FC236}">
                  <a16:creationId xmlns:a16="http://schemas.microsoft.com/office/drawing/2014/main" id="{36A74393-4205-C6F6-3910-87D367822E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0" y="229"/>
              <a:ext cx="2267" cy="1382"/>
            </a:xfrm>
            <a:prstGeom prst="rect">
              <a:avLst/>
            </a:prstGeom>
            <a:solidFill>
              <a:srgbClr val="00FFFF">
                <a:alpha val="64999"/>
              </a:srgbClr>
            </a:solidFill>
            <a:ln w="9525" algn="ctr">
              <a:solidFill>
                <a:srgbClr val="CC0000">
                  <a:alpha val="80000"/>
                </a:srgbClr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99CC">
                  <a:alpha val="20000"/>
                </a:srgbClr>
              </a:outerShdw>
            </a:effectLst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GB" sz="3600" b="0">
                <a:solidFill>
                  <a:srgbClr val="00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55FFFF"/>
                    </a:outerShdw>
                  </a:cont>
                  <a:cont type="tree" name="">
                    <a:effect ref="fillLine"/>
                    <a:outerShdw dist="38100" dir="2700000" algn="tl">
                      <a:srgbClr val="009999"/>
                    </a:outerShdw>
                  </a:cont>
                  <a:effect ref="fillLine"/>
                </a:effectDag>
                <a:latin typeface="Times New Roman" pitchFamily="18" charset="0"/>
                <a:ea typeface="楷体_GB2312" pitchFamily="49" charset="-122"/>
              </a:endParaRPr>
            </a:p>
            <a:p>
              <a:pPr algn="ctr" eaLnBrk="1" hangingPunct="1">
                <a:defRPr/>
              </a:pPr>
              <a:endParaRPr lang="zh-CN" altLang="en-GB" sz="3600" b="0">
                <a:solidFill>
                  <a:srgbClr val="00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55FFFF"/>
                    </a:outerShdw>
                  </a:cont>
                  <a:cont type="tree" name="">
                    <a:effect ref="fillLine"/>
                    <a:outerShdw dist="38100" dir="2700000" algn="tl">
                      <a:srgbClr val="009999"/>
                    </a:outerShdw>
                  </a:cont>
                  <a:effect ref="fillLine"/>
                </a:effectDag>
                <a:latin typeface="Times New Roman" pitchFamily="18" charset="0"/>
                <a:ea typeface="楷体_GB2312" pitchFamily="49" charset="-122"/>
              </a:endParaRPr>
            </a:p>
            <a:p>
              <a:pPr algn="ctr" eaLnBrk="1" hangingPunct="1">
                <a:defRPr/>
              </a:pPr>
              <a:endParaRPr lang="zh-CN" altLang="en-GB" sz="3600" b="0">
                <a:solidFill>
                  <a:srgbClr val="00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55FFFF"/>
                    </a:outerShdw>
                  </a:cont>
                  <a:cont type="tree" name="">
                    <a:effect ref="fillLine"/>
                    <a:outerShdw dist="38100" dir="2700000" algn="tl">
                      <a:srgbClr val="009999"/>
                    </a:outerShdw>
                  </a:cont>
                  <a:effect ref="fillLine"/>
                </a:effectDag>
                <a:latin typeface="Times New Roman" pitchFamily="18" charset="0"/>
                <a:ea typeface="楷体_GB2312" pitchFamily="49" charset="-122"/>
              </a:endParaRPr>
            </a:p>
            <a:p>
              <a:pPr algn="ctr" eaLnBrk="1" hangingPunct="1">
                <a:defRPr/>
              </a:pPr>
              <a:r>
                <a:rPr lang="en-US" altLang="zh-CN" sz="3600" b="0">
                  <a:solidFill>
                    <a:srgbClr val="00FFFF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55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009999"/>
                      </a:outerShdw>
                    </a:cont>
                    <a:effect ref="fillLine"/>
                  </a:effectDag>
                  <a:latin typeface="Times New Roman" pitchFamily="18" charset="0"/>
                  <a:ea typeface="楷体_GB2312" pitchFamily="49" charset="-122"/>
                </a:rPr>
                <a:t> </a:t>
              </a:r>
            </a:p>
          </p:txBody>
        </p:sp>
        <p:grpSp>
          <p:nvGrpSpPr>
            <p:cNvPr id="12317" name="Group 23">
              <a:extLst>
                <a:ext uri="{FF2B5EF4-FFF2-40B4-BE49-F238E27FC236}">
                  <a16:creationId xmlns:a16="http://schemas.microsoft.com/office/drawing/2014/main" id="{68171305-0450-7F6F-987D-5E42102492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32" y="376"/>
              <a:ext cx="1868" cy="900"/>
              <a:chOff x="1044" y="528"/>
              <a:chExt cx="1868" cy="900"/>
            </a:xfrm>
          </p:grpSpPr>
          <p:sp>
            <p:nvSpPr>
              <p:cNvPr id="207896" name="Line 24">
                <a:extLst>
                  <a:ext uri="{FF2B5EF4-FFF2-40B4-BE49-F238E27FC236}">
                    <a16:creationId xmlns:a16="http://schemas.microsoft.com/office/drawing/2014/main" id="{5E40D5E5-B467-647B-D471-3C9B4E7784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4" y="1428"/>
                <a:ext cx="1868" cy="0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07897" name="Rectangle 25">
                <a:extLst>
                  <a:ext uri="{FF2B5EF4-FFF2-40B4-BE49-F238E27FC236}">
                    <a16:creationId xmlns:a16="http://schemas.microsoft.com/office/drawing/2014/main" id="{29A48E5E-149E-1D42-31A1-15C3BC75E0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82" y="953"/>
                <a:ext cx="625" cy="455"/>
              </a:xfrm>
              <a:prstGeom prst="rect">
                <a:avLst/>
              </a:prstGeom>
              <a:solidFill>
                <a:srgbClr val="FF0000"/>
              </a:solidFill>
              <a:ln w="38100">
                <a:solidFill>
                  <a:srgbClr val="0000FF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pSp>
            <p:nvGrpSpPr>
              <p:cNvPr id="12320" name="Group 26">
                <a:extLst>
                  <a:ext uri="{FF2B5EF4-FFF2-40B4-BE49-F238E27FC236}">
                    <a16:creationId xmlns:a16="http://schemas.microsoft.com/office/drawing/2014/main" id="{FEC8659F-8F1B-B90B-90F7-870F50FA2A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12" y="528"/>
                <a:ext cx="789" cy="892"/>
                <a:chOff x="1468" y="1836"/>
                <a:chExt cx="525" cy="1200"/>
              </a:xfrm>
            </p:grpSpPr>
            <p:sp>
              <p:nvSpPr>
                <p:cNvPr id="207899" name="Freeform 27">
                  <a:extLst>
                    <a:ext uri="{FF2B5EF4-FFF2-40B4-BE49-F238E27FC236}">
                      <a16:creationId xmlns:a16="http://schemas.microsoft.com/office/drawing/2014/main" id="{DE7AFFF6-C646-2704-3813-00813FB56B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79" y="2114"/>
                  <a:ext cx="18" cy="16"/>
                </a:xfrm>
                <a:custGeom>
                  <a:avLst/>
                  <a:gdLst/>
                  <a:ahLst/>
                  <a:cxnLst>
                    <a:cxn ang="0">
                      <a:pos x="0" y="7"/>
                    </a:cxn>
                    <a:cxn ang="0">
                      <a:pos x="1" y="4"/>
                    </a:cxn>
                    <a:cxn ang="0">
                      <a:pos x="5" y="1"/>
                    </a:cxn>
                    <a:cxn ang="0">
                      <a:pos x="7" y="0"/>
                    </a:cxn>
                    <a:cxn ang="0">
                      <a:pos x="11" y="0"/>
                    </a:cxn>
                    <a:cxn ang="0">
                      <a:pos x="14" y="1"/>
                    </a:cxn>
                    <a:cxn ang="0">
                      <a:pos x="16" y="3"/>
                    </a:cxn>
                    <a:cxn ang="0">
                      <a:pos x="17" y="6"/>
                    </a:cxn>
                    <a:cxn ang="0">
                      <a:pos x="18" y="11"/>
                    </a:cxn>
                    <a:cxn ang="0">
                      <a:pos x="17" y="14"/>
                    </a:cxn>
                    <a:cxn ang="0">
                      <a:pos x="15" y="16"/>
                    </a:cxn>
                    <a:cxn ang="0">
                      <a:pos x="12" y="17"/>
                    </a:cxn>
                    <a:cxn ang="0">
                      <a:pos x="8" y="18"/>
                    </a:cxn>
                    <a:cxn ang="0">
                      <a:pos x="5" y="17"/>
                    </a:cxn>
                    <a:cxn ang="0">
                      <a:pos x="2" y="14"/>
                    </a:cxn>
                    <a:cxn ang="0">
                      <a:pos x="0" y="12"/>
                    </a:cxn>
                    <a:cxn ang="0">
                      <a:pos x="0" y="7"/>
                    </a:cxn>
                  </a:cxnLst>
                  <a:rect l="0" t="0" r="r" b="b"/>
                  <a:pathLst>
                    <a:path w="18" h="18">
                      <a:moveTo>
                        <a:pt x="0" y="7"/>
                      </a:moveTo>
                      <a:lnTo>
                        <a:pt x="1" y="4"/>
                      </a:lnTo>
                      <a:lnTo>
                        <a:pt x="5" y="1"/>
                      </a:lnTo>
                      <a:lnTo>
                        <a:pt x="7" y="0"/>
                      </a:lnTo>
                      <a:lnTo>
                        <a:pt x="11" y="0"/>
                      </a:lnTo>
                      <a:lnTo>
                        <a:pt x="14" y="1"/>
                      </a:lnTo>
                      <a:lnTo>
                        <a:pt x="16" y="3"/>
                      </a:lnTo>
                      <a:lnTo>
                        <a:pt x="17" y="6"/>
                      </a:lnTo>
                      <a:lnTo>
                        <a:pt x="18" y="11"/>
                      </a:lnTo>
                      <a:lnTo>
                        <a:pt x="17" y="14"/>
                      </a:lnTo>
                      <a:lnTo>
                        <a:pt x="15" y="16"/>
                      </a:lnTo>
                      <a:lnTo>
                        <a:pt x="12" y="17"/>
                      </a:lnTo>
                      <a:lnTo>
                        <a:pt x="8" y="18"/>
                      </a:lnTo>
                      <a:lnTo>
                        <a:pt x="5" y="17"/>
                      </a:lnTo>
                      <a:lnTo>
                        <a:pt x="2" y="14"/>
                      </a:lnTo>
                      <a:lnTo>
                        <a:pt x="0" y="12"/>
                      </a:lnTo>
                      <a:lnTo>
                        <a:pt x="0" y="7"/>
                      </a:lnTo>
                      <a:close/>
                    </a:path>
                  </a:pathLst>
                </a:custGeom>
                <a:solidFill>
                  <a:srgbClr val="8C190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00" name="Freeform 28">
                  <a:extLst>
                    <a:ext uri="{FF2B5EF4-FFF2-40B4-BE49-F238E27FC236}">
                      <a16:creationId xmlns:a16="http://schemas.microsoft.com/office/drawing/2014/main" id="{4B610DE9-9AB1-75A6-AAF5-D9BDDB181D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79" y="2114"/>
                  <a:ext cx="18" cy="16"/>
                </a:xfrm>
                <a:custGeom>
                  <a:avLst/>
                  <a:gdLst/>
                  <a:ahLst/>
                  <a:cxnLst>
                    <a:cxn ang="0">
                      <a:pos x="2" y="15"/>
                    </a:cxn>
                    <a:cxn ang="0">
                      <a:pos x="0" y="12"/>
                    </a:cxn>
                    <a:cxn ang="0">
                      <a:pos x="0" y="8"/>
                    </a:cxn>
                    <a:cxn ang="0">
                      <a:pos x="1" y="5"/>
                    </a:cxn>
                    <a:cxn ang="0">
                      <a:pos x="4" y="2"/>
                    </a:cxn>
                    <a:cxn ang="0">
                      <a:pos x="7" y="0"/>
                    </a:cxn>
                    <a:cxn ang="0">
                      <a:pos x="10" y="0"/>
                    </a:cxn>
                    <a:cxn ang="0">
                      <a:pos x="12" y="1"/>
                    </a:cxn>
                    <a:cxn ang="0">
                      <a:pos x="15" y="3"/>
                    </a:cxn>
                    <a:cxn ang="0">
                      <a:pos x="17" y="6"/>
                    </a:cxn>
                    <a:cxn ang="0">
                      <a:pos x="18" y="9"/>
                    </a:cxn>
                    <a:cxn ang="0">
                      <a:pos x="17" y="13"/>
                    </a:cxn>
                    <a:cxn ang="0">
                      <a:pos x="15" y="16"/>
                    </a:cxn>
                    <a:cxn ang="0">
                      <a:pos x="12" y="18"/>
                    </a:cxn>
                    <a:cxn ang="0">
                      <a:pos x="9" y="18"/>
                    </a:cxn>
                    <a:cxn ang="0">
                      <a:pos x="6" y="17"/>
                    </a:cxn>
                    <a:cxn ang="0">
                      <a:pos x="2" y="15"/>
                    </a:cxn>
                  </a:cxnLst>
                  <a:rect l="0" t="0" r="r" b="b"/>
                  <a:pathLst>
                    <a:path w="18" h="18">
                      <a:moveTo>
                        <a:pt x="2" y="15"/>
                      </a:moveTo>
                      <a:lnTo>
                        <a:pt x="0" y="12"/>
                      </a:lnTo>
                      <a:lnTo>
                        <a:pt x="0" y="8"/>
                      </a:lnTo>
                      <a:lnTo>
                        <a:pt x="1" y="5"/>
                      </a:lnTo>
                      <a:lnTo>
                        <a:pt x="4" y="2"/>
                      </a:lnTo>
                      <a:lnTo>
                        <a:pt x="7" y="0"/>
                      </a:lnTo>
                      <a:lnTo>
                        <a:pt x="10" y="0"/>
                      </a:lnTo>
                      <a:lnTo>
                        <a:pt x="12" y="1"/>
                      </a:lnTo>
                      <a:lnTo>
                        <a:pt x="15" y="3"/>
                      </a:lnTo>
                      <a:lnTo>
                        <a:pt x="17" y="6"/>
                      </a:lnTo>
                      <a:lnTo>
                        <a:pt x="18" y="9"/>
                      </a:lnTo>
                      <a:lnTo>
                        <a:pt x="17" y="13"/>
                      </a:lnTo>
                      <a:lnTo>
                        <a:pt x="15" y="16"/>
                      </a:lnTo>
                      <a:lnTo>
                        <a:pt x="12" y="18"/>
                      </a:lnTo>
                      <a:lnTo>
                        <a:pt x="9" y="18"/>
                      </a:lnTo>
                      <a:lnTo>
                        <a:pt x="6" y="17"/>
                      </a:lnTo>
                      <a:lnTo>
                        <a:pt x="2" y="15"/>
                      </a:lnTo>
                      <a:close/>
                    </a:path>
                  </a:pathLst>
                </a:custGeom>
                <a:solidFill>
                  <a:srgbClr val="99331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01" name="Freeform 29">
                  <a:extLst>
                    <a:ext uri="{FF2B5EF4-FFF2-40B4-BE49-F238E27FC236}">
                      <a16:creationId xmlns:a16="http://schemas.microsoft.com/office/drawing/2014/main" id="{5F7272A0-4A2F-F8F8-4706-08148C5BB5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63" y="2375"/>
                  <a:ext cx="16" cy="19"/>
                </a:xfrm>
                <a:custGeom>
                  <a:avLst/>
                  <a:gdLst/>
                  <a:ahLst/>
                  <a:cxnLst>
                    <a:cxn ang="0">
                      <a:pos x="16" y="11"/>
                    </a:cxn>
                    <a:cxn ang="0">
                      <a:pos x="16" y="8"/>
                    </a:cxn>
                    <a:cxn ang="0">
                      <a:pos x="15" y="5"/>
                    </a:cxn>
                    <a:cxn ang="0">
                      <a:pos x="13" y="2"/>
                    </a:cxn>
                    <a:cxn ang="0">
                      <a:pos x="10" y="0"/>
                    </a:cxn>
                    <a:cxn ang="0">
                      <a:pos x="6" y="0"/>
                    </a:cxn>
                    <a:cxn ang="0">
                      <a:pos x="3" y="2"/>
                    </a:cxn>
                    <a:cxn ang="0">
                      <a:pos x="1" y="5"/>
                    </a:cxn>
                    <a:cxn ang="0">
                      <a:pos x="0" y="8"/>
                    </a:cxn>
                    <a:cxn ang="0">
                      <a:pos x="0" y="11"/>
                    </a:cxn>
                    <a:cxn ang="0">
                      <a:pos x="1" y="14"/>
                    </a:cxn>
                    <a:cxn ang="0">
                      <a:pos x="3" y="17"/>
                    </a:cxn>
                    <a:cxn ang="0">
                      <a:pos x="6" y="18"/>
                    </a:cxn>
                    <a:cxn ang="0">
                      <a:pos x="10" y="18"/>
                    </a:cxn>
                    <a:cxn ang="0">
                      <a:pos x="12" y="17"/>
                    </a:cxn>
                    <a:cxn ang="0">
                      <a:pos x="15" y="14"/>
                    </a:cxn>
                    <a:cxn ang="0">
                      <a:pos x="16" y="11"/>
                    </a:cxn>
                  </a:cxnLst>
                  <a:rect l="0" t="0" r="r" b="b"/>
                  <a:pathLst>
                    <a:path w="16" h="18">
                      <a:moveTo>
                        <a:pt x="16" y="11"/>
                      </a:moveTo>
                      <a:lnTo>
                        <a:pt x="16" y="8"/>
                      </a:lnTo>
                      <a:lnTo>
                        <a:pt x="15" y="5"/>
                      </a:lnTo>
                      <a:lnTo>
                        <a:pt x="13" y="2"/>
                      </a:lnTo>
                      <a:lnTo>
                        <a:pt x="10" y="0"/>
                      </a:lnTo>
                      <a:lnTo>
                        <a:pt x="6" y="0"/>
                      </a:lnTo>
                      <a:lnTo>
                        <a:pt x="3" y="2"/>
                      </a:lnTo>
                      <a:lnTo>
                        <a:pt x="1" y="5"/>
                      </a:lnTo>
                      <a:lnTo>
                        <a:pt x="0" y="8"/>
                      </a:lnTo>
                      <a:lnTo>
                        <a:pt x="0" y="11"/>
                      </a:lnTo>
                      <a:lnTo>
                        <a:pt x="1" y="14"/>
                      </a:lnTo>
                      <a:lnTo>
                        <a:pt x="3" y="17"/>
                      </a:lnTo>
                      <a:lnTo>
                        <a:pt x="6" y="18"/>
                      </a:lnTo>
                      <a:lnTo>
                        <a:pt x="10" y="18"/>
                      </a:lnTo>
                      <a:lnTo>
                        <a:pt x="12" y="17"/>
                      </a:lnTo>
                      <a:lnTo>
                        <a:pt x="15" y="14"/>
                      </a:lnTo>
                      <a:lnTo>
                        <a:pt x="16" y="11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02" name="Freeform 30">
                  <a:extLst>
                    <a:ext uri="{FF2B5EF4-FFF2-40B4-BE49-F238E27FC236}">
                      <a16:creationId xmlns:a16="http://schemas.microsoft.com/office/drawing/2014/main" id="{959EE0D7-4D1B-24B2-67AE-341BE447AB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62" y="2375"/>
                  <a:ext cx="17" cy="19"/>
                </a:xfrm>
                <a:custGeom>
                  <a:avLst/>
                  <a:gdLst/>
                  <a:ahLst/>
                  <a:cxnLst>
                    <a:cxn ang="0">
                      <a:pos x="9" y="18"/>
                    </a:cxn>
                    <a:cxn ang="0">
                      <a:pos x="13" y="17"/>
                    </a:cxn>
                    <a:cxn ang="0">
                      <a:pos x="15" y="15"/>
                    </a:cxn>
                    <a:cxn ang="0">
                      <a:pos x="16" y="12"/>
                    </a:cxn>
                    <a:cxn ang="0">
                      <a:pos x="17" y="9"/>
                    </a:cxn>
                    <a:cxn ang="0">
                      <a:pos x="16" y="6"/>
                    </a:cxn>
                    <a:cxn ang="0">
                      <a:pos x="15" y="3"/>
                    </a:cxn>
                    <a:cxn ang="0">
                      <a:pos x="12" y="2"/>
                    </a:cxn>
                    <a:cxn ang="0">
                      <a:pos x="8" y="0"/>
                    </a:cxn>
                    <a:cxn ang="0">
                      <a:pos x="5" y="2"/>
                    </a:cxn>
                    <a:cxn ang="0">
                      <a:pos x="2" y="4"/>
                    </a:cxn>
                    <a:cxn ang="0">
                      <a:pos x="1" y="7"/>
                    </a:cxn>
                    <a:cxn ang="0">
                      <a:pos x="0" y="10"/>
                    </a:cxn>
                    <a:cxn ang="0">
                      <a:pos x="1" y="13"/>
                    </a:cxn>
                    <a:cxn ang="0">
                      <a:pos x="3" y="16"/>
                    </a:cxn>
                    <a:cxn ang="0">
                      <a:pos x="6" y="17"/>
                    </a:cxn>
                    <a:cxn ang="0">
                      <a:pos x="9" y="18"/>
                    </a:cxn>
                  </a:cxnLst>
                  <a:rect l="0" t="0" r="r" b="b"/>
                  <a:pathLst>
                    <a:path w="17" h="18">
                      <a:moveTo>
                        <a:pt x="9" y="18"/>
                      </a:moveTo>
                      <a:lnTo>
                        <a:pt x="13" y="17"/>
                      </a:lnTo>
                      <a:lnTo>
                        <a:pt x="15" y="15"/>
                      </a:lnTo>
                      <a:lnTo>
                        <a:pt x="16" y="12"/>
                      </a:lnTo>
                      <a:lnTo>
                        <a:pt x="17" y="9"/>
                      </a:lnTo>
                      <a:lnTo>
                        <a:pt x="16" y="6"/>
                      </a:lnTo>
                      <a:lnTo>
                        <a:pt x="15" y="3"/>
                      </a:lnTo>
                      <a:lnTo>
                        <a:pt x="12" y="2"/>
                      </a:lnTo>
                      <a:lnTo>
                        <a:pt x="8" y="0"/>
                      </a:lnTo>
                      <a:lnTo>
                        <a:pt x="5" y="2"/>
                      </a:lnTo>
                      <a:lnTo>
                        <a:pt x="2" y="4"/>
                      </a:lnTo>
                      <a:lnTo>
                        <a:pt x="1" y="7"/>
                      </a:lnTo>
                      <a:lnTo>
                        <a:pt x="0" y="10"/>
                      </a:lnTo>
                      <a:lnTo>
                        <a:pt x="1" y="13"/>
                      </a:lnTo>
                      <a:lnTo>
                        <a:pt x="3" y="16"/>
                      </a:lnTo>
                      <a:lnTo>
                        <a:pt x="6" y="17"/>
                      </a:lnTo>
                      <a:lnTo>
                        <a:pt x="9" y="18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03" name="Freeform 31">
                  <a:extLst>
                    <a:ext uri="{FF2B5EF4-FFF2-40B4-BE49-F238E27FC236}">
                      <a16:creationId xmlns:a16="http://schemas.microsoft.com/office/drawing/2014/main" id="{2AA04339-12F4-B59D-FE3C-558BB0AD20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7" y="2084"/>
                  <a:ext cx="18" cy="17"/>
                </a:xfrm>
                <a:custGeom>
                  <a:avLst/>
                  <a:gdLst/>
                  <a:ahLst/>
                  <a:cxnLst>
                    <a:cxn ang="0">
                      <a:pos x="9" y="18"/>
                    </a:cxn>
                    <a:cxn ang="0">
                      <a:pos x="13" y="17"/>
                    </a:cxn>
                    <a:cxn ang="0">
                      <a:pos x="16" y="15"/>
                    </a:cxn>
                    <a:cxn ang="0">
                      <a:pos x="17" y="12"/>
                    </a:cxn>
                    <a:cxn ang="0">
                      <a:pos x="18" y="9"/>
                    </a:cxn>
                    <a:cxn ang="0">
                      <a:pos x="17" y="6"/>
                    </a:cxn>
                    <a:cxn ang="0">
                      <a:pos x="15" y="3"/>
                    </a:cxn>
                    <a:cxn ang="0">
                      <a:pos x="11" y="1"/>
                    </a:cxn>
                    <a:cxn ang="0">
                      <a:pos x="7" y="0"/>
                    </a:cxn>
                    <a:cxn ang="0">
                      <a:pos x="4" y="1"/>
                    </a:cxn>
                    <a:cxn ang="0">
                      <a:pos x="2" y="4"/>
                    </a:cxn>
                    <a:cxn ang="0">
                      <a:pos x="0" y="6"/>
                    </a:cxn>
                    <a:cxn ang="0">
                      <a:pos x="0" y="10"/>
                    </a:cxn>
                    <a:cxn ang="0">
                      <a:pos x="1" y="13"/>
                    </a:cxn>
                    <a:cxn ang="0">
                      <a:pos x="3" y="16"/>
                    </a:cxn>
                    <a:cxn ang="0">
                      <a:pos x="5" y="17"/>
                    </a:cxn>
                    <a:cxn ang="0">
                      <a:pos x="9" y="18"/>
                    </a:cxn>
                  </a:cxnLst>
                  <a:rect l="0" t="0" r="r" b="b"/>
                  <a:pathLst>
                    <a:path w="18" h="18">
                      <a:moveTo>
                        <a:pt x="9" y="18"/>
                      </a:moveTo>
                      <a:lnTo>
                        <a:pt x="13" y="17"/>
                      </a:lnTo>
                      <a:lnTo>
                        <a:pt x="16" y="15"/>
                      </a:lnTo>
                      <a:lnTo>
                        <a:pt x="17" y="12"/>
                      </a:lnTo>
                      <a:lnTo>
                        <a:pt x="18" y="9"/>
                      </a:lnTo>
                      <a:lnTo>
                        <a:pt x="17" y="6"/>
                      </a:lnTo>
                      <a:lnTo>
                        <a:pt x="15" y="3"/>
                      </a:lnTo>
                      <a:lnTo>
                        <a:pt x="11" y="1"/>
                      </a:lnTo>
                      <a:lnTo>
                        <a:pt x="7" y="0"/>
                      </a:lnTo>
                      <a:lnTo>
                        <a:pt x="4" y="1"/>
                      </a:lnTo>
                      <a:lnTo>
                        <a:pt x="2" y="4"/>
                      </a:lnTo>
                      <a:lnTo>
                        <a:pt x="0" y="6"/>
                      </a:lnTo>
                      <a:lnTo>
                        <a:pt x="0" y="10"/>
                      </a:lnTo>
                      <a:lnTo>
                        <a:pt x="1" y="13"/>
                      </a:lnTo>
                      <a:lnTo>
                        <a:pt x="3" y="16"/>
                      </a:lnTo>
                      <a:lnTo>
                        <a:pt x="5" y="17"/>
                      </a:lnTo>
                      <a:lnTo>
                        <a:pt x="9" y="18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04" name="Freeform 32">
                  <a:extLst>
                    <a:ext uri="{FF2B5EF4-FFF2-40B4-BE49-F238E27FC236}">
                      <a16:creationId xmlns:a16="http://schemas.microsoft.com/office/drawing/2014/main" id="{1DC2DBE3-9822-F74E-B6F5-8010D667B2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049"/>
                  <a:ext cx="94" cy="265"/>
                </a:xfrm>
                <a:custGeom>
                  <a:avLst/>
                  <a:gdLst/>
                  <a:ahLst/>
                  <a:cxnLst>
                    <a:cxn ang="0">
                      <a:pos x="42" y="257"/>
                    </a:cxn>
                    <a:cxn ang="0">
                      <a:pos x="50" y="264"/>
                    </a:cxn>
                    <a:cxn ang="0">
                      <a:pos x="55" y="264"/>
                    </a:cxn>
                    <a:cxn ang="0">
                      <a:pos x="67" y="256"/>
                    </a:cxn>
                    <a:cxn ang="0">
                      <a:pos x="82" y="245"/>
                    </a:cxn>
                    <a:cxn ang="0">
                      <a:pos x="92" y="234"/>
                    </a:cxn>
                    <a:cxn ang="0">
                      <a:pos x="94" y="224"/>
                    </a:cxn>
                    <a:cxn ang="0">
                      <a:pos x="91" y="217"/>
                    </a:cxn>
                    <a:cxn ang="0">
                      <a:pos x="87" y="210"/>
                    </a:cxn>
                    <a:cxn ang="0">
                      <a:pos x="83" y="205"/>
                    </a:cxn>
                    <a:cxn ang="0">
                      <a:pos x="75" y="204"/>
                    </a:cxn>
                    <a:cxn ang="0">
                      <a:pos x="69" y="201"/>
                    </a:cxn>
                    <a:cxn ang="0">
                      <a:pos x="71" y="196"/>
                    </a:cxn>
                    <a:cxn ang="0">
                      <a:pos x="73" y="187"/>
                    </a:cxn>
                    <a:cxn ang="0">
                      <a:pos x="71" y="183"/>
                    </a:cxn>
                    <a:cxn ang="0">
                      <a:pos x="70" y="179"/>
                    </a:cxn>
                    <a:cxn ang="0">
                      <a:pos x="73" y="164"/>
                    </a:cxn>
                    <a:cxn ang="0">
                      <a:pos x="76" y="138"/>
                    </a:cxn>
                    <a:cxn ang="0">
                      <a:pos x="76" y="111"/>
                    </a:cxn>
                    <a:cxn ang="0">
                      <a:pos x="77" y="61"/>
                    </a:cxn>
                    <a:cxn ang="0">
                      <a:pos x="79" y="37"/>
                    </a:cxn>
                    <a:cxn ang="0">
                      <a:pos x="76" y="22"/>
                    </a:cxn>
                    <a:cxn ang="0">
                      <a:pos x="68" y="9"/>
                    </a:cxn>
                    <a:cxn ang="0">
                      <a:pos x="52" y="1"/>
                    </a:cxn>
                    <a:cxn ang="0">
                      <a:pos x="30" y="1"/>
                    </a:cxn>
                    <a:cxn ang="0">
                      <a:pos x="14" y="7"/>
                    </a:cxn>
                    <a:cxn ang="0">
                      <a:pos x="5" y="19"/>
                    </a:cxn>
                    <a:cxn ang="0">
                      <a:pos x="0" y="34"/>
                    </a:cxn>
                    <a:cxn ang="0">
                      <a:pos x="0" y="62"/>
                    </a:cxn>
                    <a:cxn ang="0">
                      <a:pos x="3" y="89"/>
                    </a:cxn>
                    <a:cxn ang="0">
                      <a:pos x="0" y="115"/>
                    </a:cxn>
                    <a:cxn ang="0">
                      <a:pos x="3" y="168"/>
                    </a:cxn>
                    <a:cxn ang="0">
                      <a:pos x="5" y="197"/>
                    </a:cxn>
                    <a:cxn ang="0">
                      <a:pos x="9" y="220"/>
                    </a:cxn>
                    <a:cxn ang="0">
                      <a:pos x="24" y="239"/>
                    </a:cxn>
                    <a:cxn ang="0">
                      <a:pos x="34" y="246"/>
                    </a:cxn>
                    <a:cxn ang="0">
                      <a:pos x="36" y="252"/>
                    </a:cxn>
                  </a:cxnLst>
                  <a:rect l="0" t="0" r="r" b="b"/>
                  <a:pathLst>
                    <a:path w="94" h="265">
                      <a:moveTo>
                        <a:pt x="36" y="252"/>
                      </a:moveTo>
                      <a:lnTo>
                        <a:pt x="42" y="257"/>
                      </a:lnTo>
                      <a:lnTo>
                        <a:pt x="46" y="261"/>
                      </a:lnTo>
                      <a:lnTo>
                        <a:pt x="50" y="264"/>
                      </a:lnTo>
                      <a:lnTo>
                        <a:pt x="53" y="265"/>
                      </a:lnTo>
                      <a:lnTo>
                        <a:pt x="55" y="264"/>
                      </a:lnTo>
                      <a:lnTo>
                        <a:pt x="61" y="261"/>
                      </a:lnTo>
                      <a:lnTo>
                        <a:pt x="67" y="256"/>
                      </a:lnTo>
                      <a:lnTo>
                        <a:pt x="74" y="250"/>
                      </a:lnTo>
                      <a:lnTo>
                        <a:pt x="82" y="245"/>
                      </a:lnTo>
                      <a:lnTo>
                        <a:pt x="88" y="239"/>
                      </a:lnTo>
                      <a:lnTo>
                        <a:pt x="92" y="234"/>
                      </a:lnTo>
                      <a:lnTo>
                        <a:pt x="94" y="230"/>
                      </a:lnTo>
                      <a:lnTo>
                        <a:pt x="94" y="224"/>
                      </a:lnTo>
                      <a:lnTo>
                        <a:pt x="93" y="220"/>
                      </a:lnTo>
                      <a:lnTo>
                        <a:pt x="91" y="217"/>
                      </a:lnTo>
                      <a:lnTo>
                        <a:pt x="89" y="215"/>
                      </a:lnTo>
                      <a:lnTo>
                        <a:pt x="87" y="210"/>
                      </a:lnTo>
                      <a:lnTo>
                        <a:pt x="86" y="207"/>
                      </a:lnTo>
                      <a:lnTo>
                        <a:pt x="83" y="205"/>
                      </a:lnTo>
                      <a:lnTo>
                        <a:pt x="80" y="204"/>
                      </a:lnTo>
                      <a:lnTo>
                        <a:pt x="75" y="204"/>
                      </a:lnTo>
                      <a:lnTo>
                        <a:pt x="71" y="203"/>
                      </a:lnTo>
                      <a:lnTo>
                        <a:pt x="69" y="201"/>
                      </a:lnTo>
                      <a:lnTo>
                        <a:pt x="69" y="199"/>
                      </a:lnTo>
                      <a:lnTo>
                        <a:pt x="71" y="196"/>
                      </a:lnTo>
                      <a:lnTo>
                        <a:pt x="73" y="191"/>
                      </a:lnTo>
                      <a:lnTo>
                        <a:pt x="73" y="187"/>
                      </a:lnTo>
                      <a:lnTo>
                        <a:pt x="72" y="185"/>
                      </a:lnTo>
                      <a:lnTo>
                        <a:pt x="71" y="183"/>
                      </a:lnTo>
                      <a:lnTo>
                        <a:pt x="70" y="181"/>
                      </a:lnTo>
                      <a:lnTo>
                        <a:pt x="70" y="179"/>
                      </a:lnTo>
                      <a:lnTo>
                        <a:pt x="71" y="175"/>
                      </a:lnTo>
                      <a:lnTo>
                        <a:pt x="73" y="164"/>
                      </a:lnTo>
                      <a:lnTo>
                        <a:pt x="75" y="151"/>
                      </a:lnTo>
                      <a:lnTo>
                        <a:pt x="76" y="138"/>
                      </a:lnTo>
                      <a:lnTo>
                        <a:pt x="76" y="127"/>
                      </a:lnTo>
                      <a:lnTo>
                        <a:pt x="76" y="111"/>
                      </a:lnTo>
                      <a:lnTo>
                        <a:pt x="76" y="87"/>
                      </a:lnTo>
                      <a:lnTo>
                        <a:pt x="77" y="61"/>
                      </a:lnTo>
                      <a:lnTo>
                        <a:pt x="79" y="43"/>
                      </a:lnTo>
                      <a:lnTo>
                        <a:pt x="79" y="37"/>
                      </a:lnTo>
                      <a:lnTo>
                        <a:pt x="77" y="29"/>
                      </a:lnTo>
                      <a:lnTo>
                        <a:pt x="76" y="22"/>
                      </a:lnTo>
                      <a:lnTo>
                        <a:pt x="73" y="14"/>
                      </a:lnTo>
                      <a:lnTo>
                        <a:pt x="68" y="9"/>
                      </a:lnTo>
                      <a:lnTo>
                        <a:pt x="62" y="4"/>
                      </a:lnTo>
                      <a:lnTo>
                        <a:pt x="52" y="1"/>
                      </a:lnTo>
                      <a:lnTo>
                        <a:pt x="42" y="0"/>
                      </a:lnTo>
                      <a:lnTo>
                        <a:pt x="30" y="1"/>
                      </a:lnTo>
                      <a:lnTo>
                        <a:pt x="20" y="3"/>
                      </a:lnTo>
                      <a:lnTo>
                        <a:pt x="14" y="7"/>
                      </a:lnTo>
                      <a:lnTo>
                        <a:pt x="9" y="12"/>
                      </a:lnTo>
                      <a:lnTo>
                        <a:pt x="5" y="19"/>
                      </a:lnTo>
                      <a:lnTo>
                        <a:pt x="3" y="26"/>
                      </a:lnTo>
                      <a:lnTo>
                        <a:pt x="0" y="34"/>
                      </a:lnTo>
                      <a:lnTo>
                        <a:pt x="0" y="44"/>
                      </a:lnTo>
                      <a:lnTo>
                        <a:pt x="0" y="62"/>
                      </a:lnTo>
                      <a:lnTo>
                        <a:pt x="1" y="77"/>
                      </a:lnTo>
                      <a:lnTo>
                        <a:pt x="3" y="89"/>
                      </a:lnTo>
                      <a:lnTo>
                        <a:pt x="1" y="99"/>
                      </a:lnTo>
                      <a:lnTo>
                        <a:pt x="0" y="115"/>
                      </a:lnTo>
                      <a:lnTo>
                        <a:pt x="1" y="141"/>
                      </a:lnTo>
                      <a:lnTo>
                        <a:pt x="3" y="168"/>
                      </a:lnTo>
                      <a:lnTo>
                        <a:pt x="5" y="186"/>
                      </a:lnTo>
                      <a:lnTo>
                        <a:pt x="5" y="197"/>
                      </a:lnTo>
                      <a:lnTo>
                        <a:pt x="6" y="208"/>
                      </a:lnTo>
                      <a:lnTo>
                        <a:pt x="9" y="220"/>
                      </a:lnTo>
                      <a:lnTo>
                        <a:pt x="16" y="230"/>
                      </a:lnTo>
                      <a:lnTo>
                        <a:pt x="24" y="239"/>
                      </a:lnTo>
                      <a:lnTo>
                        <a:pt x="30" y="243"/>
                      </a:lnTo>
                      <a:lnTo>
                        <a:pt x="34" y="246"/>
                      </a:lnTo>
                      <a:lnTo>
                        <a:pt x="35" y="247"/>
                      </a:lnTo>
                      <a:lnTo>
                        <a:pt x="36" y="252"/>
                      </a:lnTo>
                      <a:close/>
                    </a:path>
                  </a:pathLst>
                </a:custGeom>
                <a:solidFill>
                  <a:srgbClr val="004CB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05" name="Freeform 33">
                  <a:extLst>
                    <a:ext uri="{FF2B5EF4-FFF2-40B4-BE49-F238E27FC236}">
                      <a16:creationId xmlns:a16="http://schemas.microsoft.com/office/drawing/2014/main" id="{25D8021A-8B85-F7A9-5629-FBD49B2116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42" y="1855"/>
                  <a:ext cx="134" cy="217"/>
                </a:xfrm>
                <a:custGeom>
                  <a:avLst/>
                  <a:gdLst/>
                  <a:ahLst/>
                  <a:cxnLst>
                    <a:cxn ang="0">
                      <a:pos x="116" y="145"/>
                    </a:cxn>
                    <a:cxn ang="0">
                      <a:pos x="118" y="141"/>
                    </a:cxn>
                    <a:cxn ang="0">
                      <a:pos x="118" y="139"/>
                    </a:cxn>
                    <a:cxn ang="0">
                      <a:pos x="118" y="138"/>
                    </a:cxn>
                    <a:cxn ang="0">
                      <a:pos x="119" y="137"/>
                    </a:cxn>
                    <a:cxn ang="0">
                      <a:pos x="121" y="134"/>
                    </a:cxn>
                    <a:cxn ang="0">
                      <a:pos x="121" y="129"/>
                    </a:cxn>
                    <a:cxn ang="0">
                      <a:pos x="123" y="125"/>
                    </a:cxn>
                    <a:cxn ang="0">
                      <a:pos x="127" y="124"/>
                    </a:cxn>
                    <a:cxn ang="0">
                      <a:pos x="131" y="123"/>
                    </a:cxn>
                    <a:cxn ang="0">
                      <a:pos x="134" y="118"/>
                    </a:cxn>
                    <a:cxn ang="0">
                      <a:pos x="128" y="106"/>
                    </a:cxn>
                    <a:cxn ang="0">
                      <a:pos x="124" y="92"/>
                    </a:cxn>
                    <a:cxn ang="0">
                      <a:pos x="126" y="77"/>
                    </a:cxn>
                    <a:cxn ang="0">
                      <a:pos x="127" y="60"/>
                    </a:cxn>
                    <a:cxn ang="0">
                      <a:pos x="120" y="37"/>
                    </a:cxn>
                    <a:cxn ang="0">
                      <a:pos x="104" y="15"/>
                    </a:cxn>
                    <a:cxn ang="0">
                      <a:pos x="80" y="2"/>
                    </a:cxn>
                    <a:cxn ang="0">
                      <a:pos x="50" y="1"/>
                    </a:cxn>
                    <a:cxn ang="0">
                      <a:pos x="27" y="8"/>
                    </a:cxn>
                    <a:cxn ang="0">
                      <a:pos x="11" y="24"/>
                    </a:cxn>
                    <a:cxn ang="0">
                      <a:pos x="3" y="45"/>
                    </a:cxn>
                    <a:cxn ang="0">
                      <a:pos x="3" y="78"/>
                    </a:cxn>
                    <a:cxn ang="0">
                      <a:pos x="13" y="106"/>
                    </a:cxn>
                    <a:cxn ang="0">
                      <a:pos x="21" y="123"/>
                    </a:cxn>
                    <a:cxn ang="0">
                      <a:pos x="18" y="144"/>
                    </a:cxn>
                    <a:cxn ang="0">
                      <a:pos x="3" y="175"/>
                    </a:cxn>
                    <a:cxn ang="0">
                      <a:pos x="1" y="201"/>
                    </a:cxn>
                    <a:cxn ang="0">
                      <a:pos x="10" y="213"/>
                    </a:cxn>
                    <a:cxn ang="0">
                      <a:pos x="21" y="216"/>
                    </a:cxn>
                    <a:cxn ang="0">
                      <a:pos x="33" y="213"/>
                    </a:cxn>
                    <a:cxn ang="0">
                      <a:pos x="46" y="203"/>
                    </a:cxn>
                    <a:cxn ang="0">
                      <a:pos x="63" y="184"/>
                    </a:cxn>
                    <a:cxn ang="0">
                      <a:pos x="78" y="167"/>
                    </a:cxn>
                    <a:cxn ang="0">
                      <a:pos x="91" y="166"/>
                    </a:cxn>
                    <a:cxn ang="0">
                      <a:pos x="106" y="166"/>
                    </a:cxn>
                    <a:cxn ang="0">
                      <a:pos x="114" y="159"/>
                    </a:cxn>
                    <a:cxn ang="0">
                      <a:pos x="114" y="149"/>
                    </a:cxn>
                  </a:cxnLst>
                  <a:rect l="0" t="0" r="r" b="b"/>
                  <a:pathLst>
                    <a:path w="134" h="216">
                      <a:moveTo>
                        <a:pt x="113" y="146"/>
                      </a:moveTo>
                      <a:lnTo>
                        <a:pt x="116" y="145"/>
                      </a:lnTo>
                      <a:lnTo>
                        <a:pt x="118" y="143"/>
                      </a:lnTo>
                      <a:lnTo>
                        <a:pt x="118" y="141"/>
                      </a:lnTo>
                      <a:lnTo>
                        <a:pt x="118" y="139"/>
                      </a:lnTo>
                      <a:lnTo>
                        <a:pt x="118" y="139"/>
                      </a:lnTo>
                      <a:lnTo>
                        <a:pt x="118" y="138"/>
                      </a:lnTo>
                      <a:lnTo>
                        <a:pt x="118" y="138"/>
                      </a:lnTo>
                      <a:lnTo>
                        <a:pt x="117" y="138"/>
                      </a:lnTo>
                      <a:lnTo>
                        <a:pt x="119" y="137"/>
                      </a:lnTo>
                      <a:lnTo>
                        <a:pt x="120" y="136"/>
                      </a:lnTo>
                      <a:lnTo>
                        <a:pt x="121" y="134"/>
                      </a:lnTo>
                      <a:lnTo>
                        <a:pt x="121" y="131"/>
                      </a:lnTo>
                      <a:lnTo>
                        <a:pt x="121" y="129"/>
                      </a:lnTo>
                      <a:lnTo>
                        <a:pt x="122" y="127"/>
                      </a:lnTo>
                      <a:lnTo>
                        <a:pt x="123" y="125"/>
                      </a:lnTo>
                      <a:lnTo>
                        <a:pt x="125" y="124"/>
                      </a:lnTo>
                      <a:lnTo>
                        <a:pt x="127" y="124"/>
                      </a:lnTo>
                      <a:lnTo>
                        <a:pt x="128" y="123"/>
                      </a:lnTo>
                      <a:lnTo>
                        <a:pt x="131" y="123"/>
                      </a:lnTo>
                      <a:lnTo>
                        <a:pt x="132" y="122"/>
                      </a:lnTo>
                      <a:lnTo>
                        <a:pt x="134" y="118"/>
                      </a:lnTo>
                      <a:lnTo>
                        <a:pt x="132" y="111"/>
                      </a:lnTo>
                      <a:lnTo>
                        <a:pt x="128" y="106"/>
                      </a:lnTo>
                      <a:lnTo>
                        <a:pt x="125" y="100"/>
                      </a:lnTo>
                      <a:lnTo>
                        <a:pt x="124" y="92"/>
                      </a:lnTo>
                      <a:lnTo>
                        <a:pt x="125" y="85"/>
                      </a:lnTo>
                      <a:lnTo>
                        <a:pt x="126" y="77"/>
                      </a:lnTo>
                      <a:lnTo>
                        <a:pt x="127" y="70"/>
                      </a:lnTo>
                      <a:lnTo>
                        <a:pt x="127" y="60"/>
                      </a:lnTo>
                      <a:lnTo>
                        <a:pt x="124" y="48"/>
                      </a:lnTo>
                      <a:lnTo>
                        <a:pt x="120" y="37"/>
                      </a:lnTo>
                      <a:lnTo>
                        <a:pt x="113" y="25"/>
                      </a:lnTo>
                      <a:lnTo>
                        <a:pt x="104" y="15"/>
                      </a:lnTo>
                      <a:lnTo>
                        <a:pt x="93" y="7"/>
                      </a:lnTo>
                      <a:lnTo>
                        <a:pt x="80" y="2"/>
                      </a:lnTo>
                      <a:lnTo>
                        <a:pt x="65" y="0"/>
                      </a:lnTo>
                      <a:lnTo>
                        <a:pt x="50" y="1"/>
                      </a:lnTo>
                      <a:lnTo>
                        <a:pt x="38" y="3"/>
                      </a:lnTo>
                      <a:lnTo>
                        <a:pt x="27" y="8"/>
                      </a:lnTo>
                      <a:lnTo>
                        <a:pt x="18" y="15"/>
                      </a:lnTo>
                      <a:lnTo>
                        <a:pt x="11" y="24"/>
                      </a:lnTo>
                      <a:lnTo>
                        <a:pt x="6" y="34"/>
                      </a:lnTo>
                      <a:lnTo>
                        <a:pt x="3" y="45"/>
                      </a:lnTo>
                      <a:lnTo>
                        <a:pt x="2" y="57"/>
                      </a:lnTo>
                      <a:lnTo>
                        <a:pt x="3" y="78"/>
                      </a:lnTo>
                      <a:lnTo>
                        <a:pt x="8" y="95"/>
                      </a:lnTo>
                      <a:lnTo>
                        <a:pt x="13" y="106"/>
                      </a:lnTo>
                      <a:lnTo>
                        <a:pt x="18" y="115"/>
                      </a:lnTo>
                      <a:lnTo>
                        <a:pt x="21" y="123"/>
                      </a:lnTo>
                      <a:lnTo>
                        <a:pt x="21" y="132"/>
                      </a:lnTo>
                      <a:lnTo>
                        <a:pt x="18" y="144"/>
                      </a:lnTo>
                      <a:lnTo>
                        <a:pt x="10" y="159"/>
                      </a:lnTo>
                      <a:lnTo>
                        <a:pt x="3" y="175"/>
                      </a:lnTo>
                      <a:lnTo>
                        <a:pt x="0" y="189"/>
                      </a:lnTo>
                      <a:lnTo>
                        <a:pt x="1" y="201"/>
                      </a:lnTo>
                      <a:lnTo>
                        <a:pt x="5" y="209"/>
                      </a:lnTo>
                      <a:lnTo>
                        <a:pt x="10" y="213"/>
                      </a:lnTo>
                      <a:lnTo>
                        <a:pt x="15" y="215"/>
                      </a:lnTo>
                      <a:lnTo>
                        <a:pt x="21" y="216"/>
                      </a:lnTo>
                      <a:lnTo>
                        <a:pt x="27" y="215"/>
                      </a:lnTo>
                      <a:lnTo>
                        <a:pt x="33" y="213"/>
                      </a:lnTo>
                      <a:lnTo>
                        <a:pt x="40" y="208"/>
                      </a:lnTo>
                      <a:lnTo>
                        <a:pt x="46" y="203"/>
                      </a:lnTo>
                      <a:lnTo>
                        <a:pt x="53" y="196"/>
                      </a:lnTo>
                      <a:lnTo>
                        <a:pt x="63" y="184"/>
                      </a:lnTo>
                      <a:lnTo>
                        <a:pt x="70" y="175"/>
                      </a:lnTo>
                      <a:lnTo>
                        <a:pt x="78" y="167"/>
                      </a:lnTo>
                      <a:lnTo>
                        <a:pt x="84" y="165"/>
                      </a:lnTo>
                      <a:lnTo>
                        <a:pt x="91" y="166"/>
                      </a:lnTo>
                      <a:lnTo>
                        <a:pt x="99" y="166"/>
                      </a:lnTo>
                      <a:lnTo>
                        <a:pt x="106" y="166"/>
                      </a:lnTo>
                      <a:lnTo>
                        <a:pt x="110" y="163"/>
                      </a:lnTo>
                      <a:lnTo>
                        <a:pt x="114" y="159"/>
                      </a:lnTo>
                      <a:lnTo>
                        <a:pt x="115" y="155"/>
                      </a:lnTo>
                      <a:lnTo>
                        <a:pt x="114" y="149"/>
                      </a:lnTo>
                      <a:lnTo>
                        <a:pt x="113" y="146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06" name="Freeform 34">
                  <a:extLst>
                    <a:ext uri="{FF2B5EF4-FFF2-40B4-BE49-F238E27FC236}">
                      <a16:creationId xmlns:a16="http://schemas.microsoft.com/office/drawing/2014/main" id="{0AEEAB11-64EF-FAAE-F4DD-83F33A2B82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61" y="2035"/>
                  <a:ext cx="18" cy="17"/>
                </a:xfrm>
                <a:custGeom>
                  <a:avLst/>
                  <a:gdLst/>
                  <a:ahLst/>
                  <a:cxnLst>
                    <a:cxn ang="0">
                      <a:pos x="7" y="18"/>
                    </a:cxn>
                    <a:cxn ang="0">
                      <a:pos x="10" y="18"/>
                    </a:cxn>
                    <a:cxn ang="0">
                      <a:pos x="13" y="17"/>
                    </a:cxn>
                    <a:cxn ang="0">
                      <a:pos x="17" y="14"/>
                    </a:cxn>
                    <a:cxn ang="0">
                      <a:pos x="18" y="10"/>
                    </a:cxn>
                    <a:cxn ang="0">
                      <a:pos x="18" y="7"/>
                    </a:cxn>
                    <a:cxn ang="0">
                      <a:pos x="17" y="4"/>
                    </a:cxn>
                    <a:cxn ang="0">
                      <a:pos x="13" y="1"/>
                    </a:cxn>
                    <a:cxn ang="0">
                      <a:pos x="10" y="0"/>
                    </a:cxn>
                    <a:cxn ang="0">
                      <a:pos x="7" y="0"/>
                    </a:cxn>
                    <a:cxn ang="0">
                      <a:pos x="4" y="1"/>
                    </a:cxn>
                    <a:cxn ang="0">
                      <a:pos x="1" y="4"/>
                    </a:cxn>
                    <a:cxn ang="0">
                      <a:pos x="0" y="7"/>
                    </a:cxn>
                    <a:cxn ang="0">
                      <a:pos x="0" y="10"/>
                    </a:cxn>
                    <a:cxn ang="0">
                      <a:pos x="1" y="14"/>
                    </a:cxn>
                    <a:cxn ang="0">
                      <a:pos x="4" y="17"/>
                    </a:cxn>
                    <a:cxn ang="0">
                      <a:pos x="7" y="18"/>
                    </a:cxn>
                  </a:cxnLst>
                  <a:rect l="0" t="0" r="r" b="b"/>
                  <a:pathLst>
                    <a:path w="18" h="18">
                      <a:moveTo>
                        <a:pt x="7" y="18"/>
                      </a:moveTo>
                      <a:lnTo>
                        <a:pt x="10" y="18"/>
                      </a:lnTo>
                      <a:lnTo>
                        <a:pt x="13" y="17"/>
                      </a:lnTo>
                      <a:lnTo>
                        <a:pt x="17" y="14"/>
                      </a:lnTo>
                      <a:lnTo>
                        <a:pt x="18" y="10"/>
                      </a:lnTo>
                      <a:lnTo>
                        <a:pt x="18" y="7"/>
                      </a:lnTo>
                      <a:lnTo>
                        <a:pt x="17" y="4"/>
                      </a:lnTo>
                      <a:lnTo>
                        <a:pt x="13" y="1"/>
                      </a:lnTo>
                      <a:lnTo>
                        <a:pt x="10" y="0"/>
                      </a:lnTo>
                      <a:lnTo>
                        <a:pt x="7" y="0"/>
                      </a:lnTo>
                      <a:lnTo>
                        <a:pt x="4" y="1"/>
                      </a:lnTo>
                      <a:lnTo>
                        <a:pt x="1" y="4"/>
                      </a:lnTo>
                      <a:lnTo>
                        <a:pt x="0" y="7"/>
                      </a:lnTo>
                      <a:lnTo>
                        <a:pt x="0" y="10"/>
                      </a:lnTo>
                      <a:lnTo>
                        <a:pt x="1" y="14"/>
                      </a:lnTo>
                      <a:lnTo>
                        <a:pt x="4" y="17"/>
                      </a:lnTo>
                      <a:lnTo>
                        <a:pt x="7" y="18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07" name="Freeform 35">
                  <a:extLst>
                    <a:ext uri="{FF2B5EF4-FFF2-40B4-BE49-F238E27FC236}">
                      <a16:creationId xmlns:a16="http://schemas.microsoft.com/office/drawing/2014/main" id="{4B89F5C5-181F-BD6D-5817-348EAACB92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86" y="1876"/>
                  <a:ext cx="17" cy="16"/>
                </a:xfrm>
                <a:custGeom>
                  <a:avLst/>
                  <a:gdLst/>
                  <a:ahLst/>
                  <a:cxnLst>
                    <a:cxn ang="0">
                      <a:pos x="7" y="17"/>
                    </a:cxn>
                    <a:cxn ang="0">
                      <a:pos x="11" y="17"/>
                    </a:cxn>
                    <a:cxn ang="0">
                      <a:pos x="14" y="16"/>
                    </a:cxn>
                    <a:cxn ang="0">
                      <a:pos x="16" y="12"/>
                    </a:cxn>
                    <a:cxn ang="0">
                      <a:pos x="17" y="9"/>
                    </a:cxn>
                    <a:cxn ang="0">
                      <a:pos x="17" y="6"/>
                    </a:cxn>
                    <a:cxn ang="0">
                      <a:pos x="16" y="3"/>
                    </a:cxn>
                    <a:cxn ang="0">
                      <a:pos x="14" y="1"/>
                    </a:cxn>
                    <a:cxn ang="0">
                      <a:pos x="11" y="0"/>
                    </a:cxn>
                    <a:cxn ang="0">
                      <a:pos x="6" y="0"/>
                    </a:cxn>
                    <a:cxn ang="0">
                      <a:pos x="4" y="1"/>
                    </a:cxn>
                    <a:cxn ang="0">
                      <a:pos x="1" y="3"/>
                    </a:cxn>
                    <a:cxn ang="0">
                      <a:pos x="0" y="6"/>
                    </a:cxn>
                    <a:cxn ang="0">
                      <a:pos x="0" y="10"/>
                    </a:cxn>
                    <a:cxn ang="0">
                      <a:pos x="1" y="12"/>
                    </a:cxn>
                    <a:cxn ang="0">
                      <a:pos x="4" y="16"/>
                    </a:cxn>
                    <a:cxn ang="0">
                      <a:pos x="7" y="17"/>
                    </a:cxn>
                  </a:cxnLst>
                  <a:rect l="0" t="0" r="r" b="b"/>
                  <a:pathLst>
                    <a:path w="17" h="17">
                      <a:moveTo>
                        <a:pt x="7" y="17"/>
                      </a:moveTo>
                      <a:lnTo>
                        <a:pt x="11" y="17"/>
                      </a:lnTo>
                      <a:lnTo>
                        <a:pt x="14" y="16"/>
                      </a:lnTo>
                      <a:lnTo>
                        <a:pt x="16" y="12"/>
                      </a:lnTo>
                      <a:lnTo>
                        <a:pt x="17" y="9"/>
                      </a:lnTo>
                      <a:lnTo>
                        <a:pt x="17" y="6"/>
                      </a:lnTo>
                      <a:lnTo>
                        <a:pt x="16" y="3"/>
                      </a:lnTo>
                      <a:lnTo>
                        <a:pt x="14" y="1"/>
                      </a:lnTo>
                      <a:lnTo>
                        <a:pt x="11" y="0"/>
                      </a:lnTo>
                      <a:lnTo>
                        <a:pt x="6" y="0"/>
                      </a:lnTo>
                      <a:lnTo>
                        <a:pt x="4" y="1"/>
                      </a:lnTo>
                      <a:lnTo>
                        <a:pt x="1" y="3"/>
                      </a:lnTo>
                      <a:lnTo>
                        <a:pt x="0" y="6"/>
                      </a:lnTo>
                      <a:lnTo>
                        <a:pt x="0" y="10"/>
                      </a:lnTo>
                      <a:lnTo>
                        <a:pt x="1" y="12"/>
                      </a:lnTo>
                      <a:lnTo>
                        <a:pt x="4" y="16"/>
                      </a:lnTo>
                      <a:lnTo>
                        <a:pt x="7" y="17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08" name="Freeform 36">
                  <a:extLst>
                    <a:ext uri="{FF2B5EF4-FFF2-40B4-BE49-F238E27FC236}">
                      <a16:creationId xmlns:a16="http://schemas.microsoft.com/office/drawing/2014/main" id="{4FBA1C72-0009-03BB-5760-20CA5A50E5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40" y="1932"/>
                  <a:ext cx="23" cy="8"/>
                </a:xfrm>
                <a:custGeom>
                  <a:avLst/>
                  <a:gdLst/>
                  <a:ahLst/>
                  <a:cxnLst>
                    <a:cxn ang="0">
                      <a:pos x="2" y="5"/>
                    </a:cxn>
                    <a:cxn ang="0">
                      <a:pos x="8" y="2"/>
                    </a:cxn>
                    <a:cxn ang="0">
                      <a:pos x="15" y="0"/>
                    </a:cxn>
                    <a:cxn ang="0">
                      <a:pos x="20" y="1"/>
                    </a:cxn>
                    <a:cxn ang="0">
                      <a:pos x="23" y="6"/>
                    </a:cxn>
                    <a:cxn ang="0">
                      <a:pos x="23" y="7"/>
                    </a:cxn>
                    <a:cxn ang="0">
                      <a:pos x="22" y="8"/>
                    </a:cxn>
                    <a:cxn ang="0">
                      <a:pos x="22" y="8"/>
                    </a:cxn>
                    <a:cxn ang="0">
                      <a:pos x="21" y="7"/>
                    </a:cxn>
                    <a:cxn ang="0">
                      <a:pos x="19" y="6"/>
                    </a:cxn>
                    <a:cxn ang="0">
                      <a:pos x="16" y="4"/>
                    </a:cxn>
                    <a:cxn ang="0">
                      <a:pos x="11" y="4"/>
                    </a:cxn>
                    <a:cxn ang="0">
                      <a:pos x="9" y="4"/>
                    </a:cxn>
                    <a:cxn ang="0">
                      <a:pos x="7" y="5"/>
                    </a:cxn>
                    <a:cxn ang="0">
                      <a:pos x="6" y="5"/>
                    </a:cxn>
                    <a:cxn ang="0">
                      <a:pos x="4" y="6"/>
                    </a:cxn>
                    <a:cxn ang="0">
                      <a:pos x="2" y="6"/>
                    </a:cxn>
                    <a:cxn ang="0">
                      <a:pos x="1" y="7"/>
                    </a:cxn>
                    <a:cxn ang="0">
                      <a:pos x="0" y="7"/>
                    </a:cxn>
                    <a:cxn ang="0">
                      <a:pos x="0" y="6"/>
                    </a:cxn>
                    <a:cxn ang="0">
                      <a:pos x="2" y="5"/>
                    </a:cxn>
                  </a:cxnLst>
                  <a:rect l="0" t="0" r="r" b="b"/>
                  <a:pathLst>
                    <a:path w="23" h="8">
                      <a:moveTo>
                        <a:pt x="2" y="5"/>
                      </a:moveTo>
                      <a:lnTo>
                        <a:pt x="8" y="2"/>
                      </a:lnTo>
                      <a:lnTo>
                        <a:pt x="15" y="0"/>
                      </a:lnTo>
                      <a:lnTo>
                        <a:pt x="20" y="1"/>
                      </a:lnTo>
                      <a:lnTo>
                        <a:pt x="23" y="6"/>
                      </a:lnTo>
                      <a:lnTo>
                        <a:pt x="23" y="7"/>
                      </a:lnTo>
                      <a:lnTo>
                        <a:pt x="22" y="8"/>
                      </a:lnTo>
                      <a:lnTo>
                        <a:pt x="22" y="8"/>
                      </a:lnTo>
                      <a:lnTo>
                        <a:pt x="21" y="7"/>
                      </a:lnTo>
                      <a:lnTo>
                        <a:pt x="19" y="6"/>
                      </a:lnTo>
                      <a:lnTo>
                        <a:pt x="16" y="4"/>
                      </a:lnTo>
                      <a:lnTo>
                        <a:pt x="11" y="4"/>
                      </a:lnTo>
                      <a:lnTo>
                        <a:pt x="9" y="4"/>
                      </a:lnTo>
                      <a:lnTo>
                        <a:pt x="7" y="5"/>
                      </a:lnTo>
                      <a:lnTo>
                        <a:pt x="6" y="5"/>
                      </a:lnTo>
                      <a:lnTo>
                        <a:pt x="4" y="6"/>
                      </a:lnTo>
                      <a:lnTo>
                        <a:pt x="2" y="6"/>
                      </a:lnTo>
                      <a:lnTo>
                        <a:pt x="1" y="7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2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09" name="Freeform 37">
                  <a:extLst>
                    <a:ext uri="{FF2B5EF4-FFF2-40B4-BE49-F238E27FC236}">
                      <a16:creationId xmlns:a16="http://schemas.microsoft.com/office/drawing/2014/main" id="{1B33CCB4-05CA-FF32-B573-2E274C5E73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41" y="1942"/>
                  <a:ext cx="21" cy="12"/>
                </a:xfrm>
                <a:custGeom>
                  <a:avLst/>
                  <a:gdLst/>
                  <a:ahLst/>
                  <a:cxnLst>
                    <a:cxn ang="0">
                      <a:pos x="15" y="9"/>
                    </a:cxn>
                    <a:cxn ang="0">
                      <a:pos x="16" y="10"/>
                    </a:cxn>
                    <a:cxn ang="0">
                      <a:pos x="16" y="10"/>
                    </a:cxn>
                    <a:cxn ang="0">
                      <a:pos x="17" y="11"/>
                    </a:cxn>
                    <a:cxn ang="0">
                      <a:pos x="17" y="12"/>
                    </a:cxn>
                    <a:cxn ang="0">
                      <a:pos x="17" y="12"/>
                    </a:cxn>
                    <a:cxn ang="0">
                      <a:pos x="16" y="12"/>
                    </a:cxn>
                    <a:cxn ang="0">
                      <a:pos x="15" y="12"/>
                    </a:cxn>
                    <a:cxn ang="0">
                      <a:pos x="14" y="12"/>
                    </a:cxn>
                    <a:cxn ang="0">
                      <a:pos x="10" y="10"/>
                    </a:cxn>
                    <a:cxn ang="0">
                      <a:pos x="8" y="8"/>
                    </a:cxn>
                    <a:cxn ang="0">
                      <a:pos x="5" y="6"/>
                    </a:cxn>
                    <a:cxn ang="0">
                      <a:pos x="3" y="5"/>
                    </a:cxn>
                    <a:cxn ang="0">
                      <a:pos x="1" y="5"/>
                    </a:cxn>
                    <a:cxn ang="0">
                      <a:pos x="0" y="4"/>
                    </a:cxn>
                    <a:cxn ang="0">
                      <a:pos x="0" y="3"/>
                    </a:cxn>
                    <a:cxn ang="0">
                      <a:pos x="3" y="3"/>
                    </a:cxn>
                    <a:cxn ang="0">
                      <a:pos x="6" y="3"/>
                    </a:cxn>
                    <a:cxn ang="0">
                      <a:pos x="10" y="3"/>
                    </a:cxn>
                    <a:cxn ang="0">
                      <a:pos x="15" y="2"/>
                    </a:cxn>
                    <a:cxn ang="0">
                      <a:pos x="17" y="1"/>
                    </a:cxn>
                    <a:cxn ang="0">
                      <a:pos x="19" y="0"/>
                    </a:cxn>
                    <a:cxn ang="0">
                      <a:pos x="20" y="0"/>
                    </a:cxn>
                    <a:cxn ang="0">
                      <a:pos x="21" y="0"/>
                    </a:cxn>
                    <a:cxn ang="0">
                      <a:pos x="20" y="2"/>
                    </a:cxn>
                    <a:cxn ang="0">
                      <a:pos x="19" y="3"/>
                    </a:cxn>
                    <a:cxn ang="0">
                      <a:pos x="18" y="4"/>
                    </a:cxn>
                    <a:cxn ang="0">
                      <a:pos x="16" y="5"/>
                    </a:cxn>
                    <a:cxn ang="0">
                      <a:pos x="15" y="6"/>
                    </a:cxn>
                    <a:cxn ang="0">
                      <a:pos x="15" y="8"/>
                    </a:cxn>
                    <a:cxn ang="0">
                      <a:pos x="15" y="8"/>
                    </a:cxn>
                    <a:cxn ang="0">
                      <a:pos x="15" y="9"/>
                    </a:cxn>
                    <a:cxn ang="0">
                      <a:pos x="15" y="9"/>
                    </a:cxn>
                  </a:cxnLst>
                  <a:rect l="0" t="0" r="r" b="b"/>
                  <a:pathLst>
                    <a:path w="21" h="12">
                      <a:moveTo>
                        <a:pt x="15" y="9"/>
                      </a:moveTo>
                      <a:lnTo>
                        <a:pt x="16" y="10"/>
                      </a:lnTo>
                      <a:lnTo>
                        <a:pt x="16" y="10"/>
                      </a:lnTo>
                      <a:lnTo>
                        <a:pt x="17" y="11"/>
                      </a:lnTo>
                      <a:lnTo>
                        <a:pt x="17" y="12"/>
                      </a:lnTo>
                      <a:lnTo>
                        <a:pt x="17" y="12"/>
                      </a:lnTo>
                      <a:lnTo>
                        <a:pt x="16" y="12"/>
                      </a:lnTo>
                      <a:lnTo>
                        <a:pt x="15" y="12"/>
                      </a:lnTo>
                      <a:lnTo>
                        <a:pt x="14" y="12"/>
                      </a:lnTo>
                      <a:lnTo>
                        <a:pt x="10" y="10"/>
                      </a:lnTo>
                      <a:lnTo>
                        <a:pt x="8" y="8"/>
                      </a:lnTo>
                      <a:lnTo>
                        <a:pt x="5" y="6"/>
                      </a:lnTo>
                      <a:lnTo>
                        <a:pt x="3" y="5"/>
                      </a:lnTo>
                      <a:lnTo>
                        <a:pt x="1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3" y="3"/>
                      </a:lnTo>
                      <a:lnTo>
                        <a:pt x="6" y="3"/>
                      </a:lnTo>
                      <a:lnTo>
                        <a:pt x="10" y="3"/>
                      </a:lnTo>
                      <a:lnTo>
                        <a:pt x="15" y="2"/>
                      </a:lnTo>
                      <a:lnTo>
                        <a:pt x="17" y="1"/>
                      </a:lnTo>
                      <a:lnTo>
                        <a:pt x="19" y="0"/>
                      </a:lnTo>
                      <a:lnTo>
                        <a:pt x="20" y="0"/>
                      </a:lnTo>
                      <a:lnTo>
                        <a:pt x="21" y="0"/>
                      </a:lnTo>
                      <a:lnTo>
                        <a:pt x="20" y="2"/>
                      </a:lnTo>
                      <a:lnTo>
                        <a:pt x="19" y="3"/>
                      </a:lnTo>
                      <a:lnTo>
                        <a:pt x="18" y="4"/>
                      </a:lnTo>
                      <a:lnTo>
                        <a:pt x="16" y="5"/>
                      </a:lnTo>
                      <a:lnTo>
                        <a:pt x="15" y="6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15" y="9"/>
                      </a:lnTo>
                      <a:lnTo>
                        <a:pt x="15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10" name="Freeform 38">
                  <a:extLst>
                    <a:ext uri="{FF2B5EF4-FFF2-40B4-BE49-F238E27FC236}">
                      <a16:creationId xmlns:a16="http://schemas.microsoft.com/office/drawing/2014/main" id="{5BC5E4D9-D3E6-0EE3-DE3F-E556C34F68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45" y="1987"/>
                  <a:ext cx="18" cy="15"/>
                </a:xfrm>
                <a:custGeom>
                  <a:avLst/>
                  <a:gdLst/>
                  <a:ahLst/>
                  <a:cxnLst>
                    <a:cxn ang="0">
                      <a:pos x="0" y="4"/>
                    </a:cxn>
                    <a:cxn ang="0">
                      <a:pos x="0" y="4"/>
                    </a:cxn>
                    <a:cxn ang="0">
                      <a:pos x="0" y="4"/>
                    </a:cxn>
                    <a:cxn ang="0">
                      <a:pos x="0" y="4"/>
                    </a:cxn>
                    <a:cxn ang="0">
                      <a:pos x="0" y="4"/>
                    </a:cxn>
                    <a:cxn ang="0">
                      <a:pos x="2" y="6"/>
                    </a:cxn>
                    <a:cxn ang="0">
                      <a:pos x="3" y="9"/>
                    </a:cxn>
                    <a:cxn ang="0">
                      <a:pos x="5" y="13"/>
                    </a:cxn>
                    <a:cxn ang="0">
                      <a:pos x="10" y="15"/>
                    </a:cxn>
                    <a:cxn ang="0">
                      <a:pos x="13" y="14"/>
                    </a:cxn>
                    <a:cxn ang="0">
                      <a:pos x="15" y="12"/>
                    </a:cxn>
                    <a:cxn ang="0">
                      <a:pos x="15" y="10"/>
                    </a:cxn>
                    <a:cxn ang="0">
                      <a:pos x="15" y="8"/>
                    </a:cxn>
                    <a:cxn ang="0">
                      <a:pos x="15" y="8"/>
                    </a:cxn>
                    <a:cxn ang="0">
                      <a:pos x="15" y="7"/>
                    </a:cxn>
                    <a:cxn ang="0">
                      <a:pos x="15" y="7"/>
                    </a:cxn>
                    <a:cxn ang="0">
                      <a:pos x="14" y="7"/>
                    </a:cxn>
                    <a:cxn ang="0">
                      <a:pos x="16" y="6"/>
                    </a:cxn>
                    <a:cxn ang="0">
                      <a:pos x="17" y="5"/>
                    </a:cxn>
                    <a:cxn ang="0">
                      <a:pos x="18" y="3"/>
                    </a:cxn>
                    <a:cxn ang="0">
                      <a:pos x="18" y="0"/>
                    </a:cxn>
                    <a:cxn ang="0">
                      <a:pos x="15" y="0"/>
                    </a:cxn>
                    <a:cxn ang="0">
                      <a:pos x="10" y="1"/>
                    </a:cxn>
                    <a:cxn ang="0">
                      <a:pos x="4" y="3"/>
                    </a:cxn>
                    <a:cxn ang="0">
                      <a:pos x="0" y="4"/>
                    </a:cxn>
                  </a:cxnLst>
                  <a:rect l="0" t="0" r="r" b="b"/>
                  <a:pathLst>
                    <a:path w="18" h="15">
                      <a:moveTo>
                        <a:pt x="0" y="4"/>
                      </a:move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2" y="6"/>
                      </a:lnTo>
                      <a:lnTo>
                        <a:pt x="3" y="9"/>
                      </a:lnTo>
                      <a:lnTo>
                        <a:pt x="5" y="13"/>
                      </a:lnTo>
                      <a:lnTo>
                        <a:pt x="10" y="15"/>
                      </a:lnTo>
                      <a:lnTo>
                        <a:pt x="13" y="14"/>
                      </a:lnTo>
                      <a:lnTo>
                        <a:pt x="15" y="12"/>
                      </a:lnTo>
                      <a:lnTo>
                        <a:pt x="15" y="10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15" y="7"/>
                      </a:lnTo>
                      <a:lnTo>
                        <a:pt x="15" y="7"/>
                      </a:lnTo>
                      <a:lnTo>
                        <a:pt x="14" y="7"/>
                      </a:lnTo>
                      <a:lnTo>
                        <a:pt x="16" y="6"/>
                      </a:lnTo>
                      <a:lnTo>
                        <a:pt x="17" y="5"/>
                      </a:lnTo>
                      <a:lnTo>
                        <a:pt x="18" y="3"/>
                      </a:lnTo>
                      <a:lnTo>
                        <a:pt x="18" y="0"/>
                      </a:lnTo>
                      <a:lnTo>
                        <a:pt x="15" y="0"/>
                      </a:lnTo>
                      <a:lnTo>
                        <a:pt x="10" y="1"/>
                      </a:lnTo>
                      <a:lnTo>
                        <a:pt x="4" y="3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C9165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11" name="Freeform 39">
                  <a:extLst>
                    <a:ext uri="{FF2B5EF4-FFF2-40B4-BE49-F238E27FC236}">
                      <a16:creationId xmlns:a16="http://schemas.microsoft.com/office/drawing/2014/main" id="{E8076E4B-D7BB-5CE0-3ACA-A561279D65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45" y="1989"/>
                  <a:ext cx="15" cy="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" y="1"/>
                    </a:cxn>
                    <a:cxn ang="0">
                      <a:pos x="7" y="3"/>
                    </a:cxn>
                    <a:cxn ang="0">
                      <a:pos x="12" y="4"/>
                    </a:cxn>
                    <a:cxn ang="0">
                      <a:pos x="15" y="4"/>
                    </a:cxn>
                    <a:cxn ang="0">
                      <a:pos x="15" y="4"/>
                    </a:cxn>
                    <a:cxn ang="0">
                      <a:pos x="15" y="3"/>
                    </a:cxn>
                    <a:cxn ang="0">
                      <a:pos x="15" y="3"/>
                    </a:cxn>
                    <a:cxn ang="0">
                      <a:pos x="14" y="3"/>
                    </a:cxn>
                    <a:cxn ang="0">
                      <a:pos x="11" y="3"/>
                    </a:cxn>
                    <a:cxn ang="0">
                      <a:pos x="6" y="1"/>
                    </a:cxn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5" h="4">
                      <a:moveTo>
                        <a:pt x="0" y="0"/>
                      </a:moveTo>
                      <a:lnTo>
                        <a:pt x="3" y="1"/>
                      </a:lnTo>
                      <a:lnTo>
                        <a:pt x="7" y="3"/>
                      </a:lnTo>
                      <a:lnTo>
                        <a:pt x="12" y="4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15" y="3"/>
                      </a:lnTo>
                      <a:lnTo>
                        <a:pt x="15" y="3"/>
                      </a:lnTo>
                      <a:lnTo>
                        <a:pt x="14" y="3"/>
                      </a:lnTo>
                      <a:lnTo>
                        <a:pt x="11" y="3"/>
                      </a:lnTo>
                      <a:lnTo>
                        <a:pt x="6" y="1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12" name="Freeform 40">
                  <a:extLst>
                    <a:ext uri="{FF2B5EF4-FFF2-40B4-BE49-F238E27FC236}">
                      <a16:creationId xmlns:a16="http://schemas.microsoft.com/office/drawing/2014/main" id="{87499B72-E08F-DC37-D0C5-6619106119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66" y="1932"/>
                  <a:ext cx="14" cy="43"/>
                </a:xfrm>
                <a:custGeom>
                  <a:avLst/>
                  <a:gdLst/>
                  <a:ahLst/>
                  <a:cxnLst>
                    <a:cxn ang="0">
                      <a:pos x="9" y="2"/>
                    </a:cxn>
                    <a:cxn ang="0">
                      <a:pos x="10" y="0"/>
                    </a:cxn>
                    <a:cxn ang="0">
                      <a:pos x="12" y="0"/>
                    </a:cxn>
                    <a:cxn ang="0">
                      <a:pos x="14" y="1"/>
                    </a:cxn>
                    <a:cxn ang="0">
                      <a:pos x="14" y="3"/>
                    </a:cxn>
                    <a:cxn ang="0">
                      <a:pos x="12" y="9"/>
                    </a:cxn>
                    <a:cxn ang="0">
                      <a:pos x="10" y="21"/>
                    </a:cxn>
                    <a:cxn ang="0">
                      <a:pos x="7" y="33"/>
                    </a:cxn>
                    <a:cxn ang="0">
                      <a:pos x="5" y="40"/>
                    </a:cxn>
                    <a:cxn ang="0">
                      <a:pos x="4" y="42"/>
                    </a:cxn>
                    <a:cxn ang="0">
                      <a:pos x="1" y="42"/>
                    </a:cxn>
                    <a:cxn ang="0">
                      <a:pos x="0" y="42"/>
                    </a:cxn>
                    <a:cxn ang="0">
                      <a:pos x="0" y="39"/>
                    </a:cxn>
                    <a:cxn ang="0">
                      <a:pos x="1" y="31"/>
                    </a:cxn>
                    <a:cxn ang="0">
                      <a:pos x="4" y="21"/>
                    </a:cxn>
                    <a:cxn ang="0">
                      <a:pos x="7" y="10"/>
                    </a:cxn>
                    <a:cxn ang="0">
                      <a:pos x="9" y="2"/>
                    </a:cxn>
                  </a:cxnLst>
                  <a:rect l="0" t="0" r="r" b="b"/>
                  <a:pathLst>
                    <a:path w="14" h="42">
                      <a:moveTo>
                        <a:pt x="9" y="2"/>
                      </a:moveTo>
                      <a:lnTo>
                        <a:pt x="10" y="0"/>
                      </a:lnTo>
                      <a:lnTo>
                        <a:pt x="12" y="0"/>
                      </a:lnTo>
                      <a:lnTo>
                        <a:pt x="14" y="1"/>
                      </a:lnTo>
                      <a:lnTo>
                        <a:pt x="14" y="3"/>
                      </a:lnTo>
                      <a:lnTo>
                        <a:pt x="12" y="9"/>
                      </a:lnTo>
                      <a:lnTo>
                        <a:pt x="10" y="21"/>
                      </a:lnTo>
                      <a:lnTo>
                        <a:pt x="7" y="33"/>
                      </a:lnTo>
                      <a:lnTo>
                        <a:pt x="5" y="40"/>
                      </a:lnTo>
                      <a:lnTo>
                        <a:pt x="4" y="42"/>
                      </a:lnTo>
                      <a:lnTo>
                        <a:pt x="1" y="42"/>
                      </a:lnTo>
                      <a:lnTo>
                        <a:pt x="0" y="42"/>
                      </a:lnTo>
                      <a:lnTo>
                        <a:pt x="0" y="39"/>
                      </a:lnTo>
                      <a:lnTo>
                        <a:pt x="1" y="31"/>
                      </a:lnTo>
                      <a:lnTo>
                        <a:pt x="4" y="21"/>
                      </a:lnTo>
                      <a:lnTo>
                        <a:pt x="7" y="10"/>
                      </a:lnTo>
                      <a:lnTo>
                        <a:pt x="9" y="2"/>
                      </a:lnTo>
                      <a:close/>
                    </a:path>
                  </a:pathLst>
                </a:custGeom>
                <a:solidFill>
                  <a:srgbClr val="00337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13" name="Freeform 41">
                  <a:extLst>
                    <a:ext uri="{FF2B5EF4-FFF2-40B4-BE49-F238E27FC236}">
                      <a16:creationId xmlns:a16="http://schemas.microsoft.com/office/drawing/2014/main" id="{E9E98568-9441-B82E-FABE-796D6A09C7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00" y="1930"/>
                  <a:ext cx="73" cy="24"/>
                </a:xfrm>
                <a:custGeom>
                  <a:avLst/>
                  <a:gdLst/>
                  <a:ahLst/>
                  <a:cxnLst>
                    <a:cxn ang="0">
                      <a:pos x="73" y="16"/>
                    </a:cxn>
                    <a:cxn ang="0">
                      <a:pos x="70" y="24"/>
                    </a:cxn>
                    <a:cxn ang="0">
                      <a:pos x="67" y="23"/>
                    </a:cxn>
                    <a:cxn ang="0">
                      <a:pos x="60" y="21"/>
                    </a:cxn>
                    <a:cxn ang="0">
                      <a:pos x="49" y="17"/>
                    </a:cxn>
                    <a:cxn ang="0">
                      <a:pos x="38" y="14"/>
                    </a:cxn>
                    <a:cxn ang="0">
                      <a:pos x="25" y="10"/>
                    </a:cxn>
                    <a:cxn ang="0">
                      <a:pos x="14" y="7"/>
                    </a:cxn>
                    <a:cxn ang="0">
                      <a:pos x="6" y="5"/>
                    </a:cxn>
                    <a:cxn ang="0">
                      <a:pos x="2" y="4"/>
                    </a:cxn>
                    <a:cxn ang="0">
                      <a:pos x="0" y="3"/>
                    </a:cxn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5" y="0"/>
                    </a:cxn>
                    <a:cxn ang="0">
                      <a:pos x="9" y="1"/>
                    </a:cxn>
                    <a:cxn ang="0">
                      <a:pos x="17" y="3"/>
                    </a:cxn>
                    <a:cxn ang="0">
                      <a:pos x="26" y="6"/>
                    </a:cxn>
                    <a:cxn ang="0">
                      <a:pos x="38" y="8"/>
                    </a:cxn>
                    <a:cxn ang="0">
                      <a:pos x="48" y="11"/>
                    </a:cxn>
                    <a:cxn ang="0">
                      <a:pos x="59" y="13"/>
                    </a:cxn>
                    <a:cxn ang="0">
                      <a:pos x="67" y="15"/>
                    </a:cxn>
                    <a:cxn ang="0">
                      <a:pos x="73" y="16"/>
                    </a:cxn>
                  </a:cxnLst>
                  <a:rect l="0" t="0" r="r" b="b"/>
                  <a:pathLst>
                    <a:path w="73" h="24">
                      <a:moveTo>
                        <a:pt x="73" y="16"/>
                      </a:moveTo>
                      <a:lnTo>
                        <a:pt x="70" y="24"/>
                      </a:lnTo>
                      <a:lnTo>
                        <a:pt x="67" y="23"/>
                      </a:lnTo>
                      <a:lnTo>
                        <a:pt x="60" y="21"/>
                      </a:lnTo>
                      <a:lnTo>
                        <a:pt x="49" y="17"/>
                      </a:lnTo>
                      <a:lnTo>
                        <a:pt x="38" y="14"/>
                      </a:lnTo>
                      <a:lnTo>
                        <a:pt x="25" y="10"/>
                      </a:lnTo>
                      <a:lnTo>
                        <a:pt x="14" y="7"/>
                      </a:lnTo>
                      <a:lnTo>
                        <a:pt x="6" y="5"/>
                      </a:lnTo>
                      <a:lnTo>
                        <a:pt x="2" y="4"/>
                      </a:lnTo>
                      <a:lnTo>
                        <a:pt x="0" y="3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5" y="0"/>
                      </a:lnTo>
                      <a:lnTo>
                        <a:pt x="9" y="1"/>
                      </a:lnTo>
                      <a:lnTo>
                        <a:pt x="17" y="3"/>
                      </a:lnTo>
                      <a:lnTo>
                        <a:pt x="26" y="6"/>
                      </a:lnTo>
                      <a:lnTo>
                        <a:pt x="38" y="8"/>
                      </a:lnTo>
                      <a:lnTo>
                        <a:pt x="48" y="11"/>
                      </a:lnTo>
                      <a:lnTo>
                        <a:pt x="59" y="13"/>
                      </a:lnTo>
                      <a:lnTo>
                        <a:pt x="67" y="15"/>
                      </a:lnTo>
                      <a:lnTo>
                        <a:pt x="73" y="16"/>
                      </a:lnTo>
                      <a:close/>
                    </a:path>
                  </a:pathLst>
                </a:custGeom>
                <a:solidFill>
                  <a:srgbClr val="00337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14" name="Freeform 42">
                  <a:extLst>
                    <a:ext uri="{FF2B5EF4-FFF2-40B4-BE49-F238E27FC236}">
                      <a16:creationId xmlns:a16="http://schemas.microsoft.com/office/drawing/2014/main" id="{CE54F4B4-7F19-15DC-DDD3-E6647F9736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86" y="1876"/>
                  <a:ext cx="17" cy="16"/>
                </a:xfrm>
                <a:custGeom>
                  <a:avLst/>
                  <a:gdLst/>
                  <a:ahLst/>
                  <a:cxnLst>
                    <a:cxn ang="0">
                      <a:pos x="7" y="17"/>
                    </a:cxn>
                    <a:cxn ang="0">
                      <a:pos x="11" y="17"/>
                    </a:cxn>
                    <a:cxn ang="0">
                      <a:pos x="14" y="16"/>
                    </a:cxn>
                    <a:cxn ang="0">
                      <a:pos x="16" y="13"/>
                    </a:cxn>
                    <a:cxn ang="0">
                      <a:pos x="17" y="10"/>
                    </a:cxn>
                    <a:cxn ang="0">
                      <a:pos x="17" y="6"/>
                    </a:cxn>
                    <a:cxn ang="0">
                      <a:pos x="16" y="3"/>
                    </a:cxn>
                    <a:cxn ang="0">
                      <a:pos x="14" y="1"/>
                    </a:cxn>
                    <a:cxn ang="0">
                      <a:pos x="11" y="0"/>
                    </a:cxn>
                    <a:cxn ang="0">
                      <a:pos x="6" y="0"/>
                    </a:cxn>
                    <a:cxn ang="0">
                      <a:pos x="4" y="1"/>
                    </a:cxn>
                    <a:cxn ang="0">
                      <a:pos x="1" y="3"/>
                    </a:cxn>
                    <a:cxn ang="0">
                      <a:pos x="0" y="6"/>
                    </a:cxn>
                    <a:cxn ang="0">
                      <a:pos x="0" y="10"/>
                    </a:cxn>
                    <a:cxn ang="0">
                      <a:pos x="1" y="12"/>
                    </a:cxn>
                    <a:cxn ang="0">
                      <a:pos x="4" y="16"/>
                    </a:cxn>
                    <a:cxn ang="0">
                      <a:pos x="7" y="17"/>
                    </a:cxn>
                  </a:cxnLst>
                  <a:rect l="0" t="0" r="r" b="b"/>
                  <a:pathLst>
                    <a:path w="17" h="17">
                      <a:moveTo>
                        <a:pt x="7" y="17"/>
                      </a:moveTo>
                      <a:lnTo>
                        <a:pt x="11" y="17"/>
                      </a:lnTo>
                      <a:lnTo>
                        <a:pt x="14" y="16"/>
                      </a:lnTo>
                      <a:lnTo>
                        <a:pt x="16" y="13"/>
                      </a:lnTo>
                      <a:lnTo>
                        <a:pt x="17" y="10"/>
                      </a:lnTo>
                      <a:lnTo>
                        <a:pt x="17" y="6"/>
                      </a:lnTo>
                      <a:lnTo>
                        <a:pt x="16" y="3"/>
                      </a:lnTo>
                      <a:lnTo>
                        <a:pt x="14" y="1"/>
                      </a:lnTo>
                      <a:lnTo>
                        <a:pt x="11" y="0"/>
                      </a:lnTo>
                      <a:lnTo>
                        <a:pt x="6" y="0"/>
                      </a:lnTo>
                      <a:lnTo>
                        <a:pt x="4" y="1"/>
                      </a:lnTo>
                      <a:lnTo>
                        <a:pt x="1" y="3"/>
                      </a:lnTo>
                      <a:lnTo>
                        <a:pt x="0" y="6"/>
                      </a:lnTo>
                      <a:lnTo>
                        <a:pt x="0" y="10"/>
                      </a:lnTo>
                      <a:lnTo>
                        <a:pt x="1" y="12"/>
                      </a:lnTo>
                      <a:lnTo>
                        <a:pt x="4" y="16"/>
                      </a:lnTo>
                      <a:lnTo>
                        <a:pt x="7" y="17"/>
                      </a:lnTo>
                      <a:close/>
                    </a:path>
                  </a:pathLst>
                </a:custGeom>
                <a:solidFill>
                  <a:srgbClr val="8C93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15" name="Freeform 43">
                  <a:extLst>
                    <a:ext uri="{FF2B5EF4-FFF2-40B4-BE49-F238E27FC236}">
                      <a16:creationId xmlns:a16="http://schemas.microsoft.com/office/drawing/2014/main" id="{277C924C-3BD3-B86C-761C-B60D5E9258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90" y="2332"/>
                  <a:ext cx="150" cy="678"/>
                </a:xfrm>
                <a:custGeom>
                  <a:avLst/>
                  <a:gdLst/>
                  <a:ahLst/>
                  <a:cxnLst>
                    <a:cxn ang="0">
                      <a:pos x="29" y="7"/>
                    </a:cxn>
                    <a:cxn ang="0">
                      <a:pos x="10" y="28"/>
                    </a:cxn>
                    <a:cxn ang="0">
                      <a:pos x="1" y="60"/>
                    </a:cxn>
                    <a:cxn ang="0">
                      <a:pos x="0" y="94"/>
                    </a:cxn>
                    <a:cxn ang="0">
                      <a:pos x="9" y="137"/>
                    </a:cxn>
                    <a:cxn ang="0">
                      <a:pos x="33" y="208"/>
                    </a:cxn>
                    <a:cxn ang="0">
                      <a:pos x="63" y="282"/>
                    </a:cxn>
                    <a:cxn ang="0">
                      <a:pos x="84" y="336"/>
                    </a:cxn>
                    <a:cxn ang="0">
                      <a:pos x="87" y="354"/>
                    </a:cxn>
                    <a:cxn ang="0">
                      <a:pos x="77" y="373"/>
                    </a:cxn>
                    <a:cxn ang="0">
                      <a:pos x="64" y="402"/>
                    </a:cxn>
                    <a:cxn ang="0">
                      <a:pos x="53" y="435"/>
                    </a:cxn>
                    <a:cxn ang="0">
                      <a:pos x="49" y="461"/>
                    </a:cxn>
                    <a:cxn ang="0">
                      <a:pos x="48" y="483"/>
                    </a:cxn>
                    <a:cxn ang="0">
                      <a:pos x="52" y="519"/>
                    </a:cxn>
                    <a:cxn ang="0">
                      <a:pos x="55" y="587"/>
                    </a:cxn>
                    <a:cxn ang="0">
                      <a:pos x="51" y="624"/>
                    </a:cxn>
                    <a:cxn ang="0">
                      <a:pos x="50" y="656"/>
                    </a:cxn>
                    <a:cxn ang="0">
                      <a:pos x="56" y="670"/>
                    </a:cxn>
                    <a:cxn ang="0">
                      <a:pos x="72" y="677"/>
                    </a:cxn>
                    <a:cxn ang="0">
                      <a:pos x="81" y="674"/>
                    </a:cxn>
                    <a:cxn ang="0">
                      <a:pos x="85" y="651"/>
                    </a:cxn>
                    <a:cxn ang="0">
                      <a:pos x="88" y="607"/>
                    </a:cxn>
                    <a:cxn ang="0">
                      <a:pos x="99" y="536"/>
                    </a:cxn>
                    <a:cxn ang="0">
                      <a:pos x="114" y="462"/>
                    </a:cxn>
                    <a:cxn ang="0">
                      <a:pos x="127" y="406"/>
                    </a:cxn>
                    <a:cxn ang="0">
                      <a:pos x="139" y="380"/>
                    </a:cxn>
                    <a:cxn ang="0">
                      <a:pos x="150" y="355"/>
                    </a:cxn>
                    <a:cxn ang="0">
                      <a:pos x="148" y="333"/>
                    </a:cxn>
                    <a:cxn ang="0">
                      <a:pos x="145" y="308"/>
                    </a:cxn>
                    <a:cxn ang="0">
                      <a:pos x="143" y="268"/>
                    </a:cxn>
                    <a:cxn ang="0">
                      <a:pos x="141" y="187"/>
                    </a:cxn>
                    <a:cxn ang="0">
                      <a:pos x="127" y="100"/>
                    </a:cxn>
                    <a:cxn ang="0">
                      <a:pos x="103" y="37"/>
                    </a:cxn>
                    <a:cxn ang="0">
                      <a:pos x="76" y="8"/>
                    </a:cxn>
                    <a:cxn ang="0">
                      <a:pos x="52" y="0"/>
                    </a:cxn>
                  </a:cxnLst>
                  <a:rect l="0" t="0" r="r" b="b"/>
                  <a:pathLst>
                    <a:path w="150" h="678">
                      <a:moveTo>
                        <a:pt x="43" y="1"/>
                      </a:moveTo>
                      <a:lnTo>
                        <a:pt x="29" y="7"/>
                      </a:lnTo>
                      <a:lnTo>
                        <a:pt x="18" y="15"/>
                      </a:lnTo>
                      <a:lnTo>
                        <a:pt x="10" y="28"/>
                      </a:lnTo>
                      <a:lnTo>
                        <a:pt x="5" y="43"/>
                      </a:lnTo>
                      <a:lnTo>
                        <a:pt x="1" y="60"/>
                      </a:lnTo>
                      <a:lnTo>
                        <a:pt x="0" y="77"/>
                      </a:lnTo>
                      <a:lnTo>
                        <a:pt x="0" y="94"/>
                      </a:lnTo>
                      <a:lnTo>
                        <a:pt x="3" y="110"/>
                      </a:lnTo>
                      <a:lnTo>
                        <a:pt x="9" y="137"/>
                      </a:lnTo>
                      <a:lnTo>
                        <a:pt x="19" y="171"/>
                      </a:lnTo>
                      <a:lnTo>
                        <a:pt x="33" y="208"/>
                      </a:lnTo>
                      <a:lnTo>
                        <a:pt x="48" y="246"/>
                      </a:lnTo>
                      <a:lnTo>
                        <a:pt x="63" y="282"/>
                      </a:lnTo>
                      <a:lnTo>
                        <a:pt x="74" y="312"/>
                      </a:lnTo>
                      <a:lnTo>
                        <a:pt x="84" y="336"/>
                      </a:lnTo>
                      <a:lnTo>
                        <a:pt x="88" y="350"/>
                      </a:lnTo>
                      <a:lnTo>
                        <a:pt x="87" y="354"/>
                      </a:lnTo>
                      <a:lnTo>
                        <a:pt x="83" y="362"/>
                      </a:lnTo>
                      <a:lnTo>
                        <a:pt x="77" y="373"/>
                      </a:lnTo>
                      <a:lnTo>
                        <a:pt x="71" y="386"/>
                      </a:lnTo>
                      <a:lnTo>
                        <a:pt x="64" y="402"/>
                      </a:lnTo>
                      <a:lnTo>
                        <a:pt x="57" y="418"/>
                      </a:lnTo>
                      <a:lnTo>
                        <a:pt x="53" y="435"/>
                      </a:lnTo>
                      <a:lnTo>
                        <a:pt x="50" y="450"/>
                      </a:lnTo>
                      <a:lnTo>
                        <a:pt x="49" y="461"/>
                      </a:lnTo>
                      <a:lnTo>
                        <a:pt x="48" y="471"/>
                      </a:lnTo>
                      <a:lnTo>
                        <a:pt x="48" y="483"/>
                      </a:lnTo>
                      <a:lnTo>
                        <a:pt x="49" y="496"/>
                      </a:lnTo>
                      <a:lnTo>
                        <a:pt x="52" y="519"/>
                      </a:lnTo>
                      <a:lnTo>
                        <a:pt x="54" y="554"/>
                      </a:lnTo>
                      <a:lnTo>
                        <a:pt x="55" y="587"/>
                      </a:lnTo>
                      <a:lnTo>
                        <a:pt x="54" y="608"/>
                      </a:lnTo>
                      <a:lnTo>
                        <a:pt x="51" y="624"/>
                      </a:lnTo>
                      <a:lnTo>
                        <a:pt x="49" y="641"/>
                      </a:lnTo>
                      <a:lnTo>
                        <a:pt x="50" y="656"/>
                      </a:lnTo>
                      <a:lnTo>
                        <a:pt x="52" y="664"/>
                      </a:lnTo>
                      <a:lnTo>
                        <a:pt x="56" y="670"/>
                      </a:lnTo>
                      <a:lnTo>
                        <a:pt x="64" y="674"/>
                      </a:lnTo>
                      <a:lnTo>
                        <a:pt x="72" y="677"/>
                      </a:lnTo>
                      <a:lnTo>
                        <a:pt x="77" y="678"/>
                      </a:lnTo>
                      <a:lnTo>
                        <a:pt x="81" y="674"/>
                      </a:lnTo>
                      <a:lnTo>
                        <a:pt x="84" y="663"/>
                      </a:lnTo>
                      <a:lnTo>
                        <a:pt x="85" y="651"/>
                      </a:lnTo>
                      <a:lnTo>
                        <a:pt x="86" y="637"/>
                      </a:lnTo>
                      <a:lnTo>
                        <a:pt x="88" y="607"/>
                      </a:lnTo>
                      <a:lnTo>
                        <a:pt x="92" y="573"/>
                      </a:lnTo>
                      <a:lnTo>
                        <a:pt x="99" y="536"/>
                      </a:lnTo>
                      <a:lnTo>
                        <a:pt x="106" y="498"/>
                      </a:lnTo>
                      <a:lnTo>
                        <a:pt x="114" y="462"/>
                      </a:lnTo>
                      <a:lnTo>
                        <a:pt x="121" y="430"/>
                      </a:lnTo>
                      <a:lnTo>
                        <a:pt x="127" y="406"/>
                      </a:lnTo>
                      <a:lnTo>
                        <a:pt x="131" y="390"/>
                      </a:lnTo>
                      <a:lnTo>
                        <a:pt x="139" y="380"/>
                      </a:lnTo>
                      <a:lnTo>
                        <a:pt x="146" y="368"/>
                      </a:lnTo>
                      <a:lnTo>
                        <a:pt x="150" y="355"/>
                      </a:lnTo>
                      <a:lnTo>
                        <a:pt x="150" y="344"/>
                      </a:lnTo>
                      <a:lnTo>
                        <a:pt x="148" y="333"/>
                      </a:lnTo>
                      <a:lnTo>
                        <a:pt x="146" y="322"/>
                      </a:lnTo>
                      <a:lnTo>
                        <a:pt x="145" y="308"/>
                      </a:lnTo>
                      <a:lnTo>
                        <a:pt x="144" y="293"/>
                      </a:lnTo>
                      <a:lnTo>
                        <a:pt x="143" y="268"/>
                      </a:lnTo>
                      <a:lnTo>
                        <a:pt x="143" y="230"/>
                      </a:lnTo>
                      <a:lnTo>
                        <a:pt x="141" y="187"/>
                      </a:lnTo>
                      <a:lnTo>
                        <a:pt x="137" y="149"/>
                      </a:lnTo>
                      <a:lnTo>
                        <a:pt x="127" y="100"/>
                      </a:lnTo>
                      <a:lnTo>
                        <a:pt x="115" y="63"/>
                      </a:lnTo>
                      <a:lnTo>
                        <a:pt x="103" y="37"/>
                      </a:lnTo>
                      <a:lnTo>
                        <a:pt x="90" y="19"/>
                      </a:lnTo>
                      <a:lnTo>
                        <a:pt x="76" y="8"/>
                      </a:lnTo>
                      <a:lnTo>
                        <a:pt x="64" y="2"/>
                      </a:lnTo>
                      <a:lnTo>
                        <a:pt x="52" y="0"/>
                      </a:lnTo>
                      <a:lnTo>
                        <a:pt x="43" y="1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16" name="Freeform 44">
                  <a:extLst>
                    <a:ext uri="{FF2B5EF4-FFF2-40B4-BE49-F238E27FC236}">
                      <a16:creationId xmlns:a16="http://schemas.microsoft.com/office/drawing/2014/main" id="{A31DDE11-7700-EB1E-9FBF-37E80C3264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29" y="2384"/>
                  <a:ext cx="17" cy="19"/>
                </a:xfrm>
                <a:custGeom>
                  <a:avLst/>
                  <a:gdLst/>
                  <a:ahLst/>
                  <a:cxnLst>
                    <a:cxn ang="0">
                      <a:pos x="10" y="18"/>
                    </a:cxn>
                    <a:cxn ang="0">
                      <a:pos x="13" y="17"/>
                    </a:cxn>
                    <a:cxn ang="0">
                      <a:pos x="16" y="14"/>
                    </a:cxn>
                    <a:cxn ang="0">
                      <a:pos x="17" y="11"/>
                    </a:cxn>
                    <a:cxn ang="0">
                      <a:pos x="17" y="7"/>
                    </a:cxn>
                    <a:cxn ang="0">
                      <a:pos x="16" y="4"/>
                    </a:cxn>
                    <a:cxn ang="0">
                      <a:pos x="14" y="2"/>
                    </a:cxn>
                    <a:cxn ang="0">
                      <a:pos x="11" y="1"/>
                    </a:cxn>
                    <a:cxn ang="0">
                      <a:pos x="8" y="0"/>
                    </a:cxn>
                    <a:cxn ang="0">
                      <a:pos x="5" y="1"/>
                    </a:cxn>
                    <a:cxn ang="0">
                      <a:pos x="2" y="3"/>
                    </a:cxn>
                    <a:cxn ang="0">
                      <a:pos x="0" y="6"/>
                    </a:cxn>
                    <a:cxn ang="0">
                      <a:pos x="0" y="10"/>
                    </a:cxn>
                    <a:cxn ang="0">
                      <a:pos x="2" y="14"/>
                    </a:cxn>
                    <a:cxn ang="0">
                      <a:pos x="4" y="17"/>
                    </a:cxn>
                    <a:cxn ang="0">
                      <a:pos x="7" y="18"/>
                    </a:cxn>
                    <a:cxn ang="0">
                      <a:pos x="10" y="18"/>
                    </a:cxn>
                  </a:cxnLst>
                  <a:rect l="0" t="0" r="r" b="b"/>
                  <a:pathLst>
                    <a:path w="17" h="18">
                      <a:moveTo>
                        <a:pt x="10" y="18"/>
                      </a:moveTo>
                      <a:lnTo>
                        <a:pt x="13" y="17"/>
                      </a:lnTo>
                      <a:lnTo>
                        <a:pt x="16" y="14"/>
                      </a:lnTo>
                      <a:lnTo>
                        <a:pt x="17" y="11"/>
                      </a:lnTo>
                      <a:lnTo>
                        <a:pt x="17" y="7"/>
                      </a:lnTo>
                      <a:lnTo>
                        <a:pt x="16" y="4"/>
                      </a:lnTo>
                      <a:lnTo>
                        <a:pt x="14" y="2"/>
                      </a:lnTo>
                      <a:lnTo>
                        <a:pt x="11" y="1"/>
                      </a:lnTo>
                      <a:lnTo>
                        <a:pt x="8" y="0"/>
                      </a:lnTo>
                      <a:lnTo>
                        <a:pt x="5" y="1"/>
                      </a:lnTo>
                      <a:lnTo>
                        <a:pt x="2" y="3"/>
                      </a:lnTo>
                      <a:lnTo>
                        <a:pt x="0" y="6"/>
                      </a:lnTo>
                      <a:lnTo>
                        <a:pt x="0" y="10"/>
                      </a:lnTo>
                      <a:lnTo>
                        <a:pt x="2" y="14"/>
                      </a:lnTo>
                      <a:lnTo>
                        <a:pt x="4" y="17"/>
                      </a:lnTo>
                      <a:lnTo>
                        <a:pt x="7" y="18"/>
                      </a:lnTo>
                      <a:lnTo>
                        <a:pt x="10" y="18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17" name="Freeform 45">
                  <a:extLst>
                    <a:ext uri="{FF2B5EF4-FFF2-40B4-BE49-F238E27FC236}">
                      <a16:creationId xmlns:a16="http://schemas.microsoft.com/office/drawing/2014/main" id="{04096623-E24B-D372-08C3-8A559A1929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48" y="2975"/>
                  <a:ext cx="17" cy="16"/>
                </a:xfrm>
                <a:custGeom>
                  <a:avLst/>
                  <a:gdLst/>
                  <a:ahLst/>
                  <a:cxnLst>
                    <a:cxn ang="0">
                      <a:pos x="10" y="17"/>
                    </a:cxn>
                    <a:cxn ang="0">
                      <a:pos x="13" y="16"/>
                    </a:cxn>
                    <a:cxn ang="0">
                      <a:pos x="16" y="14"/>
                    </a:cxn>
                    <a:cxn ang="0">
                      <a:pos x="17" y="11"/>
                    </a:cxn>
                    <a:cxn ang="0">
                      <a:pos x="17" y="8"/>
                    </a:cxn>
                    <a:cxn ang="0">
                      <a:pos x="16" y="4"/>
                    </a:cxn>
                    <a:cxn ang="0">
                      <a:pos x="14" y="1"/>
                    </a:cxn>
                    <a:cxn ang="0">
                      <a:pos x="11" y="0"/>
                    </a:cxn>
                    <a:cxn ang="0">
                      <a:pos x="8" y="0"/>
                    </a:cxn>
                    <a:cxn ang="0">
                      <a:pos x="5" y="1"/>
                    </a:cxn>
                    <a:cxn ang="0">
                      <a:pos x="2" y="3"/>
                    </a:cxn>
                    <a:cxn ang="0">
                      <a:pos x="0" y="7"/>
                    </a:cxn>
                    <a:cxn ang="0">
                      <a:pos x="0" y="10"/>
                    </a:cxn>
                    <a:cxn ang="0">
                      <a:pos x="2" y="13"/>
                    </a:cxn>
                    <a:cxn ang="0">
                      <a:pos x="4" y="16"/>
                    </a:cxn>
                    <a:cxn ang="0">
                      <a:pos x="7" y="17"/>
                    </a:cxn>
                    <a:cxn ang="0">
                      <a:pos x="10" y="17"/>
                    </a:cxn>
                  </a:cxnLst>
                  <a:rect l="0" t="0" r="r" b="b"/>
                  <a:pathLst>
                    <a:path w="17" h="17">
                      <a:moveTo>
                        <a:pt x="10" y="17"/>
                      </a:moveTo>
                      <a:lnTo>
                        <a:pt x="13" y="16"/>
                      </a:lnTo>
                      <a:lnTo>
                        <a:pt x="16" y="14"/>
                      </a:lnTo>
                      <a:lnTo>
                        <a:pt x="17" y="11"/>
                      </a:lnTo>
                      <a:lnTo>
                        <a:pt x="17" y="8"/>
                      </a:lnTo>
                      <a:lnTo>
                        <a:pt x="16" y="4"/>
                      </a:lnTo>
                      <a:lnTo>
                        <a:pt x="14" y="1"/>
                      </a:lnTo>
                      <a:lnTo>
                        <a:pt x="11" y="0"/>
                      </a:lnTo>
                      <a:lnTo>
                        <a:pt x="8" y="0"/>
                      </a:lnTo>
                      <a:lnTo>
                        <a:pt x="5" y="1"/>
                      </a:lnTo>
                      <a:lnTo>
                        <a:pt x="2" y="3"/>
                      </a:lnTo>
                      <a:lnTo>
                        <a:pt x="0" y="7"/>
                      </a:lnTo>
                      <a:lnTo>
                        <a:pt x="0" y="10"/>
                      </a:lnTo>
                      <a:lnTo>
                        <a:pt x="2" y="13"/>
                      </a:lnTo>
                      <a:lnTo>
                        <a:pt x="4" y="16"/>
                      </a:lnTo>
                      <a:lnTo>
                        <a:pt x="7" y="17"/>
                      </a:lnTo>
                      <a:lnTo>
                        <a:pt x="10" y="17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18" name="Freeform 46">
                  <a:extLst>
                    <a:ext uri="{FF2B5EF4-FFF2-40B4-BE49-F238E27FC236}">
                      <a16:creationId xmlns:a16="http://schemas.microsoft.com/office/drawing/2014/main" id="{65A76DA4-19EC-91CA-DFDC-EF07349AAE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31" y="2967"/>
                  <a:ext cx="140" cy="65"/>
                </a:xfrm>
                <a:custGeom>
                  <a:avLst/>
                  <a:gdLst/>
                  <a:ahLst/>
                  <a:cxnLst>
                    <a:cxn ang="0">
                      <a:pos x="19" y="0"/>
                    </a:cxn>
                    <a:cxn ang="0">
                      <a:pos x="11" y="6"/>
                    </a:cxn>
                    <a:cxn ang="0">
                      <a:pos x="5" y="19"/>
                    </a:cxn>
                    <a:cxn ang="0">
                      <a:pos x="1" y="34"/>
                    </a:cxn>
                    <a:cxn ang="0">
                      <a:pos x="0" y="44"/>
                    </a:cxn>
                    <a:cxn ang="0">
                      <a:pos x="1" y="50"/>
                    </a:cxn>
                    <a:cxn ang="0">
                      <a:pos x="6" y="57"/>
                    </a:cxn>
                    <a:cxn ang="0">
                      <a:pos x="15" y="60"/>
                    </a:cxn>
                    <a:cxn ang="0">
                      <a:pos x="30" y="60"/>
                    </a:cxn>
                    <a:cxn ang="0">
                      <a:pos x="41" y="59"/>
                    </a:cxn>
                    <a:cxn ang="0">
                      <a:pos x="52" y="60"/>
                    </a:cxn>
                    <a:cxn ang="0">
                      <a:pos x="65" y="60"/>
                    </a:cxn>
                    <a:cxn ang="0">
                      <a:pos x="77" y="62"/>
                    </a:cxn>
                    <a:cxn ang="0">
                      <a:pos x="88" y="63"/>
                    </a:cxn>
                    <a:cxn ang="0">
                      <a:pos x="98" y="64"/>
                    </a:cxn>
                    <a:cxn ang="0">
                      <a:pos x="107" y="64"/>
                    </a:cxn>
                    <a:cxn ang="0">
                      <a:pos x="115" y="64"/>
                    </a:cxn>
                    <a:cxn ang="0">
                      <a:pos x="124" y="63"/>
                    </a:cxn>
                    <a:cxn ang="0">
                      <a:pos x="133" y="60"/>
                    </a:cxn>
                    <a:cxn ang="0">
                      <a:pos x="139" y="58"/>
                    </a:cxn>
                    <a:cxn ang="0">
                      <a:pos x="140" y="54"/>
                    </a:cxn>
                    <a:cxn ang="0">
                      <a:pos x="137" y="50"/>
                    </a:cxn>
                    <a:cxn ang="0">
                      <a:pos x="130" y="48"/>
                    </a:cxn>
                    <a:cxn ang="0">
                      <a:pos x="122" y="47"/>
                    </a:cxn>
                    <a:cxn ang="0">
                      <a:pos x="116" y="46"/>
                    </a:cxn>
                    <a:cxn ang="0">
                      <a:pos x="111" y="45"/>
                    </a:cxn>
                    <a:cxn ang="0">
                      <a:pos x="106" y="43"/>
                    </a:cxn>
                    <a:cxn ang="0">
                      <a:pos x="99" y="39"/>
                    </a:cxn>
                    <a:cxn ang="0">
                      <a:pos x="91" y="35"/>
                    </a:cxn>
                    <a:cxn ang="0">
                      <a:pos x="84" y="31"/>
                    </a:cxn>
                    <a:cxn ang="0">
                      <a:pos x="77" y="27"/>
                    </a:cxn>
                    <a:cxn ang="0">
                      <a:pos x="70" y="23"/>
                    </a:cxn>
                    <a:cxn ang="0">
                      <a:pos x="66" y="21"/>
                    </a:cxn>
                    <a:cxn ang="0">
                      <a:pos x="62" y="19"/>
                    </a:cxn>
                    <a:cxn ang="0">
                      <a:pos x="57" y="15"/>
                    </a:cxn>
                    <a:cxn ang="0">
                      <a:pos x="51" y="11"/>
                    </a:cxn>
                    <a:cxn ang="0">
                      <a:pos x="45" y="7"/>
                    </a:cxn>
                    <a:cxn ang="0">
                      <a:pos x="38" y="4"/>
                    </a:cxn>
                    <a:cxn ang="0">
                      <a:pos x="31" y="1"/>
                    </a:cxn>
                    <a:cxn ang="0">
                      <a:pos x="25" y="0"/>
                    </a:cxn>
                    <a:cxn ang="0">
                      <a:pos x="19" y="0"/>
                    </a:cxn>
                  </a:cxnLst>
                  <a:rect l="0" t="0" r="r" b="b"/>
                  <a:pathLst>
                    <a:path w="140" h="64">
                      <a:moveTo>
                        <a:pt x="19" y="0"/>
                      </a:moveTo>
                      <a:lnTo>
                        <a:pt x="11" y="6"/>
                      </a:lnTo>
                      <a:lnTo>
                        <a:pt x="5" y="19"/>
                      </a:lnTo>
                      <a:lnTo>
                        <a:pt x="1" y="34"/>
                      </a:lnTo>
                      <a:lnTo>
                        <a:pt x="0" y="44"/>
                      </a:lnTo>
                      <a:lnTo>
                        <a:pt x="1" y="50"/>
                      </a:lnTo>
                      <a:lnTo>
                        <a:pt x="6" y="57"/>
                      </a:lnTo>
                      <a:lnTo>
                        <a:pt x="15" y="60"/>
                      </a:lnTo>
                      <a:lnTo>
                        <a:pt x="30" y="60"/>
                      </a:lnTo>
                      <a:lnTo>
                        <a:pt x="41" y="59"/>
                      </a:lnTo>
                      <a:lnTo>
                        <a:pt x="52" y="60"/>
                      </a:lnTo>
                      <a:lnTo>
                        <a:pt x="65" y="60"/>
                      </a:lnTo>
                      <a:lnTo>
                        <a:pt x="77" y="62"/>
                      </a:lnTo>
                      <a:lnTo>
                        <a:pt x="88" y="63"/>
                      </a:lnTo>
                      <a:lnTo>
                        <a:pt x="98" y="64"/>
                      </a:lnTo>
                      <a:lnTo>
                        <a:pt x="107" y="64"/>
                      </a:lnTo>
                      <a:lnTo>
                        <a:pt x="115" y="64"/>
                      </a:lnTo>
                      <a:lnTo>
                        <a:pt x="124" y="63"/>
                      </a:lnTo>
                      <a:lnTo>
                        <a:pt x="133" y="60"/>
                      </a:lnTo>
                      <a:lnTo>
                        <a:pt x="139" y="58"/>
                      </a:lnTo>
                      <a:lnTo>
                        <a:pt x="140" y="54"/>
                      </a:lnTo>
                      <a:lnTo>
                        <a:pt x="137" y="50"/>
                      </a:lnTo>
                      <a:lnTo>
                        <a:pt x="130" y="48"/>
                      </a:lnTo>
                      <a:lnTo>
                        <a:pt x="122" y="47"/>
                      </a:lnTo>
                      <a:lnTo>
                        <a:pt x="116" y="46"/>
                      </a:lnTo>
                      <a:lnTo>
                        <a:pt x="111" y="45"/>
                      </a:lnTo>
                      <a:lnTo>
                        <a:pt x="106" y="43"/>
                      </a:lnTo>
                      <a:lnTo>
                        <a:pt x="99" y="39"/>
                      </a:lnTo>
                      <a:lnTo>
                        <a:pt x="91" y="35"/>
                      </a:lnTo>
                      <a:lnTo>
                        <a:pt x="84" y="31"/>
                      </a:lnTo>
                      <a:lnTo>
                        <a:pt x="77" y="27"/>
                      </a:lnTo>
                      <a:lnTo>
                        <a:pt x="70" y="23"/>
                      </a:lnTo>
                      <a:lnTo>
                        <a:pt x="66" y="21"/>
                      </a:lnTo>
                      <a:lnTo>
                        <a:pt x="62" y="19"/>
                      </a:lnTo>
                      <a:lnTo>
                        <a:pt x="57" y="15"/>
                      </a:lnTo>
                      <a:lnTo>
                        <a:pt x="51" y="11"/>
                      </a:lnTo>
                      <a:lnTo>
                        <a:pt x="45" y="7"/>
                      </a:lnTo>
                      <a:lnTo>
                        <a:pt x="38" y="4"/>
                      </a:lnTo>
                      <a:lnTo>
                        <a:pt x="31" y="1"/>
                      </a:lnTo>
                      <a:lnTo>
                        <a:pt x="25" y="0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19" name="Freeform 47">
                  <a:extLst>
                    <a:ext uri="{FF2B5EF4-FFF2-40B4-BE49-F238E27FC236}">
                      <a16:creationId xmlns:a16="http://schemas.microsoft.com/office/drawing/2014/main" id="{13F25F69-D0A3-3D8F-CA32-C1B9FC2BED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48" y="2975"/>
                  <a:ext cx="17" cy="16"/>
                </a:xfrm>
                <a:custGeom>
                  <a:avLst/>
                  <a:gdLst/>
                  <a:ahLst/>
                  <a:cxnLst>
                    <a:cxn ang="0">
                      <a:pos x="10" y="17"/>
                    </a:cxn>
                    <a:cxn ang="0">
                      <a:pos x="13" y="16"/>
                    </a:cxn>
                    <a:cxn ang="0">
                      <a:pos x="15" y="14"/>
                    </a:cxn>
                    <a:cxn ang="0">
                      <a:pos x="17" y="12"/>
                    </a:cxn>
                    <a:cxn ang="0">
                      <a:pos x="17" y="8"/>
                    </a:cxn>
                    <a:cxn ang="0">
                      <a:pos x="16" y="4"/>
                    </a:cxn>
                    <a:cxn ang="0">
                      <a:pos x="14" y="2"/>
                    </a:cxn>
                    <a:cxn ang="0">
                      <a:pos x="12" y="0"/>
                    </a:cxn>
                    <a:cxn ang="0">
                      <a:pos x="8" y="0"/>
                    </a:cxn>
                    <a:cxn ang="0">
                      <a:pos x="5" y="1"/>
                    </a:cxn>
                    <a:cxn ang="0">
                      <a:pos x="3" y="3"/>
                    </a:cxn>
                    <a:cxn ang="0">
                      <a:pos x="0" y="5"/>
                    </a:cxn>
                    <a:cxn ang="0">
                      <a:pos x="0" y="10"/>
                    </a:cxn>
                    <a:cxn ang="0">
                      <a:pos x="2" y="13"/>
                    </a:cxn>
                    <a:cxn ang="0">
                      <a:pos x="4" y="15"/>
                    </a:cxn>
                    <a:cxn ang="0">
                      <a:pos x="6" y="17"/>
                    </a:cxn>
                    <a:cxn ang="0">
                      <a:pos x="10" y="17"/>
                    </a:cxn>
                  </a:cxnLst>
                  <a:rect l="0" t="0" r="r" b="b"/>
                  <a:pathLst>
                    <a:path w="17" h="17">
                      <a:moveTo>
                        <a:pt x="10" y="17"/>
                      </a:moveTo>
                      <a:lnTo>
                        <a:pt x="13" y="16"/>
                      </a:lnTo>
                      <a:lnTo>
                        <a:pt x="15" y="14"/>
                      </a:lnTo>
                      <a:lnTo>
                        <a:pt x="17" y="12"/>
                      </a:lnTo>
                      <a:lnTo>
                        <a:pt x="17" y="8"/>
                      </a:lnTo>
                      <a:lnTo>
                        <a:pt x="16" y="4"/>
                      </a:lnTo>
                      <a:lnTo>
                        <a:pt x="14" y="2"/>
                      </a:lnTo>
                      <a:lnTo>
                        <a:pt x="12" y="0"/>
                      </a:lnTo>
                      <a:lnTo>
                        <a:pt x="8" y="0"/>
                      </a:lnTo>
                      <a:lnTo>
                        <a:pt x="5" y="1"/>
                      </a:lnTo>
                      <a:lnTo>
                        <a:pt x="3" y="3"/>
                      </a:lnTo>
                      <a:lnTo>
                        <a:pt x="0" y="5"/>
                      </a:lnTo>
                      <a:lnTo>
                        <a:pt x="0" y="10"/>
                      </a:lnTo>
                      <a:lnTo>
                        <a:pt x="2" y="13"/>
                      </a:lnTo>
                      <a:lnTo>
                        <a:pt x="4" y="15"/>
                      </a:lnTo>
                      <a:lnTo>
                        <a:pt x="6" y="17"/>
                      </a:lnTo>
                      <a:lnTo>
                        <a:pt x="10" y="17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20" name="Freeform 48">
                  <a:extLst>
                    <a:ext uri="{FF2B5EF4-FFF2-40B4-BE49-F238E27FC236}">
                      <a16:creationId xmlns:a16="http://schemas.microsoft.com/office/drawing/2014/main" id="{3EAAB81B-6B20-7F56-FD50-2A30632A46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29" y="2975"/>
                  <a:ext cx="145" cy="58"/>
                </a:xfrm>
                <a:custGeom>
                  <a:avLst/>
                  <a:gdLst/>
                  <a:ahLst/>
                  <a:cxnLst>
                    <a:cxn ang="0">
                      <a:pos x="65" y="8"/>
                    </a:cxn>
                    <a:cxn ang="0">
                      <a:pos x="63" y="9"/>
                    </a:cxn>
                    <a:cxn ang="0">
                      <a:pos x="60" y="12"/>
                    </a:cxn>
                    <a:cxn ang="0">
                      <a:pos x="56" y="19"/>
                    </a:cxn>
                    <a:cxn ang="0">
                      <a:pos x="54" y="30"/>
                    </a:cxn>
                    <a:cxn ang="0">
                      <a:pos x="49" y="29"/>
                    </a:cxn>
                    <a:cxn ang="0">
                      <a:pos x="44" y="28"/>
                    </a:cxn>
                    <a:cxn ang="0">
                      <a:pos x="37" y="26"/>
                    </a:cxn>
                    <a:cxn ang="0">
                      <a:pos x="32" y="23"/>
                    </a:cxn>
                    <a:cxn ang="0">
                      <a:pos x="27" y="21"/>
                    </a:cxn>
                    <a:cxn ang="0">
                      <a:pos x="23" y="19"/>
                    </a:cxn>
                    <a:cxn ang="0">
                      <a:pos x="19" y="17"/>
                    </a:cxn>
                    <a:cxn ang="0">
                      <a:pos x="17" y="15"/>
                    </a:cxn>
                    <a:cxn ang="0">
                      <a:pos x="15" y="11"/>
                    </a:cxn>
                    <a:cxn ang="0">
                      <a:pos x="13" y="6"/>
                    </a:cxn>
                    <a:cxn ang="0">
                      <a:pos x="11" y="1"/>
                    </a:cxn>
                    <a:cxn ang="0">
                      <a:pos x="10" y="0"/>
                    </a:cxn>
                    <a:cxn ang="0">
                      <a:pos x="8" y="4"/>
                    </a:cxn>
                    <a:cxn ang="0">
                      <a:pos x="5" y="13"/>
                    </a:cxn>
                    <a:cxn ang="0">
                      <a:pos x="2" y="22"/>
                    </a:cxn>
                    <a:cxn ang="0">
                      <a:pos x="0" y="31"/>
                    </a:cxn>
                    <a:cxn ang="0">
                      <a:pos x="0" y="37"/>
                    </a:cxn>
                    <a:cxn ang="0">
                      <a:pos x="3" y="42"/>
                    </a:cxn>
                    <a:cxn ang="0">
                      <a:pos x="4" y="48"/>
                    </a:cxn>
                    <a:cxn ang="0">
                      <a:pos x="7" y="51"/>
                    </a:cxn>
                    <a:cxn ang="0">
                      <a:pos x="11" y="52"/>
                    </a:cxn>
                    <a:cxn ang="0">
                      <a:pos x="16" y="52"/>
                    </a:cxn>
                    <a:cxn ang="0">
                      <a:pos x="23" y="53"/>
                    </a:cxn>
                    <a:cxn ang="0">
                      <a:pos x="30" y="53"/>
                    </a:cxn>
                    <a:cxn ang="0">
                      <a:pos x="36" y="53"/>
                    </a:cxn>
                    <a:cxn ang="0">
                      <a:pos x="42" y="53"/>
                    </a:cxn>
                    <a:cxn ang="0">
                      <a:pos x="47" y="53"/>
                    </a:cxn>
                    <a:cxn ang="0">
                      <a:pos x="50" y="53"/>
                    </a:cxn>
                    <a:cxn ang="0">
                      <a:pos x="54" y="53"/>
                    </a:cxn>
                    <a:cxn ang="0">
                      <a:pos x="63" y="54"/>
                    </a:cxn>
                    <a:cxn ang="0">
                      <a:pos x="73" y="55"/>
                    </a:cxn>
                    <a:cxn ang="0">
                      <a:pos x="85" y="56"/>
                    </a:cxn>
                    <a:cxn ang="0">
                      <a:pos x="97" y="56"/>
                    </a:cxn>
                    <a:cxn ang="0">
                      <a:pos x="107" y="57"/>
                    </a:cxn>
                    <a:cxn ang="0">
                      <a:pos x="114" y="57"/>
                    </a:cxn>
                    <a:cxn ang="0">
                      <a:pos x="120" y="57"/>
                    </a:cxn>
                    <a:cxn ang="0">
                      <a:pos x="126" y="56"/>
                    </a:cxn>
                    <a:cxn ang="0">
                      <a:pos x="132" y="55"/>
                    </a:cxn>
                    <a:cxn ang="0">
                      <a:pos x="139" y="53"/>
                    </a:cxn>
                    <a:cxn ang="0">
                      <a:pos x="143" y="50"/>
                    </a:cxn>
                    <a:cxn ang="0">
                      <a:pos x="145" y="47"/>
                    </a:cxn>
                    <a:cxn ang="0">
                      <a:pos x="144" y="43"/>
                    </a:cxn>
                    <a:cxn ang="0">
                      <a:pos x="142" y="41"/>
                    </a:cxn>
                    <a:cxn ang="0">
                      <a:pos x="139" y="40"/>
                    </a:cxn>
                    <a:cxn ang="0">
                      <a:pos x="133" y="39"/>
                    </a:cxn>
                    <a:cxn ang="0">
                      <a:pos x="127" y="37"/>
                    </a:cxn>
                    <a:cxn ang="0">
                      <a:pos x="120" y="35"/>
                    </a:cxn>
                    <a:cxn ang="0">
                      <a:pos x="113" y="33"/>
                    </a:cxn>
                    <a:cxn ang="0">
                      <a:pos x="110" y="31"/>
                    </a:cxn>
                    <a:cxn ang="0">
                      <a:pos x="104" y="29"/>
                    </a:cxn>
                    <a:cxn ang="0">
                      <a:pos x="98" y="24"/>
                    </a:cxn>
                    <a:cxn ang="0">
                      <a:pos x="89" y="20"/>
                    </a:cxn>
                    <a:cxn ang="0">
                      <a:pos x="81" y="17"/>
                    </a:cxn>
                    <a:cxn ang="0">
                      <a:pos x="74" y="13"/>
                    </a:cxn>
                    <a:cxn ang="0">
                      <a:pos x="68" y="10"/>
                    </a:cxn>
                    <a:cxn ang="0">
                      <a:pos x="65" y="8"/>
                    </a:cxn>
                  </a:cxnLst>
                  <a:rect l="0" t="0" r="r" b="b"/>
                  <a:pathLst>
                    <a:path w="145" h="57">
                      <a:moveTo>
                        <a:pt x="65" y="8"/>
                      </a:moveTo>
                      <a:lnTo>
                        <a:pt x="63" y="9"/>
                      </a:lnTo>
                      <a:lnTo>
                        <a:pt x="60" y="12"/>
                      </a:lnTo>
                      <a:lnTo>
                        <a:pt x="56" y="19"/>
                      </a:lnTo>
                      <a:lnTo>
                        <a:pt x="54" y="30"/>
                      </a:lnTo>
                      <a:lnTo>
                        <a:pt x="49" y="29"/>
                      </a:lnTo>
                      <a:lnTo>
                        <a:pt x="44" y="28"/>
                      </a:lnTo>
                      <a:lnTo>
                        <a:pt x="37" y="26"/>
                      </a:lnTo>
                      <a:lnTo>
                        <a:pt x="32" y="23"/>
                      </a:lnTo>
                      <a:lnTo>
                        <a:pt x="27" y="21"/>
                      </a:lnTo>
                      <a:lnTo>
                        <a:pt x="23" y="19"/>
                      </a:lnTo>
                      <a:lnTo>
                        <a:pt x="19" y="17"/>
                      </a:lnTo>
                      <a:lnTo>
                        <a:pt x="17" y="15"/>
                      </a:lnTo>
                      <a:lnTo>
                        <a:pt x="15" y="11"/>
                      </a:lnTo>
                      <a:lnTo>
                        <a:pt x="13" y="6"/>
                      </a:lnTo>
                      <a:lnTo>
                        <a:pt x="11" y="1"/>
                      </a:lnTo>
                      <a:lnTo>
                        <a:pt x="10" y="0"/>
                      </a:lnTo>
                      <a:lnTo>
                        <a:pt x="8" y="4"/>
                      </a:lnTo>
                      <a:lnTo>
                        <a:pt x="5" y="13"/>
                      </a:lnTo>
                      <a:lnTo>
                        <a:pt x="2" y="22"/>
                      </a:lnTo>
                      <a:lnTo>
                        <a:pt x="0" y="31"/>
                      </a:lnTo>
                      <a:lnTo>
                        <a:pt x="0" y="37"/>
                      </a:lnTo>
                      <a:lnTo>
                        <a:pt x="3" y="42"/>
                      </a:lnTo>
                      <a:lnTo>
                        <a:pt x="4" y="48"/>
                      </a:lnTo>
                      <a:lnTo>
                        <a:pt x="7" y="51"/>
                      </a:lnTo>
                      <a:lnTo>
                        <a:pt x="11" y="52"/>
                      </a:lnTo>
                      <a:lnTo>
                        <a:pt x="16" y="52"/>
                      </a:lnTo>
                      <a:lnTo>
                        <a:pt x="23" y="53"/>
                      </a:lnTo>
                      <a:lnTo>
                        <a:pt x="30" y="53"/>
                      </a:lnTo>
                      <a:lnTo>
                        <a:pt x="36" y="53"/>
                      </a:lnTo>
                      <a:lnTo>
                        <a:pt x="42" y="53"/>
                      </a:lnTo>
                      <a:lnTo>
                        <a:pt x="47" y="53"/>
                      </a:lnTo>
                      <a:lnTo>
                        <a:pt x="50" y="53"/>
                      </a:lnTo>
                      <a:lnTo>
                        <a:pt x="54" y="53"/>
                      </a:lnTo>
                      <a:lnTo>
                        <a:pt x="63" y="54"/>
                      </a:lnTo>
                      <a:lnTo>
                        <a:pt x="73" y="55"/>
                      </a:lnTo>
                      <a:lnTo>
                        <a:pt x="85" y="56"/>
                      </a:lnTo>
                      <a:lnTo>
                        <a:pt x="97" y="56"/>
                      </a:lnTo>
                      <a:lnTo>
                        <a:pt x="107" y="57"/>
                      </a:lnTo>
                      <a:lnTo>
                        <a:pt x="114" y="57"/>
                      </a:lnTo>
                      <a:lnTo>
                        <a:pt x="120" y="57"/>
                      </a:lnTo>
                      <a:lnTo>
                        <a:pt x="126" y="56"/>
                      </a:lnTo>
                      <a:lnTo>
                        <a:pt x="132" y="55"/>
                      </a:lnTo>
                      <a:lnTo>
                        <a:pt x="139" y="53"/>
                      </a:lnTo>
                      <a:lnTo>
                        <a:pt x="143" y="50"/>
                      </a:lnTo>
                      <a:lnTo>
                        <a:pt x="145" y="47"/>
                      </a:lnTo>
                      <a:lnTo>
                        <a:pt x="144" y="43"/>
                      </a:lnTo>
                      <a:lnTo>
                        <a:pt x="142" y="41"/>
                      </a:lnTo>
                      <a:lnTo>
                        <a:pt x="139" y="40"/>
                      </a:lnTo>
                      <a:lnTo>
                        <a:pt x="133" y="39"/>
                      </a:lnTo>
                      <a:lnTo>
                        <a:pt x="127" y="37"/>
                      </a:lnTo>
                      <a:lnTo>
                        <a:pt x="120" y="35"/>
                      </a:lnTo>
                      <a:lnTo>
                        <a:pt x="113" y="33"/>
                      </a:lnTo>
                      <a:lnTo>
                        <a:pt x="110" y="31"/>
                      </a:lnTo>
                      <a:lnTo>
                        <a:pt x="104" y="29"/>
                      </a:lnTo>
                      <a:lnTo>
                        <a:pt x="98" y="24"/>
                      </a:lnTo>
                      <a:lnTo>
                        <a:pt x="89" y="20"/>
                      </a:lnTo>
                      <a:lnTo>
                        <a:pt x="81" y="17"/>
                      </a:lnTo>
                      <a:lnTo>
                        <a:pt x="74" y="13"/>
                      </a:lnTo>
                      <a:lnTo>
                        <a:pt x="68" y="10"/>
                      </a:lnTo>
                      <a:lnTo>
                        <a:pt x="65" y="8"/>
                      </a:lnTo>
                      <a:close/>
                    </a:path>
                  </a:pathLst>
                </a:custGeom>
                <a:solidFill>
                  <a:srgbClr val="7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21" name="Freeform 49">
                  <a:extLst>
                    <a:ext uri="{FF2B5EF4-FFF2-40B4-BE49-F238E27FC236}">
                      <a16:creationId xmlns:a16="http://schemas.microsoft.com/office/drawing/2014/main" id="{92D95C09-8C16-0679-630E-6DC8E9AF16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39" y="2938"/>
                  <a:ext cx="52" cy="69"/>
                </a:xfrm>
                <a:custGeom>
                  <a:avLst/>
                  <a:gdLst/>
                  <a:ahLst/>
                  <a:cxnLst>
                    <a:cxn ang="0">
                      <a:pos x="0" y="38"/>
                    </a:cxn>
                    <a:cxn ang="0">
                      <a:pos x="1" y="39"/>
                    </a:cxn>
                    <a:cxn ang="0">
                      <a:pos x="3" y="44"/>
                    </a:cxn>
                    <a:cxn ang="0">
                      <a:pos x="5" y="49"/>
                    </a:cxn>
                    <a:cxn ang="0">
                      <a:pos x="7" y="53"/>
                    </a:cxn>
                    <a:cxn ang="0">
                      <a:pos x="9" y="55"/>
                    </a:cxn>
                    <a:cxn ang="0">
                      <a:pos x="13" y="57"/>
                    </a:cxn>
                    <a:cxn ang="0">
                      <a:pos x="17" y="59"/>
                    </a:cxn>
                    <a:cxn ang="0">
                      <a:pos x="22" y="61"/>
                    </a:cxn>
                    <a:cxn ang="0">
                      <a:pos x="27" y="64"/>
                    </a:cxn>
                    <a:cxn ang="0">
                      <a:pos x="34" y="66"/>
                    </a:cxn>
                    <a:cxn ang="0">
                      <a:pos x="39" y="67"/>
                    </a:cxn>
                    <a:cxn ang="0">
                      <a:pos x="44" y="68"/>
                    </a:cxn>
                    <a:cxn ang="0">
                      <a:pos x="45" y="61"/>
                    </a:cxn>
                    <a:cxn ang="0">
                      <a:pos x="46" y="57"/>
                    </a:cxn>
                    <a:cxn ang="0">
                      <a:pos x="49" y="53"/>
                    </a:cxn>
                    <a:cxn ang="0">
                      <a:pos x="50" y="50"/>
                    </a:cxn>
                    <a:cxn ang="0">
                      <a:pos x="52" y="49"/>
                    </a:cxn>
                    <a:cxn ang="0">
                      <a:pos x="51" y="44"/>
                    </a:cxn>
                    <a:cxn ang="0">
                      <a:pos x="50" y="39"/>
                    </a:cxn>
                    <a:cxn ang="0">
                      <a:pos x="47" y="34"/>
                    </a:cxn>
                    <a:cxn ang="0">
                      <a:pos x="46" y="28"/>
                    </a:cxn>
                    <a:cxn ang="0">
                      <a:pos x="45" y="21"/>
                    </a:cxn>
                    <a:cxn ang="0">
                      <a:pos x="45" y="17"/>
                    </a:cxn>
                    <a:cxn ang="0">
                      <a:pos x="46" y="14"/>
                    </a:cxn>
                    <a:cxn ang="0">
                      <a:pos x="47" y="11"/>
                    </a:cxn>
                    <a:cxn ang="0">
                      <a:pos x="49" y="9"/>
                    </a:cxn>
                    <a:cxn ang="0">
                      <a:pos x="49" y="6"/>
                    </a:cxn>
                    <a:cxn ang="0">
                      <a:pos x="47" y="5"/>
                    </a:cxn>
                    <a:cxn ang="0">
                      <a:pos x="45" y="3"/>
                    </a:cxn>
                    <a:cxn ang="0">
                      <a:pos x="43" y="3"/>
                    </a:cxn>
                    <a:cxn ang="0">
                      <a:pos x="40" y="3"/>
                    </a:cxn>
                    <a:cxn ang="0">
                      <a:pos x="35" y="5"/>
                    </a:cxn>
                    <a:cxn ang="0">
                      <a:pos x="30" y="5"/>
                    </a:cxn>
                    <a:cxn ang="0">
                      <a:pos x="24" y="5"/>
                    </a:cxn>
                    <a:cxn ang="0">
                      <a:pos x="18" y="3"/>
                    </a:cxn>
                    <a:cxn ang="0">
                      <a:pos x="12" y="2"/>
                    </a:cxn>
                    <a:cxn ang="0">
                      <a:pos x="6" y="0"/>
                    </a:cxn>
                    <a:cxn ang="0">
                      <a:pos x="4" y="0"/>
                    </a:cxn>
                    <a:cxn ang="0">
                      <a:pos x="2" y="1"/>
                    </a:cxn>
                    <a:cxn ang="0">
                      <a:pos x="1" y="5"/>
                    </a:cxn>
                    <a:cxn ang="0">
                      <a:pos x="1" y="10"/>
                    </a:cxn>
                    <a:cxn ang="0">
                      <a:pos x="1" y="16"/>
                    </a:cxn>
                    <a:cxn ang="0">
                      <a:pos x="1" y="22"/>
                    </a:cxn>
                    <a:cxn ang="0">
                      <a:pos x="0" y="27"/>
                    </a:cxn>
                    <a:cxn ang="0">
                      <a:pos x="0" y="30"/>
                    </a:cxn>
                    <a:cxn ang="0">
                      <a:pos x="0" y="31"/>
                    </a:cxn>
                    <a:cxn ang="0">
                      <a:pos x="0" y="33"/>
                    </a:cxn>
                    <a:cxn ang="0">
                      <a:pos x="0" y="34"/>
                    </a:cxn>
                    <a:cxn ang="0">
                      <a:pos x="0" y="36"/>
                    </a:cxn>
                    <a:cxn ang="0">
                      <a:pos x="0" y="38"/>
                    </a:cxn>
                  </a:cxnLst>
                  <a:rect l="0" t="0" r="r" b="b"/>
                  <a:pathLst>
                    <a:path w="52" h="68">
                      <a:moveTo>
                        <a:pt x="0" y="38"/>
                      </a:moveTo>
                      <a:lnTo>
                        <a:pt x="1" y="39"/>
                      </a:lnTo>
                      <a:lnTo>
                        <a:pt x="3" y="44"/>
                      </a:lnTo>
                      <a:lnTo>
                        <a:pt x="5" y="49"/>
                      </a:lnTo>
                      <a:lnTo>
                        <a:pt x="7" y="53"/>
                      </a:lnTo>
                      <a:lnTo>
                        <a:pt x="9" y="55"/>
                      </a:lnTo>
                      <a:lnTo>
                        <a:pt x="13" y="57"/>
                      </a:lnTo>
                      <a:lnTo>
                        <a:pt x="17" y="59"/>
                      </a:lnTo>
                      <a:lnTo>
                        <a:pt x="22" y="61"/>
                      </a:lnTo>
                      <a:lnTo>
                        <a:pt x="27" y="64"/>
                      </a:lnTo>
                      <a:lnTo>
                        <a:pt x="34" y="66"/>
                      </a:lnTo>
                      <a:lnTo>
                        <a:pt x="39" y="67"/>
                      </a:lnTo>
                      <a:lnTo>
                        <a:pt x="44" y="68"/>
                      </a:lnTo>
                      <a:lnTo>
                        <a:pt x="45" y="61"/>
                      </a:lnTo>
                      <a:lnTo>
                        <a:pt x="46" y="57"/>
                      </a:lnTo>
                      <a:lnTo>
                        <a:pt x="49" y="53"/>
                      </a:lnTo>
                      <a:lnTo>
                        <a:pt x="50" y="50"/>
                      </a:lnTo>
                      <a:lnTo>
                        <a:pt x="52" y="49"/>
                      </a:lnTo>
                      <a:lnTo>
                        <a:pt x="51" y="44"/>
                      </a:lnTo>
                      <a:lnTo>
                        <a:pt x="50" y="39"/>
                      </a:lnTo>
                      <a:lnTo>
                        <a:pt x="47" y="34"/>
                      </a:lnTo>
                      <a:lnTo>
                        <a:pt x="46" y="28"/>
                      </a:lnTo>
                      <a:lnTo>
                        <a:pt x="45" y="21"/>
                      </a:lnTo>
                      <a:lnTo>
                        <a:pt x="45" y="17"/>
                      </a:lnTo>
                      <a:lnTo>
                        <a:pt x="46" y="14"/>
                      </a:lnTo>
                      <a:lnTo>
                        <a:pt x="47" y="11"/>
                      </a:lnTo>
                      <a:lnTo>
                        <a:pt x="49" y="9"/>
                      </a:lnTo>
                      <a:lnTo>
                        <a:pt x="49" y="6"/>
                      </a:lnTo>
                      <a:lnTo>
                        <a:pt x="47" y="5"/>
                      </a:lnTo>
                      <a:lnTo>
                        <a:pt x="45" y="3"/>
                      </a:lnTo>
                      <a:lnTo>
                        <a:pt x="43" y="3"/>
                      </a:lnTo>
                      <a:lnTo>
                        <a:pt x="40" y="3"/>
                      </a:lnTo>
                      <a:lnTo>
                        <a:pt x="35" y="5"/>
                      </a:lnTo>
                      <a:lnTo>
                        <a:pt x="30" y="5"/>
                      </a:lnTo>
                      <a:lnTo>
                        <a:pt x="24" y="5"/>
                      </a:lnTo>
                      <a:lnTo>
                        <a:pt x="18" y="3"/>
                      </a:lnTo>
                      <a:lnTo>
                        <a:pt x="12" y="2"/>
                      </a:lnTo>
                      <a:lnTo>
                        <a:pt x="6" y="0"/>
                      </a:lnTo>
                      <a:lnTo>
                        <a:pt x="4" y="0"/>
                      </a:lnTo>
                      <a:lnTo>
                        <a:pt x="2" y="1"/>
                      </a:lnTo>
                      <a:lnTo>
                        <a:pt x="1" y="5"/>
                      </a:lnTo>
                      <a:lnTo>
                        <a:pt x="1" y="10"/>
                      </a:lnTo>
                      <a:lnTo>
                        <a:pt x="1" y="16"/>
                      </a:lnTo>
                      <a:lnTo>
                        <a:pt x="1" y="22"/>
                      </a:lnTo>
                      <a:lnTo>
                        <a:pt x="0" y="27"/>
                      </a:lnTo>
                      <a:lnTo>
                        <a:pt x="0" y="30"/>
                      </a:lnTo>
                      <a:lnTo>
                        <a:pt x="0" y="31"/>
                      </a:lnTo>
                      <a:lnTo>
                        <a:pt x="0" y="33"/>
                      </a:lnTo>
                      <a:lnTo>
                        <a:pt x="0" y="34"/>
                      </a:lnTo>
                      <a:lnTo>
                        <a:pt x="0" y="36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22" name="Freeform 50">
                  <a:extLst>
                    <a:ext uri="{FF2B5EF4-FFF2-40B4-BE49-F238E27FC236}">
                      <a16:creationId xmlns:a16="http://schemas.microsoft.com/office/drawing/2014/main" id="{8F99F895-3312-A596-1EEA-A2FA366EBD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2" y="2330"/>
                  <a:ext cx="161" cy="667"/>
                </a:xfrm>
                <a:custGeom>
                  <a:avLst/>
                  <a:gdLst/>
                  <a:ahLst/>
                  <a:cxnLst>
                    <a:cxn ang="0">
                      <a:pos x="41" y="656"/>
                    </a:cxn>
                    <a:cxn ang="0">
                      <a:pos x="65" y="662"/>
                    </a:cxn>
                    <a:cxn ang="0">
                      <a:pos x="96" y="666"/>
                    </a:cxn>
                    <a:cxn ang="0">
                      <a:pos x="123" y="666"/>
                    </a:cxn>
                    <a:cxn ang="0">
                      <a:pos x="135" y="661"/>
                    </a:cxn>
                    <a:cxn ang="0">
                      <a:pos x="136" y="643"/>
                    </a:cxn>
                    <a:cxn ang="0">
                      <a:pos x="134" y="626"/>
                    </a:cxn>
                    <a:cxn ang="0">
                      <a:pos x="134" y="604"/>
                    </a:cxn>
                    <a:cxn ang="0">
                      <a:pos x="139" y="565"/>
                    </a:cxn>
                    <a:cxn ang="0">
                      <a:pos x="146" y="501"/>
                    </a:cxn>
                    <a:cxn ang="0">
                      <a:pos x="145" y="461"/>
                    </a:cxn>
                    <a:cxn ang="0">
                      <a:pos x="148" y="412"/>
                    </a:cxn>
                    <a:cxn ang="0">
                      <a:pos x="158" y="376"/>
                    </a:cxn>
                    <a:cxn ang="0">
                      <a:pos x="161" y="356"/>
                    </a:cxn>
                    <a:cxn ang="0">
                      <a:pos x="158" y="316"/>
                    </a:cxn>
                    <a:cxn ang="0">
                      <a:pos x="154" y="227"/>
                    </a:cxn>
                    <a:cxn ang="0">
                      <a:pos x="153" y="169"/>
                    </a:cxn>
                    <a:cxn ang="0">
                      <a:pos x="142" y="107"/>
                    </a:cxn>
                    <a:cxn ang="0">
                      <a:pos x="120" y="45"/>
                    </a:cxn>
                    <a:cxn ang="0">
                      <a:pos x="84" y="6"/>
                    </a:cxn>
                    <a:cxn ang="0">
                      <a:pos x="52" y="1"/>
                    </a:cxn>
                    <a:cxn ang="0">
                      <a:pos x="28" y="8"/>
                    </a:cxn>
                    <a:cxn ang="0">
                      <a:pos x="8" y="31"/>
                    </a:cxn>
                    <a:cxn ang="0">
                      <a:pos x="0" y="75"/>
                    </a:cxn>
                    <a:cxn ang="0">
                      <a:pos x="8" y="143"/>
                    </a:cxn>
                    <a:cxn ang="0">
                      <a:pos x="26" y="216"/>
                    </a:cxn>
                    <a:cxn ang="0">
                      <a:pos x="45" y="280"/>
                    </a:cxn>
                    <a:cxn ang="0">
                      <a:pos x="59" y="323"/>
                    </a:cxn>
                    <a:cxn ang="0">
                      <a:pos x="61" y="341"/>
                    </a:cxn>
                    <a:cxn ang="0">
                      <a:pos x="62" y="353"/>
                    </a:cxn>
                    <a:cxn ang="0">
                      <a:pos x="72" y="362"/>
                    </a:cxn>
                    <a:cxn ang="0">
                      <a:pos x="70" y="370"/>
                    </a:cxn>
                    <a:cxn ang="0">
                      <a:pos x="62" y="373"/>
                    </a:cxn>
                    <a:cxn ang="0">
                      <a:pos x="54" y="386"/>
                    </a:cxn>
                    <a:cxn ang="0">
                      <a:pos x="51" y="399"/>
                    </a:cxn>
                    <a:cxn ang="0">
                      <a:pos x="42" y="434"/>
                    </a:cxn>
                    <a:cxn ang="0">
                      <a:pos x="39" y="500"/>
                    </a:cxn>
                    <a:cxn ang="0">
                      <a:pos x="34" y="620"/>
                    </a:cxn>
                  </a:cxnLst>
                  <a:rect l="0" t="0" r="r" b="b"/>
                  <a:pathLst>
                    <a:path w="161" h="667">
                      <a:moveTo>
                        <a:pt x="34" y="654"/>
                      </a:moveTo>
                      <a:lnTo>
                        <a:pt x="41" y="656"/>
                      </a:lnTo>
                      <a:lnTo>
                        <a:pt x="52" y="659"/>
                      </a:lnTo>
                      <a:lnTo>
                        <a:pt x="65" y="662"/>
                      </a:lnTo>
                      <a:lnTo>
                        <a:pt x="80" y="664"/>
                      </a:lnTo>
                      <a:lnTo>
                        <a:pt x="96" y="666"/>
                      </a:lnTo>
                      <a:lnTo>
                        <a:pt x="111" y="667"/>
                      </a:lnTo>
                      <a:lnTo>
                        <a:pt x="123" y="666"/>
                      </a:lnTo>
                      <a:lnTo>
                        <a:pt x="133" y="665"/>
                      </a:lnTo>
                      <a:lnTo>
                        <a:pt x="135" y="661"/>
                      </a:lnTo>
                      <a:lnTo>
                        <a:pt x="136" y="653"/>
                      </a:lnTo>
                      <a:lnTo>
                        <a:pt x="136" y="643"/>
                      </a:lnTo>
                      <a:lnTo>
                        <a:pt x="135" y="635"/>
                      </a:lnTo>
                      <a:lnTo>
                        <a:pt x="134" y="626"/>
                      </a:lnTo>
                      <a:lnTo>
                        <a:pt x="133" y="617"/>
                      </a:lnTo>
                      <a:lnTo>
                        <a:pt x="134" y="604"/>
                      </a:lnTo>
                      <a:lnTo>
                        <a:pt x="136" y="589"/>
                      </a:lnTo>
                      <a:lnTo>
                        <a:pt x="139" y="565"/>
                      </a:lnTo>
                      <a:lnTo>
                        <a:pt x="144" y="533"/>
                      </a:lnTo>
                      <a:lnTo>
                        <a:pt x="146" y="501"/>
                      </a:lnTo>
                      <a:lnTo>
                        <a:pt x="147" y="479"/>
                      </a:lnTo>
                      <a:lnTo>
                        <a:pt x="145" y="461"/>
                      </a:lnTo>
                      <a:lnTo>
                        <a:pt x="145" y="439"/>
                      </a:lnTo>
                      <a:lnTo>
                        <a:pt x="148" y="412"/>
                      </a:lnTo>
                      <a:lnTo>
                        <a:pt x="156" y="384"/>
                      </a:lnTo>
                      <a:lnTo>
                        <a:pt x="158" y="376"/>
                      </a:lnTo>
                      <a:lnTo>
                        <a:pt x="160" y="368"/>
                      </a:lnTo>
                      <a:lnTo>
                        <a:pt x="161" y="356"/>
                      </a:lnTo>
                      <a:lnTo>
                        <a:pt x="160" y="343"/>
                      </a:lnTo>
                      <a:lnTo>
                        <a:pt x="158" y="316"/>
                      </a:lnTo>
                      <a:lnTo>
                        <a:pt x="156" y="272"/>
                      </a:lnTo>
                      <a:lnTo>
                        <a:pt x="154" y="227"/>
                      </a:lnTo>
                      <a:lnTo>
                        <a:pt x="154" y="194"/>
                      </a:lnTo>
                      <a:lnTo>
                        <a:pt x="153" y="169"/>
                      </a:lnTo>
                      <a:lnTo>
                        <a:pt x="150" y="138"/>
                      </a:lnTo>
                      <a:lnTo>
                        <a:pt x="142" y="107"/>
                      </a:lnTo>
                      <a:lnTo>
                        <a:pt x="133" y="75"/>
                      </a:lnTo>
                      <a:lnTo>
                        <a:pt x="120" y="45"/>
                      </a:lnTo>
                      <a:lnTo>
                        <a:pt x="104" y="22"/>
                      </a:lnTo>
                      <a:lnTo>
                        <a:pt x="84" y="6"/>
                      </a:lnTo>
                      <a:lnTo>
                        <a:pt x="62" y="0"/>
                      </a:lnTo>
                      <a:lnTo>
                        <a:pt x="52" y="1"/>
                      </a:lnTo>
                      <a:lnTo>
                        <a:pt x="40" y="3"/>
                      </a:lnTo>
                      <a:lnTo>
                        <a:pt x="28" y="8"/>
                      </a:lnTo>
                      <a:lnTo>
                        <a:pt x="17" y="17"/>
                      </a:lnTo>
                      <a:lnTo>
                        <a:pt x="8" y="31"/>
                      </a:lnTo>
                      <a:lnTo>
                        <a:pt x="2" y="50"/>
                      </a:lnTo>
                      <a:lnTo>
                        <a:pt x="0" y="75"/>
                      </a:lnTo>
                      <a:lnTo>
                        <a:pt x="2" y="107"/>
                      </a:lnTo>
                      <a:lnTo>
                        <a:pt x="8" y="143"/>
                      </a:lnTo>
                      <a:lnTo>
                        <a:pt x="17" y="180"/>
                      </a:lnTo>
                      <a:lnTo>
                        <a:pt x="26" y="216"/>
                      </a:lnTo>
                      <a:lnTo>
                        <a:pt x="37" y="251"/>
                      </a:lnTo>
                      <a:lnTo>
                        <a:pt x="45" y="280"/>
                      </a:lnTo>
                      <a:lnTo>
                        <a:pt x="54" y="306"/>
                      </a:lnTo>
                      <a:lnTo>
                        <a:pt x="59" y="323"/>
                      </a:lnTo>
                      <a:lnTo>
                        <a:pt x="61" y="332"/>
                      </a:lnTo>
                      <a:lnTo>
                        <a:pt x="61" y="341"/>
                      </a:lnTo>
                      <a:lnTo>
                        <a:pt x="61" y="348"/>
                      </a:lnTo>
                      <a:lnTo>
                        <a:pt x="62" y="353"/>
                      </a:lnTo>
                      <a:lnTo>
                        <a:pt x="68" y="357"/>
                      </a:lnTo>
                      <a:lnTo>
                        <a:pt x="72" y="362"/>
                      </a:lnTo>
                      <a:lnTo>
                        <a:pt x="72" y="366"/>
                      </a:lnTo>
                      <a:lnTo>
                        <a:pt x="70" y="370"/>
                      </a:lnTo>
                      <a:lnTo>
                        <a:pt x="66" y="371"/>
                      </a:lnTo>
                      <a:lnTo>
                        <a:pt x="62" y="373"/>
                      </a:lnTo>
                      <a:lnTo>
                        <a:pt x="58" y="380"/>
                      </a:lnTo>
                      <a:lnTo>
                        <a:pt x="54" y="386"/>
                      </a:lnTo>
                      <a:lnTo>
                        <a:pt x="53" y="391"/>
                      </a:lnTo>
                      <a:lnTo>
                        <a:pt x="51" y="399"/>
                      </a:lnTo>
                      <a:lnTo>
                        <a:pt x="46" y="414"/>
                      </a:lnTo>
                      <a:lnTo>
                        <a:pt x="42" y="434"/>
                      </a:lnTo>
                      <a:lnTo>
                        <a:pt x="40" y="459"/>
                      </a:lnTo>
                      <a:lnTo>
                        <a:pt x="39" y="500"/>
                      </a:lnTo>
                      <a:lnTo>
                        <a:pt x="36" y="561"/>
                      </a:lnTo>
                      <a:lnTo>
                        <a:pt x="34" y="620"/>
                      </a:lnTo>
                      <a:lnTo>
                        <a:pt x="34" y="654"/>
                      </a:lnTo>
                      <a:close/>
                    </a:path>
                  </a:pathLst>
                </a:custGeom>
                <a:solidFill>
                  <a:srgbClr val="C1705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23" name="Freeform 51">
                  <a:extLst>
                    <a:ext uri="{FF2B5EF4-FFF2-40B4-BE49-F238E27FC236}">
                      <a16:creationId xmlns:a16="http://schemas.microsoft.com/office/drawing/2014/main" id="{17B99F7E-B27C-D53A-9826-5F3C5AF55B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79" y="2335"/>
                  <a:ext cx="223" cy="661"/>
                </a:xfrm>
                <a:custGeom>
                  <a:avLst/>
                  <a:gdLst/>
                  <a:ahLst/>
                  <a:cxnLst>
                    <a:cxn ang="0">
                      <a:pos x="155" y="1"/>
                    </a:cxn>
                    <a:cxn ang="0">
                      <a:pos x="131" y="17"/>
                    </a:cxn>
                    <a:cxn ang="0">
                      <a:pos x="115" y="46"/>
                    </a:cxn>
                    <a:cxn ang="0">
                      <a:pos x="104" y="78"/>
                    </a:cxn>
                    <a:cxn ang="0">
                      <a:pos x="102" y="157"/>
                    </a:cxn>
                    <a:cxn ang="0">
                      <a:pos x="116" y="308"/>
                    </a:cxn>
                    <a:cxn ang="0">
                      <a:pos x="117" y="351"/>
                    </a:cxn>
                    <a:cxn ang="0">
                      <a:pos x="103" y="367"/>
                    </a:cxn>
                    <a:cxn ang="0">
                      <a:pos x="83" y="391"/>
                    </a:cxn>
                    <a:cxn ang="0">
                      <a:pos x="63" y="420"/>
                    </a:cxn>
                    <a:cxn ang="0">
                      <a:pos x="51" y="444"/>
                    </a:cxn>
                    <a:cxn ang="0">
                      <a:pos x="45" y="466"/>
                    </a:cxn>
                    <a:cxn ang="0">
                      <a:pos x="39" y="501"/>
                    </a:cxn>
                    <a:cxn ang="0">
                      <a:pos x="24" y="569"/>
                    </a:cxn>
                    <a:cxn ang="0">
                      <a:pos x="9" y="602"/>
                    </a:cxn>
                    <a:cxn ang="0">
                      <a:pos x="0" y="632"/>
                    </a:cxn>
                    <a:cxn ang="0">
                      <a:pos x="3" y="647"/>
                    </a:cxn>
                    <a:cxn ang="0">
                      <a:pos x="15" y="658"/>
                    </a:cxn>
                    <a:cxn ang="0">
                      <a:pos x="25" y="658"/>
                    </a:cxn>
                    <a:cxn ang="0">
                      <a:pos x="34" y="637"/>
                    </a:cxn>
                    <a:cxn ang="0">
                      <a:pos x="49" y="596"/>
                    </a:cxn>
                    <a:cxn ang="0">
                      <a:pos x="80" y="530"/>
                    </a:cxn>
                    <a:cxn ang="0">
                      <a:pos x="114" y="463"/>
                    </a:cxn>
                    <a:cxn ang="0">
                      <a:pos x="142" y="412"/>
                    </a:cxn>
                    <a:cxn ang="0">
                      <a:pos x="155" y="395"/>
                    </a:cxn>
                    <a:cxn ang="0">
                      <a:pos x="165" y="385"/>
                    </a:cxn>
                    <a:cxn ang="0">
                      <a:pos x="174" y="376"/>
                    </a:cxn>
                    <a:cxn ang="0">
                      <a:pos x="180" y="365"/>
                    </a:cxn>
                    <a:cxn ang="0">
                      <a:pos x="182" y="348"/>
                    </a:cxn>
                    <a:cxn ang="0">
                      <a:pos x="184" y="323"/>
                    </a:cxn>
                    <a:cxn ang="0">
                      <a:pos x="191" y="299"/>
                    </a:cxn>
                    <a:cxn ang="0">
                      <a:pos x="199" y="267"/>
                    </a:cxn>
                    <a:cxn ang="0">
                      <a:pos x="209" y="226"/>
                    </a:cxn>
                    <a:cxn ang="0">
                      <a:pos x="217" y="185"/>
                    </a:cxn>
                    <a:cxn ang="0">
                      <a:pos x="223" y="117"/>
                    </a:cxn>
                    <a:cxn ang="0">
                      <a:pos x="218" y="50"/>
                    </a:cxn>
                    <a:cxn ang="0">
                      <a:pos x="201" y="15"/>
                    </a:cxn>
                    <a:cxn ang="0">
                      <a:pos x="179" y="2"/>
                    </a:cxn>
                  </a:cxnLst>
                  <a:rect l="0" t="0" r="r" b="b"/>
                  <a:pathLst>
                    <a:path w="223" h="661">
                      <a:moveTo>
                        <a:pt x="169" y="0"/>
                      </a:moveTo>
                      <a:lnTo>
                        <a:pt x="155" y="1"/>
                      </a:lnTo>
                      <a:lnTo>
                        <a:pt x="142" y="7"/>
                      </a:lnTo>
                      <a:lnTo>
                        <a:pt x="131" y="17"/>
                      </a:lnTo>
                      <a:lnTo>
                        <a:pt x="122" y="30"/>
                      </a:lnTo>
                      <a:lnTo>
                        <a:pt x="115" y="46"/>
                      </a:lnTo>
                      <a:lnTo>
                        <a:pt x="108" y="61"/>
                      </a:lnTo>
                      <a:lnTo>
                        <a:pt x="104" y="78"/>
                      </a:lnTo>
                      <a:lnTo>
                        <a:pt x="102" y="94"/>
                      </a:lnTo>
                      <a:lnTo>
                        <a:pt x="102" y="157"/>
                      </a:lnTo>
                      <a:lnTo>
                        <a:pt x="108" y="236"/>
                      </a:lnTo>
                      <a:lnTo>
                        <a:pt x="116" y="308"/>
                      </a:lnTo>
                      <a:lnTo>
                        <a:pt x="119" y="348"/>
                      </a:lnTo>
                      <a:lnTo>
                        <a:pt x="117" y="351"/>
                      </a:lnTo>
                      <a:lnTo>
                        <a:pt x="111" y="359"/>
                      </a:lnTo>
                      <a:lnTo>
                        <a:pt x="103" y="367"/>
                      </a:lnTo>
                      <a:lnTo>
                        <a:pt x="93" y="379"/>
                      </a:lnTo>
                      <a:lnTo>
                        <a:pt x="83" y="391"/>
                      </a:lnTo>
                      <a:lnTo>
                        <a:pt x="72" y="405"/>
                      </a:lnTo>
                      <a:lnTo>
                        <a:pt x="63" y="420"/>
                      </a:lnTo>
                      <a:lnTo>
                        <a:pt x="55" y="435"/>
                      </a:lnTo>
                      <a:lnTo>
                        <a:pt x="51" y="444"/>
                      </a:lnTo>
                      <a:lnTo>
                        <a:pt x="48" y="455"/>
                      </a:lnTo>
                      <a:lnTo>
                        <a:pt x="45" y="466"/>
                      </a:lnTo>
                      <a:lnTo>
                        <a:pt x="43" y="478"/>
                      </a:lnTo>
                      <a:lnTo>
                        <a:pt x="39" y="501"/>
                      </a:lnTo>
                      <a:lnTo>
                        <a:pt x="32" y="535"/>
                      </a:lnTo>
                      <a:lnTo>
                        <a:pt x="24" y="569"/>
                      </a:lnTo>
                      <a:lnTo>
                        <a:pt x="17" y="587"/>
                      </a:lnTo>
                      <a:lnTo>
                        <a:pt x="9" y="602"/>
                      </a:lnTo>
                      <a:lnTo>
                        <a:pt x="4" y="618"/>
                      </a:lnTo>
                      <a:lnTo>
                        <a:pt x="0" y="632"/>
                      </a:lnTo>
                      <a:lnTo>
                        <a:pt x="0" y="641"/>
                      </a:lnTo>
                      <a:lnTo>
                        <a:pt x="3" y="647"/>
                      </a:lnTo>
                      <a:lnTo>
                        <a:pt x="9" y="653"/>
                      </a:lnTo>
                      <a:lnTo>
                        <a:pt x="15" y="658"/>
                      </a:lnTo>
                      <a:lnTo>
                        <a:pt x="21" y="661"/>
                      </a:lnTo>
                      <a:lnTo>
                        <a:pt x="25" y="658"/>
                      </a:lnTo>
                      <a:lnTo>
                        <a:pt x="30" y="649"/>
                      </a:lnTo>
                      <a:lnTo>
                        <a:pt x="34" y="637"/>
                      </a:lnTo>
                      <a:lnTo>
                        <a:pt x="39" y="624"/>
                      </a:lnTo>
                      <a:lnTo>
                        <a:pt x="49" y="596"/>
                      </a:lnTo>
                      <a:lnTo>
                        <a:pt x="63" y="564"/>
                      </a:lnTo>
                      <a:lnTo>
                        <a:pt x="80" y="530"/>
                      </a:lnTo>
                      <a:lnTo>
                        <a:pt x="97" y="495"/>
                      </a:lnTo>
                      <a:lnTo>
                        <a:pt x="114" y="463"/>
                      </a:lnTo>
                      <a:lnTo>
                        <a:pt x="129" y="435"/>
                      </a:lnTo>
                      <a:lnTo>
                        <a:pt x="142" y="412"/>
                      </a:lnTo>
                      <a:lnTo>
                        <a:pt x="149" y="399"/>
                      </a:lnTo>
                      <a:lnTo>
                        <a:pt x="155" y="395"/>
                      </a:lnTo>
                      <a:lnTo>
                        <a:pt x="160" y="390"/>
                      </a:lnTo>
                      <a:lnTo>
                        <a:pt x="165" y="385"/>
                      </a:lnTo>
                      <a:lnTo>
                        <a:pt x="169" y="381"/>
                      </a:lnTo>
                      <a:lnTo>
                        <a:pt x="174" y="376"/>
                      </a:lnTo>
                      <a:lnTo>
                        <a:pt x="177" y="370"/>
                      </a:lnTo>
                      <a:lnTo>
                        <a:pt x="180" y="365"/>
                      </a:lnTo>
                      <a:lnTo>
                        <a:pt x="181" y="360"/>
                      </a:lnTo>
                      <a:lnTo>
                        <a:pt x="182" y="348"/>
                      </a:lnTo>
                      <a:lnTo>
                        <a:pt x="183" y="337"/>
                      </a:lnTo>
                      <a:lnTo>
                        <a:pt x="184" y="323"/>
                      </a:lnTo>
                      <a:lnTo>
                        <a:pt x="187" y="308"/>
                      </a:lnTo>
                      <a:lnTo>
                        <a:pt x="191" y="299"/>
                      </a:lnTo>
                      <a:lnTo>
                        <a:pt x="194" y="284"/>
                      </a:lnTo>
                      <a:lnTo>
                        <a:pt x="199" y="267"/>
                      </a:lnTo>
                      <a:lnTo>
                        <a:pt x="204" y="247"/>
                      </a:lnTo>
                      <a:lnTo>
                        <a:pt x="209" y="226"/>
                      </a:lnTo>
                      <a:lnTo>
                        <a:pt x="214" y="205"/>
                      </a:lnTo>
                      <a:lnTo>
                        <a:pt x="217" y="185"/>
                      </a:lnTo>
                      <a:lnTo>
                        <a:pt x="220" y="167"/>
                      </a:lnTo>
                      <a:lnTo>
                        <a:pt x="223" y="117"/>
                      </a:lnTo>
                      <a:lnTo>
                        <a:pt x="222" y="79"/>
                      </a:lnTo>
                      <a:lnTo>
                        <a:pt x="218" y="50"/>
                      </a:lnTo>
                      <a:lnTo>
                        <a:pt x="211" y="29"/>
                      </a:lnTo>
                      <a:lnTo>
                        <a:pt x="201" y="15"/>
                      </a:lnTo>
                      <a:lnTo>
                        <a:pt x="190" y="7"/>
                      </a:lnTo>
                      <a:lnTo>
                        <a:pt x="179" y="2"/>
                      </a:lnTo>
                      <a:lnTo>
                        <a:pt x="169" y="0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24" name="Freeform 52">
                  <a:extLst>
                    <a:ext uri="{FF2B5EF4-FFF2-40B4-BE49-F238E27FC236}">
                      <a16:creationId xmlns:a16="http://schemas.microsoft.com/office/drawing/2014/main" id="{1D87F787-B16E-01C5-6AA6-07AB95A6DE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29" y="2384"/>
                  <a:ext cx="17" cy="19"/>
                </a:xfrm>
                <a:custGeom>
                  <a:avLst/>
                  <a:gdLst/>
                  <a:ahLst/>
                  <a:cxnLst>
                    <a:cxn ang="0">
                      <a:pos x="8" y="18"/>
                    </a:cxn>
                    <a:cxn ang="0">
                      <a:pos x="12" y="18"/>
                    </a:cxn>
                    <a:cxn ang="0">
                      <a:pos x="14" y="16"/>
                    </a:cxn>
                    <a:cxn ang="0">
                      <a:pos x="16" y="14"/>
                    </a:cxn>
                    <a:cxn ang="0">
                      <a:pos x="17" y="10"/>
                    </a:cxn>
                    <a:cxn ang="0">
                      <a:pos x="17" y="6"/>
                    </a:cxn>
                    <a:cxn ang="0">
                      <a:pos x="16" y="3"/>
                    </a:cxn>
                    <a:cxn ang="0">
                      <a:pos x="13" y="1"/>
                    </a:cxn>
                    <a:cxn ang="0">
                      <a:pos x="10" y="0"/>
                    </a:cxn>
                    <a:cxn ang="0">
                      <a:pos x="6" y="1"/>
                    </a:cxn>
                    <a:cxn ang="0">
                      <a:pos x="4" y="2"/>
                    </a:cxn>
                    <a:cxn ang="0">
                      <a:pos x="2" y="5"/>
                    </a:cxn>
                    <a:cxn ang="0">
                      <a:pos x="0" y="8"/>
                    </a:cxn>
                    <a:cxn ang="0">
                      <a:pos x="0" y="11"/>
                    </a:cxn>
                    <a:cxn ang="0">
                      <a:pos x="3" y="15"/>
                    </a:cxn>
                    <a:cxn ang="0">
                      <a:pos x="5" y="17"/>
                    </a:cxn>
                    <a:cxn ang="0">
                      <a:pos x="8" y="18"/>
                    </a:cxn>
                  </a:cxnLst>
                  <a:rect l="0" t="0" r="r" b="b"/>
                  <a:pathLst>
                    <a:path w="17" h="18">
                      <a:moveTo>
                        <a:pt x="8" y="18"/>
                      </a:moveTo>
                      <a:lnTo>
                        <a:pt x="12" y="18"/>
                      </a:lnTo>
                      <a:lnTo>
                        <a:pt x="14" y="16"/>
                      </a:lnTo>
                      <a:lnTo>
                        <a:pt x="16" y="14"/>
                      </a:lnTo>
                      <a:lnTo>
                        <a:pt x="17" y="10"/>
                      </a:lnTo>
                      <a:lnTo>
                        <a:pt x="17" y="6"/>
                      </a:lnTo>
                      <a:lnTo>
                        <a:pt x="16" y="3"/>
                      </a:lnTo>
                      <a:lnTo>
                        <a:pt x="13" y="1"/>
                      </a:lnTo>
                      <a:lnTo>
                        <a:pt x="10" y="0"/>
                      </a:lnTo>
                      <a:lnTo>
                        <a:pt x="6" y="1"/>
                      </a:lnTo>
                      <a:lnTo>
                        <a:pt x="4" y="2"/>
                      </a:lnTo>
                      <a:lnTo>
                        <a:pt x="2" y="5"/>
                      </a:lnTo>
                      <a:lnTo>
                        <a:pt x="0" y="8"/>
                      </a:lnTo>
                      <a:lnTo>
                        <a:pt x="0" y="11"/>
                      </a:lnTo>
                      <a:lnTo>
                        <a:pt x="3" y="15"/>
                      </a:lnTo>
                      <a:lnTo>
                        <a:pt x="5" y="17"/>
                      </a:lnTo>
                      <a:lnTo>
                        <a:pt x="8" y="18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25" name="Freeform 53">
                  <a:extLst>
                    <a:ext uri="{FF2B5EF4-FFF2-40B4-BE49-F238E27FC236}">
                      <a16:creationId xmlns:a16="http://schemas.microsoft.com/office/drawing/2014/main" id="{CAC16E4D-8A8D-654D-C64F-5AF6662D50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88" y="2958"/>
                  <a:ext cx="17" cy="17"/>
                </a:xfrm>
                <a:custGeom>
                  <a:avLst/>
                  <a:gdLst/>
                  <a:ahLst/>
                  <a:cxnLst>
                    <a:cxn ang="0">
                      <a:pos x="7" y="17"/>
                    </a:cxn>
                    <a:cxn ang="0">
                      <a:pos x="12" y="17"/>
                    </a:cxn>
                    <a:cxn ang="0">
                      <a:pos x="14" y="16"/>
                    </a:cxn>
                    <a:cxn ang="0">
                      <a:pos x="16" y="13"/>
                    </a:cxn>
                    <a:cxn ang="0">
                      <a:pos x="17" y="10"/>
                    </a:cxn>
                    <a:cxn ang="0">
                      <a:pos x="17" y="6"/>
                    </a:cxn>
                    <a:cxn ang="0">
                      <a:pos x="16" y="3"/>
                    </a:cxn>
                    <a:cxn ang="0">
                      <a:pos x="13" y="1"/>
                    </a:cxn>
                    <a:cxn ang="0">
                      <a:pos x="10" y="0"/>
                    </a:cxn>
                    <a:cxn ang="0">
                      <a:pos x="5" y="0"/>
                    </a:cxn>
                    <a:cxn ang="0">
                      <a:pos x="3" y="1"/>
                    </a:cxn>
                    <a:cxn ang="0">
                      <a:pos x="1" y="5"/>
                    </a:cxn>
                    <a:cxn ang="0">
                      <a:pos x="0" y="8"/>
                    </a:cxn>
                    <a:cxn ang="0">
                      <a:pos x="0" y="12"/>
                    </a:cxn>
                    <a:cxn ang="0">
                      <a:pos x="1" y="14"/>
                    </a:cxn>
                    <a:cxn ang="0">
                      <a:pos x="4" y="16"/>
                    </a:cxn>
                    <a:cxn ang="0">
                      <a:pos x="7" y="17"/>
                    </a:cxn>
                  </a:cxnLst>
                  <a:rect l="0" t="0" r="r" b="b"/>
                  <a:pathLst>
                    <a:path w="17" h="17">
                      <a:moveTo>
                        <a:pt x="7" y="17"/>
                      </a:moveTo>
                      <a:lnTo>
                        <a:pt x="12" y="17"/>
                      </a:lnTo>
                      <a:lnTo>
                        <a:pt x="14" y="16"/>
                      </a:lnTo>
                      <a:lnTo>
                        <a:pt x="16" y="13"/>
                      </a:lnTo>
                      <a:lnTo>
                        <a:pt x="17" y="10"/>
                      </a:lnTo>
                      <a:lnTo>
                        <a:pt x="17" y="6"/>
                      </a:lnTo>
                      <a:lnTo>
                        <a:pt x="16" y="3"/>
                      </a:lnTo>
                      <a:lnTo>
                        <a:pt x="13" y="1"/>
                      </a:lnTo>
                      <a:lnTo>
                        <a:pt x="10" y="0"/>
                      </a:lnTo>
                      <a:lnTo>
                        <a:pt x="5" y="0"/>
                      </a:lnTo>
                      <a:lnTo>
                        <a:pt x="3" y="1"/>
                      </a:lnTo>
                      <a:lnTo>
                        <a:pt x="1" y="5"/>
                      </a:lnTo>
                      <a:lnTo>
                        <a:pt x="0" y="8"/>
                      </a:lnTo>
                      <a:lnTo>
                        <a:pt x="0" y="12"/>
                      </a:lnTo>
                      <a:lnTo>
                        <a:pt x="1" y="14"/>
                      </a:lnTo>
                      <a:lnTo>
                        <a:pt x="4" y="16"/>
                      </a:lnTo>
                      <a:lnTo>
                        <a:pt x="7" y="17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26" name="Freeform 54">
                  <a:extLst>
                    <a:ext uri="{FF2B5EF4-FFF2-40B4-BE49-F238E27FC236}">
                      <a16:creationId xmlns:a16="http://schemas.microsoft.com/office/drawing/2014/main" id="{09F35E7E-AB71-CED9-E6FE-F8B957038E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9" y="2951"/>
                  <a:ext cx="140" cy="66"/>
                </a:xfrm>
                <a:custGeom>
                  <a:avLst/>
                  <a:gdLst/>
                  <a:ahLst/>
                  <a:cxnLst>
                    <a:cxn ang="0">
                      <a:pos x="21" y="0"/>
                    </a:cxn>
                    <a:cxn ang="0">
                      <a:pos x="14" y="6"/>
                    </a:cxn>
                    <a:cxn ang="0">
                      <a:pos x="7" y="19"/>
                    </a:cxn>
                    <a:cxn ang="0">
                      <a:pos x="2" y="33"/>
                    </a:cxn>
                    <a:cxn ang="0">
                      <a:pos x="0" y="43"/>
                    </a:cxn>
                    <a:cxn ang="0">
                      <a:pos x="2" y="51"/>
                    </a:cxn>
                    <a:cxn ang="0">
                      <a:pos x="7" y="57"/>
                    </a:cxn>
                    <a:cxn ang="0">
                      <a:pos x="17" y="60"/>
                    </a:cxn>
                    <a:cxn ang="0">
                      <a:pos x="31" y="61"/>
                    </a:cxn>
                    <a:cxn ang="0">
                      <a:pos x="41" y="60"/>
                    </a:cxn>
                    <a:cxn ang="0">
                      <a:pos x="53" y="61"/>
                    </a:cxn>
                    <a:cxn ang="0">
                      <a:pos x="65" y="62"/>
                    </a:cxn>
                    <a:cxn ang="0">
                      <a:pos x="77" y="63"/>
                    </a:cxn>
                    <a:cxn ang="0">
                      <a:pos x="89" y="64"/>
                    </a:cxn>
                    <a:cxn ang="0">
                      <a:pos x="98" y="65"/>
                    </a:cxn>
                    <a:cxn ang="0">
                      <a:pos x="108" y="66"/>
                    </a:cxn>
                    <a:cxn ang="0">
                      <a:pos x="115" y="66"/>
                    </a:cxn>
                    <a:cxn ang="0">
                      <a:pos x="125" y="65"/>
                    </a:cxn>
                    <a:cxn ang="0">
                      <a:pos x="133" y="62"/>
                    </a:cxn>
                    <a:cxn ang="0">
                      <a:pos x="139" y="60"/>
                    </a:cxn>
                    <a:cxn ang="0">
                      <a:pos x="141" y="56"/>
                    </a:cxn>
                    <a:cxn ang="0">
                      <a:pos x="138" y="53"/>
                    </a:cxn>
                    <a:cxn ang="0">
                      <a:pos x="132" y="51"/>
                    </a:cxn>
                    <a:cxn ang="0">
                      <a:pos x="124" y="49"/>
                    </a:cxn>
                    <a:cxn ang="0">
                      <a:pos x="116" y="48"/>
                    </a:cxn>
                    <a:cxn ang="0">
                      <a:pos x="112" y="47"/>
                    </a:cxn>
                    <a:cxn ang="0">
                      <a:pos x="107" y="44"/>
                    </a:cxn>
                    <a:cxn ang="0">
                      <a:pos x="100" y="41"/>
                    </a:cxn>
                    <a:cxn ang="0">
                      <a:pos x="93" y="37"/>
                    </a:cxn>
                    <a:cxn ang="0">
                      <a:pos x="86" y="33"/>
                    </a:cxn>
                    <a:cxn ang="0">
                      <a:pos x="78" y="28"/>
                    </a:cxn>
                    <a:cxn ang="0">
                      <a:pos x="72" y="24"/>
                    </a:cxn>
                    <a:cxn ang="0">
                      <a:pos x="68" y="22"/>
                    </a:cxn>
                    <a:cxn ang="0">
                      <a:pos x="63" y="20"/>
                    </a:cxn>
                    <a:cxn ang="0">
                      <a:pos x="58" y="16"/>
                    </a:cxn>
                    <a:cxn ang="0">
                      <a:pos x="53" y="12"/>
                    </a:cxn>
                    <a:cxn ang="0">
                      <a:pos x="46" y="7"/>
                    </a:cxn>
                    <a:cxn ang="0">
                      <a:pos x="40" y="4"/>
                    </a:cxn>
                    <a:cxn ang="0">
                      <a:pos x="34" y="1"/>
                    </a:cxn>
                    <a:cxn ang="0">
                      <a:pos x="27" y="0"/>
                    </a:cxn>
                    <a:cxn ang="0">
                      <a:pos x="21" y="0"/>
                    </a:cxn>
                  </a:cxnLst>
                  <a:rect l="0" t="0" r="r" b="b"/>
                  <a:pathLst>
                    <a:path w="141" h="66">
                      <a:moveTo>
                        <a:pt x="21" y="0"/>
                      </a:moveTo>
                      <a:lnTo>
                        <a:pt x="14" y="6"/>
                      </a:lnTo>
                      <a:lnTo>
                        <a:pt x="7" y="19"/>
                      </a:lnTo>
                      <a:lnTo>
                        <a:pt x="2" y="33"/>
                      </a:lnTo>
                      <a:lnTo>
                        <a:pt x="0" y="43"/>
                      </a:lnTo>
                      <a:lnTo>
                        <a:pt x="2" y="51"/>
                      </a:lnTo>
                      <a:lnTo>
                        <a:pt x="7" y="57"/>
                      </a:lnTo>
                      <a:lnTo>
                        <a:pt x="17" y="60"/>
                      </a:lnTo>
                      <a:lnTo>
                        <a:pt x="31" y="61"/>
                      </a:lnTo>
                      <a:lnTo>
                        <a:pt x="41" y="60"/>
                      </a:lnTo>
                      <a:lnTo>
                        <a:pt x="53" y="61"/>
                      </a:lnTo>
                      <a:lnTo>
                        <a:pt x="65" y="62"/>
                      </a:lnTo>
                      <a:lnTo>
                        <a:pt x="77" y="63"/>
                      </a:lnTo>
                      <a:lnTo>
                        <a:pt x="89" y="64"/>
                      </a:lnTo>
                      <a:lnTo>
                        <a:pt x="98" y="65"/>
                      </a:lnTo>
                      <a:lnTo>
                        <a:pt x="108" y="66"/>
                      </a:lnTo>
                      <a:lnTo>
                        <a:pt x="115" y="66"/>
                      </a:lnTo>
                      <a:lnTo>
                        <a:pt x="125" y="65"/>
                      </a:lnTo>
                      <a:lnTo>
                        <a:pt x="133" y="62"/>
                      </a:lnTo>
                      <a:lnTo>
                        <a:pt x="139" y="60"/>
                      </a:lnTo>
                      <a:lnTo>
                        <a:pt x="141" y="56"/>
                      </a:lnTo>
                      <a:lnTo>
                        <a:pt x="138" y="53"/>
                      </a:lnTo>
                      <a:lnTo>
                        <a:pt x="132" y="51"/>
                      </a:lnTo>
                      <a:lnTo>
                        <a:pt x="124" y="49"/>
                      </a:lnTo>
                      <a:lnTo>
                        <a:pt x="116" y="48"/>
                      </a:lnTo>
                      <a:lnTo>
                        <a:pt x="112" y="47"/>
                      </a:lnTo>
                      <a:lnTo>
                        <a:pt x="107" y="44"/>
                      </a:lnTo>
                      <a:lnTo>
                        <a:pt x="100" y="41"/>
                      </a:lnTo>
                      <a:lnTo>
                        <a:pt x="93" y="37"/>
                      </a:lnTo>
                      <a:lnTo>
                        <a:pt x="86" y="33"/>
                      </a:lnTo>
                      <a:lnTo>
                        <a:pt x="78" y="28"/>
                      </a:lnTo>
                      <a:lnTo>
                        <a:pt x="72" y="24"/>
                      </a:lnTo>
                      <a:lnTo>
                        <a:pt x="68" y="22"/>
                      </a:lnTo>
                      <a:lnTo>
                        <a:pt x="63" y="20"/>
                      </a:lnTo>
                      <a:lnTo>
                        <a:pt x="58" y="16"/>
                      </a:lnTo>
                      <a:lnTo>
                        <a:pt x="53" y="12"/>
                      </a:lnTo>
                      <a:lnTo>
                        <a:pt x="46" y="7"/>
                      </a:lnTo>
                      <a:lnTo>
                        <a:pt x="40" y="4"/>
                      </a:lnTo>
                      <a:lnTo>
                        <a:pt x="34" y="1"/>
                      </a:lnTo>
                      <a:lnTo>
                        <a:pt x="27" y="0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27" name="Freeform 55">
                  <a:extLst>
                    <a:ext uri="{FF2B5EF4-FFF2-40B4-BE49-F238E27FC236}">
                      <a16:creationId xmlns:a16="http://schemas.microsoft.com/office/drawing/2014/main" id="{689179CA-B8E8-9496-E677-465362DFF9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88" y="2958"/>
                  <a:ext cx="17" cy="17"/>
                </a:xfrm>
                <a:custGeom>
                  <a:avLst/>
                  <a:gdLst/>
                  <a:ahLst/>
                  <a:cxnLst>
                    <a:cxn ang="0">
                      <a:pos x="8" y="17"/>
                    </a:cxn>
                    <a:cxn ang="0">
                      <a:pos x="13" y="16"/>
                    </a:cxn>
                    <a:cxn ang="0">
                      <a:pos x="15" y="14"/>
                    </a:cxn>
                    <a:cxn ang="0">
                      <a:pos x="17" y="12"/>
                    </a:cxn>
                    <a:cxn ang="0">
                      <a:pos x="17" y="9"/>
                    </a:cxn>
                    <a:cxn ang="0">
                      <a:pos x="16" y="5"/>
                    </a:cxn>
                    <a:cxn ang="0">
                      <a:pos x="15" y="2"/>
                    </a:cxn>
                    <a:cxn ang="0">
                      <a:pos x="12" y="0"/>
                    </a:cxn>
                    <a:cxn ang="0">
                      <a:pos x="8" y="0"/>
                    </a:cxn>
                    <a:cxn ang="0">
                      <a:pos x="5" y="1"/>
                    </a:cxn>
                    <a:cxn ang="0">
                      <a:pos x="2" y="3"/>
                    </a:cxn>
                    <a:cxn ang="0">
                      <a:pos x="0" y="6"/>
                    </a:cxn>
                    <a:cxn ang="0">
                      <a:pos x="0" y="10"/>
                    </a:cxn>
                    <a:cxn ang="0">
                      <a:pos x="1" y="13"/>
                    </a:cxn>
                    <a:cxn ang="0">
                      <a:pos x="3" y="15"/>
                    </a:cxn>
                    <a:cxn ang="0">
                      <a:pos x="5" y="17"/>
                    </a:cxn>
                    <a:cxn ang="0">
                      <a:pos x="8" y="17"/>
                    </a:cxn>
                  </a:cxnLst>
                  <a:rect l="0" t="0" r="r" b="b"/>
                  <a:pathLst>
                    <a:path w="17" h="17">
                      <a:moveTo>
                        <a:pt x="8" y="17"/>
                      </a:moveTo>
                      <a:lnTo>
                        <a:pt x="13" y="16"/>
                      </a:lnTo>
                      <a:lnTo>
                        <a:pt x="15" y="14"/>
                      </a:lnTo>
                      <a:lnTo>
                        <a:pt x="17" y="12"/>
                      </a:lnTo>
                      <a:lnTo>
                        <a:pt x="17" y="9"/>
                      </a:lnTo>
                      <a:lnTo>
                        <a:pt x="16" y="5"/>
                      </a:lnTo>
                      <a:lnTo>
                        <a:pt x="15" y="2"/>
                      </a:lnTo>
                      <a:lnTo>
                        <a:pt x="12" y="0"/>
                      </a:lnTo>
                      <a:lnTo>
                        <a:pt x="8" y="0"/>
                      </a:lnTo>
                      <a:lnTo>
                        <a:pt x="5" y="1"/>
                      </a:lnTo>
                      <a:lnTo>
                        <a:pt x="2" y="3"/>
                      </a:lnTo>
                      <a:lnTo>
                        <a:pt x="0" y="6"/>
                      </a:lnTo>
                      <a:lnTo>
                        <a:pt x="0" y="10"/>
                      </a:lnTo>
                      <a:lnTo>
                        <a:pt x="1" y="13"/>
                      </a:lnTo>
                      <a:lnTo>
                        <a:pt x="3" y="15"/>
                      </a:lnTo>
                      <a:lnTo>
                        <a:pt x="5" y="17"/>
                      </a:lnTo>
                      <a:lnTo>
                        <a:pt x="8" y="17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28" name="Freeform 56">
                  <a:extLst>
                    <a:ext uri="{FF2B5EF4-FFF2-40B4-BE49-F238E27FC236}">
                      <a16:creationId xmlns:a16="http://schemas.microsoft.com/office/drawing/2014/main" id="{84FCC4D6-0558-8070-A7E7-39A15A8BE9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74" y="3010"/>
                  <a:ext cx="138" cy="12"/>
                </a:xfrm>
                <a:custGeom>
                  <a:avLst/>
                  <a:gdLst/>
                  <a:ahLst/>
                  <a:cxnLst>
                    <a:cxn ang="0">
                      <a:pos x="136" y="0"/>
                    </a:cxn>
                    <a:cxn ang="0">
                      <a:pos x="132" y="3"/>
                    </a:cxn>
                    <a:cxn ang="0">
                      <a:pos x="127" y="5"/>
                    </a:cxn>
                    <a:cxn ang="0">
                      <a:pos x="121" y="6"/>
                    </a:cxn>
                    <a:cxn ang="0">
                      <a:pos x="114" y="7"/>
                    </a:cxn>
                    <a:cxn ang="0">
                      <a:pos x="109" y="7"/>
                    </a:cxn>
                    <a:cxn ang="0">
                      <a:pos x="101" y="7"/>
                    </a:cxn>
                    <a:cxn ang="0">
                      <a:pos x="90" y="6"/>
                    </a:cxn>
                    <a:cxn ang="0">
                      <a:pos x="78" y="6"/>
                    </a:cxn>
                    <a:cxn ang="0">
                      <a:pos x="67" y="5"/>
                    </a:cxn>
                    <a:cxn ang="0">
                      <a:pos x="56" y="4"/>
                    </a:cxn>
                    <a:cxn ang="0">
                      <a:pos x="48" y="3"/>
                    </a:cxn>
                    <a:cxn ang="0">
                      <a:pos x="44" y="3"/>
                    </a:cxn>
                    <a:cxn ang="0">
                      <a:pos x="40" y="3"/>
                    </a:cxn>
                    <a:cxn ang="0">
                      <a:pos x="36" y="3"/>
                    </a:cxn>
                    <a:cxn ang="0">
                      <a:pos x="30" y="3"/>
                    </a:cxn>
                    <a:cxn ang="0">
                      <a:pos x="24" y="3"/>
                    </a:cxn>
                    <a:cxn ang="0">
                      <a:pos x="17" y="3"/>
                    </a:cxn>
                    <a:cxn ang="0">
                      <a:pos x="11" y="2"/>
                    </a:cxn>
                    <a:cxn ang="0">
                      <a:pos x="5" y="2"/>
                    </a:cxn>
                    <a:cxn ang="0">
                      <a:pos x="0" y="1"/>
                    </a:cxn>
                    <a:cxn ang="0">
                      <a:pos x="0" y="4"/>
                    </a:cxn>
                    <a:cxn ang="0">
                      <a:pos x="0" y="6"/>
                    </a:cxn>
                    <a:cxn ang="0">
                      <a:pos x="1" y="8"/>
                    </a:cxn>
                    <a:cxn ang="0">
                      <a:pos x="2" y="10"/>
                    </a:cxn>
                    <a:cxn ang="0">
                      <a:pos x="5" y="10"/>
                    </a:cxn>
                    <a:cxn ang="0">
                      <a:pos x="9" y="10"/>
                    </a:cxn>
                    <a:cxn ang="0">
                      <a:pos x="15" y="10"/>
                    </a:cxn>
                    <a:cxn ang="0">
                      <a:pos x="22" y="10"/>
                    </a:cxn>
                    <a:cxn ang="0">
                      <a:pos x="30" y="10"/>
                    </a:cxn>
                    <a:cxn ang="0">
                      <a:pos x="36" y="10"/>
                    </a:cxn>
                    <a:cxn ang="0">
                      <a:pos x="41" y="8"/>
                    </a:cxn>
                    <a:cxn ang="0">
                      <a:pos x="44" y="8"/>
                    </a:cxn>
                    <a:cxn ang="0">
                      <a:pos x="45" y="7"/>
                    </a:cxn>
                    <a:cxn ang="0">
                      <a:pos x="46" y="6"/>
                    </a:cxn>
                    <a:cxn ang="0">
                      <a:pos x="48" y="6"/>
                    </a:cxn>
                    <a:cxn ang="0">
                      <a:pos x="50" y="6"/>
                    </a:cxn>
                    <a:cxn ang="0">
                      <a:pos x="53" y="6"/>
                    </a:cxn>
                    <a:cxn ang="0">
                      <a:pos x="60" y="7"/>
                    </a:cxn>
                    <a:cxn ang="0">
                      <a:pos x="71" y="7"/>
                    </a:cxn>
                    <a:cxn ang="0">
                      <a:pos x="82" y="8"/>
                    </a:cxn>
                    <a:cxn ang="0">
                      <a:pos x="93" y="10"/>
                    </a:cxn>
                    <a:cxn ang="0">
                      <a:pos x="103" y="10"/>
                    </a:cxn>
                    <a:cxn ang="0">
                      <a:pos x="110" y="11"/>
                    </a:cxn>
                    <a:cxn ang="0">
                      <a:pos x="114" y="11"/>
                    </a:cxn>
                    <a:cxn ang="0">
                      <a:pos x="122" y="10"/>
                    </a:cxn>
                    <a:cxn ang="0">
                      <a:pos x="130" y="6"/>
                    </a:cxn>
                    <a:cxn ang="0">
                      <a:pos x="138" y="3"/>
                    </a:cxn>
                    <a:cxn ang="0">
                      <a:pos x="136" y="0"/>
                    </a:cxn>
                  </a:cxnLst>
                  <a:rect l="0" t="0" r="r" b="b"/>
                  <a:pathLst>
                    <a:path w="138" h="11">
                      <a:moveTo>
                        <a:pt x="136" y="0"/>
                      </a:moveTo>
                      <a:lnTo>
                        <a:pt x="132" y="3"/>
                      </a:lnTo>
                      <a:lnTo>
                        <a:pt x="127" y="5"/>
                      </a:lnTo>
                      <a:lnTo>
                        <a:pt x="121" y="6"/>
                      </a:lnTo>
                      <a:lnTo>
                        <a:pt x="114" y="7"/>
                      </a:lnTo>
                      <a:lnTo>
                        <a:pt x="109" y="7"/>
                      </a:lnTo>
                      <a:lnTo>
                        <a:pt x="101" y="7"/>
                      </a:lnTo>
                      <a:lnTo>
                        <a:pt x="90" y="6"/>
                      </a:lnTo>
                      <a:lnTo>
                        <a:pt x="78" y="6"/>
                      </a:lnTo>
                      <a:lnTo>
                        <a:pt x="67" y="5"/>
                      </a:lnTo>
                      <a:lnTo>
                        <a:pt x="56" y="4"/>
                      </a:lnTo>
                      <a:lnTo>
                        <a:pt x="48" y="3"/>
                      </a:lnTo>
                      <a:lnTo>
                        <a:pt x="44" y="3"/>
                      </a:lnTo>
                      <a:lnTo>
                        <a:pt x="40" y="3"/>
                      </a:lnTo>
                      <a:lnTo>
                        <a:pt x="36" y="3"/>
                      </a:lnTo>
                      <a:lnTo>
                        <a:pt x="30" y="3"/>
                      </a:lnTo>
                      <a:lnTo>
                        <a:pt x="24" y="3"/>
                      </a:lnTo>
                      <a:lnTo>
                        <a:pt x="17" y="3"/>
                      </a:lnTo>
                      <a:lnTo>
                        <a:pt x="11" y="2"/>
                      </a:lnTo>
                      <a:lnTo>
                        <a:pt x="5" y="2"/>
                      </a:lnTo>
                      <a:lnTo>
                        <a:pt x="0" y="1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1" y="8"/>
                      </a:lnTo>
                      <a:lnTo>
                        <a:pt x="2" y="10"/>
                      </a:lnTo>
                      <a:lnTo>
                        <a:pt x="5" y="10"/>
                      </a:lnTo>
                      <a:lnTo>
                        <a:pt x="9" y="10"/>
                      </a:lnTo>
                      <a:lnTo>
                        <a:pt x="15" y="10"/>
                      </a:lnTo>
                      <a:lnTo>
                        <a:pt x="22" y="10"/>
                      </a:lnTo>
                      <a:lnTo>
                        <a:pt x="30" y="10"/>
                      </a:lnTo>
                      <a:lnTo>
                        <a:pt x="36" y="10"/>
                      </a:lnTo>
                      <a:lnTo>
                        <a:pt x="41" y="8"/>
                      </a:lnTo>
                      <a:lnTo>
                        <a:pt x="44" y="8"/>
                      </a:lnTo>
                      <a:lnTo>
                        <a:pt x="45" y="7"/>
                      </a:lnTo>
                      <a:lnTo>
                        <a:pt x="46" y="6"/>
                      </a:lnTo>
                      <a:lnTo>
                        <a:pt x="48" y="6"/>
                      </a:lnTo>
                      <a:lnTo>
                        <a:pt x="50" y="6"/>
                      </a:lnTo>
                      <a:lnTo>
                        <a:pt x="53" y="6"/>
                      </a:lnTo>
                      <a:lnTo>
                        <a:pt x="60" y="7"/>
                      </a:lnTo>
                      <a:lnTo>
                        <a:pt x="71" y="7"/>
                      </a:lnTo>
                      <a:lnTo>
                        <a:pt x="82" y="8"/>
                      </a:lnTo>
                      <a:lnTo>
                        <a:pt x="93" y="10"/>
                      </a:lnTo>
                      <a:lnTo>
                        <a:pt x="103" y="10"/>
                      </a:lnTo>
                      <a:lnTo>
                        <a:pt x="110" y="11"/>
                      </a:lnTo>
                      <a:lnTo>
                        <a:pt x="114" y="11"/>
                      </a:lnTo>
                      <a:lnTo>
                        <a:pt x="122" y="10"/>
                      </a:lnTo>
                      <a:lnTo>
                        <a:pt x="130" y="6"/>
                      </a:lnTo>
                      <a:lnTo>
                        <a:pt x="138" y="3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29" name="Freeform 57">
                  <a:extLst>
                    <a:ext uri="{FF2B5EF4-FFF2-40B4-BE49-F238E27FC236}">
                      <a16:creationId xmlns:a16="http://schemas.microsoft.com/office/drawing/2014/main" id="{05478D99-9AE3-9B4D-C4CD-75C2481DFF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77" y="2922"/>
                  <a:ext cx="59" cy="70"/>
                </a:xfrm>
                <a:custGeom>
                  <a:avLst/>
                  <a:gdLst/>
                  <a:ahLst/>
                  <a:cxnLst>
                    <a:cxn ang="0">
                      <a:pos x="0" y="39"/>
                    </a:cxn>
                    <a:cxn ang="0">
                      <a:pos x="2" y="41"/>
                    </a:cxn>
                    <a:cxn ang="0">
                      <a:pos x="4" y="45"/>
                    </a:cxn>
                    <a:cxn ang="0">
                      <a:pos x="6" y="50"/>
                    </a:cxn>
                    <a:cxn ang="0">
                      <a:pos x="8" y="54"/>
                    </a:cxn>
                    <a:cxn ang="0">
                      <a:pos x="10" y="56"/>
                    </a:cxn>
                    <a:cxn ang="0">
                      <a:pos x="13" y="58"/>
                    </a:cxn>
                    <a:cxn ang="0">
                      <a:pos x="17" y="61"/>
                    </a:cxn>
                    <a:cxn ang="0">
                      <a:pos x="23" y="63"/>
                    </a:cxn>
                    <a:cxn ang="0">
                      <a:pos x="28" y="65"/>
                    </a:cxn>
                    <a:cxn ang="0">
                      <a:pos x="34" y="67"/>
                    </a:cxn>
                    <a:cxn ang="0">
                      <a:pos x="40" y="68"/>
                    </a:cxn>
                    <a:cxn ang="0">
                      <a:pos x="45" y="69"/>
                    </a:cxn>
                    <a:cxn ang="0">
                      <a:pos x="46" y="61"/>
                    </a:cxn>
                    <a:cxn ang="0">
                      <a:pos x="49" y="54"/>
                    </a:cxn>
                    <a:cxn ang="0">
                      <a:pos x="51" y="50"/>
                    </a:cxn>
                    <a:cxn ang="0">
                      <a:pos x="54" y="48"/>
                    </a:cxn>
                    <a:cxn ang="0">
                      <a:pos x="53" y="48"/>
                    </a:cxn>
                    <a:cxn ang="0">
                      <a:pos x="53" y="45"/>
                    </a:cxn>
                    <a:cxn ang="0">
                      <a:pos x="52" y="42"/>
                    </a:cxn>
                    <a:cxn ang="0">
                      <a:pos x="51" y="37"/>
                    </a:cxn>
                    <a:cxn ang="0">
                      <a:pos x="50" y="32"/>
                    </a:cxn>
                    <a:cxn ang="0">
                      <a:pos x="50" y="25"/>
                    </a:cxn>
                    <a:cxn ang="0">
                      <a:pos x="52" y="19"/>
                    </a:cxn>
                    <a:cxn ang="0">
                      <a:pos x="54" y="14"/>
                    </a:cxn>
                    <a:cxn ang="0">
                      <a:pos x="56" y="11"/>
                    </a:cxn>
                    <a:cxn ang="0">
                      <a:pos x="59" y="8"/>
                    </a:cxn>
                    <a:cxn ang="0">
                      <a:pos x="59" y="6"/>
                    </a:cxn>
                    <a:cxn ang="0">
                      <a:pos x="56" y="4"/>
                    </a:cxn>
                    <a:cxn ang="0">
                      <a:pos x="54" y="4"/>
                    </a:cxn>
                    <a:cxn ang="0">
                      <a:pos x="52" y="4"/>
                    </a:cxn>
                    <a:cxn ang="0">
                      <a:pos x="49" y="4"/>
                    </a:cxn>
                    <a:cxn ang="0">
                      <a:pos x="45" y="4"/>
                    </a:cxn>
                    <a:cxn ang="0">
                      <a:pos x="40" y="4"/>
                    </a:cxn>
                    <a:cxn ang="0">
                      <a:pos x="33" y="4"/>
                    </a:cxn>
                    <a:cxn ang="0">
                      <a:pos x="27" y="4"/>
                    </a:cxn>
                    <a:cxn ang="0">
                      <a:pos x="21" y="3"/>
                    </a:cxn>
                    <a:cxn ang="0">
                      <a:pos x="15" y="0"/>
                    </a:cxn>
                    <a:cxn ang="0">
                      <a:pos x="14" y="0"/>
                    </a:cxn>
                    <a:cxn ang="0">
                      <a:pos x="12" y="2"/>
                    </a:cxn>
                    <a:cxn ang="0">
                      <a:pos x="11" y="5"/>
                    </a:cxn>
                    <a:cxn ang="0">
                      <a:pos x="10" y="10"/>
                    </a:cxn>
                    <a:cxn ang="0">
                      <a:pos x="9" y="15"/>
                    </a:cxn>
                    <a:cxn ang="0">
                      <a:pos x="7" y="19"/>
                    </a:cxn>
                    <a:cxn ang="0">
                      <a:pos x="5" y="25"/>
                    </a:cxn>
                    <a:cxn ang="0">
                      <a:pos x="3" y="30"/>
                    </a:cxn>
                    <a:cxn ang="0">
                      <a:pos x="3" y="32"/>
                    </a:cxn>
                    <a:cxn ang="0">
                      <a:pos x="3" y="34"/>
                    </a:cxn>
                    <a:cxn ang="0">
                      <a:pos x="2" y="36"/>
                    </a:cxn>
                    <a:cxn ang="0">
                      <a:pos x="2" y="38"/>
                    </a:cxn>
                    <a:cxn ang="0">
                      <a:pos x="0" y="39"/>
                    </a:cxn>
                  </a:cxnLst>
                  <a:rect l="0" t="0" r="r" b="b"/>
                  <a:pathLst>
                    <a:path w="59" h="69">
                      <a:moveTo>
                        <a:pt x="0" y="39"/>
                      </a:moveTo>
                      <a:lnTo>
                        <a:pt x="2" y="41"/>
                      </a:lnTo>
                      <a:lnTo>
                        <a:pt x="4" y="45"/>
                      </a:lnTo>
                      <a:lnTo>
                        <a:pt x="6" y="50"/>
                      </a:lnTo>
                      <a:lnTo>
                        <a:pt x="8" y="54"/>
                      </a:lnTo>
                      <a:lnTo>
                        <a:pt x="10" y="56"/>
                      </a:lnTo>
                      <a:lnTo>
                        <a:pt x="13" y="58"/>
                      </a:lnTo>
                      <a:lnTo>
                        <a:pt x="17" y="61"/>
                      </a:lnTo>
                      <a:lnTo>
                        <a:pt x="23" y="63"/>
                      </a:lnTo>
                      <a:lnTo>
                        <a:pt x="28" y="65"/>
                      </a:lnTo>
                      <a:lnTo>
                        <a:pt x="34" y="67"/>
                      </a:lnTo>
                      <a:lnTo>
                        <a:pt x="40" y="68"/>
                      </a:lnTo>
                      <a:lnTo>
                        <a:pt x="45" y="69"/>
                      </a:lnTo>
                      <a:lnTo>
                        <a:pt x="46" y="61"/>
                      </a:lnTo>
                      <a:lnTo>
                        <a:pt x="49" y="54"/>
                      </a:lnTo>
                      <a:lnTo>
                        <a:pt x="51" y="50"/>
                      </a:lnTo>
                      <a:lnTo>
                        <a:pt x="54" y="48"/>
                      </a:lnTo>
                      <a:lnTo>
                        <a:pt x="53" y="48"/>
                      </a:lnTo>
                      <a:lnTo>
                        <a:pt x="53" y="45"/>
                      </a:lnTo>
                      <a:lnTo>
                        <a:pt x="52" y="42"/>
                      </a:lnTo>
                      <a:lnTo>
                        <a:pt x="51" y="37"/>
                      </a:lnTo>
                      <a:lnTo>
                        <a:pt x="50" y="32"/>
                      </a:lnTo>
                      <a:lnTo>
                        <a:pt x="50" y="25"/>
                      </a:lnTo>
                      <a:lnTo>
                        <a:pt x="52" y="19"/>
                      </a:lnTo>
                      <a:lnTo>
                        <a:pt x="54" y="14"/>
                      </a:lnTo>
                      <a:lnTo>
                        <a:pt x="56" y="11"/>
                      </a:lnTo>
                      <a:lnTo>
                        <a:pt x="59" y="8"/>
                      </a:lnTo>
                      <a:lnTo>
                        <a:pt x="59" y="6"/>
                      </a:lnTo>
                      <a:lnTo>
                        <a:pt x="56" y="4"/>
                      </a:lnTo>
                      <a:lnTo>
                        <a:pt x="54" y="4"/>
                      </a:lnTo>
                      <a:lnTo>
                        <a:pt x="52" y="4"/>
                      </a:lnTo>
                      <a:lnTo>
                        <a:pt x="49" y="4"/>
                      </a:lnTo>
                      <a:lnTo>
                        <a:pt x="45" y="4"/>
                      </a:lnTo>
                      <a:lnTo>
                        <a:pt x="40" y="4"/>
                      </a:lnTo>
                      <a:lnTo>
                        <a:pt x="33" y="4"/>
                      </a:lnTo>
                      <a:lnTo>
                        <a:pt x="27" y="4"/>
                      </a:lnTo>
                      <a:lnTo>
                        <a:pt x="21" y="3"/>
                      </a:lnTo>
                      <a:lnTo>
                        <a:pt x="15" y="0"/>
                      </a:lnTo>
                      <a:lnTo>
                        <a:pt x="14" y="0"/>
                      </a:lnTo>
                      <a:lnTo>
                        <a:pt x="12" y="2"/>
                      </a:lnTo>
                      <a:lnTo>
                        <a:pt x="11" y="5"/>
                      </a:lnTo>
                      <a:lnTo>
                        <a:pt x="10" y="10"/>
                      </a:lnTo>
                      <a:lnTo>
                        <a:pt x="9" y="15"/>
                      </a:lnTo>
                      <a:lnTo>
                        <a:pt x="7" y="19"/>
                      </a:lnTo>
                      <a:lnTo>
                        <a:pt x="5" y="25"/>
                      </a:lnTo>
                      <a:lnTo>
                        <a:pt x="3" y="30"/>
                      </a:lnTo>
                      <a:lnTo>
                        <a:pt x="3" y="32"/>
                      </a:lnTo>
                      <a:lnTo>
                        <a:pt x="3" y="34"/>
                      </a:lnTo>
                      <a:lnTo>
                        <a:pt x="2" y="36"/>
                      </a:lnTo>
                      <a:lnTo>
                        <a:pt x="2" y="38"/>
                      </a:lnTo>
                      <a:lnTo>
                        <a:pt x="0" y="3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30" name="Freeform 58">
                  <a:extLst>
                    <a:ext uri="{FF2B5EF4-FFF2-40B4-BE49-F238E27FC236}">
                      <a16:creationId xmlns:a16="http://schemas.microsoft.com/office/drawing/2014/main" id="{63A09EAF-67D9-2843-88FD-E125E9699F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5" y="2020"/>
                  <a:ext cx="319" cy="424"/>
                </a:xfrm>
                <a:custGeom>
                  <a:avLst/>
                  <a:gdLst/>
                  <a:ahLst/>
                  <a:cxnLst>
                    <a:cxn ang="0">
                      <a:pos x="298" y="1"/>
                    </a:cxn>
                    <a:cxn ang="0">
                      <a:pos x="270" y="2"/>
                    </a:cxn>
                    <a:cxn ang="0">
                      <a:pos x="235" y="17"/>
                    </a:cxn>
                    <a:cxn ang="0">
                      <a:pos x="199" y="44"/>
                    </a:cxn>
                    <a:cxn ang="0">
                      <a:pos x="172" y="82"/>
                    </a:cxn>
                    <a:cxn ang="0">
                      <a:pos x="152" y="127"/>
                    </a:cxn>
                    <a:cxn ang="0">
                      <a:pos x="136" y="173"/>
                    </a:cxn>
                    <a:cxn ang="0">
                      <a:pos x="124" y="207"/>
                    </a:cxn>
                    <a:cxn ang="0">
                      <a:pos x="110" y="226"/>
                    </a:cxn>
                    <a:cxn ang="0">
                      <a:pos x="84" y="247"/>
                    </a:cxn>
                    <a:cxn ang="0">
                      <a:pos x="53" y="268"/>
                    </a:cxn>
                    <a:cxn ang="0">
                      <a:pos x="28" y="287"/>
                    </a:cxn>
                    <a:cxn ang="0">
                      <a:pos x="10" y="310"/>
                    </a:cxn>
                    <a:cxn ang="0">
                      <a:pos x="0" y="341"/>
                    </a:cxn>
                    <a:cxn ang="0">
                      <a:pos x="2" y="369"/>
                    </a:cxn>
                    <a:cxn ang="0">
                      <a:pos x="16" y="395"/>
                    </a:cxn>
                    <a:cxn ang="0">
                      <a:pos x="37" y="411"/>
                    </a:cxn>
                    <a:cxn ang="0">
                      <a:pos x="53" y="419"/>
                    </a:cxn>
                    <a:cxn ang="0">
                      <a:pos x="71" y="423"/>
                    </a:cxn>
                    <a:cxn ang="0">
                      <a:pos x="85" y="423"/>
                    </a:cxn>
                    <a:cxn ang="0">
                      <a:pos x="94" y="418"/>
                    </a:cxn>
                    <a:cxn ang="0">
                      <a:pos x="109" y="405"/>
                    </a:cxn>
                    <a:cxn ang="0">
                      <a:pos x="127" y="389"/>
                    </a:cxn>
                    <a:cxn ang="0">
                      <a:pos x="143" y="374"/>
                    </a:cxn>
                    <a:cxn ang="0">
                      <a:pos x="153" y="365"/>
                    </a:cxn>
                    <a:cxn ang="0">
                      <a:pos x="165" y="352"/>
                    </a:cxn>
                    <a:cxn ang="0">
                      <a:pos x="179" y="335"/>
                    </a:cxn>
                    <a:cxn ang="0">
                      <a:pos x="191" y="317"/>
                    </a:cxn>
                    <a:cxn ang="0">
                      <a:pos x="200" y="298"/>
                    </a:cxn>
                    <a:cxn ang="0">
                      <a:pos x="213" y="277"/>
                    </a:cxn>
                    <a:cxn ang="0">
                      <a:pos x="227" y="256"/>
                    </a:cxn>
                    <a:cxn ang="0">
                      <a:pos x="242" y="236"/>
                    </a:cxn>
                    <a:cxn ang="0">
                      <a:pos x="255" y="220"/>
                    </a:cxn>
                    <a:cxn ang="0">
                      <a:pos x="262" y="209"/>
                    </a:cxn>
                    <a:cxn ang="0">
                      <a:pos x="269" y="206"/>
                    </a:cxn>
                    <a:cxn ang="0">
                      <a:pos x="280" y="201"/>
                    </a:cxn>
                    <a:cxn ang="0">
                      <a:pos x="291" y="196"/>
                    </a:cxn>
                    <a:cxn ang="0">
                      <a:pos x="298" y="190"/>
                    </a:cxn>
                    <a:cxn ang="0">
                      <a:pos x="301" y="177"/>
                    </a:cxn>
                    <a:cxn ang="0">
                      <a:pos x="299" y="146"/>
                    </a:cxn>
                    <a:cxn ang="0">
                      <a:pos x="304" y="112"/>
                    </a:cxn>
                    <a:cxn ang="0">
                      <a:pos x="312" y="80"/>
                    </a:cxn>
                    <a:cxn ang="0">
                      <a:pos x="319" y="45"/>
                    </a:cxn>
                    <a:cxn ang="0">
                      <a:pos x="316" y="16"/>
                    </a:cxn>
                  </a:cxnLst>
                  <a:rect l="0" t="0" r="r" b="b"/>
                  <a:pathLst>
                    <a:path w="319" h="424">
                      <a:moveTo>
                        <a:pt x="309" y="6"/>
                      </a:moveTo>
                      <a:lnTo>
                        <a:pt x="298" y="1"/>
                      </a:lnTo>
                      <a:lnTo>
                        <a:pt x="285" y="0"/>
                      </a:lnTo>
                      <a:lnTo>
                        <a:pt x="270" y="2"/>
                      </a:lnTo>
                      <a:lnTo>
                        <a:pt x="253" y="8"/>
                      </a:lnTo>
                      <a:lnTo>
                        <a:pt x="235" y="17"/>
                      </a:lnTo>
                      <a:lnTo>
                        <a:pt x="217" y="30"/>
                      </a:lnTo>
                      <a:lnTo>
                        <a:pt x="199" y="44"/>
                      </a:lnTo>
                      <a:lnTo>
                        <a:pt x="183" y="63"/>
                      </a:lnTo>
                      <a:lnTo>
                        <a:pt x="172" y="82"/>
                      </a:lnTo>
                      <a:lnTo>
                        <a:pt x="161" y="103"/>
                      </a:lnTo>
                      <a:lnTo>
                        <a:pt x="152" y="127"/>
                      </a:lnTo>
                      <a:lnTo>
                        <a:pt x="143" y="151"/>
                      </a:lnTo>
                      <a:lnTo>
                        <a:pt x="136" y="173"/>
                      </a:lnTo>
                      <a:lnTo>
                        <a:pt x="129" y="192"/>
                      </a:lnTo>
                      <a:lnTo>
                        <a:pt x="124" y="207"/>
                      </a:lnTo>
                      <a:lnTo>
                        <a:pt x="119" y="216"/>
                      </a:lnTo>
                      <a:lnTo>
                        <a:pt x="110" y="226"/>
                      </a:lnTo>
                      <a:lnTo>
                        <a:pt x="98" y="236"/>
                      </a:lnTo>
                      <a:lnTo>
                        <a:pt x="84" y="247"/>
                      </a:lnTo>
                      <a:lnTo>
                        <a:pt x="68" y="257"/>
                      </a:lnTo>
                      <a:lnTo>
                        <a:pt x="53" y="268"/>
                      </a:lnTo>
                      <a:lnTo>
                        <a:pt x="40" y="277"/>
                      </a:lnTo>
                      <a:lnTo>
                        <a:pt x="28" y="287"/>
                      </a:lnTo>
                      <a:lnTo>
                        <a:pt x="20" y="295"/>
                      </a:lnTo>
                      <a:lnTo>
                        <a:pt x="10" y="310"/>
                      </a:lnTo>
                      <a:lnTo>
                        <a:pt x="3" y="326"/>
                      </a:lnTo>
                      <a:lnTo>
                        <a:pt x="0" y="341"/>
                      </a:lnTo>
                      <a:lnTo>
                        <a:pt x="0" y="355"/>
                      </a:lnTo>
                      <a:lnTo>
                        <a:pt x="2" y="369"/>
                      </a:lnTo>
                      <a:lnTo>
                        <a:pt x="8" y="383"/>
                      </a:lnTo>
                      <a:lnTo>
                        <a:pt x="16" y="395"/>
                      </a:lnTo>
                      <a:lnTo>
                        <a:pt x="29" y="406"/>
                      </a:lnTo>
                      <a:lnTo>
                        <a:pt x="37" y="411"/>
                      </a:lnTo>
                      <a:lnTo>
                        <a:pt x="45" y="415"/>
                      </a:lnTo>
                      <a:lnTo>
                        <a:pt x="53" y="419"/>
                      </a:lnTo>
                      <a:lnTo>
                        <a:pt x="63" y="421"/>
                      </a:lnTo>
                      <a:lnTo>
                        <a:pt x="71" y="423"/>
                      </a:lnTo>
                      <a:lnTo>
                        <a:pt x="79" y="424"/>
                      </a:lnTo>
                      <a:lnTo>
                        <a:pt x="85" y="423"/>
                      </a:lnTo>
                      <a:lnTo>
                        <a:pt x="89" y="422"/>
                      </a:lnTo>
                      <a:lnTo>
                        <a:pt x="94" y="418"/>
                      </a:lnTo>
                      <a:lnTo>
                        <a:pt x="101" y="412"/>
                      </a:lnTo>
                      <a:lnTo>
                        <a:pt x="109" y="405"/>
                      </a:lnTo>
                      <a:lnTo>
                        <a:pt x="119" y="397"/>
                      </a:lnTo>
                      <a:lnTo>
                        <a:pt x="127" y="389"/>
                      </a:lnTo>
                      <a:lnTo>
                        <a:pt x="137" y="381"/>
                      </a:lnTo>
                      <a:lnTo>
                        <a:pt x="143" y="374"/>
                      </a:lnTo>
                      <a:lnTo>
                        <a:pt x="148" y="370"/>
                      </a:lnTo>
                      <a:lnTo>
                        <a:pt x="153" y="365"/>
                      </a:lnTo>
                      <a:lnTo>
                        <a:pt x="159" y="360"/>
                      </a:lnTo>
                      <a:lnTo>
                        <a:pt x="165" y="352"/>
                      </a:lnTo>
                      <a:lnTo>
                        <a:pt x="172" y="344"/>
                      </a:lnTo>
                      <a:lnTo>
                        <a:pt x="179" y="335"/>
                      </a:lnTo>
                      <a:lnTo>
                        <a:pt x="185" y="327"/>
                      </a:lnTo>
                      <a:lnTo>
                        <a:pt x="191" y="317"/>
                      </a:lnTo>
                      <a:lnTo>
                        <a:pt x="195" y="309"/>
                      </a:lnTo>
                      <a:lnTo>
                        <a:pt x="200" y="298"/>
                      </a:lnTo>
                      <a:lnTo>
                        <a:pt x="206" y="288"/>
                      </a:lnTo>
                      <a:lnTo>
                        <a:pt x="213" y="277"/>
                      </a:lnTo>
                      <a:lnTo>
                        <a:pt x="219" y="267"/>
                      </a:lnTo>
                      <a:lnTo>
                        <a:pt x="227" y="256"/>
                      </a:lnTo>
                      <a:lnTo>
                        <a:pt x="235" y="246"/>
                      </a:lnTo>
                      <a:lnTo>
                        <a:pt x="242" y="236"/>
                      </a:lnTo>
                      <a:lnTo>
                        <a:pt x="250" y="228"/>
                      </a:lnTo>
                      <a:lnTo>
                        <a:pt x="255" y="220"/>
                      </a:lnTo>
                      <a:lnTo>
                        <a:pt x="259" y="214"/>
                      </a:lnTo>
                      <a:lnTo>
                        <a:pt x="262" y="209"/>
                      </a:lnTo>
                      <a:lnTo>
                        <a:pt x="263" y="207"/>
                      </a:lnTo>
                      <a:lnTo>
                        <a:pt x="269" y="206"/>
                      </a:lnTo>
                      <a:lnTo>
                        <a:pt x="275" y="204"/>
                      </a:lnTo>
                      <a:lnTo>
                        <a:pt x="280" y="201"/>
                      </a:lnTo>
                      <a:lnTo>
                        <a:pt x="286" y="199"/>
                      </a:lnTo>
                      <a:lnTo>
                        <a:pt x="291" y="196"/>
                      </a:lnTo>
                      <a:lnTo>
                        <a:pt x="295" y="193"/>
                      </a:lnTo>
                      <a:lnTo>
                        <a:pt x="298" y="190"/>
                      </a:lnTo>
                      <a:lnTo>
                        <a:pt x="300" y="187"/>
                      </a:lnTo>
                      <a:lnTo>
                        <a:pt x="301" y="177"/>
                      </a:lnTo>
                      <a:lnTo>
                        <a:pt x="300" y="164"/>
                      </a:lnTo>
                      <a:lnTo>
                        <a:pt x="299" y="146"/>
                      </a:lnTo>
                      <a:lnTo>
                        <a:pt x="300" y="125"/>
                      </a:lnTo>
                      <a:lnTo>
                        <a:pt x="304" y="112"/>
                      </a:lnTo>
                      <a:lnTo>
                        <a:pt x="308" y="97"/>
                      </a:lnTo>
                      <a:lnTo>
                        <a:pt x="312" y="80"/>
                      </a:lnTo>
                      <a:lnTo>
                        <a:pt x="316" y="62"/>
                      </a:lnTo>
                      <a:lnTo>
                        <a:pt x="319" y="45"/>
                      </a:lnTo>
                      <a:lnTo>
                        <a:pt x="319" y="30"/>
                      </a:lnTo>
                      <a:lnTo>
                        <a:pt x="316" y="16"/>
                      </a:lnTo>
                      <a:lnTo>
                        <a:pt x="309" y="6"/>
                      </a:lnTo>
                      <a:close/>
                    </a:path>
                  </a:pathLst>
                </a:custGeom>
                <a:solidFill>
                  <a:srgbClr val="CC99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31" name="Freeform 59">
                  <a:extLst>
                    <a:ext uri="{FF2B5EF4-FFF2-40B4-BE49-F238E27FC236}">
                      <a16:creationId xmlns:a16="http://schemas.microsoft.com/office/drawing/2014/main" id="{9D89F365-D976-7380-72D5-B4D116B126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7" y="2084"/>
                  <a:ext cx="18" cy="17"/>
                </a:xfrm>
                <a:custGeom>
                  <a:avLst/>
                  <a:gdLst/>
                  <a:ahLst/>
                  <a:cxnLst>
                    <a:cxn ang="0">
                      <a:pos x="3" y="16"/>
                    </a:cxn>
                    <a:cxn ang="0">
                      <a:pos x="6" y="18"/>
                    </a:cxn>
                    <a:cxn ang="0">
                      <a:pos x="9" y="18"/>
                    </a:cxn>
                    <a:cxn ang="0">
                      <a:pos x="13" y="16"/>
                    </a:cxn>
                    <a:cxn ang="0">
                      <a:pos x="16" y="14"/>
                    </a:cxn>
                    <a:cxn ang="0">
                      <a:pos x="18" y="11"/>
                    </a:cxn>
                    <a:cxn ang="0">
                      <a:pos x="18" y="8"/>
                    </a:cxn>
                    <a:cxn ang="0">
                      <a:pos x="16" y="5"/>
                    </a:cxn>
                    <a:cxn ang="0">
                      <a:pos x="14" y="3"/>
                    </a:cxn>
                    <a:cxn ang="0">
                      <a:pos x="10" y="0"/>
                    </a:cxn>
                    <a:cxn ang="0">
                      <a:pos x="7" y="0"/>
                    </a:cxn>
                    <a:cxn ang="0">
                      <a:pos x="4" y="1"/>
                    </a:cxn>
                    <a:cxn ang="0">
                      <a:pos x="1" y="4"/>
                    </a:cxn>
                    <a:cxn ang="0">
                      <a:pos x="0" y="7"/>
                    </a:cxn>
                    <a:cxn ang="0">
                      <a:pos x="0" y="10"/>
                    </a:cxn>
                    <a:cxn ang="0">
                      <a:pos x="1" y="13"/>
                    </a:cxn>
                    <a:cxn ang="0">
                      <a:pos x="3" y="16"/>
                    </a:cxn>
                  </a:cxnLst>
                  <a:rect l="0" t="0" r="r" b="b"/>
                  <a:pathLst>
                    <a:path w="18" h="18">
                      <a:moveTo>
                        <a:pt x="3" y="16"/>
                      </a:moveTo>
                      <a:lnTo>
                        <a:pt x="6" y="18"/>
                      </a:lnTo>
                      <a:lnTo>
                        <a:pt x="9" y="18"/>
                      </a:lnTo>
                      <a:lnTo>
                        <a:pt x="13" y="16"/>
                      </a:lnTo>
                      <a:lnTo>
                        <a:pt x="16" y="14"/>
                      </a:lnTo>
                      <a:lnTo>
                        <a:pt x="18" y="11"/>
                      </a:lnTo>
                      <a:lnTo>
                        <a:pt x="18" y="8"/>
                      </a:lnTo>
                      <a:lnTo>
                        <a:pt x="16" y="5"/>
                      </a:lnTo>
                      <a:lnTo>
                        <a:pt x="14" y="3"/>
                      </a:lnTo>
                      <a:lnTo>
                        <a:pt x="10" y="0"/>
                      </a:lnTo>
                      <a:lnTo>
                        <a:pt x="7" y="0"/>
                      </a:lnTo>
                      <a:lnTo>
                        <a:pt x="4" y="1"/>
                      </a:lnTo>
                      <a:lnTo>
                        <a:pt x="1" y="4"/>
                      </a:lnTo>
                      <a:lnTo>
                        <a:pt x="0" y="7"/>
                      </a:lnTo>
                      <a:lnTo>
                        <a:pt x="0" y="10"/>
                      </a:lnTo>
                      <a:lnTo>
                        <a:pt x="1" y="13"/>
                      </a:lnTo>
                      <a:lnTo>
                        <a:pt x="3" y="16"/>
                      </a:lnTo>
                      <a:close/>
                    </a:path>
                  </a:pathLst>
                </a:custGeom>
                <a:solidFill>
                  <a:srgbClr val="CC99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32" name="Freeform 60">
                  <a:extLst>
                    <a:ext uri="{FF2B5EF4-FFF2-40B4-BE49-F238E27FC236}">
                      <a16:creationId xmlns:a16="http://schemas.microsoft.com/office/drawing/2014/main" id="{DEE6A915-B425-C3FE-3007-BBFDD35664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61" y="2035"/>
                  <a:ext cx="18" cy="17"/>
                </a:xfrm>
                <a:custGeom>
                  <a:avLst/>
                  <a:gdLst/>
                  <a:ahLst/>
                  <a:cxnLst>
                    <a:cxn ang="0">
                      <a:pos x="3" y="16"/>
                    </a:cxn>
                    <a:cxn ang="0">
                      <a:pos x="6" y="18"/>
                    </a:cxn>
                    <a:cxn ang="0">
                      <a:pos x="9" y="18"/>
                    </a:cxn>
                    <a:cxn ang="0">
                      <a:pos x="12" y="17"/>
                    </a:cxn>
                    <a:cxn ang="0">
                      <a:pos x="15" y="15"/>
                    </a:cxn>
                    <a:cxn ang="0">
                      <a:pos x="18" y="12"/>
                    </a:cxn>
                    <a:cxn ang="0">
                      <a:pos x="18" y="8"/>
                    </a:cxn>
                    <a:cxn ang="0">
                      <a:pos x="15" y="5"/>
                    </a:cxn>
                    <a:cxn ang="0">
                      <a:pos x="13" y="2"/>
                    </a:cxn>
                    <a:cxn ang="0">
                      <a:pos x="10" y="0"/>
                    </a:cxn>
                    <a:cxn ang="0">
                      <a:pos x="8" y="0"/>
                    </a:cxn>
                    <a:cxn ang="0">
                      <a:pos x="5" y="1"/>
                    </a:cxn>
                    <a:cxn ang="0">
                      <a:pos x="2" y="3"/>
                    </a:cxn>
                    <a:cxn ang="0">
                      <a:pos x="0" y="6"/>
                    </a:cxn>
                    <a:cxn ang="0">
                      <a:pos x="0" y="9"/>
                    </a:cxn>
                    <a:cxn ang="0">
                      <a:pos x="1" y="13"/>
                    </a:cxn>
                    <a:cxn ang="0">
                      <a:pos x="3" y="16"/>
                    </a:cxn>
                  </a:cxnLst>
                  <a:rect l="0" t="0" r="r" b="b"/>
                  <a:pathLst>
                    <a:path w="18" h="18">
                      <a:moveTo>
                        <a:pt x="3" y="16"/>
                      </a:moveTo>
                      <a:lnTo>
                        <a:pt x="6" y="18"/>
                      </a:lnTo>
                      <a:lnTo>
                        <a:pt x="9" y="18"/>
                      </a:lnTo>
                      <a:lnTo>
                        <a:pt x="12" y="17"/>
                      </a:lnTo>
                      <a:lnTo>
                        <a:pt x="15" y="15"/>
                      </a:lnTo>
                      <a:lnTo>
                        <a:pt x="18" y="12"/>
                      </a:lnTo>
                      <a:lnTo>
                        <a:pt x="18" y="8"/>
                      </a:lnTo>
                      <a:lnTo>
                        <a:pt x="15" y="5"/>
                      </a:lnTo>
                      <a:lnTo>
                        <a:pt x="13" y="2"/>
                      </a:lnTo>
                      <a:lnTo>
                        <a:pt x="10" y="0"/>
                      </a:lnTo>
                      <a:lnTo>
                        <a:pt x="8" y="0"/>
                      </a:lnTo>
                      <a:lnTo>
                        <a:pt x="5" y="1"/>
                      </a:lnTo>
                      <a:lnTo>
                        <a:pt x="2" y="3"/>
                      </a:lnTo>
                      <a:lnTo>
                        <a:pt x="0" y="6"/>
                      </a:lnTo>
                      <a:lnTo>
                        <a:pt x="0" y="9"/>
                      </a:lnTo>
                      <a:lnTo>
                        <a:pt x="1" y="13"/>
                      </a:lnTo>
                      <a:lnTo>
                        <a:pt x="3" y="16"/>
                      </a:lnTo>
                      <a:close/>
                    </a:path>
                  </a:pathLst>
                </a:custGeom>
                <a:solidFill>
                  <a:srgbClr val="CC99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33" name="Freeform 61">
                  <a:extLst>
                    <a:ext uri="{FF2B5EF4-FFF2-40B4-BE49-F238E27FC236}">
                      <a16:creationId xmlns:a16="http://schemas.microsoft.com/office/drawing/2014/main" id="{966A4F58-4DAE-9CE0-C40A-14A644596C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29" y="2384"/>
                  <a:ext cx="18" cy="19"/>
                </a:xfrm>
                <a:custGeom>
                  <a:avLst/>
                  <a:gdLst/>
                  <a:ahLst/>
                  <a:cxnLst>
                    <a:cxn ang="0">
                      <a:pos x="4" y="16"/>
                    </a:cxn>
                    <a:cxn ang="0">
                      <a:pos x="7" y="18"/>
                    </a:cxn>
                    <a:cxn ang="0">
                      <a:pos x="10" y="18"/>
                    </a:cxn>
                    <a:cxn ang="0">
                      <a:pos x="13" y="17"/>
                    </a:cxn>
                    <a:cxn ang="0">
                      <a:pos x="16" y="15"/>
                    </a:cxn>
                    <a:cxn ang="0">
                      <a:pos x="18" y="11"/>
                    </a:cxn>
                    <a:cxn ang="0">
                      <a:pos x="18" y="8"/>
                    </a:cxn>
                    <a:cxn ang="0">
                      <a:pos x="16" y="5"/>
                    </a:cxn>
                    <a:cxn ang="0">
                      <a:pos x="14" y="2"/>
                    </a:cxn>
                    <a:cxn ang="0">
                      <a:pos x="11" y="0"/>
                    </a:cxn>
                    <a:cxn ang="0">
                      <a:pos x="8" y="0"/>
                    </a:cxn>
                    <a:cxn ang="0">
                      <a:pos x="5" y="2"/>
                    </a:cxn>
                    <a:cxn ang="0">
                      <a:pos x="2" y="4"/>
                    </a:cxn>
                    <a:cxn ang="0">
                      <a:pos x="0" y="7"/>
                    </a:cxn>
                    <a:cxn ang="0">
                      <a:pos x="0" y="10"/>
                    </a:cxn>
                    <a:cxn ang="0">
                      <a:pos x="2" y="14"/>
                    </a:cxn>
                    <a:cxn ang="0">
                      <a:pos x="4" y="16"/>
                    </a:cxn>
                  </a:cxnLst>
                  <a:rect l="0" t="0" r="r" b="b"/>
                  <a:pathLst>
                    <a:path w="18" h="18">
                      <a:moveTo>
                        <a:pt x="4" y="16"/>
                      </a:moveTo>
                      <a:lnTo>
                        <a:pt x="7" y="18"/>
                      </a:lnTo>
                      <a:lnTo>
                        <a:pt x="10" y="18"/>
                      </a:lnTo>
                      <a:lnTo>
                        <a:pt x="13" y="17"/>
                      </a:lnTo>
                      <a:lnTo>
                        <a:pt x="16" y="15"/>
                      </a:lnTo>
                      <a:lnTo>
                        <a:pt x="18" y="11"/>
                      </a:lnTo>
                      <a:lnTo>
                        <a:pt x="18" y="8"/>
                      </a:lnTo>
                      <a:lnTo>
                        <a:pt x="16" y="5"/>
                      </a:lnTo>
                      <a:lnTo>
                        <a:pt x="14" y="2"/>
                      </a:lnTo>
                      <a:lnTo>
                        <a:pt x="11" y="0"/>
                      </a:lnTo>
                      <a:lnTo>
                        <a:pt x="8" y="0"/>
                      </a:lnTo>
                      <a:lnTo>
                        <a:pt x="5" y="2"/>
                      </a:lnTo>
                      <a:lnTo>
                        <a:pt x="2" y="4"/>
                      </a:lnTo>
                      <a:lnTo>
                        <a:pt x="0" y="7"/>
                      </a:lnTo>
                      <a:lnTo>
                        <a:pt x="0" y="10"/>
                      </a:lnTo>
                      <a:lnTo>
                        <a:pt x="2" y="14"/>
                      </a:lnTo>
                      <a:lnTo>
                        <a:pt x="4" y="16"/>
                      </a:lnTo>
                      <a:close/>
                    </a:path>
                  </a:pathLst>
                </a:custGeom>
                <a:solidFill>
                  <a:srgbClr val="CC99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34" name="Freeform 62">
                  <a:extLst>
                    <a:ext uri="{FF2B5EF4-FFF2-40B4-BE49-F238E27FC236}">
                      <a16:creationId xmlns:a16="http://schemas.microsoft.com/office/drawing/2014/main" id="{0DA10D27-65AE-0BCB-3293-97B05C3FAF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6" y="2001"/>
                  <a:ext cx="87" cy="265"/>
                </a:xfrm>
                <a:custGeom>
                  <a:avLst/>
                  <a:gdLst/>
                  <a:ahLst/>
                  <a:cxnLst>
                    <a:cxn ang="0">
                      <a:pos x="0" y="264"/>
                    </a:cxn>
                    <a:cxn ang="0">
                      <a:pos x="9" y="249"/>
                    </a:cxn>
                    <a:cxn ang="0">
                      <a:pos x="19" y="228"/>
                    </a:cxn>
                    <a:cxn ang="0">
                      <a:pos x="28" y="204"/>
                    </a:cxn>
                    <a:cxn ang="0">
                      <a:pos x="37" y="176"/>
                    </a:cxn>
                    <a:cxn ang="0">
                      <a:pos x="44" y="149"/>
                    </a:cxn>
                    <a:cxn ang="0">
                      <a:pos x="50" y="124"/>
                    </a:cxn>
                    <a:cxn ang="0">
                      <a:pos x="55" y="102"/>
                    </a:cxn>
                    <a:cxn ang="0">
                      <a:pos x="58" y="88"/>
                    </a:cxn>
                    <a:cxn ang="0">
                      <a:pos x="59" y="76"/>
                    </a:cxn>
                    <a:cxn ang="0">
                      <a:pos x="59" y="65"/>
                    </a:cxn>
                    <a:cxn ang="0">
                      <a:pos x="58" y="53"/>
                    </a:cxn>
                    <a:cxn ang="0">
                      <a:pos x="54" y="43"/>
                    </a:cxn>
                    <a:cxn ang="0">
                      <a:pos x="47" y="34"/>
                    </a:cxn>
                    <a:cxn ang="0">
                      <a:pos x="38" y="28"/>
                    </a:cxn>
                    <a:cxn ang="0">
                      <a:pos x="24" y="23"/>
                    </a:cxn>
                    <a:cxn ang="0">
                      <a:pos x="6" y="21"/>
                    </a:cxn>
                    <a:cxn ang="0">
                      <a:pos x="11" y="12"/>
                    </a:cxn>
                    <a:cxn ang="0">
                      <a:pos x="16" y="6"/>
                    </a:cxn>
                    <a:cxn ang="0">
                      <a:pos x="18" y="1"/>
                    </a:cxn>
                    <a:cxn ang="0">
                      <a:pos x="19" y="0"/>
                    </a:cxn>
                    <a:cxn ang="0">
                      <a:pos x="28" y="1"/>
                    </a:cxn>
                    <a:cxn ang="0">
                      <a:pos x="39" y="3"/>
                    </a:cxn>
                    <a:cxn ang="0">
                      <a:pos x="50" y="8"/>
                    </a:cxn>
                    <a:cxn ang="0">
                      <a:pos x="61" y="14"/>
                    </a:cxn>
                    <a:cxn ang="0">
                      <a:pos x="71" y="21"/>
                    </a:cxn>
                    <a:cxn ang="0">
                      <a:pos x="79" y="31"/>
                    </a:cxn>
                    <a:cxn ang="0">
                      <a:pos x="84" y="41"/>
                    </a:cxn>
                    <a:cxn ang="0">
                      <a:pos x="87" y="54"/>
                    </a:cxn>
                    <a:cxn ang="0">
                      <a:pos x="82" y="58"/>
                    </a:cxn>
                    <a:cxn ang="0">
                      <a:pos x="78" y="62"/>
                    </a:cxn>
                    <a:cxn ang="0">
                      <a:pos x="75" y="66"/>
                    </a:cxn>
                    <a:cxn ang="0">
                      <a:pos x="74" y="67"/>
                    </a:cxn>
                    <a:cxn ang="0">
                      <a:pos x="77" y="72"/>
                    </a:cxn>
                    <a:cxn ang="0">
                      <a:pos x="79" y="77"/>
                    </a:cxn>
                    <a:cxn ang="0">
                      <a:pos x="80" y="80"/>
                    </a:cxn>
                    <a:cxn ang="0">
                      <a:pos x="79" y="82"/>
                    </a:cxn>
                    <a:cxn ang="0">
                      <a:pos x="71" y="98"/>
                    </a:cxn>
                    <a:cxn ang="0">
                      <a:pos x="64" y="125"/>
                    </a:cxn>
                    <a:cxn ang="0">
                      <a:pos x="58" y="156"/>
                    </a:cxn>
                    <a:cxn ang="0">
                      <a:pos x="55" y="184"/>
                    </a:cxn>
                    <a:cxn ang="0">
                      <a:pos x="54" y="196"/>
                    </a:cxn>
                    <a:cxn ang="0">
                      <a:pos x="52" y="205"/>
                    </a:cxn>
                    <a:cxn ang="0">
                      <a:pos x="49" y="211"/>
                    </a:cxn>
                    <a:cxn ang="0">
                      <a:pos x="45" y="215"/>
                    </a:cxn>
                    <a:cxn ang="0">
                      <a:pos x="42" y="217"/>
                    </a:cxn>
                    <a:cxn ang="0">
                      <a:pos x="38" y="222"/>
                    </a:cxn>
                    <a:cxn ang="0">
                      <a:pos x="34" y="226"/>
                    </a:cxn>
                    <a:cxn ang="0">
                      <a:pos x="28" y="231"/>
                    </a:cxn>
                    <a:cxn ang="0">
                      <a:pos x="22" y="238"/>
                    </a:cxn>
                    <a:cxn ang="0">
                      <a:pos x="16" y="246"/>
                    </a:cxn>
                    <a:cxn ang="0">
                      <a:pos x="8" y="254"/>
                    </a:cxn>
                    <a:cxn ang="0">
                      <a:pos x="0" y="264"/>
                    </a:cxn>
                  </a:cxnLst>
                  <a:rect l="0" t="0" r="r" b="b"/>
                  <a:pathLst>
                    <a:path w="87" h="264">
                      <a:moveTo>
                        <a:pt x="0" y="264"/>
                      </a:moveTo>
                      <a:lnTo>
                        <a:pt x="9" y="249"/>
                      </a:lnTo>
                      <a:lnTo>
                        <a:pt x="19" y="228"/>
                      </a:lnTo>
                      <a:lnTo>
                        <a:pt x="28" y="204"/>
                      </a:lnTo>
                      <a:lnTo>
                        <a:pt x="37" y="176"/>
                      </a:lnTo>
                      <a:lnTo>
                        <a:pt x="44" y="149"/>
                      </a:lnTo>
                      <a:lnTo>
                        <a:pt x="50" y="124"/>
                      </a:lnTo>
                      <a:lnTo>
                        <a:pt x="55" y="102"/>
                      </a:lnTo>
                      <a:lnTo>
                        <a:pt x="58" y="88"/>
                      </a:lnTo>
                      <a:lnTo>
                        <a:pt x="59" y="76"/>
                      </a:lnTo>
                      <a:lnTo>
                        <a:pt x="59" y="65"/>
                      </a:lnTo>
                      <a:lnTo>
                        <a:pt x="58" y="53"/>
                      </a:lnTo>
                      <a:lnTo>
                        <a:pt x="54" y="43"/>
                      </a:lnTo>
                      <a:lnTo>
                        <a:pt x="47" y="34"/>
                      </a:lnTo>
                      <a:lnTo>
                        <a:pt x="38" y="28"/>
                      </a:lnTo>
                      <a:lnTo>
                        <a:pt x="24" y="23"/>
                      </a:lnTo>
                      <a:lnTo>
                        <a:pt x="6" y="21"/>
                      </a:lnTo>
                      <a:lnTo>
                        <a:pt x="11" y="12"/>
                      </a:lnTo>
                      <a:lnTo>
                        <a:pt x="16" y="6"/>
                      </a:lnTo>
                      <a:lnTo>
                        <a:pt x="18" y="1"/>
                      </a:lnTo>
                      <a:lnTo>
                        <a:pt x="19" y="0"/>
                      </a:lnTo>
                      <a:lnTo>
                        <a:pt x="28" y="1"/>
                      </a:lnTo>
                      <a:lnTo>
                        <a:pt x="39" y="3"/>
                      </a:lnTo>
                      <a:lnTo>
                        <a:pt x="50" y="8"/>
                      </a:lnTo>
                      <a:lnTo>
                        <a:pt x="61" y="14"/>
                      </a:lnTo>
                      <a:lnTo>
                        <a:pt x="71" y="21"/>
                      </a:lnTo>
                      <a:lnTo>
                        <a:pt x="79" y="31"/>
                      </a:lnTo>
                      <a:lnTo>
                        <a:pt x="84" y="41"/>
                      </a:lnTo>
                      <a:lnTo>
                        <a:pt x="87" y="54"/>
                      </a:lnTo>
                      <a:lnTo>
                        <a:pt x="82" y="58"/>
                      </a:lnTo>
                      <a:lnTo>
                        <a:pt x="78" y="62"/>
                      </a:lnTo>
                      <a:lnTo>
                        <a:pt x="75" y="66"/>
                      </a:lnTo>
                      <a:lnTo>
                        <a:pt x="74" y="67"/>
                      </a:lnTo>
                      <a:lnTo>
                        <a:pt x="77" y="72"/>
                      </a:lnTo>
                      <a:lnTo>
                        <a:pt x="79" y="77"/>
                      </a:lnTo>
                      <a:lnTo>
                        <a:pt x="80" y="80"/>
                      </a:lnTo>
                      <a:lnTo>
                        <a:pt x="79" y="82"/>
                      </a:lnTo>
                      <a:lnTo>
                        <a:pt x="71" y="98"/>
                      </a:lnTo>
                      <a:lnTo>
                        <a:pt x="64" y="125"/>
                      </a:lnTo>
                      <a:lnTo>
                        <a:pt x="58" y="156"/>
                      </a:lnTo>
                      <a:lnTo>
                        <a:pt x="55" y="184"/>
                      </a:lnTo>
                      <a:lnTo>
                        <a:pt x="54" y="196"/>
                      </a:lnTo>
                      <a:lnTo>
                        <a:pt x="52" y="205"/>
                      </a:lnTo>
                      <a:lnTo>
                        <a:pt x="49" y="211"/>
                      </a:lnTo>
                      <a:lnTo>
                        <a:pt x="45" y="215"/>
                      </a:lnTo>
                      <a:lnTo>
                        <a:pt x="42" y="217"/>
                      </a:lnTo>
                      <a:lnTo>
                        <a:pt x="38" y="222"/>
                      </a:lnTo>
                      <a:lnTo>
                        <a:pt x="34" y="226"/>
                      </a:lnTo>
                      <a:lnTo>
                        <a:pt x="28" y="231"/>
                      </a:lnTo>
                      <a:lnTo>
                        <a:pt x="22" y="238"/>
                      </a:lnTo>
                      <a:lnTo>
                        <a:pt x="16" y="246"/>
                      </a:lnTo>
                      <a:lnTo>
                        <a:pt x="8" y="2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9BC9E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35" name="Freeform 63">
                  <a:extLst>
                    <a:ext uri="{FF2B5EF4-FFF2-40B4-BE49-F238E27FC236}">
                      <a16:creationId xmlns:a16="http://schemas.microsoft.com/office/drawing/2014/main" id="{8A84901D-9DE7-366F-BD8D-30582D785E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14" y="2424"/>
                  <a:ext cx="79" cy="16"/>
                </a:xfrm>
                <a:custGeom>
                  <a:avLst/>
                  <a:gdLst/>
                  <a:ahLst/>
                  <a:cxnLst>
                    <a:cxn ang="0">
                      <a:pos x="79" y="16"/>
                    </a:cxn>
                    <a:cxn ang="0">
                      <a:pos x="69" y="16"/>
                    </a:cxn>
                    <a:cxn ang="0">
                      <a:pos x="59" y="16"/>
                    </a:cxn>
                    <a:cxn ang="0">
                      <a:pos x="49" y="16"/>
                    </a:cxn>
                    <a:cxn ang="0">
                      <a:pos x="38" y="16"/>
                    </a:cxn>
                    <a:cxn ang="0">
                      <a:pos x="28" y="16"/>
                    </a:cxn>
                    <a:cxn ang="0">
                      <a:pos x="18" y="16"/>
                    </a:cxn>
                    <a:cxn ang="0">
                      <a:pos x="9" y="16"/>
                    </a:cxn>
                    <a:cxn ang="0">
                      <a:pos x="0" y="16"/>
                    </a:cxn>
                    <a:cxn ang="0">
                      <a:pos x="0" y="14"/>
                    </a:cxn>
                    <a:cxn ang="0">
                      <a:pos x="0" y="11"/>
                    </a:cxn>
                    <a:cxn ang="0">
                      <a:pos x="0" y="9"/>
                    </a:cxn>
                    <a:cxn ang="0">
                      <a:pos x="0" y="7"/>
                    </a:cxn>
                    <a:cxn ang="0">
                      <a:pos x="0" y="5"/>
                    </a:cxn>
                    <a:cxn ang="0">
                      <a:pos x="2" y="4"/>
                    </a:cxn>
                    <a:cxn ang="0">
                      <a:pos x="4" y="2"/>
                    </a:cxn>
                    <a:cxn ang="0">
                      <a:pos x="6" y="0"/>
                    </a:cxn>
                    <a:cxn ang="0">
                      <a:pos x="13" y="0"/>
                    </a:cxn>
                    <a:cxn ang="0">
                      <a:pos x="22" y="0"/>
                    </a:cxn>
                    <a:cxn ang="0">
                      <a:pos x="30" y="0"/>
                    </a:cxn>
                    <a:cxn ang="0">
                      <a:pos x="40" y="0"/>
                    </a:cxn>
                    <a:cxn ang="0">
                      <a:pos x="49" y="0"/>
                    </a:cxn>
                    <a:cxn ang="0">
                      <a:pos x="59" y="0"/>
                    </a:cxn>
                    <a:cxn ang="0">
                      <a:pos x="68" y="0"/>
                    </a:cxn>
                    <a:cxn ang="0">
                      <a:pos x="78" y="0"/>
                    </a:cxn>
                    <a:cxn ang="0">
                      <a:pos x="76" y="3"/>
                    </a:cxn>
                    <a:cxn ang="0">
                      <a:pos x="75" y="7"/>
                    </a:cxn>
                    <a:cxn ang="0">
                      <a:pos x="76" y="11"/>
                    </a:cxn>
                    <a:cxn ang="0">
                      <a:pos x="79" y="16"/>
                    </a:cxn>
                  </a:cxnLst>
                  <a:rect l="0" t="0" r="r" b="b"/>
                  <a:pathLst>
                    <a:path w="79" h="16">
                      <a:moveTo>
                        <a:pt x="79" y="16"/>
                      </a:moveTo>
                      <a:lnTo>
                        <a:pt x="69" y="16"/>
                      </a:lnTo>
                      <a:lnTo>
                        <a:pt x="59" y="16"/>
                      </a:lnTo>
                      <a:lnTo>
                        <a:pt x="49" y="16"/>
                      </a:lnTo>
                      <a:lnTo>
                        <a:pt x="38" y="16"/>
                      </a:lnTo>
                      <a:lnTo>
                        <a:pt x="28" y="16"/>
                      </a:lnTo>
                      <a:lnTo>
                        <a:pt x="18" y="16"/>
                      </a:lnTo>
                      <a:lnTo>
                        <a:pt x="9" y="16"/>
                      </a:lnTo>
                      <a:lnTo>
                        <a:pt x="0" y="16"/>
                      </a:lnTo>
                      <a:lnTo>
                        <a:pt x="0" y="14"/>
                      </a:lnTo>
                      <a:lnTo>
                        <a:pt x="0" y="11"/>
                      </a:lnTo>
                      <a:lnTo>
                        <a:pt x="0" y="9"/>
                      </a:lnTo>
                      <a:lnTo>
                        <a:pt x="0" y="7"/>
                      </a:lnTo>
                      <a:lnTo>
                        <a:pt x="0" y="5"/>
                      </a:lnTo>
                      <a:lnTo>
                        <a:pt x="2" y="4"/>
                      </a:lnTo>
                      <a:lnTo>
                        <a:pt x="4" y="2"/>
                      </a:lnTo>
                      <a:lnTo>
                        <a:pt x="6" y="0"/>
                      </a:lnTo>
                      <a:lnTo>
                        <a:pt x="13" y="0"/>
                      </a:lnTo>
                      <a:lnTo>
                        <a:pt x="22" y="0"/>
                      </a:lnTo>
                      <a:lnTo>
                        <a:pt x="30" y="0"/>
                      </a:lnTo>
                      <a:lnTo>
                        <a:pt x="40" y="0"/>
                      </a:lnTo>
                      <a:lnTo>
                        <a:pt x="49" y="0"/>
                      </a:lnTo>
                      <a:lnTo>
                        <a:pt x="59" y="0"/>
                      </a:lnTo>
                      <a:lnTo>
                        <a:pt x="68" y="0"/>
                      </a:lnTo>
                      <a:lnTo>
                        <a:pt x="78" y="0"/>
                      </a:lnTo>
                      <a:lnTo>
                        <a:pt x="76" y="3"/>
                      </a:lnTo>
                      <a:lnTo>
                        <a:pt x="75" y="7"/>
                      </a:lnTo>
                      <a:lnTo>
                        <a:pt x="76" y="11"/>
                      </a:lnTo>
                      <a:lnTo>
                        <a:pt x="79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36" name="Freeform 64">
                  <a:extLst>
                    <a:ext uri="{FF2B5EF4-FFF2-40B4-BE49-F238E27FC236}">
                      <a16:creationId xmlns:a16="http://schemas.microsoft.com/office/drawing/2014/main" id="{5A2F8415-60AE-3446-9420-36CE3AF9D9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99" y="2398"/>
                  <a:ext cx="18" cy="16"/>
                </a:xfrm>
                <a:custGeom>
                  <a:avLst/>
                  <a:gdLst/>
                  <a:ahLst/>
                  <a:cxnLst>
                    <a:cxn ang="0">
                      <a:pos x="13" y="16"/>
                    </a:cxn>
                    <a:cxn ang="0">
                      <a:pos x="15" y="13"/>
                    </a:cxn>
                    <a:cxn ang="0">
                      <a:pos x="18" y="10"/>
                    </a:cxn>
                    <a:cxn ang="0">
                      <a:pos x="18" y="7"/>
                    </a:cxn>
                    <a:cxn ang="0">
                      <a:pos x="17" y="4"/>
                    </a:cxn>
                    <a:cxn ang="0">
                      <a:pos x="13" y="2"/>
                    </a:cxn>
                    <a:cxn ang="0">
                      <a:pos x="10" y="0"/>
                    </a:cxn>
                    <a:cxn ang="0">
                      <a:pos x="7" y="0"/>
                    </a:cxn>
                    <a:cxn ang="0">
                      <a:pos x="4" y="2"/>
                    </a:cxn>
                    <a:cxn ang="0">
                      <a:pos x="2" y="4"/>
                    </a:cxn>
                    <a:cxn ang="0">
                      <a:pos x="0" y="7"/>
                    </a:cxn>
                    <a:cxn ang="0">
                      <a:pos x="0" y="11"/>
                    </a:cxn>
                    <a:cxn ang="0">
                      <a:pos x="2" y="14"/>
                    </a:cxn>
                    <a:cxn ang="0">
                      <a:pos x="4" y="16"/>
                    </a:cxn>
                    <a:cxn ang="0">
                      <a:pos x="7" y="17"/>
                    </a:cxn>
                    <a:cxn ang="0">
                      <a:pos x="10" y="17"/>
                    </a:cxn>
                    <a:cxn ang="0">
                      <a:pos x="13" y="16"/>
                    </a:cxn>
                  </a:cxnLst>
                  <a:rect l="0" t="0" r="r" b="b"/>
                  <a:pathLst>
                    <a:path w="18" h="17">
                      <a:moveTo>
                        <a:pt x="13" y="16"/>
                      </a:moveTo>
                      <a:lnTo>
                        <a:pt x="15" y="13"/>
                      </a:lnTo>
                      <a:lnTo>
                        <a:pt x="18" y="10"/>
                      </a:lnTo>
                      <a:lnTo>
                        <a:pt x="18" y="7"/>
                      </a:lnTo>
                      <a:lnTo>
                        <a:pt x="17" y="4"/>
                      </a:lnTo>
                      <a:lnTo>
                        <a:pt x="13" y="2"/>
                      </a:lnTo>
                      <a:lnTo>
                        <a:pt x="10" y="0"/>
                      </a:lnTo>
                      <a:lnTo>
                        <a:pt x="7" y="0"/>
                      </a:lnTo>
                      <a:lnTo>
                        <a:pt x="4" y="2"/>
                      </a:lnTo>
                      <a:lnTo>
                        <a:pt x="2" y="4"/>
                      </a:lnTo>
                      <a:lnTo>
                        <a:pt x="0" y="7"/>
                      </a:lnTo>
                      <a:lnTo>
                        <a:pt x="0" y="11"/>
                      </a:lnTo>
                      <a:lnTo>
                        <a:pt x="2" y="14"/>
                      </a:lnTo>
                      <a:lnTo>
                        <a:pt x="4" y="16"/>
                      </a:lnTo>
                      <a:lnTo>
                        <a:pt x="7" y="17"/>
                      </a:lnTo>
                      <a:lnTo>
                        <a:pt x="10" y="17"/>
                      </a:lnTo>
                      <a:lnTo>
                        <a:pt x="13" y="16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37" name="Freeform 65">
                  <a:extLst>
                    <a:ext uri="{FF2B5EF4-FFF2-40B4-BE49-F238E27FC236}">
                      <a16:creationId xmlns:a16="http://schemas.microsoft.com/office/drawing/2014/main" id="{AEB8F0ED-ACA6-B9DA-E0BC-EE1B97DE20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80" y="2054"/>
                  <a:ext cx="138" cy="363"/>
                </a:xfrm>
                <a:custGeom>
                  <a:avLst/>
                  <a:gdLst/>
                  <a:ahLst/>
                  <a:cxnLst>
                    <a:cxn ang="0">
                      <a:pos x="37" y="270"/>
                    </a:cxn>
                    <a:cxn ang="0">
                      <a:pos x="28" y="254"/>
                    </a:cxn>
                    <a:cxn ang="0">
                      <a:pos x="17" y="237"/>
                    </a:cxn>
                    <a:cxn ang="0">
                      <a:pos x="9" y="223"/>
                    </a:cxn>
                    <a:cxn ang="0">
                      <a:pos x="4" y="215"/>
                    </a:cxn>
                    <a:cxn ang="0">
                      <a:pos x="0" y="205"/>
                    </a:cxn>
                    <a:cxn ang="0">
                      <a:pos x="3" y="189"/>
                    </a:cxn>
                    <a:cxn ang="0">
                      <a:pos x="6" y="151"/>
                    </a:cxn>
                    <a:cxn ang="0">
                      <a:pos x="11" y="115"/>
                    </a:cxn>
                    <a:cxn ang="0">
                      <a:pos x="25" y="49"/>
                    </a:cxn>
                    <a:cxn ang="0">
                      <a:pos x="33" y="16"/>
                    </a:cxn>
                    <a:cxn ang="0">
                      <a:pos x="53" y="0"/>
                    </a:cxn>
                    <a:cxn ang="0">
                      <a:pos x="76" y="4"/>
                    </a:cxn>
                    <a:cxn ang="0">
                      <a:pos x="92" y="24"/>
                    </a:cxn>
                    <a:cxn ang="0">
                      <a:pos x="90" y="56"/>
                    </a:cxn>
                    <a:cxn ang="0">
                      <a:pos x="80" y="88"/>
                    </a:cxn>
                    <a:cxn ang="0">
                      <a:pos x="69" y="133"/>
                    </a:cxn>
                    <a:cxn ang="0">
                      <a:pos x="56" y="179"/>
                    </a:cxn>
                    <a:cxn ang="0">
                      <a:pos x="52" y="195"/>
                    </a:cxn>
                    <a:cxn ang="0">
                      <a:pos x="52" y="202"/>
                    </a:cxn>
                    <a:cxn ang="0">
                      <a:pos x="58" y="210"/>
                    </a:cxn>
                    <a:cxn ang="0">
                      <a:pos x="72" y="232"/>
                    </a:cxn>
                    <a:cxn ang="0">
                      <a:pos x="84" y="257"/>
                    </a:cxn>
                    <a:cxn ang="0">
                      <a:pos x="94" y="277"/>
                    </a:cxn>
                    <a:cxn ang="0">
                      <a:pos x="106" y="298"/>
                    </a:cxn>
                    <a:cxn ang="0">
                      <a:pos x="118" y="318"/>
                    </a:cxn>
                    <a:cxn ang="0">
                      <a:pos x="126" y="332"/>
                    </a:cxn>
                    <a:cxn ang="0">
                      <a:pos x="134" y="344"/>
                    </a:cxn>
                    <a:cxn ang="0">
                      <a:pos x="138" y="349"/>
                    </a:cxn>
                    <a:cxn ang="0">
                      <a:pos x="138" y="353"/>
                    </a:cxn>
                    <a:cxn ang="0">
                      <a:pos x="137" y="358"/>
                    </a:cxn>
                    <a:cxn ang="0">
                      <a:pos x="131" y="363"/>
                    </a:cxn>
                    <a:cxn ang="0">
                      <a:pos x="126" y="363"/>
                    </a:cxn>
                    <a:cxn ang="0">
                      <a:pos x="123" y="360"/>
                    </a:cxn>
                    <a:cxn ang="0">
                      <a:pos x="119" y="356"/>
                    </a:cxn>
                    <a:cxn ang="0">
                      <a:pos x="103" y="344"/>
                    </a:cxn>
                    <a:cxn ang="0">
                      <a:pos x="80" y="321"/>
                    </a:cxn>
                    <a:cxn ang="0">
                      <a:pos x="53" y="293"/>
                    </a:cxn>
                  </a:cxnLst>
                  <a:rect l="0" t="0" r="r" b="b"/>
                  <a:pathLst>
                    <a:path w="138" h="363">
                      <a:moveTo>
                        <a:pt x="41" y="276"/>
                      </a:moveTo>
                      <a:lnTo>
                        <a:pt x="37" y="270"/>
                      </a:lnTo>
                      <a:lnTo>
                        <a:pt x="32" y="262"/>
                      </a:lnTo>
                      <a:lnTo>
                        <a:pt x="28" y="254"/>
                      </a:lnTo>
                      <a:lnTo>
                        <a:pt x="23" y="245"/>
                      </a:lnTo>
                      <a:lnTo>
                        <a:pt x="17" y="237"/>
                      </a:lnTo>
                      <a:lnTo>
                        <a:pt x="13" y="229"/>
                      </a:lnTo>
                      <a:lnTo>
                        <a:pt x="9" y="223"/>
                      </a:lnTo>
                      <a:lnTo>
                        <a:pt x="7" y="219"/>
                      </a:lnTo>
                      <a:lnTo>
                        <a:pt x="4" y="215"/>
                      </a:lnTo>
                      <a:lnTo>
                        <a:pt x="1" y="211"/>
                      </a:lnTo>
                      <a:lnTo>
                        <a:pt x="0" y="205"/>
                      </a:lnTo>
                      <a:lnTo>
                        <a:pt x="1" y="200"/>
                      </a:lnTo>
                      <a:lnTo>
                        <a:pt x="3" y="189"/>
                      </a:lnTo>
                      <a:lnTo>
                        <a:pt x="5" y="171"/>
                      </a:lnTo>
                      <a:lnTo>
                        <a:pt x="6" y="151"/>
                      </a:lnTo>
                      <a:lnTo>
                        <a:pt x="7" y="136"/>
                      </a:lnTo>
                      <a:lnTo>
                        <a:pt x="11" y="115"/>
                      </a:lnTo>
                      <a:lnTo>
                        <a:pt x="17" y="82"/>
                      </a:lnTo>
                      <a:lnTo>
                        <a:pt x="25" y="49"/>
                      </a:lnTo>
                      <a:lnTo>
                        <a:pt x="28" y="32"/>
                      </a:lnTo>
                      <a:lnTo>
                        <a:pt x="33" y="16"/>
                      </a:lnTo>
                      <a:lnTo>
                        <a:pt x="42" y="5"/>
                      </a:lnTo>
                      <a:lnTo>
                        <a:pt x="53" y="0"/>
                      </a:lnTo>
                      <a:lnTo>
                        <a:pt x="65" y="0"/>
                      </a:lnTo>
                      <a:lnTo>
                        <a:pt x="76" y="4"/>
                      </a:lnTo>
                      <a:lnTo>
                        <a:pt x="86" y="13"/>
                      </a:lnTo>
                      <a:lnTo>
                        <a:pt x="92" y="24"/>
                      </a:lnTo>
                      <a:lnTo>
                        <a:pt x="93" y="40"/>
                      </a:lnTo>
                      <a:lnTo>
                        <a:pt x="90" y="56"/>
                      </a:lnTo>
                      <a:lnTo>
                        <a:pt x="86" y="71"/>
                      </a:lnTo>
                      <a:lnTo>
                        <a:pt x="80" y="88"/>
                      </a:lnTo>
                      <a:lnTo>
                        <a:pt x="75" y="108"/>
                      </a:lnTo>
                      <a:lnTo>
                        <a:pt x="69" y="133"/>
                      </a:lnTo>
                      <a:lnTo>
                        <a:pt x="63" y="158"/>
                      </a:lnTo>
                      <a:lnTo>
                        <a:pt x="56" y="179"/>
                      </a:lnTo>
                      <a:lnTo>
                        <a:pt x="53" y="191"/>
                      </a:lnTo>
                      <a:lnTo>
                        <a:pt x="52" y="195"/>
                      </a:lnTo>
                      <a:lnTo>
                        <a:pt x="51" y="199"/>
                      </a:lnTo>
                      <a:lnTo>
                        <a:pt x="52" y="202"/>
                      </a:lnTo>
                      <a:lnTo>
                        <a:pt x="54" y="205"/>
                      </a:lnTo>
                      <a:lnTo>
                        <a:pt x="58" y="210"/>
                      </a:lnTo>
                      <a:lnTo>
                        <a:pt x="65" y="219"/>
                      </a:lnTo>
                      <a:lnTo>
                        <a:pt x="72" y="232"/>
                      </a:lnTo>
                      <a:lnTo>
                        <a:pt x="80" y="248"/>
                      </a:lnTo>
                      <a:lnTo>
                        <a:pt x="84" y="257"/>
                      </a:lnTo>
                      <a:lnTo>
                        <a:pt x="89" y="267"/>
                      </a:lnTo>
                      <a:lnTo>
                        <a:pt x="94" y="277"/>
                      </a:lnTo>
                      <a:lnTo>
                        <a:pt x="100" y="288"/>
                      </a:lnTo>
                      <a:lnTo>
                        <a:pt x="106" y="298"/>
                      </a:lnTo>
                      <a:lnTo>
                        <a:pt x="112" y="309"/>
                      </a:lnTo>
                      <a:lnTo>
                        <a:pt x="118" y="318"/>
                      </a:lnTo>
                      <a:lnTo>
                        <a:pt x="123" y="326"/>
                      </a:lnTo>
                      <a:lnTo>
                        <a:pt x="126" y="332"/>
                      </a:lnTo>
                      <a:lnTo>
                        <a:pt x="130" y="337"/>
                      </a:lnTo>
                      <a:lnTo>
                        <a:pt x="134" y="344"/>
                      </a:lnTo>
                      <a:lnTo>
                        <a:pt x="137" y="347"/>
                      </a:lnTo>
                      <a:lnTo>
                        <a:pt x="138" y="349"/>
                      </a:lnTo>
                      <a:lnTo>
                        <a:pt x="138" y="351"/>
                      </a:lnTo>
                      <a:lnTo>
                        <a:pt x="138" y="353"/>
                      </a:lnTo>
                      <a:lnTo>
                        <a:pt x="138" y="355"/>
                      </a:lnTo>
                      <a:lnTo>
                        <a:pt x="137" y="358"/>
                      </a:lnTo>
                      <a:lnTo>
                        <a:pt x="134" y="360"/>
                      </a:lnTo>
                      <a:lnTo>
                        <a:pt x="131" y="363"/>
                      </a:lnTo>
                      <a:lnTo>
                        <a:pt x="127" y="363"/>
                      </a:lnTo>
                      <a:lnTo>
                        <a:pt x="126" y="363"/>
                      </a:lnTo>
                      <a:lnTo>
                        <a:pt x="124" y="361"/>
                      </a:lnTo>
                      <a:lnTo>
                        <a:pt x="123" y="360"/>
                      </a:lnTo>
                      <a:lnTo>
                        <a:pt x="122" y="359"/>
                      </a:lnTo>
                      <a:lnTo>
                        <a:pt x="119" y="356"/>
                      </a:lnTo>
                      <a:lnTo>
                        <a:pt x="112" y="351"/>
                      </a:lnTo>
                      <a:lnTo>
                        <a:pt x="103" y="344"/>
                      </a:lnTo>
                      <a:lnTo>
                        <a:pt x="92" y="333"/>
                      </a:lnTo>
                      <a:lnTo>
                        <a:pt x="80" y="321"/>
                      </a:lnTo>
                      <a:lnTo>
                        <a:pt x="67" y="308"/>
                      </a:lnTo>
                      <a:lnTo>
                        <a:pt x="53" y="293"/>
                      </a:lnTo>
                      <a:lnTo>
                        <a:pt x="41" y="276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38" name="Freeform 66">
                  <a:extLst>
                    <a:ext uri="{FF2B5EF4-FFF2-40B4-BE49-F238E27FC236}">
                      <a16:creationId xmlns:a16="http://schemas.microsoft.com/office/drawing/2014/main" id="{A62FF846-D8C3-3EAD-5AEC-5D567A693C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00" y="2398"/>
                  <a:ext cx="17" cy="16"/>
                </a:xfrm>
                <a:custGeom>
                  <a:avLst/>
                  <a:gdLst/>
                  <a:ahLst/>
                  <a:cxnLst>
                    <a:cxn ang="0">
                      <a:pos x="7" y="16"/>
                    </a:cxn>
                    <a:cxn ang="0">
                      <a:pos x="10" y="16"/>
                    </a:cxn>
                    <a:cxn ang="0">
                      <a:pos x="13" y="15"/>
                    </a:cxn>
                    <a:cxn ang="0">
                      <a:pos x="16" y="12"/>
                    </a:cxn>
                    <a:cxn ang="0">
                      <a:pos x="17" y="9"/>
                    </a:cxn>
                    <a:cxn ang="0">
                      <a:pos x="17" y="5"/>
                    </a:cxn>
                    <a:cxn ang="0">
                      <a:pos x="14" y="3"/>
                    </a:cxn>
                    <a:cxn ang="0">
                      <a:pos x="12" y="1"/>
                    </a:cxn>
                    <a:cxn ang="0">
                      <a:pos x="9" y="0"/>
                    </a:cxn>
                    <a:cxn ang="0">
                      <a:pos x="5" y="0"/>
                    </a:cxn>
                    <a:cxn ang="0">
                      <a:pos x="3" y="1"/>
                    </a:cxn>
                    <a:cxn ang="0">
                      <a:pos x="1" y="4"/>
                    </a:cxn>
                    <a:cxn ang="0">
                      <a:pos x="0" y="7"/>
                    </a:cxn>
                    <a:cxn ang="0">
                      <a:pos x="0" y="11"/>
                    </a:cxn>
                    <a:cxn ang="0">
                      <a:pos x="1" y="13"/>
                    </a:cxn>
                    <a:cxn ang="0">
                      <a:pos x="4" y="15"/>
                    </a:cxn>
                    <a:cxn ang="0">
                      <a:pos x="7" y="16"/>
                    </a:cxn>
                  </a:cxnLst>
                  <a:rect l="0" t="0" r="r" b="b"/>
                  <a:pathLst>
                    <a:path w="17" h="16">
                      <a:moveTo>
                        <a:pt x="7" y="16"/>
                      </a:moveTo>
                      <a:lnTo>
                        <a:pt x="10" y="16"/>
                      </a:lnTo>
                      <a:lnTo>
                        <a:pt x="13" y="15"/>
                      </a:lnTo>
                      <a:lnTo>
                        <a:pt x="16" y="12"/>
                      </a:lnTo>
                      <a:lnTo>
                        <a:pt x="17" y="9"/>
                      </a:lnTo>
                      <a:lnTo>
                        <a:pt x="17" y="5"/>
                      </a:lnTo>
                      <a:lnTo>
                        <a:pt x="14" y="3"/>
                      </a:lnTo>
                      <a:lnTo>
                        <a:pt x="12" y="1"/>
                      </a:lnTo>
                      <a:lnTo>
                        <a:pt x="9" y="0"/>
                      </a:lnTo>
                      <a:lnTo>
                        <a:pt x="5" y="0"/>
                      </a:lnTo>
                      <a:lnTo>
                        <a:pt x="3" y="1"/>
                      </a:lnTo>
                      <a:lnTo>
                        <a:pt x="1" y="4"/>
                      </a:lnTo>
                      <a:lnTo>
                        <a:pt x="0" y="7"/>
                      </a:lnTo>
                      <a:lnTo>
                        <a:pt x="0" y="11"/>
                      </a:lnTo>
                      <a:lnTo>
                        <a:pt x="1" y="13"/>
                      </a:lnTo>
                      <a:lnTo>
                        <a:pt x="4" y="15"/>
                      </a:lnTo>
                      <a:lnTo>
                        <a:pt x="7" y="16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7939" name="Freeform 67">
                  <a:extLst>
                    <a:ext uri="{FF2B5EF4-FFF2-40B4-BE49-F238E27FC236}">
                      <a16:creationId xmlns:a16="http://schemas.microsoft.com/office/drawing/2014/main" id="{10EAFC3E-1898-ABBD-EBFE-AFFAC45116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7" y="2084"/>
                  <a:ext cx="18" cy="17"/>
                </a:xfrm>
                <a:custGeom>
                  <a:avLst/>
                  <a:gdLst/>
                  <a:ahLst/>
                  <a:cxnLst>
                    <a:cxn ang="0">
                      <a:pos x="7" y="18"/>
                    </a:cxn>
                    <a:cxn ang="0">
                      <a:pos x="11" y="17"/>
                    </a:cxn>
                    <a:cxn ang="0">
                      <a:pos x="15" y="16"/>
                    </a:cxn>
                    <a:cxn ang="0">
                      <a:pos x="17" y="13"/>
                    </a:cxn>
                    <a:cxn ang="0">
                      <a:pos x="18" y="10"/>
                    </a:cxn>
                    <a:cxn ang="0">
                      <a:pos x="17" y="7"/>
                    </a:cxn>
                    <a:cxn ang="0">
                      <a:pos x="16" y="4"/>
                    </a:cxn>
                    <a:cxn ang="0">
                      <a:pos x="13" y="1"/>
                    </a:cxn>
                    <a:cxn ang="0">
                      <a:pos x="9" y="0"/>
                    </a:cxn>
                    <a:cxn ang="0">
                      <a:pos x="6" y="0"/>
                    </a:cxn>
                    <a:cxn ang="0">
                      <a:pos x="3" y="3"/>
                    </a:cxn>
                    <a:cxn ang="0">
                      <a:pos x="1" y="5"/>
                    </a:cxn>
                    <a:cxn ang="0">
                      <a:pos x="0" y="8"/>
                    </a:cxn>
                    <a:cxn ang="0">
                      <a:pos x="0" y="12"/>
                    </a:cxn>
                    <a:cxn ang="0">
                      <a:pos x="2" y="14"/>
                    </a:cxn>
                    <a:cxn ang="0">
                      <a:pos x="4" y="17"/>
                    </a:cxn>
                    <a:cxn ang="0">
                      <a:pos x="7" y="18"/>
                    </a:cxn>
                  </a:cxnLst>
                  <a:rect l="0" t="0" r="r" b="b"/>
                  <a:pathLst>
                    <a:path w="18" h="18">
                      <a:moveTo>
                        <a:pt x="7" y="18"/>
                      </a:moveTo>
                      <a:lnTo>
                        <a:pt x="11" y="17"/>
                      </a:lnTo>
                      <a:lnTo>
                        <a:pt x="15" y="16"/>
                      </a:lnTo>
                      <a:lnTo>
                        <a:pt x="17" y="13"/>
                      </a:lnTo>
                      <a:lnTo>
                        <a:pt x="18" y="10"/>
                      </a:lnTo>
                      <a:lnTo>
                        <a:pt x="17" y="7"/>
                      </a:lnTo>
                      <a:lnTo>
                        <a:pt x="16" y="4"/>
                      </a:lnTo>
                      <a:lnTo>
                        <a:pt x="13" y="1"/>
                      </a:lnTo>
                      <a:lnTo>
                        <a:pt x="9" y="0"/>
                      </a:lnTo>
                      <a:lnTo>
                        <a:pt x="6" y="0"/>
                      </a:lnTo>
                      <a:lnTo>
                        <a:pt x="3" y="3"/>
                      </a:lnTo>
                      <a:lnTo>
                        <a:pt x="1" y="5"/>
                      </a:lnTo>
                      <a:lnTo>
                        <a:pt x="0" y="8"/>
                      </a:lnTo>
                      <a:lnTo>
                        <a:pt x="0" y="12"/>
                      </a:lnTo>
                      <a:lnTo>
                        <a:pt x="2" y="14"/>
                      </a:lnTo>
                      <a:lnTo>
                        <a:pt x="4" y="17"/>
                      </a:lnTo>
                      <a:lnTo>
                        <a:pt x="7" y="18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grpSp>
              <p:nvGrpSpPr>
                <p:cNvPr id="12362" name="Group 68">
                  <a:extLst>
                    <a:ext uri="{FF2B5EF4-FFF2-40B4-BE49-F238E27FC236}">
                      <a16:creationId xmlns:a16="http://schemas.microsoft.com/office/drawing/2014/main" id="{CB39D958-B98E-ADFA-EF6F-087D928CFB3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68" y="1836"/>
                  <a:ext cx="521" cy="1200"/>
                  <a:chOff x="1468" y="1836"/>
                  <a:chExt cx="521" cy="1200"/>
                </a:xfrm>
              </p:grpSpPr>
              <p:sp>
                <p:nvSpPr>
                  <p:cNvPr id="207941" name="Freeform 69">
                    <a:extLst>
                      <a:ext uri="{FF2B5EF4-FFF2-40B4-BE49-F238E27FC236}">
                        <a16:creationId xmlns:a16="http://schemas.microsoft.com/office/drawing/2014/main" id="{E7527F32-55A1-4878-6A8A-9BFD58F97B8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7" y="2053"/>
                    <a:ext cx="173" cy="343"/>
                  </a:xfrm>
                  <a:custGeom>
                    <a:avLst/>
                    <a:gdLst/>
                    <a:ahLst/>
                    <a:cxnLst>
                      <a:cxn ang="0">
                        <a:pos x="58" y="271"/>
                      </a:cxn>
                      <a:cxn ang="0">
                        <a:pos x="45" y="257"/>
                      </a:cxn>
                      <a:cxn ang="0">
                        <a:pos x="33" y="242"/>
                      </a:cxn>
                      <a:cxn ang="0">
                        <a:pos x="21" y="231"/>
                      </a:cxn>
                      <a:cxn ang="0">
                        <a:pos x="14" y="223"/>
                      </a:cxn>
                      <a:cxn ang="0">
                        <a:pos x="9" y="216"/>
                      </a:cxn>
                      <a:cxn ang="0">
                        <a:pos x="8" y="199"/>
                      </a:cxn>
                      <a:cxn ang="0">
                        <a:pos x="4" y="160"/>
                      </a:cxn>
                      <a:cxn ang="0">
                        <a:pos x="1" y="125"/>
                      </a:cxn>
                      <a:cxn ang="0">
                        <a:pos x="0" y="57"/>
                      </a:cxn>
                      <a:cxn ang="0">
                        <a:pos x="1" y="22"/>
                      </a:cxn>
                      <a:cxn ang="0">
                        <a:pos x="18" y="3"/>
                      </a:cxn>
                      <a:cxn ang="0">
                        <a:pos x="42" y="2"/>
                      </a:cxn>
                      <a:cxn ang="0">
                        <a:pos x="62" y="20"/>
                      </a:cxn>
                      <a:cxn ang="0">
                        <a:pos x="66" y="50"/>
                      </a:cxn>
                      <a:cxn ang="0">
                        <a:pos x="62" y="84"/>
                      </a:cxn>
                      <a:cxn ang="0">
                        <a:pos x="62" y="130"/>
                      </a:cxn>
                      <a:cxn ang="0">
                        <a:pos x="58" y="178"/>
                      </a:cxn>
                      <a:cxn ang="0">
                        <a:pos x="57" y="194"/>
                      </a:cxn>
                      <a:cxn ang="0">
                        <a:pos x="59" y="201"/>
                      </a:cxn>
                      <a:cxn ang="0">
                        <a:pos x="64" y="205"/>
                      </a:cxn>
                      <a:cxn ang="0">
                        <a:pos x="71" y="211"/>
                      </a:cxn>
                      <a:cxn ang="0">
                        <a:pos x="80" y="220"/>
                      </a:cxn>
                      <a:cxn ang="0">
                        <a:pos x="90" y="233"/>
                      </a:cxn>
                      <a:cxn ang="0">
                        <a:pos x="101" y="249"/>
                      </a:cxn>
                      <a:cxn ang="0">
                        <a:pos x="116" y="266"/>
                      </a:cxn>
                      <a:cxn ang="0">
                        <a:pos x="132" y="285"/>
                      </a:cxn>
                      <a:cxn ang="0">
                        <a:pos x="148" y="301"/>
                      </a:cxn>
                      <a:cxn ang="0">
                        <a:pos x="158" y="313"/>
                      </a:cxn>
                      <a:cxn ang="0">
                        <a:pos x="168" y="322"/>
                      </a:cxn>
                      <a:cxn ang="0">
                        <a:pos x="171" y="328"/>
                      </a:cxn>
                      <a:cxn ang="0">
                        <a:pos x="172" y="331"/>
                      </a:cxn>
                      <a:cxn ang="0">
                        <a:pos x="172" y="337"/>
                      </a:cxn>
                      <a:cxn ang="0">
                        <a:pos x="169" y="341"/>
                      </a:cxn>
                      <a:cxn ang="0">
                        <a:pos x="164" y="342"/>
                      </a:cxn>
                      <a:cxn ang="0">
                        <a:pos x="161" y="342"/>
                      </a:cxn>
                      <a:cxn ang="0">
                        <a:pos x="156" y="339"/>
                      </a:cxn>
                      <a:cxn ang="0">
                        <a:pos x="138" y="330"/>
                      </a:cxn>
                      <a:cxn ang="0">
                        <a:pos x="111" y="313"/>
                      </a:cxn>
                      <a:cxn ang="0">
                        <a:pos x="78" y="290"/>
                      </a:cxn>
                    </a:cxnLst>
                    <a:rect l="0" t="0" r="r" b="b"/>
                    <a:pathLst>
                      <a:path w="173" h="342">
                        <a:moveTo>
                          <a:pt x="62" y="276"/>
                        </a:moveTo>
                        <a:lnTo>
                          <a:pt x="58" y="271"/>
                        </a:lnTo>
                        <a:lnTo>
                          <a:pt x="52" y="264"/>
                        </a:lnTo>
                        <a:lnTo>
                          <a:pt x="45" y="257"/>
                        </a:lnTo>
                        <a:lnTo>
                          <a:pt x="39" y="250"/>
                        </a:lnTo>
                        <a:lnTo>
                          <a:pt x="33" y="242"/>
                        </a:lnTo>
                        <a:lnTo>
                          <a:pt x="26" y="235"/>
                        </a:lnTo>
                        <a:lnTo>
                          <a:pt x="21" y="231"/>
                        </a:lnTo>
                        <a:lnTo>
                          <a:pt x="18" y="227"/>
                        </a:lnTo>
                        <a:lnTo>
                          <a:pt x="14" y="223"/>
                        </a:lnTo>
                        <a:lnTo>
                          <a:pt x="10" y="220"/>
                        </a:lnTo>
                        <a:lnTo>
                          <a:pt x="9" y="216"/>
                        </a:lnTo>
                        <a:lnTo>
                          <a:pt x="8" y="211"/>
                        </a:lnTo>
                        <a:lnTo>
                          <a:pt x="8" y="199"/>
                        </a:lnTo>
                        <a:lnTo>
                          <a:pt x="6" y="180"/>
                        </a:lnTo>
                        <a:lnTo>
                          <a:pt x="4" y="160"/>
                        </a:lnTo>
                        <a:lnTo>
                          <a:pt x="2" y="146"/>
                        </a:lnTo>
                        <a:lnTo>
                          <a:pt x="1" y="125"/>
                        </a:lnTo>
                        <a:lnTo>
                          <a:pt x="1" y="90"/>
                        </a:lnTo>
                        <a:lnTo>
                          <a:pt x="0" y="57"/>
                        </a:lnTo>
                        <a:lnTo>
                          <a:pt x="0" y="39"/>
                        </a:lnTo>
                        <a:lnTo>
                          <a:pt x="1" y="22"/>
                        </a:lnTo>
                        <a:lnTo>
                          <a:pt x="8" y="10"/>
                        </a:lnTo>
                        <a:lnTo>
                          <a:pt x="18" y="3"/>
                        </a:lnTo>
                        <a:lnTo>
                          <a:pt x="30" y="0"/>
                        </a:lnTo>
                        <a:lnTo>
                          <a:pt x="42" y="2"/>
                        </a:lnTo>
                        <a:lnTo>
                          <a:pt x="54" y="8"/>
                        </a:lnTo>
                        <a:lnTo>
                          <a:pt x="62" y="20"/>
                        </a:lnTo>
                        <a:lnTo>
                          <a:pt x="66" y="35"/>
                        </a:lnTo>
                        <a:lnTo>
                          <a:pt x="66" y="50"/>
                        </a:lnTo>
                        <a:lnTo>
                          <a:pt x="64" y="66"/>
                        </a:lnTo>
                        <a:lnTo>
                          <a:pt x="62" y="84"/>
                        </a:lnTo>
                        <a:lnTo>
                          <a:pt x="62" y="105"/>
                        </a:lnTo>
                        <a:lnTo>
                          <a:pt x="62" y="130"/>
                        </a:lnTo>
                        <a:lnTo>
                          <a:pt x="60" y="157"/>
                        </a:lnTo>
                        <a:lnTo>
                          <a:pt x="58" y="178"/>
                        </a:lnTo>
                        <a:lnTo>
                          <a:pt x="57" y="190"/>
                        </a:lnTo>
                        <a:lnTo>
                          <a:pt x="57" y="194"/>
                        </a:lnTo>
                        <a:lnTo>
                          <a:pt x="58" y="198"/>
                        </a:lnTo>
                        <a:lnTo>
                          <a:pt x="59" y="201"/>
                        </a:lnTo>
                        <a:lnTo>
                          <a:pt x="62" y="204"/>
                        </a:lnTo>
                        <a:lnTo>
                          <a:pt x="64" y="205"/>
                        </a:lnTo>
                        <a:lnTo>
                          <a:pt x="67" y="207"/>
                        </a:lnTo>
                        <a:lnTo>
                          <a:pt x="71" y="211"/>
                        </a:lnTo>
                        <a:lnTo>
                          <a:pt x="75" y="215"/>
                        </a:lnTo>
                        <a:lnTo>
                          <a:pt x="80" y="220"/>
                        </a:lnTo>
                        <a:lnTo>
                          <a:pt x="84" y="226"/>
                        </a:lnTo>
                        <a:lnTo>
                          <a:pt x="90" y="233"/>
                        </a:lnTo>
                        <a:lnTo>
                          <a:pt x="95" y="240"/>
                        </a:lnTo>
                        <a:lnTo>
                          <a:pt x="101" y="249"/>
                        </a:lnTo>
                        <a:lnTo>
                          <a:pt x="107" y="257"/>
                        </a:lnTo>
                        <a:lnTo>
                          <a:pt x="116" y="266"/>
                        </a:lnTo>
                        <a:lnTo>
                          <a:pt x="123" y="276"/>
                        </a:lnTo>
                        <a:lnTo>
                          <a:pt x="132" y="285"/>
                        </a:lnTo>
                        <a:lnTo>
                          <a:pt x="139" y="294"/>
                        </a:lnTo>
                        <a:lnTo>
                          <a:pt x="148" y="301"/>
                        </a:lnTo>
                        <a:lnTo>
                          <a:pt x="154" y="309"/>
                        </a:lnTo>
                        <a:lnTo>
                          <a:pt x="158" y="313"/>
                        </a:lnTo>
                        <a:lnTo>
                          <a:pt x="163" y="318"/>
                        </a:lnTo>
                        <a:lnTo>
                          <a:pt x="168" y="322"/>
                        </a:lnTo>
                        <a:lnTo>
                          <a:pt x="170" y="326"/>
                        </a:lnTo>
                        <a:lnTo>
                          <a:pt x="171" y="328"/>
                        </a:lnTo>
                        <a:lnTo>
                          <a:pt x="172" y="329"/>
                        </a:lnTo>
                        <a:lnTo>
                          <a:pt x="172" y="331"/>
                        </a:lnTo>
                        <a:lnTo>
                          <a:pt x="173" y="333"/>
                        </a:lnTo>
                        <a:lnTo>
                          <a:pt x="172" y="337"/>
                        </a:lnTo>
                        <a:lnTo>
                          <a:pt x="171" y="339"/>
                        </a:lnTo>
                        <a:lnTo>
                          <a:pt x="169" y="341"/>
                        </a:lnTo>
                        <a:lnTo>
                          <a:pt x="166" y="342"/>
                        </a:lnTo>
                        <a:lnTo>
                          <a:pt x="164" y="342"/>
                        </a:lnTo>
                        <a:lnTo>
                          <a:pt x="162" y="342"/>
                        </a:lnTo>
                        <a:lnTo>
                          <a:pt x="161" y="342"/>
                        </a:lnTo>
                        <a:lnTo>
                          <a:pt x="159" y="341"/>
                        </a:lnTo>
                        <a:lnTo>
                          <a:pt x="156" y="339"/>
                        </a:lnTo>
                        <a:lnTo>
                          <a:pt x="149" y="335"/>
                        </a:lnTo>
                        <a:lnTo>
                          <a:pt x="138" y="330"/>
                        </a:lnTo>
                        <a:lnTo>
                          <a:pt x="125" y="322"/>
                        </a:lnTo>
                        <a:lnTo>
                          <a:pt x="111" y="313"/>
                        </a:lnTo>
                        <a:lnTo>
                          <a:pt x="95" y="302"/>
                        </a:lnTo>
                        <a:lnTo>
                          <a:pt x="78" y="290"/>
                        </a:lnTo>
                        <a:lnTo>
                          <a:pt x="62" y="276"/>
                        </a:lnTo>
                        <a:close/>
                      </a:path>
                    </a:pathLst>
                  </a:custGeom>
                  <a:solidFill>
                    <a:srgbClr val="E5B2B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07942" name="Freeform 70">
                    <a:extLst>
                      <a:ext uri="{FF2B5EF4-FFF2-40B4-BE49-F238E27FC236}">
                        <a16:creationId xmlns:a16="http://schemas.microsoft.com/office/drawing/2014/main" id="{4C145941-9CD9-8315-9087-0F4835ADA26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7" y="1836"/>
                    <a:ext cx="182" cy="156"/>
                  </a:xfrm>
                  <a:custGeom>
                    <a:avLst/>
                    <a:gdLst/>
                    <a:ahLst/>
                    <a:cxnLst>
                      <a:cxn ang="0">
                        <a:pos x="163" y="76"/>
                      </a:cxn>
                      <a:cxn ang="0">
                        <a:pos x="171" y="67"/>
                      </a:cxn>
                      <a:cxn ang="0">
                        <a:pos x="180" y="61"/>
                      </a:cxn>
                      <a:cxn ang="0">
                        <a:pos x="182" y="49"/>
                      </a:cxn>
                      <a:cxn ang="0">
                        <a:pos x="177" y="39"/>
                      </a:cxn>
                      <a:cxn ang="0">
                        <a:pos x="172" y="27"/>
                      </a:cxn>
                      <a:cxn ang="0">
                        <a:pos x="169" y="21"/>
                      </a:cxn>
                      <a:cxn ang="0">
                        <a:pos x="158" y="18"/>
                      </a:cxn>
                      <a:cxn ang="0">
                        <a:pos x="149" y="18"/>
                      </a:cxn>
                      <a:cxn ang="0">
                        <a:pos x="139" y="14"/>
                      </a:cxn>
                      <a:cxn ang="0">
                        <a:pos x="126" y="9"/>
                      </a:cxn>
                      <a:cxn ang="0">
                        <a:pos x="114" y="5"/>
                      </a:cxn>
                      <a:cxn ang="0">
                        <a:pos x="100" y="2"/>
                      </a:cxn>
                      <a:cxn ang="0">
                        <a:pos x="85" y="0"/>
                      </a:cxn>
                      <a:cxn ang="0">
                        <a:pos x="69" y="2"/>
                      </a:cxn>
                      <a:cxn ang="0">
                        <a:pos x="50" y="8"/>
                      </a:cxn>
                      <a:cxn ang="0">
                        <a:pos x="37" y="18"/>
                      </a:cxn>
                      <a:cxn ang="0">
                        <a:pos x="28" y="25"/>
                      </a:cxn>
                      <a:cxn ang="0">
                        <a:pos x="19" y="37"/>
                      </a:cxn>
                      <a:cxn ang="0">
                        <a:pos x="12" y="51"/>
                      </a:cxn>
                      <a:cxn ang="0">
                        <a:pos x="6" y="76"/>
                      </a:cxn>
                      <a:cxn ang="0">
                        <a:pos x="7" y="96"/>
                      </a:cxn>
                      <a:cxn ang="0">
                        <a:pos x="12" y="107"/>
                      </a:cxn>
                      <a:cxn ang="0">
                        <a:pos x="12" y="115"/>
                      </a:cxn>
                      <a:cxn ang="0">
                        <a:pos x="7" y="116"/>
                      </a:cxn>
                      <a:cxn ang="0">
                        <a:pos x="2" y="116"/>
                      </a:cxn>
                      <a:cxn ang="0">
                        <a:pos x="1" y="120"/>
                      </a:cxn>
                      <a:cxn ang="0">
                        <a:pos x="0" y="131"/>
                      </a:cxn>
                      <a:cxn ang="0">
                        <a:pos x="3" y="138"/>
                      </a:cxn>
                      <a:cxn ang="0">
                        <a:pos x="11" y="140"/>
                      </a:cxn>
                      <a:cxn ang="0">
                        <a:pos x="15" y="145"/>
                      </a:cxn>
                      <a:cxn ang="0">
                        <a:pos x="28" y="155"/>
                      </a:cxn>
                      <a:cxn ang="0">
                        <a:pos x="47" y="155"/>
                      </a:cxn>
                      <a:cxn ang="0">
                        <a:pos x="56" y="148"/>
                      </a:cxn>
                      <a:cxn ang="0">
                        <a:pos x="62" y="146"/>
                      </a:cxn>
                      <a:cxn ang="0">
                        <a:pos x="76" y="147"/>
                      </a:cxn>
                      <a:cxn ang="0">
                        <a:pos x="91" y="141"/>
                      </a:cxn>
                      <a:cxn ang="0">
                        <a:pos x="98" y="126"/>
                      </a:cxn>
                      <a:cxn ang="0">
                        <a:pos x="105" y="112"/>
                      </a:cxn>
                      <a:cxn ang="0">
                        <a:pos x="119" y="97"/>
                      </a:cxn>
                      <a:cxn ang="0">
                        <a:pos x="128" y="83"/>
                      </a:cxn>
                      <a:cxn ang="0">
                        <a:pos x="140" y="70"/>
                      </a:cxn>
                      <a:cxn ang="0">
                        <a:pos x="155" y="68"/>
                      </a:cxn>
                      <a:cxn ang="0">
                        <a:pos x="161" y="73"/>
                      </a:cxn>
                    </a:cxnLst>
                    <a:rect l="0" t="0" r="r" b="b"/>
                    <a:pathLst>
                      <a:path w="182" h="156">
                        <a:moveTo>
                          <a:pt x="160" y="80"/>
                        </a:moveTo>
                        <a:lnTo>
                          <a:pt x="163" y="76"/>
                        </a:lnTo>
                        <a:lnTo>
                          <a:pt x="167" y="71"/>
                        </a:lnTo>
                        <a:lnTo>
                          <a:pt x="171" y="67"/>
                        </a:lnTo>
                        <a:lnTo>
                          <a:pt x="176" y="65"/>
                        </a:lnTo>
                        <a:lnTo>
                          <a:pt x="180" y="61"/>
                        </a:lnTo>
                        <a:lnTo>
                          <a:pt x="182" y="56"/>
                        </a:lnTo>
                        <a:lnTo>
                          <a:pt x="182" y="49"/>
                        </a:lnTo>
                        <a:lnTo>
                          <a:pt x="180" y="44"/>
                        </a:lnTo>
                        <a:lnTo>
                          <a:pt x="177" y="39"/>
                        </a:lnTo>
                        <a:lnTo>
                          <a:pt x="175" y="32"/>
                        </a:lnTo>
                        <a:lnTo>
                          <a:pt x="172" y="27"/>
                        </a:lnTo>
                        <a:lnTo>
                          <a:pt x="171" y="23"/>
                        </a:lnTo>
                        <a:lnTo>
                          <a:pt x="169" y="21"/>
                        </a:lnTo>
                        <a:lnTo>
                          <a:pt x="163" y="19"/>
                        </a:lnTo>
                        <a:lnTo>
                          <a:pt x="158" y="18"/>
                        </a:lnTo>
                        <a:lnTo>
                          <a:pt x="152" y="18"/>
                        </a:lnTo>
                        <a:lnTo>
                          <a:pt x="149" y="18"/>
                        </a:lnTo>
                        <a:lnTo>
                          <a:pt x="144" y="17"/>
                        </a:lnTo>
                        <a:lnTo>
                          <a:pt x="139" y="14"/>
                        </a:lnTo>
                        <a:lnTo>
                          <a:pt x="133" y="11"/>
                        </a:lnTo>
                        <a:lnTo>
                          <a:pt x="126" y="9"/>
                        </a:lnTo>
                        <a:lnTo>
                          <a:pt x="120" y="7"/>
                        </a:lnTo>
                        <a:lnTo>
                          <a:pt x="114" y="5"/>
                        </a:lnTo>
                        <a:lnTo>
                          <a:pt x="107" y="3"/>
                        </a:lnTo>
                        <a:lnTo>
                          <a:pt x="100" y="2"/>
                        </a:lnTo>
                        <a:lnTo>
                          <a:pt x="94" y="1"/>
                        </a:lnTo>
                        <a:lnTo>
                          <a:pt x="85" y="0"/>
                        </a:lnTo>
                        <a:lnTo>
                          <a:pt x="78" y="1"/>
                        </a:lnTo>
                        <a:lnTo>
                          <a:pt x="69" y="2"/>
                        </a:lnTo>
                        <a:lnTo>
                          <a:pt x="60" y="5"/>
                        </a:lnTo>
                        <a:lnTo>
                          <a:pt x="50" y="8"/>
                        </a:lnTo>
                        <a:lnTo>
                          <a:pt x="41" y="14"/>
                        </a:lnTo>
                        <a:lnTo>
                          <a:pt x="37" y="18"/>
                        </a:lnTo>
                        <a:lnTo>
                          <a:pt x="33" y="21"/>
                        </a:lnTo>
                        <a:lnTo>
                          <a:pt x="28" y="25"/>
                        </a:lnTo>
                        <a:lnTo>
                          <a:pt x="24" y="30"/>
                        </a:lnTo>
                        <a:lnTo>
                          <a:pt x="19" y="37"/>
                        </a:lnTo>
                        <a:lnTo>
                          <a:pt x="16" y="43"/>
                        </a:lnTo>
                        <a:lnTo>
                          <a:pt x="12" y="51"/>
                        </a:lnTo>
                        <a:lnTo>
                          <a:pt x="9" y="60"/>
                        </a:lnTo>
                        <a:lnTo>
                          <a:pt x="6" y="76"/>
                        </a:lnTo>
                        <a:lnTo>
                          <a:pt x="6" y="87"/>
                        </a:lnTo>
                        <a:lnTo>
                          <a:pt x="7" y="96"/>
                        </a:lnTo>
                        <a:lnTo>
                          <a:pt x="10" y="102"/>
                        </a:lnTo>
                        <a:lnTo>
                          <a:pt x="12" y="107"/>
                        </a:lnTo>
                        <a:lnTo>
                          <a:pt x="14" y="111"/>
                        </a:lnTo>
                        <a:lnTo>
                          <a:pt x="12" y="115"/>
                        </a:lnTo>
                        <a:lnTo>
                          <a:pt x="10" y="116"/>
                        </a:lnTo>
                        <a:lnTo>
                          <a:pt x="7" y="116"/>
                        </a:lnTo>
                        <a:lnTo>
                          <a:pt x="4" y="116"/>
                        </a:lnTo>
                        <a:lnTo>
                          <a:pt x="2" y="116"/>
                        </a:lnTo>
                        <a:lnTo>
                          <a:pt x="1" y="115"/>
                        </a:lnTo>
                        <a:lnTo>
                          <a:pt x="1" y="120"/>
                        </a:lnTo>
                        <a:lnTo>
                          <a:pt x="1" y="126"/>
                        </a:lnTo>
                        <a:lnTo>
                          <a:pt x="0" y="131"/>
                        </a:lnTo>
                        <a:lnTo>
                          <a:pt x="1" y="136"/>
                        </a:lnTo>
                        <a:lnTo>
                          <a:pt x="3" y="138"/>
                        </a:lnTo>
                        <a:lnTo>
                          <a:pt x="7" y="140"/>
                        </a:lnTo>
                        <a:lnTo>
                          <a:pt x="11" y="140"/>
                        </a:lnTo>
                        <a:lnTo>
                          <a:pt x="14" y="139"/>
                        </a:lnTo>
                        <a:lnTo>
                          <a:pt x="15" y="145"/>
                        </a:lnTo>
                        <a:lnTo>
                          <a:pt x="20" y="150"/>
                        </a:lnTo>
                        <a:lnTo>
                          <a:pt x="28" y="155"/>
                        </a:lnTo>
                        <a:lnTo>
                          <a:pt x="40" y="156"/>
                        </a:lnTo>
                        <a:lnTo>
                          <a:pt x="47" y="155"/>
                        </a:lnTo>
                        <a:lnTo>
                          <a:pt x="54" y="153"/>
                        </a:lnTo>
                        <a:lnTo>
                          <a:pt x="56" y="148"/>
                        </a:lnTo>
                        <a:lnTo>
                          <a:pt x="57" y="142"/>
                        </a:lnTo>
                        <a:lnTo>
                          <a:pt x="62" y="146"/>
                        </a:lnTo>
                        <a:lnTo>
                          <a:pt x="68" y="148"/>
                        </a:lnTo>
                        <a:lnTo>
                          <a:pt x="76" y="147"/>
                        </a:lnTo>
                        <a:lnTo>
                          <a:pt x="83" y="145"/>
                        </a:lnTo>
                        <a:lnTo>
                          <a:pt x="91" y="141"/>
                        </a:lnTo>
                        <a:lnTo>
                          <a:pt x="96" y="135"/>
                        </a:lnTo>
                        <a:lnTo>
                          <a:pt x="98" y="126"/>
                        </a:lnTo>
                        <a:lnTo>
                          <a:pt x="98" y="116"/>
                        </a:lnTo>
                        <a:lnTo>
                          <a:pt x="105" y="112"/>
                        </a:lnTo>
                        <a:lnTo>
                          <a:pt x="113" y="105"/>
                        </a:lnTo>
                        <a:lnTo>
                          <a:pt x="119" y="97"/>
                        </a:lnTo>
                        <a:lnTo>
                          <a:pt x="123" y="89"/>
                        </a:lnTo>
                        <a:lnTo>
                          <a:pt x="128" y="83"/>
                        </a:lnTo>
                        <a:lnTo>
                          <a:pt x="133" y="76"/>
                        </a:lnTo>
                        <a:lnTo>
                          <a:pt x="140" y="70"/>
                        </a:lnTo>
                        <a:lnTo>
                          <a:pt x="149" y="68"/>
                        </a:lnTo>
                        <a:lnTo>
                          <a:pt x="155" y="68"/>
                        </a:lnTo>
                        <a:lnTo>
                          <a:pt x="159" y="70"/>
                        </a:lnTo>
                        <a:lnTo>
                          <a:pt x="161" y="73"/>
                        </a:lnTo>
                        <a:lnTo>
                          <a:pt x="160" y="80"/>
                        </a:lnTo>
                        <a:close/>
                      </a:path>
                    </a:pathLst>
                  </a:custGeom>
                  <a:solidFill>
                    <a:srgbClr val="8C9399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07943" name="Freeform 71">
                    <a:extLst>
                      <a:ext uri="{FF2B5EF4-FFF2-40B4-BE49-F238E27FC236}">
                        <a16:creationId xmlns:a16="http://schemas.microsoft.com/office/drawing/2014/main" id="{C9BE963F-7F25-9B55-3564-9B59B6CAB51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36" y="3027"/>
                    <a:ext cx="137" cy="9"/>
                  </a:xfrm>
                  <a:custGeom>
                    <a:avLst/>
                    <a:gdLst/>
                    <a:ahLst/>
                    <a:cxnLst>
                      <a:cxn ang="0">
                        <a:pos x="136" y="0"/>
                      </a:cxn>
                      <a:cxn ang="0">
                        <a:pos x="132" y="3"/>
                      </a:cxn>
                      <a:cxn ang="0">
                        <a:pos x="125" y="5"/>
                      </a:cxn>
                      <a:cxn ang="0">
                        <a:pos x="119" y="6"/>
                      </a:cxn>
                      <a:cxn ang="0">
                        <a:pos x="113" y="7"/>
                      </a:cxn>
                      <a:cxn ang="0">
                        <a:pos x="107" y="7"/>
                      </a:cxn>
                      <a:cxn ang="0">
                        <a:pos x="100" y="7"/>
                      </a:cxn>
                      <a:cxn ang="0">
                        <a:pos x="90" y="6"/>
                      </a:cxn>
                      <a:cxn ang="0">
                        <a:pos x="78" y="6"/>
                      </a:cxn>
                      <a:cxn ang="0">
                        <a:pos x="66" y="5"/>
                      </a:cxn>
                      <a:cxn ang="0">
                        <a:pos x="56" y="4"/>
                      </a:cxn>
                      <a:cxn ang="0">
                        <a:pos x="47" y="3"/>
                      </a:cxn>
                      <a:cxn ang="0">
                        <a:pos x="43" y="3"/>
                      </a:cxn>
                      <a:cxn ang="0">
                        <a:pos x="40" y="3"/>
                      </a:cxn>
                      <a:cxn ang="0">
                        <a:pos x="35" y="3"/>
                      </a:cxn>
                      <a:cxn ang="0">
                        <a:pos x="29" y="3"/>
                      </a:cxn>
                      <a:cxn ang="0">
                        <a:pos x="23" y="3"/>
                      </a:cxn>
                      <a:cxn ang="0">
                        <a:pos x="16" y="3"/>
                      </a:cxn>
                      <a:cxn ang="0">
                        <a:pos x="9" y="2"/>
                      </a:cxn>
                      <a:cxn ang="0">
                        <a:pos x="4" y="2"/>
                      </a:cxn>
                      <a:cxn ang="0">
                        <a:pos x="0" y="1"/>
                      </a:cxn>
                      <a:cxn ang="0">
                        <a:pos x="0" y="4"/>
                      </a:cxn>
                      <a:cxn ang="0">
                        <a:pos x="0" y="6"/>
                      </a:cxn>
                      <a:cxn ang="0">
                        <a:pos x="0" y="8"/>
                      </a:cxn>
                      <a:cxn ang="0">
                        <a:pos x="1" y="9"/>
                      </a:cxn>
                      <a:cxn ang="0">
                        <a:pos x="3" y="9"/>
                      </a:cxn>
                      <a:cxn ang="0">
                        <a:pos x="8" y="9"/>
                      </a:cxn>
                      <a:cxn ang="0">
                        <a:pos x="15" y="9"/>
                      </a:cxn>
                      <a:cxn ang="0">
                        <a:pos x="22" y="9"/>
                      </a:cxn>
                      <a:cxn ang="0">
                        <a:pos x="29" y="9"/>
                      </a:cxn>
                      <a:cxn ang="0">
                        <a:pos x="36" y="9"/>
                      </a:cxn>
                      <a:cxn ang="0">
                        <a:pos x="41" y="8"/>
                      </a:cxn>
                      <a:cxn ang="0">
                        <a:pos x="43" y="8"/>
                      </a:cxn>
                      <a:cxn ang="0">
                        <a:pos x="44" y="7"/>
                      </a:cxn>
                      <a:cxn ang="0">
                        <a:pos x="45" y="6"/>
                      </a:cxn>
                      <a:cxn ang="0">
                        <a:pos x="46" y="6"/>
                      </a:cxn>
                      <a:cxn ang="0">
                        <a:pos x="48" y="6"/>
                      </a:cxn>
                      <a:cxn ang="0">
                        <a:pos x="53" y="6"/>
                      </a:cxn>
                      <a:cxn ang="0">
                        <a:pos x="60" y="7"/>
                      </a:cxn>
                      <a:cxn ang="0">
                        <a:pos x="69" y="7"/>
                      </a:cxn>
                      <a:cxn ang="0">
                        <a:pos x="81" y="8"/>
                      </a:cxn>
                      <a:cxn ang="0">
                        <a:pos x="92" y="9"/>
                      </a:cxn>
                      <a:cxn ang="0">
                        <a:pos x="102" y="9"/>
                      </a:cxn>
                      <a:cxn ang="0">
                        <a:pos x="110" y="10"/>
                      </a:cxn>
                      <a:cxn ang="0">
                        <a:pos x="114" y="10"/>
                      </a:cxn>
                      <a:cxn ang="0">
                        <a:pos x="121" y="9"/>
                      </a:cxn>
                      <a:cxn ang="0">
                        <a:pos x="130" y="6"/>
                      </a:cxn>
                      <a:cxn ang="0">
                        <a:pos x="137" y="3"/>
                      </a:cxn>
                      <a:cxn ang="0">
                        <a:pos x="136" y="0"/>
                      </a:cxn>
                    </a:cxnLst>
                    <a:rect l="0" t="0" r="r" b="b"/>
                    <a:pathLst>
                      <a:path w="137" h="10">
                        <a:moveTo>
                          <a:pt x="136" y="0"/>
                        </a:moveTo>
                        <a:lnTo>
                          <a:pt x="132" y="3"/>
                        </a:lnTo>
                        <a:lnTo>
                          <a:pt x="125" y="5"/>
                        </a:lnTo>
                        <a:lnTo>
                          <a:pt x="119" y="6"/>
                        </a:lnTo>
                        <a:lnTo>
                          <a:pt x="113" y="7"/>
                        </a:lnTo>
                        <a:lnTo>
                          <a:pt x="107" y="7"/>
                        </a:lnTo>
                        <a:lnTo>
                          <a:pt x="100" y="7"/>
                        </a:lnTo>
                        <a:lnTo>
                          <a:pt x="90" y="6"/>
                        </a:lnTo>
                        <a:lnTo>
                          <a:pt x="78" y="6"/>
                        </a:lnTo>
                        <a:lnTo>
                          <a:pt x="66" y="5"/>
                        </a:lnTo>
                        <a:lnTo>
                          <a:pt x="56" y="4"/>
                        </a:lnTo>
                        <a:lnTo>
                          <a:pt x="47" y="3"/>
                        </a:lnTo>
                        <a:lnTo>
                          <a:pt x="43" y="3"/>
                        </a:lnTo>
                        <a:lnTo>
                          <a:pt x="40" y="3"/>
                        </a:lnTo>
                        <a:lnTo>
                          <a:pt x="35" y="3"/>
                        </a:lnTo>
                        <a:lnTo>
                          <a:pt x="29" y="3"/>
                        </a:lnTo>
                        <a:lnTo>
                          <a:pt x="23" y="3"/>
                        </a:lnTo>
                        <a:lnTo>
                          <a:pt x="16" y="3"/>
                        </a:lnTo>
                        <a:lnTo>
                          <a:pt x="9" y="2"/>
                        </a:lnTo>
                        <a:lnTo>
                          <a:pt x="4" y="2"/>
                        </a:lnTo>
                        <a:lnTo>
                          <a:pt x="0" y="1"/>
                        </a:lnTo>
                        <a:lnTo>
                          <a:pt x="0" y="4"/>
                        </a:lnTo>
                        <a:lnTo>
                          <a:pt x="0" y="6"/>
                        </a:lnTo>
                        <a:lnTo>
                          <a:pt x="0" y="8"/>
                        </a:lnTo>
                        <a:lnTo>
                          <a:pt x="1" y="9"/>
                        </a:lnTo>
                        <a:lnTo>
                          <a:pt x="3" y="9"/>
                        </a:lnTo>
                        <a:lnTo>
                          <a:pt x="8" y="9"/>
                        </a:lnTo>
                        <a:lnTo>
                          <a:pt x="15" y="9"/>
                        </a:lnTo>
                        <a:lnTo>
                          <a:pt x="22" y="9"/>
                        </a:lnTo>
                        <a:lnTo>
                          <a:pt x="29" y="9"/>
                        </a:lnTo>
                        <a:lnTo>
                          <a:pt x="36" y="9"/>
                        </a:lnTo>
                        <a:lnTo>
                          <a:pt x="41" y="8"/>
                        </a:lnTo>
                        <a:lnTo>
                          <a:pt x="43" y="8"/>
                        </a:lnTo>
                        <a:lnTo>
                          <a:pt x="44" y="7"/>
                        </a:lnTo>
                        <a:lnTo>
                          <a:pt x="45" y="6"/>
                        </a:lnTo>
                        <a:lnTo>
                          <a:pt x="46" y="6"/>
                        </a:lnTo>
                        <a:lnTo>
                          <a:pt x="48" y="6"/>
                        </a:lnTo>
                        <a:lnTo>
                          <a:pt x="53" y="6"/>
                        </a:lnTo>
                        <a:lnTo>
                          <a:pt x="60" y="7"/>
                        </a:lnTo>
                        <a:lnTo>
                          <a:pt x="69" y="7"/>
                        </a:lnTo>
                        <a:lnTo>
                          <a:pt x="81" y="8"/>
                        </a:lnTo>
                        <a:lnTo>
                          <a:pt x="92" y="9"/>
                        </a:lnTo>
                        <a:lnTo>
                          <a:pt x="102" y="9"/>
                        </a:lnTo>
                        <a:lnTo>
                          <a:pt x="110" y="10"/>
                        </a:lnTo>
                        <a:lnTo>
                          <a:pt x="114" y="10"/>
                        </a:lnTo>
                        <a:lnTo>
                          <a:pt x="121" y="9"/>
                        </a:lnTo>
                        <a:lnTo>
                          <a:pt x="130" y="6"/>
                        </a:lnTo>
                        <a:lnTo>
                          <a:pt x="137" y="3"/>
                        </a:lnTo>
                        <a:lnTo>
                          <a:pt x="136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07944" name="Freeform 72">
                    <a:extLst>
                      <a:ext uri="{FF2B5EF4-FFF2-40B4-BE49-F238E27FC236}">
                        <a16:creationId xmlns:a16="http://schemas.microsoft.com/office/drawing/2014/main" id="{FE0A1B9E-E744-D8BE-A789-9ECFB5D83C5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8" y="2961"/>
                    <a:ext cx="145" cy="58"/>
                  </a:xfrm>
                  <a:custGeom>
                    <a:avLst/>
                    <a:gdLst/>
                    <a:ahLst/>
                    <a:cxnLst>
                      <a:cxn ang="0">
                        <a:pos x="65" y="8"/>
                      </a:cxn>
                      <a:cxn ang="0">
                        <a:pos x="63" y="9"/>
                      </a:cxn>
                      <a:cxn ang="0">
                        <a:pos x="60" y="12"/>
                      </a:cxn>
                      <a:cxn ang="0">
                        <a:pos x="56" y="19"/>
                      </a:cxn>
                      <a:cxn ang="0">
                        <a:pos x="54" y="30"/>
                      </a:cxn>
                      <a:cxn ang="0">
                        <a:pos x="49" y="29"/>
                      </a:cxn>
                      <a:cxn ang="0">
                        <a:pos x="43" y="28"/>
                      </a:cxn>
                      <a:cxn ang="0">
                        <a:pos x="37" y="26"/>
                      </a:cxn>
                      <a:cxn ang="0">
                        <a:pos x="32" y="24"/>
                      </a:cxn>
                      <a:cxn ang="0">
                        <a:pos x="26" y="22"/>
                      </a:cxn>
                      <a:cxn ang="0">
                        <a:pos x="22" y="19"/>
                      </a:cxn>
                      <a:cxn ang="0">
                        <a:pos x="19" y="17"/>
                      </a:cxn>
                      <a:cxn ang="0">
                        <a:pos x="17" y="15"/>
                      </a:cxn>
                      <a:cxn ang="0">
                        <a:pos x="15" y="11"/>
                      </a:cxn>
                      <a:cxn ang="0">
                        <a:pos x="13" y="6"/>
                      </a:cxn>
                      <a:cxn ang="0">
                        <a:pos x="11" y="2"/>
                      </a:cxn>
                      <a:cxn ang="0">
                        <a:pos x="9" y="0"/>
                      </a:cxn>
                      <a:cxn ang="0">
                        <a:pos x="7" y="5"/>
                      </a:cxn>
                      <a:cxn ang="0">
                        <a:pos x="4" y="13"/>
                      </a:cxn>
                      <a:cxn ang="0">
                        <a:pos x="1" y="23"/>
                      </a:cxn>
                      <a:cxn ang="0">
                        <a:pos x="0" y="31"/>
                      </a:cxn>
                      <a:cxn ang="0">
                        <a:pos x="0" y="37"/>
                      </a:cxn>
                      <a:cxn ang="0">
                        <a:pos x="2" y="43"/>
                      </a:cxn>
                      <a:cxn ang="0">
                        <a:pos x="3" y="48"/>
                      </a:cxn>
                      <a:cxn ang="0">
                        <a:pos x="6" y="51"/>
                      </a:cxn>
                      <a:cxn ang="0">
                        <a:pos x="11" y="52"/>
                      </a:cxn>
                      <a:cxn ang="0">
                        <a:pos x="17" y="52"/>
                      </a:cxn>
                      <a:cxn ang="0">
                        <a:pos x="23" y="53"/>
                      </a:cxn>
                      <a:cxn ang="0">
                        <a:pos x="30" y="53"/>
                      </a:cxn>
                      <a:cxn ang="0">
                        <a:pos x="36" y="53"/>
                      </a:cxn>
                      <a:cxn ang="0">
                        <a:pos x="42" y="53"/>
                      </a:cxn>
                      <a:cxn ang="0">
                        <a:pos x="46" y="53"/>
                      </a:cxn>
                      <a:cxn ang="0">
                        <a:pos x="50" y="53"/>
                      </a:cxn>
                      <a:cxn ang="0">
                        <a:pos x="54" y="53"/>
                      </a:cxn>
                      <a:cxn ang="0">
                        <a:pos x="62" y="54"/>
                      </a:cxn>
                      <a:cxn ang="0">
                        <a:pos x="73" y="55"/>
                      </a:cxn>
                      <a:cxn ang="0">
                        <a:pos x="84" y="56"/>
                      </a:cxn>
                      <a:cxn ang="0">
                        <a:pos x="96" y="56"/>
                      </a:cxn>
                      <a:cxn ang="0">
                        <a:pos x="107" y="57"/>
                      </a:cxn>
                      <a:cxn ang="0">
                        <a:pos x="115" y="57"/>
                      </a:cxn>
                      <a:cxn ang="0">
                        <a:pos x="120" y="57"/>
                      </a:cxn>
                      <a:cxn ang="0">
                        <a:pos x="127" y="56"/>
                      </a:cxn>
                      <a:cxn ang="0">
                        <a:pos x="133" y="55"/>
                      </a:cxn>
                      <a:cxn ang="0">
                        <a:pos x="138" y="53"/>
                      </a:cxn>
                      <a:cxn ang="0">
                        <a:pos x="142" y="50"/>
                      </a:cxn>
                      <a:cxn ang="0">
                        <a:pos x="145" y="47"/>
                      </a:cxn>
                      <a:cxn ang="0">
                        <a:pos x="144" y="44"/>
                      </a:cxn>
                      <a:cxn ang="0">
                        <a:pos x="141" y="42"/>
                      </a:cxn>
                      <a:cxn ang="0">
                        <a:pos x="138" y="41"/>
                      </a:cxn>
                      <a:cxn ang="0">
                        <a:pos x="133" y="39"/>
                      </a:cxn>
                      <a:cxn ang="0">
                        <a:pos x="127" y="37"/>
                      </a:cxn>
                      <a:cxn ang="0">
                        <a:pos x="119" y="35"/>
                      </a:cxn>
                      <a:cxn ang="0">
                        <a:pos x="114" y="33"/>
                      </a:cxn>
                      <a:cxn ang="0">
                        <a:pos x="111" y="31"/>
                      </a:cxn>
                      <a:cxn ang="0">
                        <a:pos x="104" y="29"/>
                      </a:cxn>
                      <a:cxn ang="0">
                        <a:pos x="97" y="25"/>
                      </a:cxn>
                      <a:cxn ang="0">
                        <a:pos x="90" y="21"/>
                      </a:cxn>
                      <a:cxn ang="0">
                        <a:pos x="81" y="17"/>
                      </a:cxn>
                      <a:cxn ang="0">
                        <a:pos x="74" y="13"/>
                      </a:cxn>
                      <a:cxn ang="0">
                        <a:pos x="69" y="10"/>
                      </a:cxn>
                      <a:cxn ang="0">
                        <a:pos x="65" y="8"/>
                      </a:cxn>
                    </a:cxnLst>
                    <a:rect l="0" t="0" r="r" b="b"/>
                    <a:pathLst>
                      <a:path w="145" h="57">
                        <a:moveTo>
                          <a:pt x="65" y="8"/>
                        </a:moveTo>
                        <a:lnTo>
                          <a:pt x="63" y="9"/>
                        </a:lnTo>
                        <a:lnTo>
                          <a:pt x="60" y="12"/>
                        </a:lnTo>
                        <a:lnTo>
                          <a:pt x="56" y="19"/>
                        </a:lnTo>
                        <a:lnTo>
                          <a:pt x="54" y="30"/>
                        </a:lnTo>
                        <a:lnTo>
                          <a:pt x="49" y="29"/>
                        </a:lnTo>
                        <a:lnTo>
                          <a:pt x="43" y="28"/>
                        </a:lnTo>
                        <a:lnTo>
                          <a:pt x="37" y="26"/>
                        </a:lnTo>
                        <a:lnTo>
                          <a:pt x="32" y="24"/>
                        </a:lnTo>
                        <a:lnTo>
                          <a:pt x="26" y="22"/>
                        </a:lnTo>
                        <a:lnTo>
                          <a:pt x="22" y="19"/>
                        </a:lnTo>
                        <a:lnTo>
                          <a:pt x="19" y="17"/>
                        </a:lnTo>
                        <a:lnTo>
                          <a:pt x="17" y="15"/>
                        </a:lnTo>
                        <a:lnTo>
                          <a:pt x="15" y="11"/>
                        </a:lnTo>
                        <a:lnTo>
                          <a:pt x="13" y="6"/>
                        </a:lnTo>
                        <a:lnTo>
                          <a:pt x="11" y="2"/>
                        </a:lnTo>
                        <a:lnTo>
                          <a:pt x="9" y="0"/>
                        </a:lnTo>
                        <a:lnTo>
                          <a:pt x="7" y="5"/>
                        </a:lnTo>
                        <a:lnTo>
                          <a:pt x="4" y="13"/>
                        </a:lnTo>
                        <a:lnTo>
                          <a:pt x="1" y="23"/>
                        </a:lnTo>
                        <a:lnTo>
                          <a:pt x="0" y="31"/>
                        </a:lnTo>
                        <a:lnTo>
                          <a:pt x="0" y="37"/>
                        </a:lnTo>
                        <a:lnTo>
                          <a:pt x="2" y="43"/>
                        </a:lnTo>
                        <a:lnTo>
                          <a:pt x="3" y="48"/>
                        </a:lnTo>
                        <a:lnTo>
                          <a:pt x="6" y="51"/>
                        </a:lnTo>
                        <a:lnTo>
                          <a:pt x="11" y="52"/>
                        </a:lnTo>
                        <a:lnTo>
                          <a:pt x="17" y="52"/>
                        </a:lnTo>
                        <a:lnTo>
                          <a:pt x="23" y="53"/>
                        </a:lnTo>
                        <a:lnTo>
                          <a:pt x="30" y="53"/>
                        </a:lnTo>
                        <a:lnTo>
                          <a:pt x="36" y="53"/>
                        </a:lnTo>
                        <a:lnTo>
                          <a:pt x="42" y="53"/>
                        </a:lnTo>
                        <a:lnTo>
                          <a:pt x="46" y="53"/>
                        </a:lnTo>
                        <a:lnTo>
                          <a:pt x="50" y="53"/>
                        </a:lnTo>
                        <a:lnTo>
                          <a:pt x="54" y="53"/>
                        </a:lnTo>
                        <a:lnTo>
                          <a:pt x="62" y="54"/>
                        </a:lnTo>
                        <a:lnTo>
                          <a:pt x="73" y="55"/>
                        </a:lnTo>
                        <a:lnTo>
                          <a:pt x="84" y="56"/>
                        </a:lnTo>
                        <a:lnTo>
                          <a:pt x="96" y="56"/>
                        </a:lnTo>
                        <a:lnTo>
                          <a:pt x="107" y="57"/>
                        </a:lnTo>
                        <a:lnTo>
                          <a:pt x="115" y="57"/>
                        </a:lnTo>
                        <a:lnTo>
                          <a:pt x="120" y="57"/>
                        </a:lnTo>
                        <a:lnTo>
                          <a:pt x="127" y="56"/>
                        </a:lnTo>
                        <a:lnTo>
                          <a:pt x="133" y="55"/>
                        </a:lnTo>
                        <a:lnTo>
                          <a:pt x="138" y="53"/>
                        </a:lnTo>
                        <a:lnTo>
                          <a:pt x="142" y="50"/>
                        </a:lnTo>
                        <a:lnTo>
                          <a:pt x="145" y="47"/>
                        </a:lnTo>
                        <a:lnTo>
                          <a:pt x="144" y="44"/>
                        </a:lnTo>
                        <a:lnTo>
                          <a:pt x="141" y="42"/>
                        </a:lnTo>
                        <a:lnTo>
                          <a:pt x="138" y="41"/>
                        </a:lnTo>
                        <a:lnTo>
                          <a:pt x="133" y="39"/>
                        </a:lnTo>
                        <a:lnTo>
                          <a:pt x="127" y="37"/>
                        </a:lnTo>
                        <a:lnTo>
                          <a:pt x="119" y="35"/>
                        </a:lnTo>
                        <a:lnTo>
                          <a:pt x="114" y="33"/>
                        </a:lnTo>
                        <a:lnTo>
                          <a:pt x="111" y="31"/>
                        </a:lnTo>
                        <a:lnTo>
                          <a:pt x="104" y="29"/>
                        </a:lnTo>
                        <a:lnTo>
                          <a:pt x="97" y="25"/>
                        </a:lnTo>
                        <a:lnTo>
                          <a:pt x="90" y="21"/>
                        </a:lnTo>
                        <a:lnTo>
                          <a:pt x="81" y="17"/>
                        </a:lnTo>
                        <a:lnTo>
                          <a:pt x="74" y="13"/>
                        </a:lnTo>
                        <a:lnTo>
                          <a:pt x="69" y="10"/>
                        </a:lnTo>
                        <a:lnTo>
                          <a:pt x="65" y="8"/>
                        </a:lnTo>
                        <a:close/>
                      </a:path>
                    </a:pathLst>
                  </a:custGeom>
                  <a:solidFill>
                    <a:srgbClr val="7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07945" name="Freeform 73">
                    <a:extLst>
                      <a:ext uri="{FF2B5EF4-FFF2-40B4-BE49-F238E27FC236}">
                        <a16:creationId xmlns:a16="http://schemas.microsoft.com/office/drawing/2014/main" id="{D93C2D8B-E590-86FB-1BAF-5F78A2D5586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8" y="2330"/>
                    <a:ext cx="240" cy="654"/>
                  </a:xfrm>
                  <a:custGeom>
                    <a:avLst/>
                    <a:gdLst/>
                    <a:ahLst/>
                    <a:cxnLst>
                      <a:cxn ang="0">
                        <a:pos x="5" y="627"/>
                      </a:cxn>
                      <a:cxn ang="0">
                        <a:pos x="30" y="636"/>
                      </a:cxn>
                      <a:cxn ang="0">
                        <a:pos x="60" y="646"/>
                      </a:cxn>
                      <a:cxn ang="0">
                        <a:pos x="84" y="653"/>
                      </a:cxn>
                      <a:cxn ang="0">
                        <a:pos x="96" y="625"/>
                      </a:cxn>
                      <a:cxn ang="0">
                        <a:pos x="114" y="565"/>
                      </a:cxn>
                      <a:cxn ang="0">
                        <a:pos x="136" y="505"/>
                      </a:cxn>
                      <a:cxn ang="0">
                        <a:pos x="155" y="459"/>
                      </a:cxn>
                      <a:cxn ang="0">
                        <a:pos x="169" y="432"/>
                      </a:cxn>
                      <a:cxn ang="0">
                        <a:pos x="180" y="408"/>
                      </a:cxn>
                      <a:cxn ang="0">
                        <a:pos x="190" y="383"/>
                      </a:cxn>
                      <a:cxn ang="0">
                        <a:pos x="196" y="363"/>
                      </a:cxn>
                      <a:cxn ang="0">
                        <a:pos x="202" y="331"/>
                      </a:cxn>
                      <a:cxn ang="0">
                        <a:pos x="217" y="259"/>
                      </a:cxn>
                      <a:cxn ang="0">
                        <a:pos x="233" y="194"/>
                      </a:cxn>
                      <a:cxn ang="0">
                        <a:pos x="240" y="104"/>
                      </a:cxn>
                      <a:cxn ang="0">
                        <a:pos x="235" y="64"/>
                      </a:cxn>
                      <a:cxn ang="0">
                        <a:pos x="229" y="40"/>
                      </a:cxn>
                      <a:cxn ang="0">
                        <a:pos x="215" y="17"/>
                      </a:cxn>
                      <a:cxn ang="0">
                        <a:pos x="192" y="2"/>
                      </a:cxn>
                      <a:cxn ang="0">
                        <a:pos x="160" y="2"/>
                      </a:cxn>
                      <a:cxn ang="0">
                        <a:pos x="135" y="14"/>
                      </a:cxn>
                      <a:cxn ang="0">
                        <a:pos x="120" y="35"/>
                      </a:cxn>
                      <a:cxn ang="0">
                        <a:pos x="112" y="64"/>
                      </a:cxn>
                      <a:cxn ang="0">
                        <a:pos x="108" y="130"/>
                      </a:cxn>
                      <a:cxn ang="0">
                        <a:pos x="103" y="259"/>
                      </a:cxn>
                      <a:cxn ang="0">
                        <a:pos x="99" y="307"/>
                      </a:cxn>
                      <a:cxn ang="0">
                        <a:pos x="101" y="323"/>
                      </a:cxn>
                      <a:cxn ang="0">
                        <a:pos x="110" y="332"/>
                      </a:cxn>
                      <a:cxn ang="0">
                        <a:pos x="113" y="343"/>
                      </a:cxn>
                      <a:cxn ang="0">
                        <a:pos x="108" y="343"/>
                      </a:cxn>
                      <a:cxn ang="0">
                        <a:pos x="102" y="342"/>
                      </a:cxn>
                      <a:cxn ang="0">
                        <a:pos x="101" y="346"/>
                      </a:cxn>
                      <a:cxn ang="0">
                        <a:pos x="103" y="351"/>
                      </a:cxn>
                      <a:cxn ang="0">
                        <a:pos x="100" y="353"/>
                      </a:cxn>
                      <a:cxn ang="0">
                        <a:pos x="97" y="352"/>
                      </a:cxn>
                      <a:cxn ang="0">
                        <a:pos x="93" y="360"/>
                      </a:cxn>
                      <a:cxn ang="0">
                        <a:pos x="84" y="382"/>
                      </a:cxn>
                      <a:cxn ang="0">
                        <a:pos x="73" y="410"/>
                      </a:cxn>
                      <a:cxn ang="0">
                        <a:pos x="61" y="438"/>
                      </a:cxn>
                      <a:cxn ang="0">
                        <a:pos x="52" y="461"/>
                      </a:cxn>
                      <a:cxn ang="0">
                        <a:pos x="37" y="502"/>
                      </a:cxn>
                      <a:cxn ang="0">
                        <a:pos x="20" y="553"/>
                      </a:cxn>
                      <a:cxn ang="0">
                        <a:pos x="5" y="604"/>
                      </a:cxn>
                    </a:cxnLst>
                    <a:rect l="0" t="0" r="r" b="b"/>
                    <a:pathLst>
                      <a:path w="240" h="653">
                        <a:moveTo>
                          <a:pt x="0" y="624"/>
                        </a:moveTo>
                        <a:lnTo>
                          <a:pt x="5" y="627"/>
                        </a:lnTo>
                        <a:lnTo>
                          <a:pt x="16" y="631"/>
                        </a:lnTo>
                        <a:lnTo>
                          <a:pt x="30" y="636"/>
                        </a:lnTo>
                        <a:lnTo>
                          <a:pt x="44" y="641"/>
                        </a:lnTo>
                        <a:lnTo>
                          <a:pt x="60" y="646"/>
                        </a:lnTo>
                        <a:lnTo>
                          <a:pt x="74" y="649"/>
                        </a:lnTo>
                        <a:lnTo>
                          <a:pt x="84" y="653"/>
                        </a:lnTo>
                        <a:lnTo>
                          <a:pt x="91" y="653"/>
                        </a:lnTo>
                        <a:lnTo>
                          <a:pt x="96" y="625"/>
                        </a:lnTo>
                        <a:lnTo>
                          <a:pt x="104" y="596"/>
                        </a:lnTo>
                        <a:lnTo>
                          <a:pt x="114" y="565"/>
                        </a:lnTo>
                        <a:lnTo>
                          <a:pt x="126" y="533"/>
                        </a:lnTo>
                        <a:lnTo>
                          <a:pt x="136" y="505"/>
                        </a:lnTo>
                        <a:lnTo>
                          <a:pt x="147" y="480"/>
                        </a:lnTo>
                        <a:lnTo>
                          <a:pt x="155" y="459"/>
                        </a:lnTo>
                        <a:lnTo>
                          <a:pt x="163" y="444"/>
                        </a:lnTo>
                        <a:lnTo>
                          <a:pt x="169" y="432"/>
                        </a:lnTo>
                        <a:lnTo>
                          <a:pt x="175" y="420"/>
                        </a:lnTo>
                        <a:lnTo>
                          <a:pt x="180" y="408"/>
                        </a:lnTo>
                        <a:lnTo>
                          <a:pt x="186" y="395"/>
                        </a:lnTo>
                        <a:lnTo>
                          <a:pt x="190" y="383"/>
                        </a:lnTo>
                        <a:lnTo>
                          <a:pt x="193" y="372"/>
                        </a:lnTo>
                        <a:lnTo>
                          <a:pt x="196" y="363"/>
                        </a:lnTo>
                        <a:lnTo>
                          <a:pt x="197" y="354"/>
                        </a:lnTo>
                        <a:lnTo>
                          <a:pt x="202" y="331"/>
                        </a:lnTo>
                        <a:lnTo>
                          <a:pt x="209" y="296"/>
                        </a:lnTo>
                        <a:lnTo>
                          <a:pt x="217" y="259"/>
                        </a:lnTo>
                        <a:lnTo>
                          <a:pt x="226" y="229"/>
                        </a:lnTo>
                        <a:lnTo>
                          <a:pt x="233" y="194"/>
                        </a:lnTo>
                        <a:lnTo>
                          <a:pt x="237" y="149"/>
                        </a:lnTo>
                        <a:lnTo>
                          <a:pt x="240" y="104"/>
                        </a:lnTo>
                        <a:lnTo>
                          <a:pt x="237" y="75"/>
                        </a:lnTo>
                        <a:lnTo>
                          <a:pt x="235" y="64"/>
                        </a:lnTo>
                        <a:lnTo>
                          <a:pt x="232" y="52"/>
                        </a:lnTo>
                        <a:lnTo>
                          <a:pt x="229" y="40"/>
                        </a:lnTo>
                        <a:lnTo>
                          <a:pt x="223" y="27"/>
                        </a:lnTo>
                        <a:lnTo>
                          <a:pt x="215" y="17"/>
                        </a:lnTo>
                        <a:lnTo>
                          <a:pt x="206" y="8"/>
                        </a:lnTo>
                        <a:lnTo>
                          <a:pt x="192" y="2"/>
                        </a:lnTo>
                        <a:lnTo>
                          <a:pt x="176" y="0"/>
                        </a:lnTo>
                        <a:lnTo>
                          <a:pt x="160" y="2"/>
                        </a:lnTo>
                        <a:lnTo>
                          <a:pt x="147" y="6"/>
                        </a:lnTo>
                        <a:lnTo>
                          <a:pt x="135" y="14"/>
                        </a:lnTo>
                        <a:lnTo>
                          <a:pt x="127" y="23"/>
                        </a:lnTo>
                        <a:lnTo>
                          <a:pt x="120" y="35"/>
                        </a:lnTo>
                        <a:lnTo>
                          <a:pt x="115" y="49"/>
                        </a:lnTo>
                        <a:lnTo>
                          <a:pt x="112" y="64"/>
                        </a:lnTo>
                        <a:lnTo>
                          <a:pt x="110" y="80"/>
                        </a:lnTo>
                        <a:lnTo>
                          <a:pt x="108" y="130"/>
                        </a:lnTo>
                        <a:lnTo>
                          <a:pt x="106" y="197"/>
                        </a:lnTo>
                        <a:lnTo>
                          <a:pt x="103" y="259"/>
                        </a:lnTo>
                        <a:lnTo>
                          <a:pt x="101" y="295"/>
                        </a:lnTo>
                        <a:lnTo>
                          <a:pt x="99" y="307"/>
                        </a:lnTo>
                        <a:lnTo>
                          <a:pt x="99" y="315"/>
                        </a:lnTo>
                        <a:lnTo>
                          <a:pt x="101" y="323"/>
                        </a:lnTo>
                        <a:lnTo>
                          <a:pt x="106" y="327"/>
                        </a:lnTo>
                        <a:lnTo>
                          <a:pt x="110" y="332"/>
                        </a:lnTo>
                        <a:lnTo>
                          <a:pt x="113" y="337"/>
                        </a:lnTo>
                        <a:lnTo>
                          <a:pt x="113" y="343"/>
                        </a:lnTo>
                        <a:lnTo>
                          <a:pt x="111" y="344"/>
                        </a:lnTo>
                        <a:lnTo>
                          <a:pt x="108" y="343"/>
                        </a:lnTo>
                        <a:lnTo>
                          <a:pt x="104" y="342"/>
                        </a:lnTo>
                        <a:lnTo>
                          <a:pt x="102" y="342"/>
                        </a:lnTo>
                        <a:lnTo>
                          <a:pt x="101" y="343"/>
                        </a:lnTo>
                        <a:lnTo>
                          <a:pt x="101" y="346"/>
                        </a:lnTo>
                        <a:lnTo>
                          <a:pt x="102" y="348"/>
                        </a:lnTo>
                        <a:lnTo>
                          <a:pt x="103" y="351"/>
                        </a:lnTo>
                        <a:lnTo>
                          <a:pt x="102" y="352"/>
                        </a:lnTo>
                        <a:lnTo>
                          <a:pt x="100" y="353"/>
                        </a:lnTo>
                        <a:lnTo>
                          <a:pt x="99" y="352"/>
                        </a:lnTo>
                        <a:lnTo>
                          <a:pt x="97" y="352"/>
                        </a:lnTo>
                        <a:lnTo>
                          <a:pt x="95" y="354"/>
                        </a:lnTo>
                        <a:lnTo>
                          <a:pt x="93" y="360"/>
                        </a:lnTo>
                        <a:lnTo>
                          <a:pt x="90" y="369"/>
                        </a:lnTo>
                        <a:lnTo>
                          <a:pt x="84" y="382"/>
                        </a:lnTo>
                        <a:lnTo>
                          <a:pt x="79" y="395"/>
                        </a:lnTo>
                        <a:lnTo>
                          <a:pt x="73" y="410"/>
                        </a:lnTo>
                        <a:lnTo>
                          <a:pt x="66" y="425"/>
                        </a:lnTo>
                        <a:lnTo>
                          <a:pt x="61" y="438"/>
                        </a:lnTo>
                        <a:lnTo>
                          <a:pt x="57" y="448"/>
                        </a:lnTo>
                        <a:lnTo>
                          <a:pt x="52" y="461"/>
                        </a:lnTo>
                        <a:lnTo>
                          <a:pt x="45" y="480"/>
                        </a:lnTo>
                        <a:lnTo>
                          <a:pt x="37" y="502"/>
                        </a:lnTo>
                        <a:lnTo>
                          <a:pt x="28" y="527"/>
                        </a:lnTo>
                        <a:lnTo>
                          <a:pt x="20" y="553"/>
                        </a:lnTo>
                        <a:lnTo>
                          <a:pt x="12" y="580"/>
                        </a:lnTo>
                        <a:lnTo>
                          <a:pt x="5" y="604"/>
                        </a:lnTo>
                        <a:lnTo>
                          <a:pt x="0" y="624"/>
                        </a:lnTo>
                        <a:close/>
                      </a:path>
                    </a:pathLst>
                  </a:custGeom>
                  <a:solidFill>
                    <a:srgbClr val="C1705B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07946" name="Freeform 74">
                    <a:extLst>
                      <a:ext uri="{FF2B5EF4-FFF2-40B4-BE49-F238E27FC236}">
                        <a16:creationId xmlns:a16="http://schemas.microsoft.com/office/drawing/2014/main" id="{ED4B9E81-D5CE-B377-B156-922965AB735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65" y="2023"/>
                    <a:ext cx="320" cy="424"/>
                  </a:xfrm>
                  <a:custGeom>
                    <a:avLst/>
                    <a:gdLst/>
                    <a:ahLst/>
                    <a:cxnLst>
                      <a:cxn ang="0">
                        <a:pos x="45" y="262"/>
                      </a:cxn>
                      <a:cxn ang="0">
                        <a:pos x="23" y="284"/>
                      </a:cxn>
                      <a:cxn ang="0">
                        <a:pos x="5" y="314"/>
                      </a:cxn>
                      <a:cxn ang="0">
                        <a:pos x="0" y="352"/>
                      </a:cxn>
                      <a:cxn ang="0">
                        <a:pos x="10" y="385"/>
                      </a:cxn>
                      <a:cxn ang="0">
                        <a:pos x="26" y="402"/>
                      </a:cxn>
                      <a:cxn ang="0">
                        <a:pos x="50" y="414"/>
                      </a:cxn>
                      <a:cxn ang="0">
                        <a:pos x="77" y="421"/>
                      </a:cxn>
                      <a:cxn ang="0">
                        <a:pos x="106" y="424"/>
                      </a:cxn>
                      <a:cxn ang="0">
                        <a:pos x="133" y="424"/>
                      </a:cxn>
                      <a:cxn ang="0">
                        <a:pos x="156" y="422"/>
                      </a:cxn>
                      <a:cxn ang="0">
                        <a:pos x="172" y="418"/>
                      </a:cxn>
                      <a:cxn ang="0">
                        <a:pos x="184" y="399"/>
                      </a:cxn>
                      <a:cxn ang="0">
                        <a:pos x="192" y="378"/>
                      </a:cxn>
                      <a:cxn ang="0">
                        <a:pos x="205" y="360"/>
                      </a:cxn>
                      <a:cxn ang="0">
                        <a:pos x="219" y="325"/>
                      </a:cxn>
                      <a:cxn ang="0">
                        <a:pos x="233" y="288"/>
                      </a:cxn>
                      <a:cxn ang="0">
                        <a:pos x="250" y="255"/>
                      </a:cxn>
                      <a:cxn ang="0">
                        <a:pos x="270" y="228"/>
                      </a:cxn>
                      <a:cxn ang="0">
                        <a:pos x="289" y="183"/>
                      </a:cxn>
                      <a:cxn ang="0">
                        <a:pos x="305" y="128"/>
                      </a:cxn>
                      <a:cxn ang="0">
                        <a:pos x="316" y="81"/>
                      </a:cxn>
                      <a:cxn ang="0">
                        <a:pos x="320" y="55"/>
                      </a:cxn>
                      <a:cxn ang="0">
                        <a:pos x="319" y="32"/>
                      </a:cxn>
                      <a:cxn ang="0">
                        <a:pos x="308" y="13"/>
                      </a:cxn>
                      <a:cxn ang="0">
                        <a:pos x="285" y="2"/>
                      </a:cxn>
                      <a:cxn ang="0">
                        <a:pos x="258" y="2"/>
                      </a:cxn>
                      <a:cxn ang="0">
                        <a:pos x="237" y="13"/>
                      </a:cxn>
                      <a:cxn ang="0">
                        <a:pos x="215" y="31"/>
                      </a:cxn>
                      <a:cxn ang="0">
                        <a:pos x="199" y="48"/>
                      </a:cxn>
                      <a:cxn ang="0">
                        <a:pos x="181" y="75"/>
                      </a:cxn>
                      <a:cxn ang="0">
                        <a:pos x="155" y="117"/>
                      </a:cxn>
                      <a:cxn ang="0">
                        <a:pos x="135" y="156"/>
                      </a:cxn>
                      <a:cxn ang="0">
                        <a:pos x="119" y="187"/>
                      </a:cxn>
                      <a:cxn ang="0">
                        <a:pos x="109" y="203"/>
                      </a:cxn>
                      <a:cxn ang="0">
                        <a:pos x="93" y="219"/>
                      </a:cxn>
                      <a:cxn ang="0">
                        <a:pos x="76" y="235"/>
                      </a:cxn>
                      <a:cxn ang="0">
                        <a:pos x="61" y="248"/>
                      </a:cxn>
                    </a:cxnLst>
                    <a:rect l="0" t="0" r="r" b="b"/>
                    <a:pathLst>
                      <a:path w="320" h="424">
                        <a:moveTo>
                          <a:pt x="55" y="253"/>
                        </a:moveTo>
                        <a:lnTo>
                          <a:pt x="45" y="262"/>
                        </a:lnTo>
                        <a:lnTo>
                          <a:pt x="34" y="272"/>
                        </a:lnTo>
                        <a:lnTo>
                          <a:pt x="23" y="284"/>
                        </a:lnTo>
                        <a:lnTo>
                          <a:pt x="13" y="298"/>
                        </a:lnTo>
                        <a:lnTo>
                          <a:pt x="5" y="314"/>
                        </a:lnTo>
                        <a:lnTo>
                          <a:pt x="0" y="332"/>
                        </a:lnTo>
                        <a:lnTo>
                          <a:pt x="0" y="352"/>
                        </a:lnTo>
                        <a:lnTo>
                          <a:pt x="4" y="375"/>
                        </a:lnTo>
                        <a:lnTo>
                          <a:pt x="10" y="385"/>
                        </a:lnTo>
                        <a:lnTo>
                          <a:pt x="17" y="395"/>
                        </a:lnTo>
                        <a:lnTo>
                          <a:pt x="26" y="402"/>
                        </a:lnTo>
                        <a:lnTo>
                          <a:pt x="37" y="408"/>
                        </a:lnTo>
                        <a:lnTo>
                          <a:pt x="50" y="414"/>
                        </a:lnTo>
                        <a:lnTo>
                          <a:pt x="63" y="418"/>
                        </a:lnTo>
                        <a:lnTo>
                          <a:pt x="77" y="421"/>
                        </a:lnTo>
                        <a:lnTo>
                          <a:pt x="92" y="423"/>
                        </a:lnTo>
                        <a:lnTo>
                          <a:pt x="106" y="424"/>
                        </a:lnTo>
                        <a:lnTo>
                          <a:pt x="119" y="424"/>
                        </a:lnTo>
                        <a:lnTo>
                          <a:pt x="133" y="424"/>
                        </a:lnTo>
                        <a:lnTo>
                          <a:pt x="145" y="423"/>
                        </a:lnTo>
                        <a:lnTo>
                          <a:pt x="156" y="422"/>
                        </a:lnTo>
                        <a:lnTo>
                          <a:pt x="165" y="420"/>
                        </a:lnTo>
                        <a:lnTo>
                          <a:pt x="172" y="418"/>
                        </a:lnTo>
                        <a:lnTo>
                          <a:pt x="176" y="416"/>
                        </a:lnTo>
                        <a:lnTo>
                          <a:pt x="184" y="399"/>
                        </a:lnTo>
                        <a:lnTo>
                          <a:pt x="188" y="386"/>
                        </a:lnTo>
                        <a:lnTo>
                          <a:pt x="192" y="378"/>
                        </a:lnTo>
                        <a:lnTo>
                          <a:pt x="199" y="375"/>
                        </a:lnTo>
                        <a:lnTo>
                          <a:pt x="205" y="360"/>
                        </a:lnTo>
                        <a:lnTo>
                          <a:pt x="212" y="343"/>
                        </a:lnTo>
                        <a:lnTo>
                          <a:pt x="219" y="325"/>
                        </a:lnTo>
                        <a:lnTo>
                          <a:pt x="226" y="306"/>
                        </a:lnTo>
                        <a:lnTo>
                          <a:pt x="233" y="288"/>
                        </a:lnTo>
                        <a:lnTo>
                          <a:pt x="242" y="271"/>
                        </a:lnTo>
                        <a:lnTo>
                          <a:pt x="250" y="255"/>
                        </a:lnTo>
                        <a:lnTo>
                          <a:pt x="261" y="243"/>
                        </a:lnTo>
                        <a:lnTo>
                          <a:pt x="270" y="228"/>
                        </a:lnTo>
                        <a:lnTo>
                          <a:pt x="280" y="207"/>
                        </a:lnTo>
                        <a:lnTo>
                          <a:pt x="289" y="183"/>
                        </a:lnTo>
                        <a:lnTo>
                          <a:pt x="298" y="155"/>
                        </a:lnTo>
                        <a:lnTo>
                          <a:pt x="305" y="128"/>
                        </a:lnTo>
                        <a:lnTo>
                          <a:pt x="311" y="103"/>
                        </a:lnTo>
                        <a:lnTo>
                          <a:pt x="316" y="81"/>
                        </a:lnTo>
                        <a:lnTo>
                          <a:pt x="319" y="67"/>
                        </a:lnTo>
                        <a:lnTo>
                          <a:pt x="320" y="55"/>
                        </a:lnTo>
                        <a:lnTo>
                          <a:pt x="320" y="44"/>
                        </a:lnTo>
                        <a:lnTo>
                          <a:pt x="319" y="32"/>
                        </a:lnTo>
                        <a:lnTo>
                          <a:pt x="315" y="22"/>
                        </a:lnTo>
                        <a:lnTo>
                          <a:pt x="308" y="13"/>
                        </a:lnTo>
                        <a:lnTo>
                          <a:pt x="299" y="7"/>
                        </a:lnTo>
                        <a:lnTo>
                          <a:pt x="285" y="2"/>
                        </a:lnTo>
                        <a:lnTo>
                          <a:pt x="267" y="0"/>
                        </a:lnTo>
                        <a:lnTo>
                          <a:pt x="258" y="2"/>
                        </a:lnTo>
                        <a:lnTo>
                          <a:pt x="247" y="7"/>
                        </a:lnTo>
                        <a:lnTo>
                          <a:pt x="237" y="13"/>
                        </a:lnTo>
                        <a:lnTo>
                          <a:pt x="226" y="21"/>
                        </a:lnTo>
                        <a:lnTo>
                          <a:pt x="215" y="31"/>
                        </a:lnTo>
                        <a:lnTo>
                          <a:pt x="206" y="40"/>
                        </a:lnTo>
                        <a:lnTo>
                          <a:pt x="199" y="48"/>
                        </a:lnTo>
                        <a:lnTo>
                          <a:pt x="193" y="55"/>
                        </a:lnTo>
                        <a:lnTo>
                          <a:pt x="181" y="75"/>
                        </a:lnTo>
                        <a:lnTo>
                          <a:pt x="168" y="95"/>
                        </a:lnTo>
                        <a:lnTo>
                          <a:pt x="155" y="117"/>
                        </a:lnTo>
                        <a:lnTo>
                          <a:pt x="145" y="137"/>
                        </a:lnTo>
                        <a:lnTo>
                          <a:pt x="135" y="156"/>
                        </a:lnTo>
                        <a:lnTo>
                          <a:pt x="127" y="173"/>
                        </a:lnTo>
                        <a:lnTo>
                          <a:pt x="119" y="187"/>
                        </a:lnTo>
                        <a:lnTo>
                          <a:pt x="114" y="195"/>
                        </a:lnTo>
                        <a:lnTo>
                          <a:pt x="109" y="203"/>
                        </a:lnTo>
                        <a:lnTo>
                          <a:pt x="101" y="210"/>
                        </a:lnTo>
                        <a:lnTo>
                          <a:pt x="93" y="219"/>
                        </a:lnTo>
                        <a:lnTo>
                          <a:pt x="85" y="227"/>
                        </a:lnTo>
                        <a:lnTo>
                          <a:pt x="76" y="235"/>
                        </a:lnTo>
                        <a:lnTo>
                          <a:pt x="69" y="243"/>
                        </a:lnTo>
                        <a:lnTo>
                          <a:pt x="61" y="248"/>
                        </a:lnTo>
                        <a:lnTo>
                          <a:pt x="55" y="253"/>
                        </a:lnTo>
                        <a:close/>
                      </a:path>
                    </a:pathLst>
                  </a:custGeom>
                  <a:solidFill>
                    <a:srgbClr val="004CB2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07947" name="Freeform 75">
                    <a:extLst>
                      <a:ext uri="{FF2B5EF4-FFF2-40B4-BE49-F238E27FC236}">
                        <a16:creationId xmlns:a16="http://schemas.microsoft.com/office/drawing/2014/main" id="{BD08FB81-CC85-5004-DF68-674E888A452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99" y="2398"/>
                    <a:ext cx="78" cy="59"/>
                  </a:xfrm>
                  <a:custGeom>
                    <a:avLst/>
                    <a:gdLst/>
                    <a:ahLst/>
                    <a:cxnLst>
                      <a:cxn ang="0">
                        <a:pos x="6" y="18"/>
                      </a:cxn>
                      <a:cxn ang="0">
                        <a:pos x="5" y="18"/>
                      </a:cxn>
                      <a:cxn ang="0">
                        <a:pos x="4" y="15"/>
                      </a:cxn>
                      <a:cxn ang="0">
                        <a:pos x="3" y="14"/>
                      </a:cxn>
                      <a:cxn ang="0">
                        <a:pos x="2" y="13"/>
                      </a:cxn>
                      <a:cxn ang="0">
                        <a:pos x="0" y="10"/>
                      </a:cxn>
                      <a:cxn ang="0">
                        <a:pos x="0" y="6"/>
                      </a:cxn>
                      <a:cxn ang="0">
                        <a:pos x="2" y="3"/>
                      </a:cxn>
                      <a:cxn ang="0">
                        <a:pos x="4" y="1"/>
                      </a:cxn>
                      <a:cxn ang="0">
                        <a:pos x="6" y="0"/>
                      </a:cxn>
                      <a:cxn ang="0">
                        <a:pos x="9" y="0"/>
                      </a:cxn>
                      <a:cxn ang="0">
                        <a:pos x="11" y="1"/>
                      </a:cxn>
                      <a:cxn ang="0">
                        <a:pos x="13" y="1"/>
                      </a:cxn>
                      <a:cxn ang="0">
                        <a:pos x="18" y="1"/>
                      </a:cxn>
                      <a:cxn ang="0">
                        <a:pos x="25" y="1"/>
                      </a:cxn>
                      <a:cxn ang="0">
                        <a:pos x="32" y="3"/>
                      </a:cxn>
                      <a:cxn ang="0">
                        <a:pos x="41" y="5"/>
                      </a:cxn>
                      <a:cxn ang="0">
                        <a:pos x="45" y="6"/>
                      </a:cxn>
                      <a:cxn ang="0">
                        <a:pos x="50" y="8"/>
                      </a:cxn>
                      <a:cxn ang="0">
                        <a:pos x="56" y="9"/>
                      </a:cxn>
                      <a:cxn ang="0">
                        <a:pos x="61" y="10"/>
                      </a:cxn>
                      <a:cxn ang="0">
                        <a:pos x="66" y="11"/>
                      </a:cxn>
                      <a:cxn ang="0">
                        <a:pos x="70" y="12"/>
                      </a:cxn>
                      <a:cxn ang="0">
                        <a:pos x="74" y="13"/>
                      </a:cxn>
                      <a:cxn ang="0">
                        <a:pos x="75" y="14"/>
                      </a:cxn>
                      <a:cxn ang="0">
                        <a:pos x="76" y="16"/>
                      </a:cxn>
                      <a:cxn ang="0">
                        <a:pos x="78" y="19"/>
                      </a:cxn>
                      <a:cxn ang="0">
                        <a:pos x="78" y="22"/>
                      </a:cxn>
                      <a:cxn ang="0">
                        <a:pos x="77" y="24"/>
                      </a:cxn>
                      <a:cxn ang="0">
                        <a:pos x="75" y="29"/>
                      </a:cxn>
                      <a:cxn ang="0">
                        <a:pos x="70" y="35"/>
                      </a:cxn>
                      <a:cxn ang="0">
                        <a:pos x="67" y="43"/>
                      </a:cxn>
                      <a:cxn ang="0">
                        <a:pos x="65" y="48"/>
                      </a:cxn>
                      <a:cxn ang="0">
                        <a:pos x="63" y="52"/>
                      </a:cxn>
                      <a:cxn ang="0">
                        <a:pos x="60" y="55"/>
                      </a:cxn>
                      <a:cxn ang="0">
                        <a:pos x="57" y="58"/>
                      </a:cxn>
                      <a:cxn ang="0">
                        <a:pos x="51" y="57"/>
                      </a:cxn>
                      <a:cxn ang="0">
                        <a:pos x="45" y="54"/>
                      </a:cxn>
                      <a:cxn ang="0">
                        <a:pos x="36" y="51"/>
                      </a:cxn>
                      <a:cxn ang="0">
                        <a:pos x="27" y="49"/>
                      </a:cxn>
                      <a:cxn ang="0">
                        <a:pos x="22" y="47"/>
                      </a:cxn>
                      <a:cxn ang="0">
                        <a:pos x="20" y="45"/>
                      </a:cxn>
                      <a:cxn ang="0">
                        <a:pos x="22" y="43"/>
                      </a:cxn>
                      <a:cxn ang="0">
                        <a:pos x="26" y="41"/>
                      </a:cxn>
                      <a:cxn ang="0">
                        <a:pos x="33" y="40"/>
                      </a:cxn>
                      <a:cxn ang="0">
                        <a:pos x="22" y="33"/>
                      </a:cxn>
                      <a:cxn ang="0">
                        <a:pos x="15" y="27"/>
                      </a:cxn>
                      <a:cxn ang="0">
                        <a:pos x="10" y="22"/>
                      </a:cxn>
                      <a:cxn ang="0">
                        <a:pos x="6" y="18"/>
                      </a:cxn>
                    </a:cxnLst>
                    <a:rect l="0" t="0" r="r" b="b"/>
                    <a:pathLst>
                      <a:path w="78" h="58">
                        <a:moveTo>
                          <a:pt x="6" y="18"/>
                        </a:moveTo>
                        <a:lnTo>
                          <a:pt x="5" y="18"/>
                        </a:lnTo>
                        <a:lnTo>
                          <a:pt x="4" y="15"/>
                        </a:lnTo>
                        <a:lnTo>
                          <a:pt x="3" y="14"/>
                        </a:lnTo>
                        <a:lnTo>
                          <a:pt x="2" y="13"/>
                        </a:lnTo>
                        <a:lnTo>
                          <a:pt x="0" y="10"/>
                        </a:lnTo>
                        <a:lnTo>
                          <a:pt x="0" y="6"/>
                        </a:lnTo>
                        <a:lnTo>
                          <a:pt x="2" y="3"/>
                        </a:lnTo>
                        <a:lnTo>
                          <a:pt x="4" y="1"/>
                        </a:lnTo>
                        <a:lnTo>
                          <a:pt x="6" y="0"/>
                        </a:lnTo>
                        <a:lnTo>
                          <a:pt x="9" y="0"/>
                        </a:lnTo>
                        <a:lnTo>
                          <a:pt x="11" y="1"/>
                        </a:lnTo>
                        <a:lnTo>
                          <a:pt x="13" y="1"/>
                        </a:lnTo>
                        <a:lnTo>
                          <a:pt x="18" y="1"/>
                        </a:lnTo>
                        <a:lnTo>
                          <a:pt x="25" y="1"/>
                        </a:lnTo>
                        <a:lnTo>
                          <a:pt x="32" y="3"/>
                        </a:lnTo>
                        <a:lnTo>
                          <a:pt x="41" y="5"/>
                        </a:lnTo>
                        <a:lnTo>
                          <a:pt x="45" y="6"/>
                        </a:lnTo>
                        <a:lnTo>
                          <a:pt x="50" y="8"/>
                        </a:lnTo>
                        <a:lnTo>
                          <a:pt x="56" y="9"/>
                        </a:lnTo>
                        <a:lnTo>
                          <a:pt x="61" y="10"/>
                        </a:lnTo>
                        <a:lnTo>
                          <a:pt x="66" y="11"/>
                        </a:lnTo>
                        <a:lnTo>
                          <a:pt x="70" y="12"/>
                        </a:lnTo>
                        <a:lnTo>
                          <a:pt x="74" y="13"/>
                        </a:lnTo>
                        <a:lnTo>
                          <a:pt x="75" y="14"/>
                        </a:lnTo>
                        <a:lnTo>
                          <a:pt x="76" y="16"/>
                        </a:lnTo>
                        <a:lnTo>
                          <a:pt x="78" y="19"/>
                        </a:lnTo>
                        <a:lnTo>
                          <a:pt x="78" y="22"/>
                        </a:lnTo>
                        <a:lnTo>
                          <a:pt x="77" y="24"/>
                        </a:lnTo>
                        <a:lnTo>
                          <a:pt x="75" y="29"/>
                        </a:lnTo>
                        <a:lnTo>
                          <a:pt x="70" y="35"/>
                        </a:lnTo>
                        <a:lnTo>
                          <a:pt x="67" y="43"/>
                        </a:lnTo>
                        <a:lnTo>
                          <a:pt x="65" y="48"/>
                        </a:lnTo>
                        <a:lnTo>
                          <a:pt x="63" y="52"/>
                        </a:lnTo>
                        <a:lnTo>
                          <a:pt x="60" y="55"/>
                        </a:lnTo>
                        <a:lnTo>
                          <a:pt x="57" y="58"/>
                        </a:lnTo>
                        <a:lnTo>
                          <a:pt x="51" y="57"/>
                        </a:lnTo>
                        <a:lnTo>
                          <a:pt x="45" y="54"/>
                        </a:lnTo>
                        <a:lnTo>
                          <a:pt x="36" y="51"/>
                        </a:lnTo>
                        <a:lnTo>
                          <a:pt x="27" y="49"/>
                        </a:lnTo>
                        <a:lnTo>
                          <a:pt x="22" y="47"/>
                        </a:lnTo>
                        <a:lnTo>
                          <a:pt x="20" y="45"/>
                        </a:lnTo>
                        <a:lnTo>
                          <a:pt x="22" y="43"/>
                        </a:lnTo>
                        <a:lnTo>
                          <a:pt x="26" y="41"/>
                        </a:lnTo>
                        <a:lnTo>
                          <a:pt x="33" y="40"/>
                        </a:lnTo>
                        <a:lnTo>
                          <a:pt x="22" y="33"/>
                        </a:lnTo>
                        <a:lnTo>
                          <a:pt x="15" y="27"/>
                        </a:lnTo>
                        <a:lnTo>
                          <a:pt x="10" y="22"/>
                        </a:lnTo>
                        <a:lnTo>
                          <a:pt x="6" y="18"/>
                        </a:lnTo>
                        <a:close/>
                      </a:path>
                    </a:pathLst>
                  </a:custGeom>
                  <a:solidFill>
                    <a:srgbClr val="E5B2B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07948" name="Freeform 76">
                    <a:extLst>
                      <a:ext uri="{FF2B5EF4-FFF2-40B4-BE49-F238E27FC236}">
                        <a16:creationId xmlns:a16="http://schemas.microsoft.com/office/drawing/2014/main" id="{7E413C7C-24B1-D19C-C3C5-492B0B18BC4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68" y="2050"/>
                    <a:ext cx="112" cy="307"/>
                  </a:xfrm>
                  <a:custGeom>
                    <a:avLst/>
                    <a:gdLst/>
                    <a:ahLst/>
                    <a:cxnLst>
                      <a:cxn ang="0">
                        <a:pos x="69" y="0"/>
                      </a:cxn>
                      <a:cxn ang="0">
                        <a:pos x="59" y="3"/>
                      </a:cxn>
                      <a:cxn ang="0">
                        <a:pos x="47" y="9"/>
                      </a:cxn>
                      <a:cxn ang="0">
                        <a:pos x="37" y="24"/>
                      </a:cxn>
                      <a:cxn ang="0">
                        <a:pos x="29" y="42"/>
                      </a:cxn>
                      <a:cxn ang="0">
                        <a:pos x="21" y="59"/>
                      </a:cxn>
                      <a:cxn ang="0">
                        <a:pos x="13" y="70"/>
                      </a:cxn>
                      <a:cxn ang="0">
                        <a:pos x="13" y="80"/>
                      </a:cxn>
                      <a:cxn ang="0">
                        <a:pos x="13" y="88"/>
                      </a:cxn>
                      <a:cxn ang="0">
                        <a:pos x="16" y="98"/>
                      </a:cxn>
                      <a:cxn ang="0">
                        <a:pos x="20" y="105"/>
                      </a:cxn>
                      <a:cxn ang="0">
                        <a:pos x="17" y="119"/>
                      </a:cxn>
                      <a:cxn ang="0">
                        <a:pos x="11" y="134"/>
                      </a:cxn>
                      <a:cxn ang="0">
                        <a:pos x="7" y="155"/>
                      </a:cxn>
                      <a:cxn ang="0">
                        <a:pos x="5" y="180"/>
                      </a:cxn>
                      <a:cxn ang="0">
                        <a:pos x="2" y="195"/>
                      </a:cxn>
                      <a:cxn ang="0">
                        <a:pos x="0" y="204"/>
                      </a:cxn>
                      <a:cxn ang="0">
                        <a:pos x="1" y="213"/>
                      </a:cxn>
                      <a:cxn ang="0">
                        <a:pos x="9" y="226"/>
                      </a:cxn>
                      <a:cxn ang="0">
                        <a:pos x="21" y="247"/>
                      </a:cxn>
                      <a:cxn ang="0">
                        <a:pos x="28" y="258"/>
                      </a:cxn>
                      <a:cxn ang="0">
                        <a:pos x="36" y="266"/>
                      </a:cxn>
                      <a:cxn ang="0">
                        <a:pos x="37" y="273"/>
                      </a:cxn>
                      <a:cxn ang="0">
                        <a:pos x="38" y="279"/>
                      </a:cxn>
                      <a:cxn ang="0">
                        <a:pos x="43" y="286"/>
                      </a:cxn>
                      <a:cxn ang="0">
                        <a:pos x="49" y="298"/>
                      </a:cxn>
                      <a:cxn ang="0">
                        <a:pos x="54" y="304"/>
                      </a:cxn>
                      <a:cxn ang="0">
                        <a:pos x="63" y="306"/>
                      </a:cxn>
                      <a:cxn ang="0">
                        <a:pos x="72" y="305"/>
                      </a:cxn>
                      <a:cxn ang="0">
                        <a:pos x="82" y="302"/>
                      </a:cxn>
                      <a:cxn ang="0">
                        <a:pos x="94" y="295"/>
                      </a:cxn>
                      <a:cxn ang="0">
                        <a:pos x="105" y="285"/>
                      </a:cxn>
                      <a:cxn ang="0">
                        <a:pos x="111" y="276"/>
                      </a:cxn>
                      <a:cxn ang="0">
                        <a:pos x="111" y="267"/>
                      </a:cxn>
                      <a:cxn ang="0">
                        <a:pos x="103" y="260"/>
                      </a:cxn>
                      <a:cxn ang="0">
                        <a:pos x="99" y="249"/>
                      </a:cxn>
                      <a:cxn ang="0">
                        <a:pos x="96" y="244"/>
                      </a:cxn>
                      <a:cxn ang="0">
                        <a:pos x="93" y="242"/>
                      </a:cxn>
                      <a:cxn ang="0">
                        <a:pos x="88" y="233"/>
                      </a:cxn>
                      <a:cxn ang="0">
                        <a:pos x="80" y="214"/>
                      </a:cxn>
                      <a:cxn ang="0">
                        <a:pos x="74" y="205"/>
                      </a:cxn>
                      <a:cxn ang="0">
                        <a:pos x="69" y="200"/>
                      </a:cxn>
                      <a:cxn ang="0">
                        <a:pos x="74" y="196"/>
                      </a:cxn>
                      <a:cxn ang="0">
                        <a:pos x="75" y="190"/>
                      </a:cxn>
                      <a:cxn ang="0">
                        <a:pos x="74" y="184"/>
                      </a:cxn>
                      <a:cxn ang="0">
                        <a:pos x="74" y="177"/>
                      </a:cxn>
                      <a:cxn ang="0">
                        <a:pos x="80" y="165"/>
                      </a:cxn>
                      <a:cxn ang="0">
                        <a:pos x="88" y="135"/>
                      </a:cxn>
                      <a:cxn ang="0">
                        <a:pos x="95" y="111"/>
                      </a:cxn>
                      <a:cxn ang="0">
                        <a:pos x="105" y="72"/>
                      </a:cxn>
                      <a:cxn ang="0">
                        <a:pos x="110" y="54"/>
                      </a:cxn>
                      <a:cxn ang="0">
                        <a:pos x="111" y="37"/>
                      </a:cxn>
                      <a:cxn ang="0">
                        <a:pos x="105" y="17"/>
                      </a:cxn>
                      <a:cxn ang="0">
                        <a:pos x="88" y="2"/>
                      </a:cxn>
                    </a:cxnLst>
                    <a:rect l="0" t="0" r="r" b="b"/>
                    <a:pathLst>
                      <a:path w="112" h="306">
                        <a:moveTo>
                          <a:pt x="74" y="0"/>
                        </a:moveTo>
                        <a:lnTo>
                          <a:pt x="69" y="0"/>
                        </a:lnTo>
                        <a:lnTo>
                          <a:pt x="64" y="1"/>
                        </a:lnTo>
                        <a:lnTo>
                          <a:pt x="59" y="3"/>
                        </a:lnTo>
                        <a:lnTo>
                          <a:pt x="54" y="5"/>
                        </a:lnTo>
                        <a:lnTo>
                          <a:pt x="47" y="9"/>
                        </a:lnTo>
                        <a:lnTo>
                          <a:pt x="42" y="15"/>
                        </a:lnTo>
                        <a:lnTo>
                          <a:pt x="37" y="24"/>
                        </a:lnTo>
                        <a:lnTo>
                          <a:pt x="32" y="34"/>
                        </a:lnTo>
                        <a:lnTo>
                          <a:pt x="29" y="42"/>
                        </a:lnTo>
                        <a:lnTo>
                          <a:pt x="26" y="51"/>
                        </a:lnTo>
                        <a:lnTo>
                          <a:pt x="21" y="59"/>
                        </a:lnTo>
                        <a:lnTo>
                          <a:pt x="17" y="65"/>
                        </a:lnTo>
                        <a:lnTo>
                          <a:pt x="13" y="70"/>
                        </a:lnTo>
                        <a:lnTo>
                          <a:pt x="12" y="76"/>
                        </a:lnTo>
                        <a:lnTo>
                          <a:pt x="13" y="80"/>
                        </a:lnTo>
                        <a:lnTo>
                          <a:pt x="13" y="84"/>
                        </a:lnTo>
                        <a:lnTo>
                          <a:pt x="13" y="88"/>
                        </a:lnTo>
                        <a:lnTo>
                          <a:pt x="15" y="93"/>
                        </a:lnTo>
                        <a:lnTo>
                          <a:pt x="16" y="98"/>
                        </a:lnTo>
                        <a:lnTo>
                          <a:pt x="18" y="101"/>
                        </a:lnTo>
                        <a:lnTo>
                          <a:pt x="20" y="105"/>
                        </a:lnTo>
                        <a:lnTo>
                          <a:pt x="19" y="111"/>
                        </a:lnTo>
                        <a:lnTo>
                          <a:pt x="17" y="119"/>
                        </a:lnTo>
                        <a:lnTo>
                          <a:pt x="15" y="126"/>
                        </a:lnTo>
                        <a:lnTo>
                          <a:pt x="11" y="134"/>
                        </a:lnTo>
                        <a:lnTo>
                          <a:pt x="9" y="143"/>
                        </a:lnTo>
                        <a:lnTo>
                          <a:pt x="7" y="155"/>
                        </a:lnTo>
                        <a:lnTo>
                          <a:pt x="6" y="167"/>
                        </a:lnTo>
                        <a:lnTo>
                          <a:pt x="5" y="180"/>
                        </a:lnTo>
                        <a:lnTo>
                          <a:pt x="4" y="188"/>
                        </a:lnTo>
                        <a:lnTo>
                          <a:pt x="2" y="195"/>
                        </a:lnTo>
                        <a:lnTo>
                          <a:pt x="1" y="200"/>
                        </a:lnTo>
                        <a:lnTo>
                          <a:pt x="0" y="204"/>
                        </a:lnTo>
                        <a:lnTo>
                          <a:pt x="0" y="208"/>
                        </a:lnTo>
                        <a:lnTo>
                          <a:pt x="1" y="213"/>
                        </a:lnTo>
                        <a:lnTo>
                          <a:pt x="4" y="218"/>
                        </a:lnTo>
                        <a:lnTo>
                          <a:pt x="9" y="226"/>
                        </a:lnTo>
                        <a:lnTo>
                          <a:pt x="16" y="237"/>
                        </a:lnTo>
                        <a:lnTo>
                          <a:pt x="21" y="247"/>
                        </a:lnTo>
                        <a:lnTo>
                          <a:pt x="25" y="254"/>
                        </a:lnTo>
                        <a:lnTo>
                          <a:pt x="28" y="258"/>
                        </a:lnTo>
                        <a:lnTo>
                          <a:pt x="32" y="262"/>
                        </a:lnTo>
                        <a:lnTo>
                          <a:pt x="36" y="266"/>
                        </a:lnTo>
                        <a:lnTo>
                          <a:pt x="39" y="268"/>
                        </a:lnTo>
                        <a:lnTo>
                          <a:pt x="37" y="273"/>
                        </a:lnTo>
                        <a:lnTo>
                          <a:pt x="37" y="276"/>
                        </a:lnTo>
                        <a:lnTo>
                          <a:pt x="38" y="279"/>
                        </a:lnTo>
                        <a:lnTo>
                          <a:pt x="40" y="282"/>
                        </a:lnTo>
                        <a:lnTo>
                          <a:pt x="43" y="286"/>
                        </a:lnTo>
                        <a:lnTo>
                          <a:pt x="47" y="293"/>
                        </a:lnTo>
                        <a:lnTo>
                          <a:pt x="49" y="298"/>
                        </a:lnTo>
                        <a:lnTo>
                          <a:pt x="51" y="302"/>
                        </a:lnTo>
                        <a:lnTo>
                          <a:pt x="54" y="304"/>
                        </a:lnTo>
                        <a:lnTo>
                          <a:pt x="57" y="305"/>
                        </a:lnTo>
                        <a:lnTo>
                          <a:pt x="63" y="306"/>
                        </a:lnTo>
                        <a:lnTo>
                          <a:pt x="68" y="306"/>
                        </a:lnTo>
                        <a:lnTo>
                          <a:pt x="72" y="305"/>
                        </a:lnTo>
                        <a:lnTo>
                          <a:pt x="76" y="304"/>
                        </a:lnTo>
                        <a:lnTo>
                          <a:pt x="82" y="302"/>
                        </a:lnTo>
                        <a:lnTo>
                          <a:pt x="88" y="299"/>
                        </a:lnTo>
                        <a:lnTo>
                          <a:pt x="94" y="295"/>
                        </a:lnTo>
                        <a:lnTo>
                          <a:pt x="100" y="291"/>
                        </a:lnTo>
                        <a:lnTo>
                          <a:pt x="105" y="285"/>
                        </a:lnTo>
                        <a:lnTo>
                          <a:pt x="108" y="280"/>
                        </a:lnTo>
                        <a:lnTo>
                          <a:pt x="111" y="276"/>
                        </a:lnTo>
                        <a:lnTo>
                          <a:pt x="112" y="272"/>
                        </a:lnTo>
                        <a:lnTo>
                          <a:pt x="111" y="267"/>
                        </a:lnTo>
                        <a:lnTo>
                          <a:pt x="107" y="264"/>
                        </a:lnTo>
                        <a:lnTo>
                          <a:pt x="103" y="260"/>
                        </a:lnTo>
                        <a:lnTo>
                          <a:pt x="101" y="255"/>
                        </a:lnTo>
                        <a:lnTo>
                          <a:pt x="99" y="249"/>
                        </a:lnTo>
                        <a:lnTo>
                          <a:pt x="98" y="246"/>
                        </a:lnTo>
                        <a:lnTo>
                          <a:pt x="96" y="244"/>
                        </a:lnTo>
                        <a:lnTo>
                          <a:pt x="94" y="242"/>
                        </a:lnTo>
                        <a:lnTo>
                          <a:pt x="93" y="242"/>
                        </a:lnTo>
                        <a:lnTo>
                          <a:pt x="92" y="242"/>
                        </a:lnTo>
                        <a:lnTo>
                          <a:pt x="88" y="233"/>
                        </a:lnTo>
                        <a:lnTo>
                          <a:pt x="84" y="222"/>
                        </a:lnTo>
                        <a:lnTo>
                          <a:pt x="80" y="214"/>
                        </a:lnTo>
                        <a:lnTo>
                          <a:pt x="77" y="208"/>
                        </a:lnTo>
                        <a:lnTo>
                          <a:pt x="74" y="205"/>
                        </a:lnTo>
                        <a:lnTo>
                          <a:pt x="70" y="202"/>
                        </a:lnTo>
                        <a:lnTo>
                          <a:pt x="69" y="200"/>
                        </a:lnTo>
                        <a:lnTo>
                          <a:pt x="72" y="198"/>
                        </a:lnTo>
                        <a:lnTo>
                          <a:pt x="74" y="196"/>
                        </a:lnTo>
                        <a:lnTo>
                          <a:pt x="75" y="193"/>
                        </a:lnTo>
                        <a:lnTo>
                          <a:pt x="75" y="190"/>
                        </a:lnTo>
                        <a:lnTo>
                          <a:pt x="74" y="187"/>
                        </a:lnTo>
                        <a:lnTo>
                          <a:pt x="74" y="184"/>
                        </a:lnTo>
                        <a:lnTo>
                          <a:pt x="74" y="181"/>
                        </a:lnTo>
                        <a:lnTo>
                          <a:pt x="74" y="177"/>
                        </a:lnTo>
                        <a:lnTo>
                          <a:pt x="76" y="174"/>
                        </a:lnTo>
                        <a:lnTo>
                          <a:pt x="80" y="165"/>
                        </a:lnTo>
                        <a:lnTo>
                          <a:pt x="84" y="150"/>
                        </a:lnTo>
                        <a:lnTo>
                          <a:pt x="88" y="135"/>
                        </a:lnTo>
                        <a:lnTo>
                          <a:pt x="92" y="123"/>
                        </a:lnTo>
                        <a:lnTo>
                          <a:pt x="95" y="111"/>
                        </a:lnTo>
                        <a:lnTo>
                          <a:pt x="100" y="92"/>
                        </a:lnTo>
                        <a:lnTo>
                          <a:pt x="105" y="72"/>
                        </a:lnTo>
                        <a:lnTo>
                          <a:pt x="108" y="60"/>
                        </a:lnTo>
                        <a:lnTo>
                          <a:pt x="110" y="54"/>
                        </a:lnTo>
                        <a:lnTo>
                          <a:pt x="110" y="46"/>
                        </a:lnTo>
                        <a:lnTo>
                          <a:pt x="111" y="37"/>
                        </a:lnTo>
                        <a:lnTo>
                          <a:pt x="108" y="26"/>
                        </a:lnTo>
                        <a:lnTo>
                          <a:pt x="105" y="17"/>
                        </a:lnTo>
                        <a:lnTo>
                          <a:pt x="99" y="8"/>
                        </a:lnTo>
                        <a:lnTo>
                          <a:pt x="88" y="2"/>
                        </a:lnTo>
                        <a:lnTo>
                          <a:pt x="74" y="0"/>
                        </a:lnTo>
                        <a:close/>
                      </a:path>
                    </a:pathLst>
                  </a:custGeom>
                  <a:solidFill>
                    <a:srgbClr val="004CB2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</p:grpSp>
        </p:grpSp>
      </p:grpSp>
      <p:graphicFrame>
        <p:nvGraphicFramePr>
          <p:cNvPr id="207949" name="Object 4">
            <a:extLst>
              <a:ext uri="{FF2B5EF4-FFF2-40B4-BE49-F238E27FC236}">
                <a16:creationId xmlns:a16="http://schemas.microsoft.com/office/drawing/2014/main" id="{71272F8A-6705-5767-C2D0-D743CA097E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27950" y="3302000"/>
          <a:ext cx="800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54411" imgH="281801" progId="Equation.3">
                  <p:embed/>
                </p:oleObj>
              </mc:Choice>
              <mc:Fallback>
                <p:oleObj name="公式" r:id="rId6" imgW="754411" imgH="28180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7950" y="3302000"/>
                        <a:ext cx="8001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78">
            <a:extLst>
              <a:ext uri="{FF2B5EF4-FFF2-40B4-BE49-F238E27FC236}">
                <a16:creationId xmlns:a16="http://schemas.microsoft.com/office/drawing/2014/main" id="{44A337DB-97B2-0B1E-EFB9-626404437776}"/>
              </a:ext>
            </a:extLst>
          </p:cNvPr>
          <p:cNvGrpSpPr>
            <a:grpSpLocks/>
          </p:cNvGrpSpPr>
          <p:nvPr/>
        </p:nvGrpSpPr>
        <p:grpSpPr bwMode="auto">
          <a:xfrm>
            <a:off x="7061200" y="3441700"/>
            <a:ext cx="596900" cy="863600"/>
            <a:chOff x="4464" y="1016"/>
            <a:chExt cx="376" cy="544"/>
          </a:xfrm>
        </p:grpSpPr>
        <p:sp>
          <p:nvSpPr>
            <p:cNvPr id="207951" name="Line 79">
              <a:extLst>
                <a:ext uri="{FF2B5EF4-FFF2-40B4-BE49-F238E27FC236}">
                  <a16:creationId xmlns:a16="http://schemas.microsoft.com/office/drawing/2014/main" id="{2744FCAD-E645-DF04-8E5E-65EB422BF9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8" y="1040"/>
              <a:ext cx="0" cy="52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2314" name="Object 9">
              <a:extLst>
                <a:ext uri="{FF2B5EF4-FFF2-40B4-BE49-F238E27FC236}">
                  <a16:creationId xmlns:a16="http://schemas.microsoft.com/office/drawing/2014/main" id="{F3870958-B1BF-42C1-6E02-09ABBF52E29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47" y="1346"/>
            <a:ext cx="293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487680" imgH="320206" progId="Equation.3">
                    <p:embed/>
                  </p:oleObj>
                </mc:Choice>
                <mc:Fallback>
                  <p:oleObj name="公式" r:id="rId8" imgW="487680" imgH="320206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7" y="1346"/>
                          <a:ext cx="293" cy="2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7953" name="Oval 81">
              <a:extLst>
                <a:ext uri="{FF2B5EF4-FFF2-40B4-BE49-F238E27FC236}">
                  <a16:creationId xmlns:a16="http://schemas.microsoft.com/office/drawing/2014/main" id="{CC1CF55B-C1A2-03BC-14D5-957E522B8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1016"/>
              <a:ext cx="45" cy="45"/>
            </a:xfrm>
            <a:prstGeom prst="ellipse">
              <a:avLst/>
            </a:prstGeom>
            <a:solidFill>
              <a:srgbClr val="FFFF00"/>
            </a:solidFill>
            <a:ln w="38100" algn="ctr">
              <a:solidFill>
                <a:srgbClr val="FFFF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7" name="Group 82">
            <a:extLst>
              <a:ext uri="{FF2B5EF4-FFF2-40B4-BE49-F238E27FC236}">
                <a16:creationId xmlns:a16="http://schemas.microsoft.com/office/drawing/2014/main" id="{BCB918A5-A5C2-7596-EECE-BFA80A554CE5}"/>
              </a:ext>
            </a:extLst>
          </p:cNvPr>
          <p:cNvGrpSpPr>
            <a:grpSpLocks/>
          </p:cNvGrpSpPr>
          <p:nvPr/>
        </p:nvGrpSpPr>
        <p:grpSpPr bwMode="auto">
          <a:xfrm>
            <a:off x="6940550" y="2308225"/>
            <a:ext cx="315913" cy="1133475"/>
            <a:chOff x="4388" y="302"/>
            <a:chExt cx="199" cy="714"/>
          </a:xfrm>
        </p:grpSpPr>
        <p:sp>
          <p:nvSpPr>
            <p:cNvPr id="207955" name="Line 83">
              <a:extLst>
                <a:ext uri="{FF2B5EF4-FFF2-40B4-BE49-F238E27FC236}">
                  <a16:creationId xmlns:a16="http://schemas.microsoft.com/office/drawing/2014/main" id="{59C35FA4-C28D-2AF9-3A86-DDE9AF889B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88" y="552"/>
              <a:ext cx="0" cy="464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2312" name="Object 8">
              <a:extLst>
                <a:ext uri="{FF2B5EF4-FFF2-40B4-BE49-F238E27FC236}">
                  <a16:creationId xmlns:a16="http://schemas.microsoft.com/office/drawing/2014/main" id="{AE6B33C8-9F72-DEAD-1856-F3D7DB3E03A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88" y="302"/>
            <a:ext cx="199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396116" imgH="411480" progId="Equation.3">
                    <p:embed/>
                  </p:oleObj>
                </mc:Choice>
                <mc:Fallback>
                  <p:oleObj name="公式" r:id="rId10" imgW="396116" imgH="41148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8" y="302"/>
                          <a:ext cx="199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85">
            <a:extLst>
              <a:ext uri="{FF2B5EF4-FFF2-40B4-BE49-F238E27FC236}">
                <a16:creationId xmlns:a16="http://schemas.microsoft.com/office/drawing/2014/main" id="{9B937A5F-7657-C498-87C2-FDC3ACFB43B6}"/>
              </a:ext>
            </a:extLst>
          </p:cNvPr>
          <p:cNvGrpSpPr>
            <a:grpSpLocks/>
          </p:cNvGrpSpPr>
          <p:nvPr/>
        </p:nvGrpSpPr>
        <p:grpSpPr bwMode="auto">
          <a:xfrm>
            <a:off x="6597650" y="2801938"/>
            <a:ext cx="863600" cy="392112"/>
            <a:chOff x="4172" y="613"/>
            <a:chExt cx="544" cy="247"/>
          </a:xfrm>
        </p:grpSpPr>
        <p:sp>
          <p:nvSpPr>
            <p:cNvPr id="207958" name="Line 86">
              <a:extLst>
                <a:ext uri="{FF2B5EF4-FFF2-40B4-BE49-F238E27FC236}">
                  <a16:creationId xmlns:a16="http://schemas.microsoft.com/office/drawing/2014/main" id="{67B764D5-87D8-F06C-99A2-B63CB6931C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2" y="860"/>
              <a:ext cx="544" cy="0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2310" name="Object 7">
              <a:extLst>
                <a:ext uri="{FF2B5EF4-FFF2-40B4-BE49-F238E27FC236}">
                  <a16:creationId xmlns:a16="http://schemas.microsoft.com/office/drawing/2014/main" id="{1917B44E-A7C1-A48C-FE69-1D1CFDE7FBF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54" y="613"/>
            <a:ext cx="146" cy="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74196" imgH="312226" progId="Equation.3">
                    <p:embed/>
                  </p:oleObj>
                </mc:Choice>
                <mc:Fallback>
                  <p:oleObj name="公式" r:id="rId12" imgW="274196" imgH="312226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4" y="613"/>
                          <a:ext cx="146" cy="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algn="ctr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88">
            <a:extLst>
              <a:ext uri="{FF2B5EF4-FFF2-40B4-BE49-F238E27FC236}">
                <a16:creationId xmlns:a16="http://schemas.microsoft.com/office/drawing/2014/main" id="{ED55233A-4CF1-8385-0E7F-176D32DE645B}"/>
              </a:ext>
            </a:extLst>
          </p:cNvPr>
          <p:cNvGrpSpPr>
            <a:grpSpLocks/>
          </p:cNvGrpSpPr>
          <p:nvPr/>
        </p:nvGrpSpPr>
        <p:grpSpPr bwMode="auto">
          <a:xfrm>
            <a:off x="6216650" y="3752850"/>
            <a:ext cx="863600" cy="492125"/>
            <a:chOff x="3932" y="1212"/>
            <a:chExt cx="544" cy="310"/>
          </a:xfrm>
        </p:grpSpPr>
        <p:sp>
          <p:nvSpPr>
            <p:cNvPr id="207961" name="Line 89">
              <a:extLst>
                <a:ext uri="{FF2B5EF4-FFF2-40B4-BE49-F238E27FC236}">
                  <a16:creationId xmlns:a16="http://schemas.microsoft.com/office/drawing/2014/main" id="{99978C0B-21B8-BBDC-F069-E6B9B02F016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10800000">
              <a:off x="3932" y="1212"/>
              <a:ext cx="544" cy="0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2308" name="Object 6">
              <a:extLst>
                <a:ext uri="{FF2B5EF4-FFF2-40B4-BE49-F238E27FC236}">
                  <a16:creationId xmlns:a16="http://schemas.microsoft.com/office/drawing/2014/main" id="{67AE026D-A71A-4B66-E787-9E52DF296F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23" y="1307"/>
            <a:ext cx="167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312513" imgH="411480" progId="Equation.3">
                    <p:embed/>
                  </p:oleObj>
                </mc:Choice>
                <mc:Fallback>
                  <p:oleObj name="公式" r:id="rId14" imgW="312513" imgH="41148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3" y="1307"/>
                          <a:ext cx="167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algn="ctr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7963" name="Text Box 91">
            <a:extLst>
              <a:ext uri="{FF2B5EF4-FFF2-40B4-BE49-F238E27FC236}">
                <a16:creationId xmlns:a16="http://schemas.microsoft.com/office/drawing/2014/main" id="{5ECEF4FA-CD41-3D7C-4656-E532BBA37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900488"/>
            <a:ext cx="4789487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15000"/>
              </a:lnSpc>
              <a:buFont typeface="Monotype Sorts" pitchFamily="2" charset="2"/>
              <a:buNone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(2)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静摩擦力的方向与接触面  </a:t>
            </a:r>
          </a:p>
          <a:p>
            <a:pPr eaLnBrk="1" hangingPunct="1">
              <a:lnSpc>
                <a:spcPct val="115000"/>
              </a:lnSpc>
              <a:buFont typeface="Monotype Sorts" pitchFamily="2" charset="2"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    相对滑动趋势的指向相反；</a:t>
            </a:r>
          </a:p>
        </p:txBody>
      </p:sp>
      <p:sp>
        <p:nvSpPr>
          <p:cNvPr id="207965" name="Text Box 93">
            <a:extLst>
              <a:ext uri="{FF2B5EF4-FFF2-40B4-BE49-F238E27FC236}">
                <a16:creationId xmlns:a16="http://schemas.microsoft.com/office/drawing/2014/main" id="{C17B7735-50C8-9FD0-C2F6-98949785C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9838" y="5611813"/>
            <a:ext cx="2279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: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静摩擦系数</a:t>
            </a:r>
          </a:p>
        </p:txBody>
      </p:sp>
      <p:graphicFrame>
        <p:nvGraphicFramePr>
          <p:cNvPr id="207966" name="Object 5">
            <a:extLst>
              <a:ext uri="{FF2B5EF4-FFF2-40B4-BE49-F238E27FC236}">
                <a16:creationId xmlns:a16="http://schemas.microsoft.com/office/drawing/2014/main" id="{040E0785-D43C-09CF-78D9-6874B915D5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37250" y="5600700"/>
          <a:ext cx="317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74196" imgH="335169" progId="Equation.3">
                  <p:embed/>
                </p:oleObj>
              </mc:Choice>
              <mc:Fallback>
                <p:oleObj name="公式" r:id="rId16" imgW="274196" imgH="33516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0" y="5600700"/>
                        <a:ext cx="317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042" name="Rectangle 170">
            <a:extLst>
              <a:ext uri="{FF2B5EF4-FFF2-40B4-BE49-F238E27FC236}">
                <a16:creationId xmlns:a16="http://schemas.microsoft.com/office/drawing/2014/main" id="{B788DCC5-E231-E5FF-16C8-C73DAB3DA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2850" y="1022350"/>
            <a:ext cx="6221413" cy="88582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defRPr/>
            </a:pPr>
            <a:r>
              <a:rPr kumimoji="1" lang="zh-CN" altLang="en-US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当两相互接触的物体彼此之间保持相对静止，但沿着接触面有相对运动趋势时，接触面间出现的摩擦力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7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7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7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8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7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7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7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7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07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07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07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6" grpId="0" autoUpdateAnimBg="0"/>
      <p:bldP spid="207877" grpId="0" autoUpdateAnimBg="0"/>
      <p:bldP spid="207878" grpId="0" autoUpdateAnimBg="0"/>
      <p:bldP spid="207880" grpId="0" autoUpdateAnimBg="0"/>
      <p:bldP spid="207892" grpId="0"/>
      <p:bldP spid="207963" grpId="0" autoUpdateAnimBg="0"/>
      <p:bldP spid="207965" grpId="0"/>
      <p:bldP spid="20804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72" name="Rectangle 372">
            <a:extLst>
              <a:ext uri="{FF2B5EF4-FFF2-40B4-BE49-F238E27FC236}">
                <a16:creationId xmlns:a16="http://schemas.microsoft.com/office/drawing/2014/main" id="{84A65B87-1FF9-1BDE-D80B-AEF9DDBD0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613" y="3408363"/>
            <a:ext cx="5583237" cy="2728912"/>
          </a:xfrm>
          <a:prstGeom prst="rect">
            <a:avLst/>
          </a:prstGeom>
          <a:solidFill>
            <a:srgbClr val="33CCCC">
              <a:alpha val="20000"/>
            </a:srgbClr>
          </a:solidFill>
          <a:ln w="9525" algn="ctr">
            <a:solidFill>
              <a:srgbClr val="808080">
                <a:alpha val="39999"/>
              </a:srgb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678" name="Text Box 78">
            <a:extLst>
              <a:ext uri="{FF2B5EF4-FFF2-40B4-BE49-F238E27FC236}">
                <a16:creationId xmlns:a16="http://schemas.microsoft.com/office/drawing/2014/main" id="{000F8C93-7F74-6B43-8E71-3BDE49683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3" y="342900"/>
            <a:ext cx="2581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FFCC00"/>
              </a:buClr>
              <a:buSzPct val="85000"/>
              <a:buFont typeface="Wingdings" pitchFamily="2" charset="2"/>
              <a:buChar char="l"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滑动摩擦力：</a:t>
            </a:r>
          </a:p>
        </p:txBody>
      </p:sp>
      <p:graphicFrame>
        <p:nvGraphicFramePr>
          <p:cNvPr id="25752" name="Object 2">
            <a:extLst>
              <a:ext uri="{FF2B5EF4-FFF2-40B4-BE49-F238E27FC236}">
                <a16:creationId xmlns:a16="http://schemas.microsoft.com/office/drawing/2014/main" id="{5C898A48-F7D3-502B-3647-CBE6AA31C1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14550" y="892175"/>
          <a:ext cx="1282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34627" imgH="335169" progId="Equation.3">
                  <p:embed/>
                </p:oleObj>
              </mc:Choice>
              <mc:Fallback>
                <p:oleObj name="公式" r:id="rId2" imgW="1234627" imgH="33516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4550" y="892175"/>
                        <a:ext cx="1282700" cy="381000"/>
                      </a:xfrm>
                      <a:prstGeom prst="rect">
                        <a:avLst/>
                      </a:prstGeom>
                      <a:solidFill>
                        <a:srgbClr val="00CCFF">
                          <a:alpha val="25098"/>
                        </a:srgbClr>
                      </a:solidFill>
                      <a:ln w="9525">
                        <a:solidFill>
                          <a:srgbClr val="FFFFFF">
                            <a:alpha val="23921"/>
                          </a:srgbClr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82" name="Text Box 82">
            <a:extLst>
              <a:ext uri="{FF2B5EF4-FFF2-40B4-BE49-F238E27FC236}">
                <a16:creationId xmlns:a16="http://schemas.microsoft.com/office/drawing/2014/main" id="{0E1B3FD5-F489-66E9-FD18-BDB225E13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3" y="1320800"/>
            <a:ext cx="358775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(1)      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为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滑动摩擦系数，  </a:t>
            </a:r>
          </a:p>
          <a:p>
            <a:pPr>
              <a:lnSpc>
                <a:spcPct val="125000"/>
              </a:lnSpc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   且        ；</a:t>
            </a:r>
          </a:p>
        </p:txBody>
      </p:sp>
      <p:graphicFrame>
        <p:nvGraphicFramePr>
          <p:cNvPr id="25754" name="Object 3">
            <a:extLst>
              <a:ext uri="{FF2B5EF4-FFF2-40B4-BE49-F238E27FC236}">
                <a16:creationId xmlns:a16="http://schemas.microsoft.com/office/drawing/2014/main" id="{1B963EC1-5B19-674B-30A4-C3AF6267D7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44600" y="1439863"/>
          <a:ext cx="284163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82158" imgH="320206" progId="Equation.3">
                  <p:embed/>
                </p:oleObj>
              </mc:Choice>
              <mc:Fallback>
                <p:oleObj name="公式" r:id="rId4" imgW="282158" imgH="32020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1439863"/>
                        <a:ext cx="284163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55" name="Object 4">
            <a:extLst>
              <a:ext uri="{FF2B5EF4-FFF2-40B4-BE49-F238E27FC236}">
                <a16:creationId xmlns:a16="http://schemas.microsoft.com/office/drawing/2014/main" id="{A528CFFC-3184-20C9-FC4A-264A306459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910484"/>
              </p:ext>
            </p:extLst>
          </p:nvPr>
        </p:nvGraphicFramePr>
        <p:xfrm>
          <a:off x="1889125" y="1780697"/>
          <a:ext cx="866775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06687" imgH="335169" progId="Equation.3">
                  <p:embed/>
                </p:oleObj>
              </mc:Choice>
              <mc:Fallback>
                <p:oleObj name="公式" r:id="rId6" imgW="906687" imgH="33516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9125" y="1780697"/>
                        <a:ext cx="866775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40">
            <a:extLst>
              <a:ext uri="{FF2B5EF4-FFF2-40B4-BE49-F238E27FC236}">
                <a16:creationId xmlns:a16="http://schemas.microsoft.com/office/drawing/2014/main" id="{06763DA3-3684-2824-F5B5-FED25F72109E}"/>
              </a:ext>
            </a:extLst>
          </p:cNvPr>
          <p:cNvGrpSpPr>
            <a:grpSpLocks/>
          </p:cNvGrpSpPr>
          <p:nvPr/>
        </p:nvGrpSpPr>
        <p:grpSpPr bwMode="auto">
          <a:xfrm>
            <a:off x="4660900" y="927100"/>
            <a:ext cx="3598863" cy="2193925"/>
            <a:chOff x="3240" y="229"/>
            <a:chExt cx="2267" cy="1382"/>
          </a:xfrm>
        </p:grpSpPr>
        <p:sp>
          <p:nvSpPr>
            <p:cNvPr id="25841" name="Rectangle 241">
              <a:extLst>
                <a:ext uri="{FF2B5EF4-FFF2-40B4-BE49-F238E27FC236}">
                  <a16:creationId xmlns:a16="http://schemas.microsoft.com/office/drawing/2014/main" id="{4E71003D-A25A-8897-9A81-D822F0A67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0" y="229"/>
              <a:ext cx="2267" cy="1382"/>
            </a:xfrm>
            <a:prstGeom prst="rect">
              <a:avLst/>
            </a:prstGeom>
            <a:solidFill>
              <a:srgbClr val="00FFFF">
                <a:alpha val="64999"/>
              </a:srgbClr>
            </a:solidFill>
            <a:ln w="9525" algn="ctr">
              <a:solidFill>
                <a:srgbClr val="CC0000">
                  <a:alpha val="80000"/>
                </a:srgbClr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99CC">
                  <a:alpha val="20000"/>
                </a:srgbClr>
              </a:outerShdw>
            </a:effectLst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GB" sz="3600" b="0">
                <a:solidFill>
                  <a:srgbClr val="00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55FFFF"/>
                    </a:outerShdw>
                  </a:cont>
                  <a:cont type="tree" name="">
                    <a:effect ref="fillLine"/>
                    <a:outerShdw dist="38100" dir="2700000" algn="tl">
                      <a:srgbClr val="009999"/>
                    </a:outerShdw>
                  </a:cont>
                  <a:effect ref="fillLine"/>
                </a:effectDag>
                <a:latin typeface="Times New Roman" pitchFamily="18" charset="0"/>
                <a:ea typeface="楷体_GB2312" pitchFamily="49" charset="-122"/>
              </a:endParaRPr>
            </a:p>
            <a:p>
              <a:pPr algn="ctr" eaLnBrk="1" hangingPunct="1">
                <a:defRPr/>
              </a:pPr>
              <a:endParaRPr lang="zh-CN" altLang="en-GB" sz="3600" b="0">
                <a:solidFill>
                  <a:srgbClr val="00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55FFFF"/>
                    </a:outerShdw>
                  </a:cont>
                  <a:cont type="tree" name="">
                    <a:effect ref="fillLine"/>
                    <a:outerShdw dist="38100" dir="2700000" algn="tl">
                      <a:srgbClr val="009999"/>
                    </a:outerShdw>
                  </a:cont>
                  <a:effect ref="fillLine"/>
                </a:effectDag>
                <a:latin typeface="Times New Roman" pitchFamily="18" charset="0"/>
                <a:ea typeface="楷体_GB2312" pitchFamily="49" charset="-122"/>
              </a:endParaRPr>
            </a:p>
            <a:p>
              <a:pPr algn="ctr" eaLnBrk="1" hangingPunct="1">
                <a:defRPr/>
              </a:pPr>
              <a:endParaRPr lang="zh-CN" altLang="en-GB" sz="3600" b="0">
                <a:solidFill>
                  <a:srgbClr val="00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55FFFF"/>
                    </a:outerShdw>
                  </a:cont>
                  <a:cont type="tree" name="">
                    <a:effect ref="fillLine"/>
                    <a:outerShdw dist="38100" dir="2700000" algn="tl">
                      <a:srgbClr val="009999"/>
                    </a:outerShdw>
                  </a:cont>
                  <a:effect ref="fillLine"/>
                </a:effectDag>
                <a:latin typeface="Times New Roman" pitchFamily="18" charset="0"/>
                <a:ea typeface="楷体_GB2312" pitchFamily="49" charset="-122"/>
              </a:endParaRPr>
            </a:p>
            <a:p>
              <a:pPr algn="ctr" eaLnBrk="1" hangingPunct="1">
                <a:defRPr/>
              </a:pPr>
              <a:r>
                <a:rPr lang="en-US" altLang="zh-CN" sz="3600" b="0">
                  <a:solidFill>
                    <a:srgbClr val="00FFFF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55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009999"/>
                      </a:outerShdw>
                    </a:cont>
                    <a:effect ref="fillLine"/>
                  </a:effectDag>
                  <a:latin typeface="Times New Roman" pitchFamily="18" charset="0"/>
                  <a:ea typeface="楷体_GB2312" pitchFamily="49" charset="-122"/>
                </a:rPr>
                <a:t> </a:t>
              </a:r>
            </a:p>
          </p:txBody>
        </p:sp>
        <p:grpSp>
          <p:nvGrpSpPr>
            <p:cNvPr id="13379" name="Group 242">
              <a:extLst>
                <a:ext uri="{FF2B5EF4-FFF2-40B4-BE49-F238E27FC236}">
                  <a16:creationId xmlns:a16="http://schemas.microsoft.com/office/drawing/2014/main" id="{151F6BCA-5697-BBAD-69FF-FBD6BDEB78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32" y="376"/>
              <a:ext cx="1868" cy="900"/>
              <a:chOff x="1044" y="528"/>
              <a:chExt cx="1868" cy="900"/>
            </a:xfrm>
          </p:grpSpPr>
          <p:sp>
            <p:nvSpPr>
              <p:cNvPr id="25843" name="Line 243">
                <a:extLst>
                  <a:ext uri="{FF2B5EF4-FFF2-40B4-BE49-F238E27FC236}">
                    <a16:creationId xmlns:a16="http://schemas.microsoft.com/office/drawing/2014/main" id="{89FFED42-B82F-C922-F96B-16E3AEA68C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4" y="1428"/>
                <a:ext cx="1868" cy="0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5844" name="Rectangle 244">
                <a:extLst>
                  <a:ext uri="{FF2B5EF4-FFF2-40B4-BE49-F238E27FC236}">
                    <a16:creationId xmlns:a16="http://schemas.microsoft.com/office/drawing/2014/main" id="{AAFA5DC5-30ED-9367-3302-9FB983555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82" y="953"/>
                <a:ext cx="625" cy="455"/>
              </a:xfrm>
              <a:prstGeom prst="rect">
                <a:avLst/>
              </a:prstGeom>
              <a:solidFill>
                <a:srgbClr val="FF0000"/>
              </a:solidFill>
              <a:ln w="38100">
                <a:solidFill>
                  <a:srgbClr val="0000FF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pSp>
            <p:nvGrpSpPr>
              <p:cNvPr id="13382" name="Group 245">
                <a:extLst>
                  <a:ext uri="{FF2B5EF4-FFF2-40B4-BE49-F238E27FC236}">
                    <a16:creationId xmlns:a16="http://schemas.microsoft.com/office/drawing/2014/main" id="{240E94D3-4329-09F4-843C-3E2187FAAB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12" y="528"/>
                <a:ext cx="789" cy="892"/>
                <a:chOff x="1468" y="1836"/>
                <a:chExt cx="525" cy="1200"/>
              </a:xfrm>
            </p:grpSpPr>
            <p:sp>
              <p:nvSpPr>
                <p:cNvPr id="25846" name="Freeform 246">
                  <a:extLst>
                    <a:ext uri="{FF2B5EF4-FFF2-40B4-BE49-F238E27FC236}">
                      <a16:creationId xmlns:a16="http://schemas.microsoft.com/office/drawing/2014/main" id="{CC6CEA90-D39C-449E-2606-ECA2BB7F6F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79" y="2114"/>
                  <a:ext cx="18" cy="16"/>
                </a:xfrm>
                <a:custGeom>
                  <a:avLst/>
                  <a:gdLst/>
                  <a:ahLst/>
                  <a:cxnLst>
                    <a:cxn ang="0">
                      <a:pos x="0" y="7"/>
                    </a:cxn>
                    <a:cxn ang="0">
                      <a:pos x="1" y="4"/>
                    </a:cxn>
                    <a:cxn ang="0">
                      <a:pos x="5" y="1"/>
                    </a:cxn>
                    <a:cxn ang="0">
                      <a:pos x="7" y="0"/>
                    </a:cxn>
                    <a:cxn ang="0">
                      <a:pos x="11" y="0"/>
                    </a:cxn>
                    <a:cxn ang="0">
                      <a:pos x="14" y="1"/>
                    </a:cxn>
                    <a:cxn ang="0">
                      <a:pos x="16" y="3"/>
                    </a:cxn>
                    <a:cxn ang="0">
                      <a:pos x="17" y="6"/>
                    </a:cxn>
                    <a:cxn ang="0">
                      <a:pos x="18" y="11"/>
                    </a:cxn>
                    <a:cxn ang="0">
                      <a:pos x="17" y="14"/>
                    </a:cxn>
                    <a:cxn ang="0">
                      <a:pos x="15" y="16"/>
                    </a:cxn>
                    <a:cxn ang="0">
                      <a:pos x="12" y="17"/>
                    </a:cxn>
                    <a:cxn ang="0">
                      <a:pos x="8" y="18"/>
                    </a:cxn>
                    <a:cxn ang="0">
                      <a:pos x="5" y="17"/>
                    </a:cxn>
                    <a:cxn ang="0">
                      <a:pos x="2" y="14"/>
                    </a:cxn>
                    <a:cxn ang="0">
                      <a:pos x="0" y="12"/>
                    </a:cxn>
                    <a:cxn ang="0">
                      <a:pos x="0" y="7"/>
                    </a:cxn>
                  </a:cxnLst>
                  <a:rect l="0" t="0" r="r" b="b"/>
                  <a:pathLst>
                    <a:path w="18" h="18">
                      <a:moveTo>
                        <a:pt x="0" y="7"/>
                      </a:moveTo>
                      <a:lnTo>
                        <a:pt x="1" y="4"/>
                      </a:lnTo>
                      <a:lnTo>
                        <a:pt x="5" y="1"/>
                      </a:lnTo>
                      <a:lnTo>
                        <a:pt x="7" y="0"/>
                      </a:lnTo>
                      <a:lnTo>
                        <a:pt x="11" y="0"/>
                      </a:lnTo>
                      <a:lnTo>
                        <a:pt x="14" y="1"/>
                      </a:lnTo>
                      <a:lnTo>
                        <a:pt x="16" y="3"/>
                      </a:lnTo>
                      <a:lnTo>
                        <a:pt x="17" y="6"/>
                      </a:lnTo>
                      <a:lnTo>
                        <a:pt x="18" y="11"/>
                      </a:lnTo>
                      <a:lnTo>
                        <a:pt x="17" y="14"/>
                      </a:lnTo>
                      <a:lnTo>
                        <a:pt x="15" y="16"/>
                      </a:lnTo>
                      <a:lnTo>
                        <a:pt x="12" y="17"/>
                      </a:lnTo>
                      <a:lnTo>
                        <a:pt x="8" y="18"/>
                      </a:lnTo>
                      <a:lnTo>
                        <a:pt x="5" y="17"/>
                      </a:lnTo>
                      <a:lnTo>
                        <a:pt x="2" y="14"/>
                      </a:lnTo>
                      <a:lnTo>
                        <a:pt x="0" y="12"/>
                      </a:lnTo>
                      <a:lnTo>
                        <a:pt x="0" y="7"/>
                      </a:lnTo>
                      <a:close/>
                    </a:path>
                  </a:pathLst>
                </a:custGeom>
                <a:solidFill>
                  <a:srgbClr val="8C190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47" name="Freeform 247">
                  <a:extLst>
                    <a:ext uri="{FF2B5EF4-FFF2-40B4-BE49-F238E27FC236}">
                      <a16:creationId xmlns:a16="http://schemas.microsoft.com/office/drawing/2014/main" id="{F320E2AE-530F-6EC9-32CF-72E7A02540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79" y="2114"/>
                  <a:ext cx="18" cy="16"/>
                </a:xfrm>
                <a:custGeom>
                  <a:avLst/>
                  <a:gdLst/>
                  <a:ahLst/>
                  <a:cxnLst>
                    <a:cxn ang="0">
                      <a:pos x="2" y="15"/>
                    </a:cxn>
                    <a:cxn ang="0">
                      <a:pos x="0" y="12"/>
                    </a:cxn>
                    <a:cxn ang="0">
                      <a:pos x="0" y="8"/>
                    </a:cxn>
                    <a:cxn ang="0">
                      <a:pos x="1" y="5"/>
                    </a:cxn>
                    <a:cxn ang="0">
                      <a:pos x="4" y="2"/>
                    </a:cxn>
                    <a:cxn ang="0">
                      <a:pos x="7" y="0"/>
                    </a:cxn>
                    <a:cxn ang="0">
                      <a:pos x="10" y="0"/>
                    </a:cxn>
                    <a:cxn ang="0">
                      <a:pos x="12" y="1"/>
                    </a:cxn>
                    <a:cxn ang="0">
                      <a:pos x="15" y="3"/>
                    </a:cxn>
                    <a:cxn ang="0">
                      <a:pos x="17" y="6"/>
                    </a:cxn>
                    <a:cxn ang="0">
                      <a:pos x="18" y="9"/>
                    </a:cxn>
                    <a:cxn ang="0">
                      <a:pos x="17" y="13"/>
                    </a:cxn>
                    <a:cxn ang="0">
                      <a:pos x="15" y="16"/>
                    </a:cxn>
                    <a:cxn ang="0">
                      <a:pos x="12" y="18"/>
                    </a:cxn>
                    <a:cxn ang="0">
                      <a:pos x="9" y="18"/>
                    </a:cxn>
                    <a:cxn ang="0">
                      <a:pos x="6" y="17"/>
                    </a:cxn>
                    <a:cxn ang="0">
                      <a:pos x="2" y="15"/>
                    </a:cxn>
                  </a:cxnLst>
                  <a:rect l="0" t="0" r="r" b="b"/>
                  <a:pathLst>
                    <a:path w="18" h="18">
                      <a:moveTo>
                        <a:pt x="2" y="15"/>
                      </a:moveTo>
                      <a:lnTo>
                        <a:pt x="0" y="12"/>
                      </a:lnTo>
                      <a:lnTo>
                        <a:pt x="0" y="8"/>
                      </a:lnTo>
                      <a:lnTo>
                        <a:pt x="1" y="5"/>
                      </a:lnTo>
                      <a:lnTo>
                        <a:pt x="4" y="2"/>
                      </a:lnTo>
                      <a:lnTo>
                        <a:pt x="7" y="0"/>
                      </a:lnTo>
                      <a:lnTo>
                        <a:pt x="10" y="0"/>
                      </a:lnTo>
                      <a:lnTo>
                        <a:pt x="12" y="1"/>
                      </a:lnTo>
                      <a:lnTo>
                        <a:pt x="15" y="3"/>
                      </a:lnTo>
                      <a:lnTo>
                        <a:pt x="17" y="6"/>
                      </a:lnTo>
                      <a:lnTo>
                        <a:pt x="18" y="9"/>
                      </a:lnTo>
                      <a:lnTo>
                        <a:pt x="17" y="13"/>
                      </a:lnTo>
                      <a:lnTo>
                        <a:pt x="15" y="16"/>
                      </a:lnTo>
                      <a:lnTo>
                        <a:pt x="12" y="18"/>
                      </a:lnTo>
                      <a:lnTo>
                        <a:pt x="9" y="18"/>
                      </a:lnTo>
                      <a:lnTo>
                        <a:pt x="6" y="17"/>
                      </a:lnTo>
                      <a:lnTo>
                        <a:pt x="2" y="15"/>
                      </a:lnTo>
                      <a:close/>
                    </a:path>
                  </a:pathLst>
                </a:custGeom>
                <a:solidFill>
                  <a:srgbClr val="99331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48" name="Freeform 248">
                  <a:extLst>
                    <a:ext uri="{FF2B5EF4-FFF2-40B4-BE49-F238E27FC236}">
                      <a16:creationId xmlns:a16="http://schemas.microsoft.com/office/drawing/2014/main" id="{2EA92BD1-485F-26B8-C410-6B5EDC0E9E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63" y="2375"/>
                  <a:ext cx="16" cy="19"/>
                </a:xfrm>
                <a:custGeom>
                  <a:avLst/>
                  <a:gdLst/>
                  <a:ahLst/>
                  <a:cxnLst>
                    <a:cxn ang="0">
                      <a:pos x="16" y="11"/>
                    </a:cxn>
                    <a:cxn ang="0">
                      <a:pos x="16" y="8"/>
                    </a:cxn>
                    <a:cxn ang="0">
                      <a:pos x="15" y="5"/>
                    </a:cxn>
                    <a:cxn ang="0">
                      <a:pos x="13" y="2"/>
                    </a:cxn>
                    <a:cxn ang="0">
                      <a:pos x="10" y="0"/>
                    </a:cxn>
                    <a:cxn ang="0">
                      <a:pos x="6" y="0"/>
                    </a:cxn>
                    <a:cxn ang="0">
                      <a:pos x="3" y="2"/>
                    </a:cxn>
                    <a:cxn ang="0">
                      <a:pos x="1" y="5"/>
                    </a:cxn>
                    <a:cxn ang="0">
                      <a:pos x="0" y="8"/>
                    </a:cxn>
                    <a:cxn ang="0">
                      <a:pos x="0" y="11"/>
                    </a:cxn>
                    <a:cxn ang="0">
                      <a:pos x="1" y="14"/>
                    </a:cxn>
                    <a:cxn ang="0">
                      <a:pos x="3" y="17"/>
                    </a:cxn>
                    <a:cxn ang="0">
                      <a:pos x="6" y="18"/>
                    </a:cxn>
                    <a:cxn ang="0">
                      <a:pos x="10" y="18"/>
                    </a:cxn>
                    <a:cxn ang="0">
                      <a:pos x="12" y="17"/>
                    </a:cxn>
                    <a:cxn ang="0">
                      <a:pos x="15" y="14"/>
                    </a:cxn>
                    <a:cxn ang="0">
                      <a:pos x="16" y="11"/>
                    </a:cxn>
                  </a:cxnLst>
                  <a:rect l="0" t="0" r="r" b="b"/>
                  <a:pathLst>
                    <a:path w="16" h="18">
                      <a:moveTo>
                        <a:pt x="16" y="11"/>
                      </a:moveTo>
                      <a:lnTo>
                        <a:pt x="16" y="8"/>
                      </a:lnTo>
                      <a:lnTo>
                        <a:pt x="15" y="5"/>
                      </a:lnTo>
                      <a:lnTo>
                        <a:pt x="13" y="2"/>
                      </a:lnTo>
                      <a:lnTo>
                        <a:pt x="10" y="0"/>
                      </a:lnTo>
                      <a:lnTo>
                        <a:pt x="6" y="0"/>
                      </a:lnTo>
                      <a:lnTo>
                        <a:pt x="3" y="2"/>
                      </a:lnTo>
                      <a:lnTo>
                        <a:pt x="1" y="5"/>
                      </a:lnTo>
                      <a:lnTo>
                        <a:pt x="0" y="8"/>
                      </a:lnTo>
                      <a:lnTo>
                        <a:pt x="0" y="11"/>
                      </a:lnTo>
                      <a:lnTo>
                        <a:pt x="1" y="14"/>
                      </a:lnTo>
                      <a:lnTo>
                        <a:pt x="3" y="17"/>
                      </a:lnTo>
                      <a:lnTo>
                        <a:pt x="6" y="18"/>
                      </a:lnTo>
                      <a:lnTo>
                        <a:pt x="10" y="18"/>
                      </a:lnTo>
                      <a:lnTo>
                        <a:pt x="12" y="17"/>
                      </a:lnTo>
                      <a:lnTo>
                        <a:pt x="15" y="14"/>
                      </a:lnTo>
                      <a:lnTo>
                        <a:pt x="16" y="11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49" name="Freeform 249">
                  <a:extLst>
                    <a:ext uri="{FF2B5EF4-FFF2-40B4-BE49-F238E27FC236}">
                      <a16:creationId xmlns:a16="http://schemas.microsoft.com/office/drawing/2014/main" id="{F1A11D55-30C4-8460-017C-993E61AF62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62" y="2375"/>
                  <a:ext cx="17" cy="19"/>
                </a:xfrm>
                <a:custGeom>
                  <a:avLst/>
                  <a:gdLst/>
                  <a:ahLst/>
                  <a:cxnLst>
                    <a:cxn ang="0">
                      <a:pos x="9" y="18"/>
                    </a:cxn>
                    <a:cxn ang="0">
                      <a:pos x="13" y="17"/>
                    </a:cxn>
                    <a:cxn ang="0">
                      <a:pos x="15" y="15"/>
                    </a:cxn>
                    <a:cxn ang="0">
                      <a:pos x="16" y="12"/>
                    </a:cxn>
                    <a:cxn ang="0">
                      <a:pos x="17" y="9"/>
                    </a:cxn>
                    <a:cxn ang="0">
                      <a:pos x="16" y="6"/>
                    </a:cxn>
                    <a:cxn ang="0">
                      <a:pos x="15" y="3"/>
                    </a:cxn>
                    <a:cxn ang="0">
                      <a:pos x="12" y="2"/>
                    </a:cxn>
                    <a:cxn ang="0">
                      <a:pos x="8" y="0"/>
                    </a:cxn>
                    <a:cxn ang="0">
                      <a:pos x="5" y="2"/>
                    </a:cxn>
                    <a:cxn ang="0">
                      <a:pos x="2" y="4"/>
                    </a:cxn>
                    <a:cxn ang="0">
                      <a:pos x="1" y="7"/>
                    </a:cxn>
                    <a:cxn ang="0">
                      <a:pos x="0" y="10"/>
                    </a:cxn>
                    <a:cxn ang="0">
                      <a:pos x="1" y="13"/>
                    </a:cxn>
                    <a:cxn ang="0">
                      <a:pos x="3" y="16"/>
                    </a:cxn>
                    <a:cxn ang="0">
                      <a:pos x="6" y="17"/>
                    </a:cxn>
                    <a:cxn ang="0">
                      <a:pos x="9" y="18"/>
                    </a:cxn>
                  </a:cxnLst>
                  <a:rect l="0" t="0" r="r" b="b"/>
                  <a:pathLst>
                    <a:path w="17" h="18">
                      <a:moveTo>
                        <a:pt x="9" y="18"/>
                      </a:moveTo>
                      <a:lnTo>
                        <a:pt x="13" y="17"/>
                      </a:lnTo>
                      <a:lnTo>
                        <a:pt x="15" y="15"/>
                      </a:lnTo>
                      <a:lnTo>
                        <a:pt x="16" y="12"/>
                      </a:lnTo>
                      <a:lnTo>
                        <a:pt x="17" y="9"/>
                      </a:lnTo>
                      <a:lnTo>
                        <a:pt x="16" y="6"/>
                      </a:lnTo>
                      <a:lnTo>
                        <a:pt x="15" y="3"/>
                      </a:lnTo>
                      <a:lnTo>
                        <a:pt x="12" y="2"/>
                      </a:lnTo>
                      <a:lnTo>
                        <a:pt x="8" y="0"/>
                      </a:lnTo>
                      <a:lnTo>
                        <a:pt x="5" y="2"/>
                      </a:lnTo>
                      <a:lnTo>
                        <a:pt x="2" y="4"/>
                      </a:lnTo>
                      <a:lnTo>
                        <a:pt x="1" y="7"/>
                      </a:lnTo>
                      <a:lnTo>
                        <a:pt x="0" y="10"/>
                      </a:lnTo>
                      <a:lnTo>
                        <a:pt x="1" y="13"/>
                      </a:lnTo>
                      <a:lnTo>
                        <a:pt x="3" y="16"/>
                      </a:lnTo>
                      <a:lnTo>
                        <a:pt x="6" y="17"/>
                      </a:lnTo>
                      <a:lnTo>
                        <a:pt x="9" y="18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50" name="Freeform 250">
                  <a:extLst>
                    <a:ext uri="{FF2B5EF4-FFF2-40B4-BE49-F238E27FC236}">
                      <a16:creationId xmlns:a16="http://schemas.microsoft.com/office/drawing/2014/main" id="{BC3B589C-89FE-8259-0613-65D313883F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7" y="2084"/>
                  <a:ext cx="18" cy="17"/>
                </a:xfrm>
                <a:custGeom>
                  <a:avLst/>
                  <a:gdLst/>
                  <a:ahLst/>
                  <a:cxnLst>
                    <a:cxn ang="0">
                      <a:pos x="9" y="18"/>
                    </a:cxn>
                    <a:cxn ang="0">
                      <a:pos x="13" y="17"/>
                    </a:cxn>
                    <a:cxn ang="0">
                      <a:pos x="16" y="15"/>
                    </a:cxn>
                    <a:cxn ang="0">
                      <a:pos x="17" y="12"/>
                    </a:cxn>
                    <a:cxn ang="0">
                      <a:pos x="18" y="9"/>
                    </a:cxn>
                    <a:cxn ang="0">
                      <a:pos x="17" y="6"/>
                    </a:cxn>
                    <a:cxn ang="0">
                      <a:pos x="15" y="3"/>
                    </a:cxn>
                    <a:cxn ang="0">
                      <a:pos x="11" y="1"/>
                    </a:cxn>
                    <a:cxn ang="0">
                      <a:pos x="7" y="0"/>
                    </a:cxn>
                    <a:cxn ang="0">
                      <a:pos x="4" y="1"/>
                    </a:cxn>
                    <a:cxn ang="0">
                      <a:pos x="2" y="4"/>
                    </a:cxn>
                    <a:cxn ang="0">
                      <a:pos x="0" y="6"/>
                    </a:cxn>
                    <a:cxn ang="0">
                      <a:pos x="0" y="10"/>
                    </a:cxn>
                    <a:cxn ang="0">
                      <a:pos x="1" y="13"/>
                    </a:cxn>
                    <a:cxn ang="0">
                      <a:pos x="3" y="16"/>
                    </a:cxn>
                    <a:cxn ang="0">
                      <a:pos x="5" y="17"/>
                    </a:cxn>
                    <a:cxn ang="0">
                      <a:pos x="9" y="18"/>
                    </a:cxn>
                  </a:cxnLst>
                  <a:rect l="0" t="0" r="r" b="b"/>
                  <a:pathLst>
                    <a:path w="18" h="18">
                      <a:moveTo>
                        <a:pt x="9" y="18"/>
                      </a:moveTo>
                      <a:lnTo>
                        <a:pt x="13" y="17"/>
                      </a:lnTo>
                      <a:lnTo>
                        <a:pt x="16" y="15"/>
                      </a:lnTo>
                      <a:lnTo>
                        <a:pt x="17" y="12"/>
                      </a:lnTo>
                      <a:lnTo>
                        <a:pt x="18" y="9"/>
                      </a:lnTo>
                      <a:lnTo>
                        <a:pt x="17" y="6"/>
                      </a:lnTo>
                      <a:lnTo>
                        <a:pt x="15" y="3"/>
                      </a:lnTo>
                      <a:lnTo>
                        <a:pt x="11" y="1"/>
                      </a:lnTo>
                      <a:lnTo>
                        <a:pt x="7" y="0"/>
                      </a:lnTo>
                      <a:lnTo>
                        <a:pt x="4" y="1"/>
                      </a:lnTo>
                      <a:lnTo>
                        <a:pt x="2" y="4"/>
                      </a:lnTo>
                      <a:lnTo>
                        <a:pt x="0" y="6"/>
                      </a:lnTo>
                      <a:lnTo>
                        <a:pt x="0" y="10"/>
                      </a:lnTo>
                      <a:lnTo>
                        <a:pt x="1" y="13"/>
                      </a:lnTo>
                      <a:lnTo>
                        <a:pt x="3" y="16"/>
                      </a:lnTo>
                      <a:lnTo>
                        <a:pt x="5" y="17"/>
                      </a:lnTo>
                      <a:lnTo>
                        <a:pt x="9" y="18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51" name="Freeform 251">
                  <a:extLst>
                    <a:ext uri="{FF2B5EF4-FFF2-40B4-BE49-F238E27FC236}">
                      <a16:creationId xmlns:a16="http://schemas.microsoft.com/office/drawing/2014/main" id="{3DA76EAA-3B1E-3A2C-2A70-3DCE42397C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049"/>
                  <a:ext cx="94" cy="265"/>
                </a:xfrm>
                <a:custGeom>
                  <a:avLst/>
                  <a:gdLst/>
                  <a:ahLst/>
                  <a:cxnLst>
                    <a:cxn ang="0">
                      <a:pos x="42" y="257"/>
                    </a:cxn>
                    <a:cxn ang="0">
                      <a:pos x="50" y="264"/>
                    </a:cxn>
                    <a:cxn ang="0">
                      <a:pos x="55" y="264"/>
                    </a:cxn>
                    <a:cxn ang="0">
                      <a:pos x="67" y="256"/>
                    </a:cxn>
                    <a:cxn ang="0">
                      <a:pos x="82" y="245"/>
                    </a:cxn>
                    <a:cxn ang="0">
                      <a:pos x="92" y="234"/>
                    </a:cxn>
                    <a:cxn ang="0">
                      <a:pos x="94" y="224"/>
                    </a:cxn>
                    <a:cxn ang="0">
                      <a:pos x="91" y="217"/>
                    </a:cxn>
                    <a:cxn ang="0">
                      <a:pos x="87" y="210"/>
                    </a:cxn>
                    <a:cxn ang="0">
                      <a:pos x="83" y="205"/>
                    </a:cxn>
                    <a:cxn ang="0">
                      <a:pos x="75" y="204"/>
                    </a:cxn>
                    <a:cxn ang="0">
                      <a:pos x="69" y="201"/>
                    </a:cxn>
                    <a:cxn ang="0">
                      <a:pos x="71" y="196"/>
                    </a:cxn>
                    <a:cxn ang="0">
                      <a:pos x="73" y="187"/>
                    </a:cxn>
                    <a:cxn ang="0">
                      <a:pos x="71" y="183"/>
                    </a:cxn>
                    <a:cxn ang="0">
                      <a:pos x="70" y="179"/>
                    </a:cxn>
                    <a:cxn ang="0">
                      <a:pos x="73" y="164"/>
                    </a:cxn>
                    <a:cxn ang="0">
                      <a:pos x="76" y="138"/>
                    </a:cxn>
                    <a:cxn ang="0">
                      <a:pos x="76" y="111"/>
                    </a:cxn>
                    <a:cxn ang="0">
                      <a:pos x="77" y="61"/>
                    </a:cxn>
                    <a:cxn ang="0">
                      <a:pos x="79" y="37"/>
                    </a:cxn>
                    <a:cxn ang="0">
                      <a:pos x="76" y="22"/>
                    </a:cxn>
                    <a:cxn ang="0">
                      <a:pos x="68" y="9"/>
                    </a:cxn>
                    <a:cxn ang="0">
                      <a:pos x="52" y="1"/>
                    </a:cxn>
                    <a:cxn ang="0">
                      <a:pos x="30" y="1"/>
                    </a:cxn>
                    <a:cxn ang="0">
                      <a:pos x="14" y="7"/>
                    </a:cxn>
                    <a:cxn ang="0">
                      <a:pos x="5" y="19"/>
                    </a:cxn>
                    <a:cxn ang="0">
                      <a:pos x="0" y="34"/>
                    </a:cxn>
                    <a:cxn ang="0">
                      <a:pos x="0" y="62"/>
                    </a:cxn>
                    <a:cxn ang="0">
                      <a:pos x="3" y="89"/>
                    </a:cxn>
                    <a:cxn ang="0">
                      <a:pos x="0" y="115"/>
                    </a:cxn>
                    <a:cxn ang="0">
                      <a:pos x="3" y="168"/>
                    </a:cxn>
                    <a:cxn ang="0">
                      <a:pos x="5" y="197"/>
                    </a:cxn>
                    <a:cxn ang="0">
                      <a:pos x="9" y="220"/>
                    </a:cxn>
                    <a:cxn ang="0">
                      <a:pos x="24" y="239"/>
                    </a:cxn>
                    <a:cxn ang="0">
                      <a:pos x="34" y="246"/>
                    </a:cxn>
                    <a:cxn ang="0">
                      <a:pos x="36" y="252"/>
                    </a:cxn>
                  </a:cxnLst>
                  <a:rect l="0" t="0" r="r" b="b"/>
                  <a:pathLst>
                    <a:path w="94" h="265">
                      <a:moveTo>
                        <a:pt x="36" y="252"/>
                      </a:moveTo>
                      <a:lnTo>
                        <a:pt x="42" y="257"/>
                      </a:lnTo>
                      <a:lnTo>
                        <a:pt x="46" y="261"/>
                      </a:lnTo>
                      <a:lnTo>
                        <a:pt x="50" y="264"/>
                      </a:lnTo>
                      <a:lnTo>
                        <a:pt x="53" y="265"/>
                      </a:lnTo>
                      <a:lnTo>
                        <a:pt x="55" y="264"/>
                      </a:lnTo>
                      <a:lnTo>
                        <a:pt x="61" y="261"/>
                      </a:lnTo>
                      <a:lnTo>
                        <a:pt x="67" y="256"/>
                      </a:lnTo>
                      <a:lnTo>
                        <a:pt x="74" y="250"/>
                      </a:lnTo>
                      <a:lnTo>
                        <a:pt x="82" y="245"/>
                      </a:lnTo>
                      <a:lnTo>
                        <a:pt x="88" y="239"/>
                      </a:lnTo>
                      <a:lnTo>
                        <a:pt x="92" y="234"/>
                      </a:lnTo>
                      <a:lnTo>
                        <a:pt x="94" y="230"/>
                      </a:lnTo>
                      <a:lnTo>
                        <a:pt x="94" y="224"/>
                      </a:lnTo>
                      <a:lnTo>
                        <a:pt x="93" y="220"/>
                      </a:lnTo>
                      <a:lnTo>
                        <a:pt x="91" y="217"/>
                      </a:lnTo>
                      <a:lnTo>
                        <a:pt x="89" y="215"/>
                      </a:lnTo>
                      <a:lnTo>
                        <a:pt x="87" y="210"/>
                      </a:lnTo>
                      <a:lnTo>
                        <a:pt x="86" y="207"/>
                      </a:lnTo>
                      <a:lnTo>
                        <a:pt x="83" y="205"/>
                      </a:lnTo>
                      <a:lnTo>
                        <a:pt x="80" y="204"/>
                      </a:lnTo>
                      <a:lnTo>
                        <a:pt x="75" y="204"/>
                      </a:lnTo>
                      <a:lnTo>
                        <a:pt x="71" y="203"/>
                      </a:lnTo>
                      <a:lnTo>
                        <a:pt x="69" y="201"/>
                      </a:lnTo>
                      <a:lnTo>
                        <a:pt x="69" y="199"/>
                      </a:lnTo>
                      <a:lnTo>
                        <a:pt x="71" y="196"/>
                      </a:lnTo>
                      <a:lnTo>
                        <a:pt x="73" y="191"/>
                      </a:lnTo>
                      <a:lnTo>
                        <a:pt x="73" y="187"/>
                      </a:lnTo>
                      <a:lnTo>
                        <a:pt x="72" y="185"/>
                      </a:lnTo>
                      <a:lnTo>
                        <a:pt x="71" y="183"/>
                      </a:lnTo>
                      <a:lnTo>
                        <a:pt x="70" y="181"/>
                      </a:lnTo>
                      <a:lnTo>
                        <a:pt x="70" y="179"/>
                      </a:lnTo>
                      <a:lnTo>
                        <a:pt x="71" y="175"/>
                      </a:lnTo>
                      <a:lnTo>
                        <a:pt x="73" y="164"/>
                      </a:lnTo>
                      <a:lnTo>
                        <a:pt x="75" y="151"/>
                      </a:lnTo>
                      <a:lnTo>
                        <a:pt x="76" y="138"/>
                      </a:lnTo>
                      <a:lnTo>
                        <a:pt x="76" y="127"/>
                      </a:lnTo>
                      <a:lnTo>
                        <a:pt x="76" y="111"/>
                      </a:lnTo>
                      <a:lnTo>
                        <a:pt x="76" y="87"/>
                      </a:lnTo>
                      <a:lnTo>
                        <a:pt x="77" y="61"/>
                      </a:lnTo>
                      <a:lnTo>
                        <a:pt x="79" y="43"/>
                      </a:lnTo>
                      <a:lnTo>
                        <a:pt x="79" y="37"/>
                      </a:lnTo>
                      <a:lnTo>
                        <a:pt x="77" y="29"/>
                      </a:lnTo>
                      <a:lnTo>
                        <a:pt x="76" y="22"/>
                      </a:lnTo>
                      <a:lnTo>
                        <a:pt x="73" y="14"/>
                      </a:lnTo>
                      <a:lnTo>
                        <a:pt x="68" y="9"/>
                      </a:lnTo>
                      <a:lnTo>
                        <a:pt x="62" y="4"/>
                      </a:lnTo>
                      <a:lnTo>
                        <a:pt x="52" y="1"/>
                      </a:lnTo>
                      <a:lnTo>
                        <a:pt x="42" y="0"/>
                      </a:lnTo>
                      <a:lnTo>
                        <a:pt x="30" y="1"/>
                      </a:lnTo>
                      <a:lnTo>
                        <a:pt x="20" y="3"/>
                      </a:lnTo>
                      <a:lnTo>
                        <a:pt x="14" y="7"/>
                      </a:lnTo>
                      <a:lnTo>
                        <a:pt x="9" y="12"/>
                      </a:lnTo>
                      <a:lnTo>
                        <a:pt x="5" y="19"/>
                      </a:lnTo>
                      <a:lnTo>
                        <a:pt x="3" y="26"/>
                      </a:lnTo>
                      <a:lnTo>
                        <a:pt x="0" y="34"/>
                      </a:lnTo>
                      <a:lnTo>
                        <a:pt x="0" y="44"/>
                      </a:lnTo>
                      <a:lnTo>
                        <a:pt x="0" y="62"/>
                      </a:lnTo>
                      <a:lnTo>
                        <a:pt x="1" y="77"/>
                      </a:lnTo>
                      <a:lnTo>
                        <a:pt x="3" y="89"/>
                      </a:lnTo>
                      <a:lnTo>
                        <a:pt x="1" y="99"/>
                      </a:lnTo>
                      <a:lnTo>
                        <a:pt x="0" y="115"/>
                      </a:lnTo>
                      <a:lnTo>
                        <a:pt x="1" y="141"/>
                      </a:lnTo>
                      <a:lnTo>
                        <a:pt x="3" y="168"/>
                      </a:lnTo>
                      <a:lnTo>
                        <a:pt x="5" y="186"/>
                      </a:lnTo>
                      <a:lnTo>
                        <a:pt x="5" y="197"/>
                      </a:lnTo>
                      <a:lnTo>
                        <a:pt x="6" y="208"/>
                      </a:lnTo>
                      <a:lnTo>
                        <a:pt x="9" y="220"/>
                      </a:lnTo>
                      <a:lnTo>
                        <a:pt x="16" y="230"/>
                      </a:lnTo>
                      <a:lnTo>
                        <a:pt x="24" y="239"/>
                      </a:lnTo>
                      <a:lnTo>
                        <a:pt x="30" y="243"/>
                      </a:lnTo>
                      <a:lnTo>
                        <a:pt x="34" y="246"/>
                      </a:lnTo>
                      <a:lnTo>
                        <a:pt x="35" y="247"/>
                      </a:lnTo>
                      <a:lnTo>
                        <a:pt x="36" y="252"/>
                      </a:lnTo>
                      <a:close/>
                    </a:path>
                  </a:pathLst>
                </a:custGeom>
                <a:solidFill>
                  <a:srgbClr val="004CB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52" name="Freeform 252">
                  <a:extLst>
                    <a:ext uri="{FF2B5EF4-FFF2-40B4-BE49-F238E27FC236}">
                      <a16:creationId xmlns:a16="http://schemas.microsoft.com/office/drawing/2014/main" id="{8AEEB981-2E3A-AA9A-61BC-7815D815E1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42" y="1855"/>
                  <a:ext cx="134" cy="217"/>
                </a:xfrm>
                <a:custGeom>
                  <a:avLst/>
                  <a:gdLst/>
                  <a:ahLst/>
                  <a:cxnLst>
                    <a:cxn ang="0">
                      <a:pos x="116" y="145"/>
                    </a:cxn>
                    <a:cxn ang="0">
                      <a:pos x="118" y="141"/>
                    </a:cxn>
                    <a:cxn ang="0">
                      <a:pos x="118" y="139"/>
                    </a:cxn>
                    <a:cxn ang="0">
                      <a:pos x="118" y="138"/>
                    </a:cxn>
                    <a:cxn ang="0">
                      <a:pos x="119" y="137"/>
                    </a:cxn>
                    <a:cxn ang="0">
                      <a:pos x="121" y="134"/>
                    </a:cxn>
                    <a:cxn ang="0">
                      <a:pos x="121" y="129"/>
                    </a:cxn>
                    <a:cxn ang="0">
                      <a:pos x="123" y="125"/>
                    </a:cxn>
                    <a:cxn ang="0">
                      <a:pos x="127" y="124"/>
                    </a:cxn>
                    <a:cxn ang="0">
                      <a:pos x="131" y="123"/>
                    </a:cxn>
                    <a:cxn ang="0">
                      <a:pos x="134" y="118"/>
                    </a:cxn>
                    <a:cxn ang="0">
                      <a:pos x="128" y="106"/>
                    </a:cxn>
                    <a:cxn ang="0">
                      <a:pos x="124" y="92"/>
                    </a:cxn>
                    <a:cxn ang="0">
                      <a:pos x="126" y="77"/>
                    </a:cxn>
                    <a:cxn ang="0">
                      <a:pos x="127" y="60"/>
                    </a:cxn>
                    <a:cxn ang="0">
                      <a:pos x="120" y="37"/>
                    </a:cxn>
                    <a:cxn ang="0">
                      <a:pos x="104" y="15"/>
                    </a:cxn>
                    <a:cxn ang="0">
                      <a:pos x="80" y="2"/>
                    </a:cxn>
                    <a:cxn ang="0">
                      <a:pos x="50" y="1"/>
                    </a:cxn>
                    <a:cxn ang="0">
                      <a:pos x="27" y="8"/>
                    </a:cxn>
                    <a:cxn ang="0">
                      <a:pos x="11" y="24"/>
                    </a:cxn>
                    <a:cxn ang="0">
                      <a:pos x="3" y="45"/>
                    </a:cxn>
                    <a:cxn ang="0">
                      <a:pos x="3" y="78"/>
                    </a:cxn>
                    <a:cxn ang="0">
                      <a:pos x="13" y="106"/>
                    </a:cxn>
                    <a:cxn ang="0">
                      <a:pos x="21" y="123"/>
                    </a:cxn>
                    <a:cxn ang="0">
                      <a:pos x="18" y="144"/>
                    </a:cxn>
                    <a:cxn ang="0">
                      <a:pos x="3" y="175"/>
                    </a:cxn>
                    <a:cxn ang="0">
                      <a:pos x="1" y="201"/>
                    </a:cxn>
                    <a:cxn ang="0">
                      <a:pos x="10" y="213"/>
                    </a:cxn>
                    <a:cxn ang="0">
                      <a:pos x="21" y="216"/>
                    </a:cxn>
                    <a:cxn ang="0">
                      <a:pos x="33" y="213"/>
                    </a:cxn>
                    <a:cxn ang="0">
                      <a:pos x="46" y="203"/>
                    </a:cxn>
                    <a:cxn ang="0">
                      <a:pos x="63" y="184"/>
                    </a:cxn>
                    <a:cxn ang="0">
                      <a:pos x="78" y="167"/>
                    </a:cxn>
                    <a:cxn ang="0">
                      <a:pos x="91" y="166"/>
                    </a:cxn>
                    <a:cxn ang="0">
                      <a:pos x="106" y="166"/>
                    </a:cxn>
                    <a:cxn ang="0">
                      <a:pos x="114" y="159"/>
                    </a:cxn>
                    <a:cxn ang="0">
                      <a:pos x="114" y="149"/>
                    </a:cxn>
                  </a:cxnLst>
                  <a:rect l="0" t="0" r="r" b="b"/>
                  <a:pathLst>
                    <a:path w="134" h="216">
                      <a:moveTo>
                        <a:pt x="113" y="146"/>
                      </a:moveTo>
                      <a:lnTo>
                        <a:pt x="116" y="145"/>
                      </a:lnTo>
                      <a:lnTo>
                        <a:pt x="118" y="143"/>
                      </a:lnTo>
                      <a:lnTo>
                        <a:pt x="118" y="141"/>
                      </a:lnTo>
                      <a:lnTo>
                        <a:pt x="118" y="139"/>
                      </a:lnTo>
                      <a:lnTo>
                        <a:pt x="118" y="139"/>
                      </a:lnTo>
                      <a:lnTo>
                        <a:pt x="118" y="138"/>
                      </a:lnTo>
                      <a:lnTo>
                        <a:pt x="118" y="138"/>
                      </a:lnTo>
                      <a:lnTo>
                        <a:pt x="117" y="138"/>
                      </a:lnTo>
                      <a:lnTo>
                        <a:pt x="119" y="137"/>
                      </a:lnTo>
                      <a:lnTo>
                        <a:pt x="120" y="136"/>
                      </a:lnTo>
                      <a:lnTo>
                        <a:pt x="121" y="134"/>
                      </a:lnTo>
                      <a:lnTo>
                        <a:pt x="121" y="131"/>
                      </a:lnTo>
                      <a:lnTo>
                        <a:pt x="121" y="129"/>
                      </a:lnTo>
                      <a:lnTo>
                        <a:pt x="122" y="127"/>
                      </a:lnTo>
                      <a:lnTo>
                        <a:pt x="123" y="125"/>
                      </a:lnTo>
                      <a:lnTo>
                        <a:pt x="125" y="124"/>
                      </a:lnTo>
                      <a:lnTo>
                        <a:pt x="127" y="124"/>
                      </a:lnTo>
                      <a:lnTo>
                        <a:pt x="128" y="123"/>
                      </a:lnTo>
                      <a:lnTo>
                        <a:pt x="131" y="123"/>
                      </a:lnTo>
                      <a:lnTo>
                        <a:pt x="132" y="122"/>
                      </a:lnTo>
                      <a:lnTo>
                        <a:pt x="134" y="118"/>
                      </a:lnTo>
                      <a:lnTo>
                        <a:pt x="132" y="111"/>
                      </a:lnTo>
                      <a:lnTo>
                        <a:pt x="128" y="106"/>
                      </a:lnTo>
                      <a:lnTo>
                        <a:pt x="125" y="100"/>
                      </a:lnTo>
                      <a:lnTo>
                        <a:pt x="124" y="92"/>
                      </a:lnTo>
                      <a:lnTo>
                        <a:pt x="125" y="85"/>
                      </a:lnTo>
                      <a:lnTo>
                        <a:pt x="126" y="77"/>
                      </a:lnTo>
                      <a:lnTo>
                        <a:pt x="127" y="70"/>
                      </a:lnTo>
                      <a:lnTo>
                        <a:pt x="127" y="60"/>
                      </a:lnTo>
                      <a:lnTo>
                        <a:pt x="124" y="48"/>
                      </a:lnTo>
                      <a:lnTo>
                        <a:pt x="120" y="37"/>
                      </a:lnTo>
                      <a:lnTo>
                        <a:pt x="113" y="25"/>
                      </a:lnTo>
                      <a:lnTo>
                        <a:pt x="104" y="15"/>
                      </a:lnTo>
                      <a:lnTo>
                        <a:pt x="93" y="7"/>
                      </a:lnTo>
                      <a:lnTo>
                        <a:pt x="80" y="2"/>
                      </a:lnTo>
                      <a:lnTo>
                        <a:pt x="65" y="0"/>
                      </a:lnTo>
                      <a:lnTo>
                        <a:pt x="50" y="1"/>
                      </a:lnTo>
                      <a:lnTo>
                        <a:pt x="38" y="3"/>
                      </a:lnTo>
                      <a:lnTo>
                        <a:pt x="27" y="8"/>
                      </a:lnTo>
                      <a:lnTo>
                        <a:pt x="18" y="15"/>
                      </a:lnTo>
                      <a:lnTo>
                        <a:pt x="11" y="24"/>
                      </a:lnTo>
                      <a:lnTo>
                        <a:pt x="6" y="34"/>
                      </a:lnTo>
                      <a:lnTo>
                        <a:pt x="3" y="45"/>
                      </a:lnTo>
                      <a:lnTo>
                        <a:pt x="2" y="57"/>
                      </a:lnTo>
                      <a:lnTo>
                        <a:pt x="3" y="78"/>
                      </a:lnTo>
                      <a:lnTo>
                        <a:pt x="8" y="95"/>
                      </a:lnTo>
                      <a:lnTo>
                        <a:pt x="13" y="106"/>
                      </a:lnTo>
                      <a:lnTo>
                        <a:pt x="18" y="115"/>
                      </a:lnTo>
                      <a:lnTo>
                        <a:pt x="21" y="123"/>
                      </a:lnTo>
                      <a:lnTo>
                        <a:pt x="21" y="132"/>
                      </a:lnTo>
                      <a:lnTo>
                        <a:pt x="18" y="144"/>
                      </a:lnTo>
                      <a:lnTo>
                        <a:pt x="10" y="159"/>
                      </a:lnTo>
                      <a:lnTo>
                        <a:pt x="3" y="175"/>
                      </a:lnTo>
                      <a:lnTo>
                        <a:pt x="0" y="189"/>
                      </a:lnTo>
                      <a:lnTo>
                        <a:pt x="1" y="201"/>
                      </a:lnTo>
                      <a:lnTo>
                        <a:pt x="5" y="209"/>
                      </a:lnTo>
                      <a:lnTo>
                        <a:pt x="10" y="213"/>
                      </a:lnTo>
                      <a:lnTo>
                        <a:pt x="15" y="215"/>
                      </a:lnTo>
                      <a:lnTo>
                        <a:pt x="21" y="216"/>
                      </a:lnTo>
                      <a:lnTo>
                        <a:pt x="27" y="215"/>
                      </a:lnTo>
                      <a:lnTo>
                        <a:pt x="33" y="213"/>
                      </a:lnTo>
                      <a:lnTo>
                        <a:pt x="40" y="208"/>
                      </a:lnTo>
                      <a:lnTo>
                        <a:pt x="46" y="203"/>
                      </a:lnTo>
                      <a:lnTo>
                        <a:pt x="53" y="196"/>
                      </a:lnTo>
                      <a:lnTo>
                        <a:pt x="63" y="184"/>
                      </a:lnTo>
                      <a:lnTo>
                        <a:pt x="70" y="175"/>
                      </a:lnTo>
                      <a:lnTo>
                        <a:pt x="78" y="167"/>
                      </a:lnTo>
                      <a:lnTo>
                        <a:pt x="84" y="165"/>
                      </a:lnTo>
                      <a:lnTo>
                        <a:pt x="91" y="166"/>
                      </a:lnTo>
                      <a:lnTo>
                        <a:pt x="99" y="166"/>
                      </a:lnTo>
                      <a:lnTo>
                        <a:pt x="106" y="166"/>
                      </a:lnTo>
                      <a:lnTo>
                        <a:pt x="110" y="163"/>
                      </a:lnTo>
                      <a:lnTo>
                        <a:pt x="114" y="159"/>
                      </a:lnTo>
                      <a:lnTo>
                        <a:pt x="115" y="155"/>
                      </a:lnTo>
                      <a:lnTo>
                        <a:pt x="114" y="149"/>
                      </a:lnTo>
                      <a:lnTo>
                        <a:pt x="113" y="146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53" name="Freeform 253">
                  <a:extLst>
                    <a:ext uri="{FF2B5EF4-FFF2-40B4-BE49-F238E27FC236}">
                      <a16:creationId xmlns:a16="http://schemas.microsoft.com/office/drawing/2014/main" id="{BEE5EFC3-5CC1-B672-6E6A-DFF79820F0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61" y="2035"/>
                  <a:ext cx="18" cy="17"/>
                </a:xfrm>
                <a:custGeom>
                  <a:avLst/>
                  <a:gdLst/>
                  <a:ahLst/>
                  <a:cxnLst>
                    <a:cxn ang="0">
                      <a:pos x="7" y="18"/>
                    </a:cxn>
                    <a:cxn ang="0">
                      <a:pos x="10" y="18"/>
                    </a:cxn>
                    <a:cxn ang="0">
                      <a:pos x="13" y="17"/>
                    </a:cxn>
                    <a:cxn ang="0">
                      <a:pos x="17" y="14"/>
                    </a:cxn>
                    <a:cxn ang="0">
                      <a:pos x="18" y="10"/>
                    </a:cxn>
                    <a:cxn ang="0">
                      <a:pos x="18" y="7"/>
                    </a:cxn>
                    <a:cxn ang="0">
                      <a:pos x="17" y="4"/>
                    </a:cxn>
                    <a:cxn ang="0">
                      <a:pos x="13" y="1"/>
                    </a:cxn>
                    <a:cxn ang="0">
                      <a:pos x="10" y="0"/>
                    </a:cxn>
                    <a:cxn ang="0">
                      <a:pos x="7" y="0"/>
                    </a:cxn>
                    <a:cxn ang="0">
                      <a:pos x="4" y="1"/>
                    </a:cxn>
                    <a:cxn ang="0">
                      <a:pos x="1" y="4"/>
                    </a:cxn>
                    <a:cxn ang="0">
                      <a:pos x="0" y="7"/>
                    </a:cxn>
                    <a:cxn ang="0">
                      <a:pos x="0" y="10"/>
                    </a:cxn>
                    <a:cxn ang="0">
                      <a:pos x="1" y="14"/>
                    </a:cxn>
                    <a:cxn ang="0">
                      <a:pos x="4" y="17"/>
                    </a:cxn>
                    <a:cxn ang="0">
                      <a:pos x="7" y="18"/>
                    </a:cxn>
                  </a:cxnLst>
                  <a:rect l="0" t="0" r="r" b="b"/>
                  <a:pathLst>
                    <a:path w="18" h="18">
                      <a:moveTo>
                        <a:pt x="7" y="18"/>
                      </a:moveTo>
                      <a:lnTo>
                        <a:pt x="10" y="18"/>
                      </a:lnTo>
                      <a:lnTo>
                        <a:pt x="13" y="17"/>
                      </a:lnTo>
                      <a:lnTo>
                        <a:pt x="17" y="14"/>
                      </a:lnTo>
                      <a:lnTo>
                        <a:pt x="18" y="10"/>
                      </a:lnTo>
                      <a:lnTo>
                        <a:pt x="18" y="7"/>
                      </a:lnTo>
                      <a:lnTo>
                        <a:pt x="17" y="4"/>
                      </a:lnTo>
                      <a:lnTo>
                        <a:pt x="13" y="1"/>
                      </a:lnTo>
                      <a:lnTo>
                        <a:pt x="10" y="0"/>
                      </a:lnTo>
                      <a:lnTo>
                        <a:pt x="7" y="0"/>
                      </a:lnTo>
                      <a:lnTo>
                        <a:pt x="4" y="1"/>
                      </a:lnTo>
                      <a:lnTo>
                        <a:pt x="1" y="4"/>
                      </a:lnTo>
                      <a:lnTo>
                        <a:pt x="0" y="7"/>
                      </a:lnTo>
                      <a:lnTo>
                        <a:pt x="0" y="10"/>
                      </a:lnTo>
                      <a:lnTo>
                        <a:pt x="1" y="14"/>
                      </a:lnTo>
                      <a:lnTo>
                        <a:pt x="4" y="17"/>
                      </a:lnTo>
                      <a:lnTo>
                        <a:pt x="7" y="18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54" name="Freeform 254">
                  <a:extLst>
                    <a:ext uri="{FF2B5EF4-FFF2-40B4-BE49-F238E27FC236}">
                      <a16:creationId xmlns:a16="http://schemas.microsoft.com/office/drawing/2014/main" id="{E7DE9CC7-7DB9-A38C-35C9-AEC5D87CD7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86" y="1876"/>
                  <a:ext cx="17" cy="16"/>
                </a:xfrm>
                <a:custGeom>
                  <a:avLst/>
                  <a:gdLst/>
                  <a:ahLst/>
                  <a:cxnLst>
                    <a:cxn ang="0">
                      <a:pos x="7" y="17"/>
                    </a:cxn>
                    <a:cxn ang="0">
                      <a:pos x="11" y="17"/>
                    </a:cxn>
                    <a:cxn ang="0">
                      <a:pos x="14" y="16"/>
                    </a:cxn>
                    <a:cxn ang="0">
                      <a:pos x="16" y="12"/>
                    </a:cxn>
                    <a:cxn ang="0">
                      <a:pos x="17" y="9"/>
                    </a:cxn>
                    <a:cxn ang="0">
                      <a:pos x="17" y="6"/>
                    </a:cxn>
                    <a:cxn ang="0">
                      <a:pos x="16" y="3"/>
                    </a:cxn>
                    <a:cxn ang="0">
                      <a:pos x="14" y="1"/>
                    </a:cxn>
                    <a:cxn ang="0">
                      <a:pos x="11" y="0"/>
                    </a:cxn>
                    <a:cxn ang="0">
                      <a:pos x="6" y="0"/>
                    </a:cxn>
                    <a:cxn ang="0">
                      <a:pos x="4" y="1"/>
                    </a:cxn>
                    <a:cxn ang="0">
                      <a:pos x="1" y="3"/>
                    </a:cxn>
                    <a:cxn ang="0">
                      <a:pos x="0" y="6"/>
                    </a:cxn>
                    <a:cxn ang="0">
                      <a:pos x="0" y="10"/>
                    </a:cxn>
                    <a:cxn ang="0">
                      <a:pos x="1" y="12"/>
                    </a:cxn>
                    <a:cxn ang="0">
                      <a:pos x="4" y="16"/>
                    </a:cxn>
                    <a:cxn ang="0">
                      <a:pos x="7" y="17"/>
                    </a:cxn>
                  </a:cxnLst>
                  <a:rect l="0" t="0" r="r" b="b"/>
                  <a:pathLst>
                    <a:path w="17" h="17">
                      <a:moveTo>
                        <a:pt x="7" y="17"/>
                      </a:moveTo>
                      <a:lnTo>
                        <a:pt x="11" y="17"/>
                      </a:lnTo>
                      <a:lnTo>
                        <a:pt x="14" y="16"/>
                      </a:lnTo>
                      <a:lnTo>
                        <a:pt x="16" y="12"/>
                      </a:lnTo>
                      <a:lnTo>
                        <a:pt x="17" y="9"/>
                      </a:lnTo>
                      <a:lnTo>
                        <a:pt x="17" y="6"/>
                      </a:lnTo>
                      <a:lnTo>
                        <a:pt x="16" y="3"/>
                      </a:lnTo>
                      <a:lnTo>
                        <a:pt x="14" y="1"/>
                      </a:lnTo>
                      <a:lnTo>
                        <a:pt x="11" y="0"/>
                      </a:lnTo>
                      <a:lnTo>
                        <a:pt x="6" y="0"/>
                      </a:lnTo>
                      <a:lnTo>
                        <a:pt x="4" y="1"/>
                      </a:lnTo>
                      <a:lnTo>
                        <a:pt x="1" y="3"/>
                      </a:lnTo>
                      <a:lnTo>
                        <a:pt x="0" y="6"/>
                      </a:lnTo>
                      <a:lnTo>
                        <a:pt x="0" y="10"/>
                      </a:lnTo>
                      <a:lnTo>
                        <a:pt x="1" y="12"/>
                      </a:lnTo>
                      <a:lnTo>
                        <a:pt x="4" y="16"/>
                      </a:lnTo>
                      <a:lnTo>
                        <a:pt x="7" y="17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55" name="Freeform 255">
                  <a:extLst>
                    <a:ext uri="{FF2B5EF4-FFF2-40B4-BE49-F238E27FC236}">
                      <a16:creationId xmlns:a16="http://schemas.microsoft.com/office/drawing/2014/main" id="{F1D3572A-13A5-6B03-A716-F767DDCC2D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40" y="1932"/>
                  <a:ext cx="23" cy="8"/>
                </a:xfrm>
                <a:custGeom>
                  <a:avLst/>
                  <a:gdLst/>
                  <a:ahLst/>
                  <a:cxnLst>
                    <a:cxn ang="0">
                      <a:pos x="2" y="5"/>
                    </a:cxn>
                    <a:cxn ang="0">
                      <a:pos x="8" y="2"/>
                    </a:cxn>
                    <a:cxn ang="0">
                      <a:pos x="15" y="0"/>
                    </a:cxn>
                    <a:cxn ang="0">
                      <a:pos x="20" y="1"/>
                    </a:cxn>
                    <a:cxn ang="0">
                      <a:pos x="23" y="6"/>
                    </a:cxn>
                    <a:cxn ang="0">
                      <a:pos x="23" y="7"/>
                    </a:cxn>
                    <a:cxn ang="0">
                      <a:pos x="22" y="8"/>
                    </a:cxn>
                    <a:cxn ang="0">
                      <a:pos x="22" y="8"/>
                    </a:cxn>
                    <a:cxn ang="0">
                      <a:pos x="21" y="7"/>
                    </a:cxn>
                    <a:cxn ang="0">
                      <a:pos x="19" y="6"/>
                    </a:cxn>
                    <a:cxn ang="0">
                      <a:pos x="16" y="4"/>
                    </a:cxn>
                    <a:cxn ang="0">
                      <a:pos x="11" y="4"/>
                    </a:cxn>
                    <a:cxn ang="0">
                      <a:pos x="9" y="4"/>
                    </a:cxn>
                    <a:cxn ang="0">
                      <a:pos x="7" y="5"/>
                    </a:cxn>
                    <a:cxn ang="0">
                      <a:pos x="6" y="5"/>
                    </a:cxn>
                    <a:cxn ang="0">
                      <a:pos x="4" y="6"/>
                    </a:cxn>
                    <a:cxn ang="0">
                      <a:pos x="2" y="6"/>
                    </a:cxn>
                    <a:cxn ang="0">
                      <a:pos x="1" y="7"/>
                    </a:cxn>
                    <a:cxn ang="0">
                      <a:pos x="0" y="7"/>
                    </a:cxn>
                    <a:cxn ang="0">
                      <a:pos x="0" y="6"/>
                    </a:cxn>
                    <a:cxn ang="0">
                      <a:pos x="2" y="5"/>
                    </a:cxn>
                  </a:cxnLst>
                  <a:rect l="0" t="0" r="r" b="b"/>
                  <a:pathLst>
                    <a:path w="23" h="8">
                      <a:moveTo>
                        <a:pt x="2" y="5"/>
                      </a:moveTo>
                      <a:lnTo>
                        <a:pt x="8" y="2"/>
                      </a:lnTo>
                      <a:lnTo>
                        <a:pt x="15" y="0"/>
                      </a:lnTo>
                      <a:lnTo>
                        <a:pt x="20" y="1"/>
                      </a:lnTo>
                      <a:lnTo>
                        <a:pt x="23" y="6"/>
                      </a:lnTo>
                      <a:lnTo>
                        <a:pt x="23" y="7"/>
                      </a:lnTo>
                      <a:lnTo>
                        <a:pt x="22" y="8"/>
                      </a:lnTo>
                      <a:lnTo>
                        <a:pt x="22" y="8"/>
                      </a:lnTo>
                      <a:lnTo>
                        <a:pt x="21" y="7"/>
                      </a:lnTo>
                      <a:lnTo>
                        <a:pt x="19" y="6"/>
                      </a:lnTo>
                      <a:lnTo>
                        <a:pt x="16" y="4"/>
                      </a:lnTo>
                      <a:lnTo>
                        <a:pt x="11" y="4"/>
                      </a:lnTo>
                      <a:lnTo>
                        <a:pt x="9" y="4"/>
                      </a:lnTo>
                      <a:lnTo>
                        <a:pt x="7" y="5"/>
                      </a:lnTo>
                      <a:lnTo>
                        <a:pt x="6" y="5"/>
                      </a:lnTo>
                      <a:lnTo>
                        <a:pt x="4" y="6"/>
                      </a:lnTo>
                      <a:lnTo>
                        <a:pt x="2" y="6"/>
                      </a:lnTo>
                      <a:lnTo>
                        <a:pt x="1" y="7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2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56" name="Freeform 256">
                  <a:extLst>
                    <a:ext uri="{FF2B5EF4-FFF2-40B4-BE49-F238E27FC236}">
                      <a16:creationId xmlns:a16="http://schemas.microsoft.com/office/drawing/2014/main" id="{A918DBCF-5E93-FEE1-61A2-1AEA02B302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41" y="1942"/>
                  <a:ext cx="21" cy="12"/>
                </a:xfrm>
                <a:custGeom>
                  <a:avLst/>
                  <a:gdLst/>
                  <a:ahLst/>
                  <a:cxnLst>
                    <a:cxn ang="0">
                      <a:pos x="15" y="9"/>
                    </a:cxn>
                    <a:cxn ang="0">
                      <a:pos x="16" y="10"/>
                    </a:cxn>
                    <a:cxn ang="0">
                      <a:pos x="16" y="10"/>
                    </a:cxn>
                    <a:cxn ang="0">
                      <a:pos x="17" y="11"/>
                    </a:cxn>
                    <a:cxn ang="0">
                      <a:pos x="17" y="12"/>
                    </a:cxn>
                    <a:cxn ang="0">
                      <a:pos x="17" y="12"/>
                    </a:cxn>
                    <a:cxn ang="0">
                      <a:pos x="16" y="12"/>
                    </a:cxn>
                    <a:cxn ang="0">
                      <a:pos x="15" y="12"/>
                    </a:cxn>
                    <a:cxn ang="0">
                      <a:pos x="14" y="12"/>
                    </a:cxn>
                    <a:cxn ang="0">
                      <a:pos x="10" y="10"/>
                    </a:cxn>
                    <a:cxn ang="0">
                      <a:pos x="8" y="8"/>
                    </a:cxn>
                    <a:cxn ang="0">
                      <a:pos x="5" y="6"/>
                    </a:cxn>
                    <a:cxn ang="0">
                      <a:pos x="3" y="5"/>
                    </a:cxn>
                    <a:cxn ang="0">
                      <a:pos x="1" y="5"/>
                    </a:cxn>
                    <a:cxn ang="0">
                      <a:pos x="0" y="4"/>
                    </a:cxn>
                    <a:cxn ang="0">
                      <a:pos x="0" y="3"/>
                    </a:cxn>
                    <a:cxn ang="0">
                      <a:pos x="3" y="3"/>
                    </a:cxn>
                    <a:cxn ang="0">
                      <a:pos x="6" y="3"/>
                    </a:cxn>
                    <a:cxn ang="0">
                      <a:pos x="10" y="3"/>
                    </a:cxn>
                    <a:cxn ang="0">
                      <a:pos x="15" y="2"/>
                    </a:cxn>
                    <a:cxn ang="0">
                      <a:pos x="17" y="1"/>
                    </a:cxn>
                    <a:cxn ang="0">
                      <a:pos x="19" y="0"/>
                    </a:cxn>
                    <a:cxn ang="0">
                      <a:pos x="20" y="0"/>
                    </a:cxn>
                    <a:cxn ang="0">
                      <a:pos x="21" y="0"/>
                    </a:cxn>
                    <a:cxn ang="0">
                      <a:pos x="20" y="2"/>
                    </a:cxn>
                    <a:cxn ang="0">
                      <a:pos x="19" y="3"/>
                    </a:cxn>
                    <a:cxn ang="0">
                      <a:pos x="18" y="4"/>
                    </a:cxn>
                    <a:cxn ang="0">
                      <a:pos x="16" y="5"/>
                    </a:cxn>
                    <a:cxn ang="0">
                      <a:pos x="15" y="6"/>
                    </a:cxn>
                    <a:cxn ang="0">
                      <a:pos x="15" y="8"/>
                    </a:cxn>
                    <a:cxn ang="0">
                      <a:pos x="15" y="8"/>
                    </a:cxn>
                    <a:cxn ang="0">
                      <a:pos x="15" y="9"/>
                    </a:cxn>
                    <a:cxn ang="0">
                      <a:pos x="15" y="9"/>
                    </a:cxn>
                  </a:cxnLst>
                  <a:rect l="0" t="0" r="r" b="b"/>
                  <a:pathLst>
                    <a:path w="21" h="12">
                      <a:moveTo>
                        <a:pt x="15" y="9"/>
                      </a:moveTo>
                      <a:lnTo>
                        <a:pt x="16" y="10"/>
                      </a:lnTo>
                      <a:lnTo>
                        <a:pt x="16" y="10"/>
                      </a:lnTo>
                      <a:lnTo>
                        <a:pt x="17" y="11"/>
                      </a:lnTo>
                      <a:lnTo>
                        <a:pt x="17" y="12"/>
                      </a:lnTo>
                      <a:lnTo>
                        <a:pt x="17" y="12"/>
                      </a:lnTo>
                      <a:lnTo>
                        <a:pt x="16" y="12"/>
                      </a:lnTo>
                      <a:lnTo>
                        <a:pt x="15" y="12"/>
                      </a:lnTo>
                      <a:lnTo>
                        <a:pt x="14" y="12"/>
                      </a:lnTo>
                      <a:lnTo>
                        <a:pt x="10" y="10"/>
                      </a:lnTo>
                      <a:lnTo>
                        <a:pt x="8" y="8"/>
                      </a:lnTo>
                      <a:lnTo>
                        <a:pt x="5" y="6"/>
                      </a:lnTo>
                      <a:lnTo>
                        <a:pt x="3" y="5"/>
                      </a:lnTo>
                      <a:lnTo>
                        <a:pt x="1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3" y="3"/>
                      </a:lnTo>
                      <a:lnTo>
                        <a:pt x="6" y="3"/>
                      </a:lnTo>
                      <a:lnTo>
                        <a:pt x="10" y="3"/>
                      </a:lnTo>
                      <a:lnTo>
                        <a:pt x="15" y="2"/>
                      </a:lnTo>
                      <a:lnTo>
                        <a:pt x="17" y="1"/>
                      </a:lnTo>
                      <a:lnTo>
                        <a:pt x="19" y="0"/>
                      </a:lnTo>
                      <a:lnTo>
                        <a:pt x="20" y="0"/>
                      </a:lnTo>
                      <a:lnTo>
                        <a:pt x="21" y="0"/>
                      </a:lnTo>
                      <a:lnTo>
                        <a:pt x="20" y="2"/>
                      </a:lnTo>
                      <a:lnTo>
                        <a:pt x="19" y="3"/>
                      </a:lnTo>
                      <a:lnTo>
                        <a:pt x="18" y="4"/>
                      </a:lnTo>
                      <a:lnTo>
                        <a:pt x="16" y="5"/>
                      </a:lnTo>
                      <a:lnTo>
                        <a:pt x="15" y="6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15" y="9"/>
                      </a:lnTo>
                      <a:lnTo>
                        <a:pt x="15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57" name="Freeform 257">
                  <a:extLst>
                    <a:ext uri="{FF2B5EF4-FFF2-40B4-BE49-F238E27FC236}">
                      <a16:creationId xmlns:a16="http://schemas.microsoft.com/office/drawing/2014/main" id="{06C4D88D-135A-C4D1-ED8D-9ACC79270A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45" y="1987"/>
                  <a:ext cx="18" cy="15"/>
                </a:xfrm>
                <a:custGeom>
                  <a:avLst/>
                  <a:gdLst/>
                  <a:ahLst/>
                  <a:cxnLst>
                    <a:cxn ang="0">
                      <a:pos x="0" y="4"/>
                    </a:cxn>
                    <a:cxn ang="0">
                      <a:pos x="0" y="4"/>
                    </a:cxn>
                    <a:cxn ang="0">
                      <a:pos x="0" y="4"/>
                    </a:cxn>
                    <a:cxn ang="0">
                      <a:pos x="0" y="4"/>
                    </a:cxn>
                    <a:cxn ang="0">
                      <a:pos x="0" y="4"/>
                    </a:cxn>
                    <a:cxn ang="0">
                      <a:pos x="2" y="6"/>
                    </a:cxn>
                    <a:cxn ang="0">
                      <a:pos x="3" y="9"/>
                    </a:cxn>
                    <a:cxn ang="0">
                      <a:pos x="5" y="13"/>
                    </a:cxn>
                    <a:cxn ang="0">
                      <a:pos x="10" y="15"/>
                    </a:cxn>
                    <a:cxn ang="0">
                      <a:pos x="13" y="14"/>
                    </a:cxn>
                    <a:cxn ang="0">
                      <a:pos x="15" y="12"/>
                    </a:cxn>
                    <a:cxn ang="0">
                      <a:pos x="15" y="10"/>
                    </a:cxn>
                    <a:cxn ang="0">
                      <a:pos x="15" y="8"/>
                    </a:cxn>
                    <a:cxn ang="0">
                      <a:pos x="15" y="8"/>
                    </a:cxn>
                    <a:cxn ang="0">
                      <a:pos x="15" y="7"/>
                    </a:cxn>
                    <a:cxn ang="0">
                      <a:pos x="15" y="7"/>
                    </a:cxn>
                    <a:cxn ang="0">
                      <a:pos x="14" y="7"/>
                    </a:cxn>
                    <a:cxn ang="0">
                      <a:pos x="16" y="6"/>
                    </a:cxn>
                    <a:cxn ang="0">
                      <a:pos x="17" y="5"/>
                    </a:cxn>
                    <a:cxn ang="0">
                      <a:pos x="18" y="3"/>
                    </a:cxn>
                    <a:cxn ang="0">
                      <a:pos x="18" y="0"/>
                    </a:cxn>
                    <a:cxn ang="0">
                      <a:pos x="15" y="0"/>
                    </a:cxn>
                    <a:cxn ang="0">
                      <a:pos x="10" y="1"/>
                    </a:cxn>
                    <a:cxn ang="0">
                      <a:pos x="4" y="3"/>
                    </a:cxn>
                    <a:cxn ang="0">
                      <a:pos x="0" y="4"/>
                    </a:cxn>
                  </a:cxnLst>
                  <a:rect l="0" t="0" r="r" b="b"/>
                  <a:pathLst>
                    <a:path w="18" h="15">
                      <a:moveTo>
                        <a:pt x="0" y="4"/>
                      </a:move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2" y="6"/>
                      </a:lnTo>
                      <a:lnTo>
                        <a:pt x="3" y="9"/>
                      </a:lnTo>
                      <a:lnTo>
                        <a:pt x="5" y="13"/>
                      </a:lnTo>
                      <a:lnTo>
                        <a:pt x="10" y="15"/>
                      </a:lnTo>
                      <a:lnTo>
                        <a:pt x="13" y="14"/>
                      </a:lnTo>
                      <a:lnTo>
                        <a:pt x="15" y="12"/>
                      </a:lnTo>
                      <a:lnTo>
                        <a:pt x="15" y="10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15" y="7"/>
                      </a:lnTo>
                      <a:lnTo>
                        <a:pt x="15" y="7"/>
                      </a:lnTo>
                      <a:lnTo>
                        <a:pt x="14" y="7"/>
                      </a:lnTo>
                      <a:lnTo>
                        <a:pt x="16" y="6"/>
                      </a:lnTo>
                      <a:lnTo>
                        <a:pt x="17" y="5"/>
                      </a:lnTo>
                      <a:lnTo>
                        <a:pt x="18" y="3"/>
                      </a:lnTo>
                      <a:lnTo>
                        <a:pt x="18" y="0"/>
                      </a:lnTo>
                      <a:lnTo>
                        <a:pt x="15" y="0"/>
                      </a:lnTo>
                      <a:lnTo>
                        <a:pt x="10" y="1"/>
                      </a:lnTo>
                      <a:lnTo>
                        <a:pt x="4" y="3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C9165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58" name="Freeform 258">
                  <a:extLst>
                    <a:ext uri="{FF2B5EF4-FFF2-40B4-BE49-F238E27FC236}">
                      <a16:creationId xmlns:a16="http://schemas.microsoft.com/office/drawing/2014/main" id="{AE3D5B62-2142-8B0A-46F8-BB5935DC2E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45" y="1989"/>
                  <a:ext cx="15" cy="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" y="1"/>
                    </a:cxn>
                    <a:cxn ang="0">
                      <a:pos x="7" y="3"/>
                    </a:cxn>
                    <a:cxn ang="0">
                      <a:pos x="12" y="4"/>
                    </a:cxn>
                    <a:cxn ang="0">
                      <a:pos x="15" y="4"/>
                    </a:cxn>
                    <a:cxn ang="0">
                      <a:pos x="15" y="4"/>
                    </a:cxn>
                    <a:cxn ang="0">
                      <a:pos x="15" y="3"/>
                    </a:cxn>
                    <a:cxn ang="0">
                      <a:pos x="15" y="3"/>
                    </a:cxn>
                    <a:cxn ang="0">
                      <a:pos x="14" y="3"/>
                    </a:cxn>
                    <a:cxn ang="0">
                      <a:pos x="11" y="3"/>
                    </a:cxn>
                    <a:cxn ang="0">
                      <a:pos x="6" y="1"/>
                    </a:cxn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5" h="4">
                      <a:moveTo>
                        <a:pt x="0" y="0"/>
                      </a:moveTo>
                      <a:lnTo>
                        <a:pt x="3" y="1"/>
                      </a:lnTo>
                      <a:lnTo>
                        <a:pt x="7" y="3"/>
                      </a:lnTo>
                      <a:lnTo>
                        <a:pt x="12" y="4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15" y="3"/>
                      </a:lnTo>
                      <a:lnTo>
                        <a:pt x="15" y="3"/>
                      </a:lnTo>
                      <a:lnTo>
                        <a:pt x="14" y="3"/>
                      </a:lnTo>
                      <a:lnTo>
                        <a:pt x="11" y="3"/>
                      </a:lnTo>
                      <a:lnTo>
                        <a:pt x="6" y="1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59" name="Freeform 259">
                  <a:extLst>
                    <a:ext uri="{FF2B5EF4-FFF2-40B4-BE49-F238E27FC236}">
                      <a16:creationId xmlns:a16="http://schemas.microsoft.com/office/drawing/2014/main" id="{22A281CF-F81A-C1DB-AE5A-3F2946C180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66" y="1932"/>
                  <a:ext cx="14" cy="43"/>
                </a:xfrm>
                <a:custGeom>
                  <a:avLst/>
                  <a:gdLst/>
                  <a:ahLst/>
                  <a:cxnLst>
                    <a:cxn ang="0">
                      <a:pos x="9" y="2"/>
                    </a:cxn>
                    <a:cxn ang="0">
                      <a:pos x="10" y="0"/>
                    </a:cxn>
                    <a:cxn ang="0">
                      <a:pos x="12" y="0"/>
                    </a:cxn>
                    <a:cxn ang="0">
                      <a:pos x="14" y="1"/>
                    </a:cxn>
                    <a:cxn ang="0">
                      <a:pos x="14" y="3"/>
                    </a:cxn>
                    <a:cxn ang="0">
                      <a:pos x="12" y="9"/>
                    </a:cxn>
                    <a:cxn ang="0">
                      <a:pos x="10" y="21"/>
                    </a:cxn>
                    <a:cxn ang="0">
                      <a:pos x="7" y="33"/>
                    </a:cxn>
                    <a:cxn ang="0">
                      <a:pos x="5" y="40"/>
                    </a:cxn>
                    <a:cxn ang="0">
                      <a:pos x="4" y="42"/>
                    </a:cxn>
                    <a:cxn ang="0">
                      <a:pos x="1" y="42"/>
                    </a:cxn>
                    <a:cxn ang="0">
                      <a:pos x="0" y="42"/>
                    </a:cxn>
                    <a:cxn ang="0">
                      <a:pos x="0" y="39"/>
                    </a:cxn>
                    <a:cxn ang="0">
                      <a:pos x="1" y="31"/>
                    </a:cxn>
                    <a:cxn ang="0">
                      <a:pos x="4" y="21"/>
                    </a:cxn>
                    <a:cxn ang="0">
                      <a:pos x="7" y="10"/>
                    </a:cxn>
                    <a:cxn ang="0">
                      <a:pos x="9" y="2"/>
                    </a:cxn>
                  </a:cxnLst>
                  <a:rect l="0" t="0" r="r" b="b"/>
                  <a:pathLst>
                    <a:path w="14" h="42">
                      <a:moveTo>
                        <a:pt x="9" y="2"/>
                      </a:moveTo>
                      <a:lnTo>
                        <a:pt x="10" y="0"/>
                      </a:lnTo>
                      <a:lnTo>
                        <a:pt x="12" y="0"/>
                      </a:lnTo>
                      <a:lnTo>
                        <a:pt x="14" y="1"/>
                      </a:lnTo>
                      <a:lnTo>
                        <a:pt x="14" y="3"/>
                      </a:lnTo>
                      <a:lnTo>
                        <a:pt x="12" y="9"/>
                      </a:lnTo>
                      <a:lnTo>
                        <a:pt x="10" y="21"/>
                      </a:lnTo>
                      <a:lnTo>
                        <a:pt x="7" y="33"/>
                      </a:lnTo>
                      <a:lnTo>
                        <a:pt x="5" y="40"/>
                      </a:lnTo>
                      <a:lnTo>
                        <a:pt x="4" y="42"/>
                      </a:lnTo>
                      <a:lnTo>
                        <a:pt x="1" y="42"/>
                      </a:lnTo>
                      <a:lnTo>
                        <a:pt x="0" y="42"/>
                      </a:lnTo>
                      <a:lnTo>
                        <a:pt x="0" y="39"/>
                      </a:lnTo>
                      <a:lnTo>
                        <a:pt x="1" y="31"/>
                      </a:lnTo>
                      <a:lnTo>
                        <a:pt x="4" y="21"/>
                      </a:lnTo>
                      <a:lnTo>
                        <a:pt x="7" y="10"/>
                      </a:lnTo>
                      <a:lnTo>
                        <a:pt x="9" y="2"/>
                      </a:lnTo>
                      <a:close/>
                    </a:path>
                  </a:pathLst>
                </a:custGeom>
                <a:solidFill>
                  <a:srgbClr val="00337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60" name="Freeform 260">
                  <a:extLst>
                    <a:ext uri="{FF2B5EF4-FFF2-40B4-BE49-F238E27FC236}">
                      <a16:creationId xmlns:a16="http://schemas.microsoft.com/office/drawing/2014/main" id="{9E23542E-576E-631D-7598-51250F1DFF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00" y="1930"/>
                  <a:ext cx="73" cy="24"/>
                </a:xfrm>
                <a:custGeom>
                  <a:avLst/>
                  <a:gdLst/>
                  <a:ahLst/>
                  <a:cxnLst>
                    <a:cxn ang="0">
                      <a:pos x="73" y="16"/>
                    </a:cxn>
                    <a:cxn ang="0">
                      <a:pos x="70" y="24"/>
                    </a:cxn>
                    <a:cxn ang="0">
                      <a:pos x="67" y="23"/>
                    </a:cxn>
                    <a:cxn ang="0">
                      <a:pos x="60" y="21"/>
                    </a:cxn>
                    <a:cxn ang="0">
                      <a:pos x="49" y="17"/>
                    </a:cxn>
                    <a:cxn ang="0">
                      <a:pos x="38" y="14"/>
                    </a:cxn>
                    <a:cxn ang="0">
                      <a:pos x="25" y="10"/>
                    </a:cxn>
                    <a:cxn ang="0">
                      <a:pos x="14" y="7"/>
                    </a:cxn>
                    <a:cxn ang="0">
                      <a:pos x="6" y="5"/>
                    </a:cxn>
                    <a:cxn ang="0">
                      <a:pos x="2" y="4"/>
                    </a:cxn>
                    <a:cxn ang="0">
                      <a:pos x="0" y="3"/>
                    </a:cxn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5" y="0"/>
                    </a:cxn>
                    <a:cxn ang="0">
                      <a:pos x="9" y="1"/>
                    </a:cxn>
                    <a:cxn ang="0">
                      <a:pos x="17" y="3"/>
                    </a:cxn>
                    <a:cxn ang="0">
                      <a:pos x="26" y="6"/>
                    </a:cxn>
                    <a:cxn ang="0">
                      <a:pos x="38" y="8"/>
                    </a:cxn>
                    <a:cxn ang="0">
                      <a:pos x="48" y="11"/>
                    </a:cxn>
                    <a:cxn ang="0">
                      <a:pos x="59" y="13"/>
                    </a:cxn>
                    <a:cxn ang="0">
                      <a:pos x="67" y="15"/>
                    </a:cxn>
                    <a:cxn ang="0">
                      <a:pos x="73" y="16"/>
                    </a:cxn>
                  </a:cxnLst>
                  <a:rect l="0" t="0" r="r" b="b"/>
                  <a:pathLst>
                    <a:path w="73" h="24">
                      <a:moveTo>
                        <a:pt x="73" y="16"/>
                      </a:moveTo>
                      <a:lnTo>
                        <a:pt x="70" y="24"/>
                      </a:lnTo>
                      <a:lnTo>
                        <a:pt x="67" y="23"/>
                      </a:lnTo>
                      <a:lnTo>
                        <a:pt x="60" y="21"/>
                      </a:lnTo>
                      <a:lnTo>
                        <a:pt x="49" y="17"/>
                      </a:lnTo>
                      <a:lnTo>
                        <a:pt x="38" y="14"/>
                      </a:lnTo>
                      <a:lnTo>
                        <a:pt x="25" y="10"/>
                      </a:lnTo>
                      <a:lnTo>
                        <a:pt x="14" y="7"/>
                      </a:lnTo>
                      <a:lnTo>
                        <a:pt x="6" y="5"/>
                      </a:lnTo>
                      <a:lnTo>
                        <a:pt x="2" y="4"/>
                      </a:lnTo>
                      <a:lnTo>
                        <a:pt x="0" y="3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5" y="0"/>
                      </a:lnTo>
                      <a:lnTo>
                        <a:pt x="9" y="1"/>
                      </a:lnTo>
                      <a:lnTo>
                        <a:pt x="17" y="3"/>
                      </a:lnTo>
                      <a:lnTo>
                        <a:pt x="26" y="6"/>
                      </a:lnTo>
                      <a:lnTo>
                        <a:pt x="38" y="8"/>
                      </a:lnTo>
                      <a:lnTo>
                        <a:pt x="48" y="11"/>
                      </a:lnTo>
                      <a:lnTo>
                        <a:pt x="59" y="13"/>
                      </a:lnTo>
                      <a:lnTo>
                        <a:pt x="67" y="15"/>
                      </a:lnTo>
                      <a:lnTo>
                        <a:pt x="73" y="16"/>
                      </a:lnTo>
                      <a:close/>
                    </a:path>
                  </a:pathLst>
                </a:custGeom>
                <a:solidFill>
                  <a:srgbClr val="00337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61" name="Freeform 261">
                  <a:extLst>
                    <a:ext uri="{FF2B5EF4-FFF2-40B4-BE49-F238E27FC236}">
                      <a16:creationId xmlns:a16="http://schemas.microsoft.com/office/drawing/2014/main" id="{E4D2710C-5C0E-6CE5-5023-346DADFDB4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86" y="1876"/>
                  <a:ext cx="17" cy="16"/>
                </a:xfrm>
                <a:custGeom>
                  <a:avLst/>
                  <a:gdLst/>
                  <a:ahLst/>
                  <a:cxnLst>
                    <a:cxn ang="0">
                      <a:pos x="7" y="17"/>
                    </a:cxn>
                    <a:cxn ang="0">
                      <a:pos x="11" y="17"/>
                    </a:cxn>
                    <a:cxn ang="0">
                      <a:pos x="14" y="16"/>
                    </a:cxn>
                    <a:cxn ang="0">
                      <a:pos x="16" y="13"/>
                    </a:cxn>
                    <a:cxn ang="0">
                      <a:pos x="17" y="10"/>
                    </a:cxn>
                    <a:cxn ang="0">
                      <a:pos x="17" y="6"/>
                    </a:cxn>
                    <a:cxn ang="0">
                      <a:pos x="16" y="3"/>
                    </a:cxn>
                    <a:cxn ang="0">
                      <a:pos x="14" y="1"/>
                    </a:cxn>
                    <a:cxn ang="0">
                      <a:pos x="11" y="0"/>
                    </a:cxn>
                    <a:cxn ang="0">
                      <a:pos x="6" y="0"/>
                    </a:cxn>
                    <a:cxn ang="0">
                      <a:pos x="4" y="1"/>
                    </a:cxn>
                    <a:cxn ang="0">
                      <a:pos x="1" y="3"/>
                    </a:cxn>
                    <a:cxn ang="0">
                      <a:pos x="0" y="6"/>
                    </a:cxn>
                    <a:cxn ang="0">
                      <a:pos x="0" y="10"/>
                    </a:cxn>
                    <a:cxn ang="0">
                      <a:pos x="1" y="12"/>
                    </a:cxn>
                    <a:cxn ang="0">
                      <a:pos x="4" y="16"/>
                    </a:cxn>
                    <a:cxn ang="0">
                      <a:pos x="7" y="17"/>
                    </a:cxn>
                  </a:cxnLst>
                  <a:rect l="0" t="0" r="r" b="b"/>
                  <a:pathLst>
                    <a:path w="17" h="17">
                      <a:moveTo>
                        <a:pt x="7" y="17"/>
                      </a:moveTo>
                      <a:lnTo>
                        <a:pt x="11" y="17"/>
                      </a:lnTo>
                      <a:lnTo>
                        <a:pt x="14" y="16"/>
                      </a:lnTo>
                      <a:lnTo>
                        <a:pt x="16" y="13"/>
                      </a:lnTo>
                      <a:lnTo>
                        <a:pt x="17" y="10"/>
                      </a:lnTo>
                      <a:lnTo>
                        <a:pt x="17" y="6"/>
                      </a:lnTo>
                      <a:lnTo>
                        <a:pt x="16" y="3"/>
                      </a:lnTo>
                      <a:lnTo>
                        <a:pt x="14" y="1"/>
                      </a:lnTo>
                      <a:lnTo>
                        <a:pt x="11" y="0"/>
                      </a:lnTo>
                      <a:lnTo>
                        <a:pt x="6" y="0"/>
                      </a:lnTo>
                      <a:lnTo>
                        <a:pt x="4" y="1"/>
                      </a:lnTo>
                      <a:lnTo>
                        <a:pt x="1" y="3"/>
                      </a:lnTo>
                      <a:lnTo>
                        <a:pt x="0" y="6"/>
                      </a:lnTo>
                      <a:lnTo>
                        <a:pt x="0" y="10"/>
                      </a:lnTo>
                      <a:lnTo>
                        <a:pt x="1" y="12"/>
                      </a:lnTo>
                      <a:lnTo>
                        <a:pt x="4" y="16"/>
                      </a:lnTo>
                      <a:lnTo>
                        <a:pt x="7" y="17"/>
                      </a:lnTo>
                      <a:close/>
                    </a:path>
                  </a:pathLst>
                </a:custGeom>
                <a:solidFill>
                  <a:srgbClr val="8C93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62" name="Freeform 262">
                  <a:extLst>
                    <a:ext uri="{FF2B5EF4-FFF2-40B4-BE49-F238E27FC236}">
                      <a16:creationId xmlns:a16="http://schemas.microsoft.com/office/drawing/2014/main" id="{545FAEE2-E468-355A-EA57-2D37FD037C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90" y="2332"/>
                  <a:ext cx="150" cy="678"/>
                </a:xfrm>
                <a:custGeom>
                  <a:avLst/>
                  <a:gdLst/>
                  <a:ahLst/>
                  <a:cxnLst>
                    <a:cxn ang="0">
                      <a:pos x="29" y="7"/>
                    </a:cxn>
                    <a:cxn ang="0">
                      <a:pos x="10" y="28"/>
                    </a:cxn>
                    <a:cxn ang="0">
                      <a:pos x="1" y="60"/>
                    </a:cxn>
                    <a:cxn ang="0">
                      <a:pos x="0" y="94"/>
                    </a:cxn>
                    <a:cxn ang="0">
                      <a:pos x="9" y="137"/>
                    </a:cxn>
                    <a:cxn ang="0">
                      <a:pos x="33" y="208"/>
                    </a:cxn>
                    <a:cxn ang="0">
                      <a:pos x="63" y="282"/>
                    </a:cxn>
                    <a:cxn ang="0">
                      <a:pos x="84" y="336"/>
                    </a:cxn>
                    <a:cxn ang="0">
                      <a:pos x="87" y="354"/>
                    </a:cxn>
                    <a:cxn ang="0">
                      <a:pos x="77" y="373"/>
                    </a:cxn>
                    <a:cxn ang="0">
                      <a:pos x="64" y="402"/>
                    </a:cxn>
                    <a:cxn ang="0">
                      <a:pos x="53" y="435"/>
                    </a:cxn>
                    <a:cxn ang="0">
                      <a:pos x="49" y="461"/>
                    </a:cxn>
                    <a:cxn ang="0">
                      <a:pos x="48" y="483"/>
                    </a:cxn>
                    <a:cxn ang="0">
                      <a:pos x="52" y="519"/>
                    </a:cxn>
                    <a:cxn ang="0">
                      <a:pos x="55" y="587"/>
                    </a:cxn>
                    <a:cxn ang="0">
                      <a:pos x="51" y="624"/>
                    </a:cxn>
                    <a:cxn ang="0">
                      <a:pos x="50" y="656"/>
                    </a:cxn>
                    <a:cxn ang="0">
                      <a:pos x="56" y="670"/>
                    </a:cxn>
                    <a:cxn ang="0">
                      <a:pos x="72" y="677"/>
                    </a:cxn>
                    <a:cxn ang="0">
                      <a:pos x="81" y="674"/>
                    </a:cxn>
                    <a:cxn ang="0">
                      <a:pos x="85" y="651"/>
                    </a:cxn>
                    <a:cxn ang="0">
                      <a:pos x="88" y="607"/>
                    </a:cxn>
                    <a:cxn ang="0">
                      <a:pos x="99" y="536"/>
                    </a:cxn>
                    <a:cxn ang="0">
                      <a:pos x="114" y="462"/>
                    </a:cxn>
                    <a:cxn ang="0">
                      <a:pos x="127" y="406"/>
                    </a:cxn>
                    <a:cxn ang="0">
                      <a:pos x="139" y="380"/>
                    </a:cxn>
                    <a:cxn ang="0">
                      <a:pos x="150" y="355"/>
                    </a:cxn>
                    <a:cxn ang="0">
                      <a:pos x="148" y="333"/>
                    </a:cxn>
                    <a:cxn ang="0">
                      <a:pos x="145" y="308"/>
                    </a:cxn>
                    <a:cxn ang="0">
                      <a:pos x="143" y="268"/>
                    </a:cxn>
                    <a:cxn ang="0">
                      <a:pos x="141" y="187"/>
                    </a:cxn>
                    <a:cxn ang="0">
                      <a:pos x="127" y="100"/>
                    </a:cxn>
                    <a:cxn ang="0">
                      <a:pos x="103" y="37"/>
                    </a:cxn>
                    <a:cxn ang="0">
                      <a:pos x="76" y="8"/>
                    </a:cxn>
                    <a:cxn ang="0">
                      <a:pos x="52" y="0"/>
                    </a:cxn>
                  </a:cxnLst>
                  <a:rect l="0" t="0" r="r" b="b"/>
                  <a:pathLst>
                    <a:path w="150" h="678">
                      <a:moveTo>
                        <a:pt x="43" y="1"/>
                      </a:moveTo>
                      <a:lnTo>
                        <a:pt x="29" y="7"/>
                      </a:lnTo>
                      <a:lnTo>
                        <a:pt x="18" y="15"/>
                      </a:lnTo>
                      <a:lnTo>
                        <a:pt x="10" y="28"/>
                      </a:lnTo>
                      <a:lnTo>
                        <a:pt x="5" y="43"/>
                      </a:lnTo>
                      <a:lnTo>
                        <a:pt x="1" y="60"/>
                      </a:lnTo>
                      <a:lnTo>
                        <a:pt x="0" y="77"/>
                      </a:lnTo>
                      <a:lnTo>
                        <a:pt x="0" y="94"/>
                      </a:lnTo>
                      <a:lnTo>
                        <a:pt x="3" y="110"/>
                      </a:lnTo>
                      <a:lnTo>
                        <a:pt x="9" y="137"/>
                      </a:lnTo>
                      <a:lnTo>
                        <a:pt x="19" y="171"/>
                      </a:lnTo>
                      <a:lnTo>
                        <a:pt x="33" y="208"/>
                      </a:lnTo>
                      <a:lnTo>
                        <a:pt x="48" y="246"/>
                      </a:lnTo>
                      <a:lnTo>
                        <a:pt x="63" y="282"/>
                      </a:lnTo>
                      <a:lnTo>
                        <a:pt x="74" y="312"/>
                      </a:lnTo>
                      <a:lnTo>
                        <a:pt x="84" y="336"/>
                      </a:lnTo>
                      <a:lnTo>
                        <a:pt x="88" y="350"/>
                      </a:lnTo>
                      <a:lnTo>
                        <a:pt x="87" y="354"/>
                      </a:lnTo>
                      <a:lnTo>
                        <a:pt x="83" y="362"/>
                      </a:lnTo>
                      <a:lnTo>
                        <a:pt x="77" y="373"/>
                      </a:lnTo>
                      <a:lnTo>
                        <a:pt x="71" y="386"/>
                      </a:lnTo>
                      <a:lnTo>
                        <a:pt x="64" y="402"/>
                      </a:lnTo>
                      <a:lnTo>
                        <a:pt x="57" y="418"/>
                      </a:lnTo>
                      <a:lnTo>
                        <a:pt x="53" y="435"/>
                      </a:lnTo>
                      <a:lnTo>
                        <a:pt x="50" y="450"/>
                      </a:lnTo>
                      <a:lnTo>
                        <a:pt x="49" y="461"/>
                      </a:lnTo>
                      <a:lnTo>
                        <a:pt x="48" y="471"/>
                      </a:lnTo>
                      <a:lnTo>
                        <a:pt x="48" y="483"/>
                      </a:lnTo>
                      <a:lnTo>
                        <a:pt x="49" y="496"/>
                      </a:lnTo>
                      <a:lnTo>
                        <a:pt x="52" y="519"/>
                      </a:lnTo>
                      <a:lnTo>
                        <a:pt x="54" y="554"/>
                      </a:lnTo>
                      <a:lnTo>
                        <a:pt x="55" y="587"/>
                      </a:lnTo>
                      <a:lnTo>
                        <a:pt x="54" y="608"/>
                      </a:lnTo>
                      <a:lnTo>
                        <a:pt x="51" y="624"/>
                      </a:lnTo>
                      <a:lnTo>
                        <a:pt x="49" y="641"/>
                      </a:lnTo>
                      <a:lnTo>
                        <a:pt x="50" y="656"/>
                      </a:lnTo>
                      <a:lnTo>
                        <a:pt x="52" y="664"/>
                      </a:lnTo>
                      <a:lnTo>
                        <a:pt x="56" y="670"/>
                      </a:lnTo>
                      <a:lnTo>
                        <a:pt x="64" y="674"/>
                      </a:lnTo>
                      <a:lnTo>
                        <a:pt x="72" y="677"/>
                      </a:lnTo>
                      <a:lnTo>
                        <a:pt x="77" y="678"/>
                      </a:lnTo>
                      <a:lnTo>
                        <a:pt x="81" y="674"/>
                      </a:lnTo>
                      <a:lnTo>
                        <a:pt x="84" y="663"/>
                      </a:lnTo>
                      <a:lnTo>
                        <a:pt x="85" y="651"/>
                      </a:lnTo>
                      <a:lnTo>
                        <a:pt x="86" y="637"/>
                      </a:lnTo>
                      <a:lnTo>
                        <a:pt x="88" y="607"/>
                      </a:lnTo>
                      <a:lnTo>
                        <a:pt x="92" y="573"/>
                      </a:lnTo>
                      <a:lnTo>
                        <a:pt x="99" y="536"/>
                      </a:lnTo>
                      <a:lnTo>
                        <a:pt x="106" y="498"/>
                      </a:lnTo>
                      <a:lnTo>
                        <a:pt x="114" y="462"/>
                      </a:lnTo>
                      <a:lnTo>
                        <a:pt x="121" y="430"/>
                      </a:lnTo>
                      <a:lnTo>
                        <a:pt x="127" y="406"/>
                      </a:lnTo>
                      <a:lnTo>
                        <a:pt x="131" y="390"/>
                      </a:lnTo>
                      <a:lnTo>
                        <a:pt x="139" y="380"/>
                      </a:lnTo>
                      <a:lnTo>
                        <a:pt x="146" y="368"/>
                      </a:lnTo>
                      <a:lnTo>
                        <a:pt x="150" y="355"/>
                      </a:lnTo>
                      <a:lnTo>
                        <a:pt x="150" y="344"/>
                      </a:lnTo>
                      <a:lnTo>
                        <a:pt x="148" y="333"/>
                      </a:lnTo>
                      <a:lnTo>
                        <a:pt x="146" y="322"/>
                      </a:lnTo>
                      <a:lnTo>
                        <a:pt x="145" y="308"/>
                      </a:lnTo>
                      <a:lnTo>
                        <a:pt x="144" y="293"/>
                      </a:lnTo>
                      <a:lnTo>
                        <a:pt x="143" y="268"/>
                      </a:lnTo>
                      <a:lnTo>
                        <a:pt x="143" y="230"/>
                      </a:lnTo>
                      <a:lnTo>
                        <a:pt x="141" y="187"/>
                      </a:lnTo>
                      <a:lnTo>
                        <a:pt x="137" y="149"/>
                      </a:lnTo>
                      <a:lnTo>
                        <a:pt x="127" y="100"/>
                      </a:lnTo>
                      <a:lnTo>
                        <a:pt x="115" y="63"/>
                      </a:lnTo>
                      <a:lnTo>
                        <a:pt x="103" y="37"/>
                      </a:lnTo>
                      <a:lnTo>
                        <a:pt x="90" y="19"/>
                      </a:lnTo>
                      <a:lnTo>
                        <a:pt x="76" y="8"/>
                      </a:lnTo>
                      <a:lnTo>
                        <a:pt x="64" y="2"/>
                      </a:lnTo>
                      <a:lnTo>
                        <a:pt x="52" y="0"/>
                      </a:lnTo>
                      <a:lnTo>
                        <a:pt x="43" y="1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63" name="Freeform 263">
                  <a:extLst>
                    <a:ext uri="{FF2B5EF4-FFF2-40B4-BE49-F238E27FC236}">
                      <a16:creationId xmlns:a16="http://schemas.microsoft.com/office/drawing/2014/main" id="{764E63EB-E623-F8C6-387D-8DB88E2C8B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29" y="2384"/>
                  <a:ext cx="17" cy="19"/>
                </a:xfrm>
                <a:custGeom>
                  <a:avLst/>
                  <a:gdLst/>
                  <a:ahLst/>
                  <a:cxnLst>
                    <a:cxn ang="0">
                      <a:pos x="10" y="18"/>
                    </a:cxn>
                    <a:cxn ang="0">
                      <a:pos x="13" y="17"/>
                    </a:cxn>
                    <a:cxn ang="0">
                      <a:pos x="16" y="14"/>
                    </a:cxn>
                    <a:cxn ang="0">
                      <a:pos x="17" y="11"/>
                    </a:cxn>
                    <a:cxn ang="0">
                      <a:pos x="17" y="7"/>
                    </a:cxn>
                    <a:cxn ang="0">
                      <a:pos x="16" y="4"/>
                    </a:cxn>
                    <a:cxn ang="0">
                      <a:pos x="14" y="2"/>
                    </a:cxn>
                    <a:cxn ang="0">
                      <a:pos x="11" y="1"/>
                    </a:cxn>
                    <a:cxn ang="0">
                      <a:pos x="8" y="0"/>
                    </a:cxn>
                    <a:cxn ang="0">
                      <a:pos x="5" y="1"/>
                    </a:cxn>
                    <a:cxn ang="0">
                      <a:pos x="2" y="3"/>
                    </a:cxn>
                    <a:cxn ang="0">
                      <a:pos x="0" y="6"/>
                    </a:cxn>
                    <a:cxn ang="0">
                      <a:pos x="0" y="10"/>
                    </a:cxn>
                    <a:cxn ang="0">
                      <a:pos x="2" y="14"/>
                    </a:cxn>
                    <a:cxn ang="0">
                      <a:pos x="4" y="17"/>
                    </a:cxn>
                    <a:cxn ang="0">
                      <a:pos x="7" y="18"/>
                    </a:cxn>
                    <a:cxn ang="0">
                      <a:pos x="10" y="18"/>
                    </a:cxn>
                  </a:cxnLst>
                  <a:rect l="0" t="0" r="r" b="b"/>
                  <a:pathLst>
                    <a:path w="17" h="18">
                      <a:moveTo>
                        <a:pt x="10" y="18"/>
                      </a:moveTo>
                      <a:lnTo>
                        <a:pt x="13" y="17"/>
                      </a:lnTo>
                      <a:lnTo>
                        <a:pt x="16" y="14"/>
                      </a:lnTo>
                      <a:lnTo>
                        <a:pt x="17" y="11"/>
                      </a:lnTo>
                      <a:lnTo>
                        <a:pt x="17" y="7"/>
                      </a:lnTo>
                      <a:lnTo>
                        <a:pt x="16" y="4"/>
                      </a:lnTo>
                      <a:lnTo>
                        <a:pt x="14" y="2"/>
                      </a:lnTo>
                      <a:lnTo>
                        <a:pt x="11" y="1"/>
                      </a:lnTo>
                      <a:lnTo>
                        <a:pt x="8" y="0"/>
                      </a:lnTo>
                      <a:lnTo>
                        <a:pt x="5" y="1"/>
                      </a:lnTo>
                      <a:lnTo>
                        <a:pt x="2" y="3"/>
                      </a:lnTo>
                      <a:lnTo>
                        <a:pt x="0" y="6"/>
                      </a:lnTo>
                      <a:lnTo>
                        <a:pt x="0" y="10"/>
                      </a:lnTo>
                      <a:lnTo>
                        <a:pt x="2" y="14"/>
                      </a:lnTo>
                      <a:lnTo>
                        <a:pt x="4" y="17"/>
                      </a:lnTo>
                      <a:lnTo>
                        <a:pt x="7" y="18"/>
                      </a:lnTo>
                      <a:lnTo>
                        <a:pt x="10" y="18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64" name="Freeform 264">
                  <a:extLst>
                    <a:ext uri="{FF2B5EF4-FFF2-40B4-BE49-F238E27FC236}">
                      <a16:creationId xmlns:a16="http://schemas.microsoft.com/office/drawing/2014/main" id="{87A1F61C-AFB7-3AAE-2CA6-02A029F1CC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48" y="2975"/>
                  <a:ext cx="17" cy="16"/>
                </a:xfrm>
                <a:custGeom>
                  <a:avLst/>
                  <a:gdLst/>
                  <a:ahLst/>
                  <a:cxnLst>
                    <a:cxn ang="0">
                      <a:pos x="10" y="17"/>
                    </a:cxn>
                    <a:cxn ang="0">
                      <a:pos x="13" y="16"/>
                    </a:cxn>
                    <a:cxn ang="0">
                      <a:pos x="16" y="14"/>
                    </a:cxn>
                    <a:cxn ang="0">
                      <a:pos x="17" y="11"/>
                    </a:cxn>
                    <a:cxn ang="0">
                      <a:pos x="17" y="8"/>
                    </a:cxn>
                    <a:cxn ang="0">
                      <a:pos x="16" y="4"/>
                    </a:cxn>
                    <a:cxn ang="0">
                      <a:pos x="14" y="1"/>
                    </a:cxn>
                    <a:cxn ang="0">
                      <a:pos x="11" y="0"/>
                    </a:cxn>
                    <a:cxn ang="0">
                      <a:pos x="8" y="0"/>
                    </a:cxn>
                    <a:cxn ang="0">
                      <a:pos x="5" y="1"/>
                    </a:cxn>
                    <a:cxn ang="0">
                      <a:pos x="2" y="3"/>
                    </a:cxn>
                    <a:cxn ang="0">
                      <a:pos x="0" y="7"/>
                    </a:cxn>
                    <a:cxn ang="0">
                      <a:pos x="0" y="10"/>
                    </a:cxn>
                    <a:cxn ang="0">
                      <a:pos x="2" y="13"/>
                    </a:cxn>
                    <a:cxn ang="0">
                      <a:pos x="4" y="16"/>
                    </a:cxn>
                    <a:cxn ang="0">
                      <a:pos x="7" y="17"/>
                    </a:cxn>
                    <a:cxn ang="0">
                      <a:pos x="10" y="17"/>
                    </a:cxn>
                  </a:cxnLst>
                  <a:rect l="0" t="0" r="r" b="b"/>
                  <a:pathLst>
                    <a:path w="17" h="17">
                      <a:moveTo>
                        <a:pt x="10" y="17"/>
                      </a:moveTo>
                      <a:lnTo>
                        <a:pt x="13" y="16"/>
                      </a:lnTo>
                      <a:lnTo>
                        <a:pt x="16" y="14"/>
                      </a:lnTo>
                      <a:lnTo>
                        <a:pt x="17" y="11"/>
                      </a:lnTo>
                      <a:lnTo>
                        <a:pt x="17" y="8"/>
                      </a:lnTo>
                      <a:lnTo>
                        <a:pt x="16" y="4"/>
                      </a:lnTo>
                      <a:lnTo>
                        <a:pt x="14" y="1"/>
                      </a:lnTo>
                      <a:lnTo>
                        <a:pt x="11" y="0"/>
                      </a:lnTo>
                      <a:lnTo>
                        <a:pt x="8" y="0"/>
                      </a:lnTo>
                      <a:lnTo>
                        <a:pt x="5" y="1"/>
                      </a:lnTo>
                      <a:lnTo>
                        <a:pt x="2" y="3"/>
                      </a:lnTo>
                      <a:lnTo>
                        <a:pt x="0" y="7"/>
                      </a:lnTo>
                      <a:lnTo>
                        <a:pt x="0" y="10"/>
                      </a:lnTo>
                      <a:lnTo>
                        <a:pt x="2" y="13"/>
                      </a:lnTo>
                      <a:lnTo>
                        <a:pt x="4" y="16"/>
                      </a:lnTo>
                      <a:lnTo>
                        <a:pt x="7" y="17"/>
                      </a:lnTo>
                      <a:lnTo>
                        <a:pt x="10" y="17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65" name="Freeform 265">
                  <a:extLst>
                    <a:ext uri="{FF2B5EF4-FFF2-40B4-BE49-F238E27FC236}">
                      <a16:creationId xmlns:a16="http://schemas.microsoft.com/office/drawing/2014/main" id="{7D7F3961-09C4-7EFF-9DC9-0E90652D1D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31" y="2967"/>
                  <a:ext cx="140" cy="65"/>
                </a:xfrm>
                <a:custGeom>
                  <a:avLst/>
                  <a:gdLst/>
                  <a:ahLst/>
                  <a:cxnLst>
                    <a:cxn ang="0">
                      <a:pos x="19" y="0"/>
                    </a:cxn>
                    <a:cxn ang="0">
                      <a:pos x="11" y="6"/>
                    </a:cxn>
                    <a:cxn ang="0">
                      <a:pos x="5" y="19"/>
                    </a:cxn>
                    <a:cxn ang="0">
                      <a:pos x="1" y="34"/>
                    </a:cxn>
                    <a:cxn ang="0">
                      <a:pos x="0" y="44"/>
                    </a:cxn>
                    <a:cxn ang="0">
                      <a:pos x="1" y="50"/>
                    </a:cxn>
                    <a:cxn ang="0">
                      <a:pos x="6" y="57"/>
                    </a:cxn>
                    <a:cxn ang="0">
                      <a:pos x="15" y="60"/>
                    </a:cxn>
                    <a:cxn ang="0">
                      <a:pos x="30" y="60"/>
                    </a:cxn>
                    <a:cxn ang="0">
                      <a:pos x="41" y="59"/>
                    </a:cxn>
                    <a:cxn ang="0">
                      <a:pos x="52" y="60"/>
                    </a:cxn>
                    <a:cxn ang="0">
                      <a:pos x="65" y="60"/>
                    </a:cxn>
                    <a:cxn ang="0">
                      <a:pos x="77" y="62"/>
                    </a:cxn>
                    <a:cxn ang="0">
                      <a:pos x="88" y="63"/>
                    </a:cxn>
                    <a:cxn ang="0">
                      <a:pos x="98" y="64"/>
                    </a:cxn>
                    <a:cxn ang="0">
                      <a:pos x="107" y="64"/>
                    </a:cxn>
                    <a:cxn ang="0">
                      <a:pos x="115" y="64"/>
                    </a:cxn>
                    <a:cxn ang="0">
                      <a:pos x="124" y="63"/>
                    </a:cxn>
                    <a:cxn ang="0">
                      <a:pos x="133" y="60"/>
                    </a:cxn>
                    <a:cxn ang="0">
                      <a:pos x="139" y="58"/>
                    </a:cxn>
                    <a:cxn ang="0">
                      <a:pos x="140" y="54"/>
                    </a:cxn>
                    <a:cxn ang="0">
                      <a:pos x="137" y="50"/>
                    </a:cxn>
                    <a:cxn ang="0">
                      <a:pos x="130" y="48"/>
                    </a:cxn>
                    <a:cxn ang="0">
                      <a:pos x="122" y="47"/>
                    </a:cxn>
                    <a:cxn ang="0">
                      <a:pos x="116" y="46"/>
                    </a:cxn>
                    <a:cxn ang="0">
                      <a:pos x="111" y="45"/>
                    </a:cxn>
                    <a:cxn ang="0">
                      <a:pos x="106" y="43"/>
                    </a:cxn>
                    <a:cxn ang="0">
                      <a:pos x="99" y="39"/>
                    </a:cxn>
                    <a:cxn ang="0">
                      <a:pos x="91" y="35"/>
                    </a:cxn>
                    <a:cxn ang="0">
                      <a:pos x="84" y="31"/>
                    </a:cxn>
                    <a:cxn ang="0">
                      <a:pos x="77" y="27"/>
                    </a:cxn>
                    <a:cxn ang="0">
                      <a:pos x="70" y="23"/>
                    </a:cxn>
                    <a:cxn ang="0">
                      <a:pos x="66" y="21"/>
                    </a:cxn>
                    <a:cxn ang="0">
                      <a:pos x="62" y="19"/>
                    </a:cxn>
                    <a:cxn ang="0">
                      <a:pos x="57" y="15"/>
                    </a:cxn>
                    <a:cxn ang="0">
                      <a:pos x="51" y="11"/>
                    </a:cxn>
                    <a:cxn ang="0">
                      <a:pos x="45" y="7"/>
                    </a:cxn>
                    <a:cxn ang="0">
                      <a:pos x="38" y="4"/>
                    </a:cxn>
                    <a:cxn ang="0">
                      <a:pos x="31" y="1"/>
                    </a:cxn>
                    <a:cxn ang="0">
                      <a:pos x="25" y="0"/>
                    </a:cxn>
                    <a:cxn ang="0">
                      <a:pos x="19" y="0"/>
                    </a:cxn>
                  </a:cxnLst>
                  <a:rect l="0" t="0" r="r" b="b"/>
                  <a:pathLst>
                    <a:path w="140" h="64">
                      <a:moveTo>
                        <a:pt x="19" y="0"/>
                      </a:moveTo>
                      <a:lnTo>
                        <a:pt x="11" y="6"/>
                      </a:lnTo>
                      <a:lnTo>
                        <a:pt x="5" y="19"/>
                      </a:lnTo>
                      <a:lnTo>
                        <a:pt x="1" y="34"/>
                      </a:lnTo>
                      <a:lnTo>
                        <a:pt x="0" y="44"/>
                      </a:lnTo>
                      <a:lnTo>
                        <a:pt x="1" y="50"/>
                      </a:lnTo>
                      <a:lnTo>
                        <a:pt x="6" y="57"/>
                      </a:lnTo>
                      <a:lnTo>
                        <a:pt x="15" y="60"/>
                      </a:lnTo>
                      <a:lnTo>
                        <a:pt x="30" y="60"/>
                      </a:lnTo>
                      <a:lnTo>
                        <a:pt x="41" y="59"/>
                      </a:lnTo>
                      <a:lnTo>
                        <a:pt x="52" y="60"/>
                      </a:lnTo>
                      <a:lnTo>
                        <a:pt x="65" y="60"/>
                      </a:lnTo>
                      <a:lnTo>
                        <a:pt x="77" y="62"/>
                      </a:lnTo>
                      <a:lnTo>
                        <a:pt x="88" y="63"/>
                      </a:lnTo>
                      <a:lnTo>
                        <a:pt x="98" y="64"/>
                      </a:lnTo>
                      <a:lnTo>
                        <a:pt x="107" y="64"/>
                      </a:lnTo>
                      <a:lnTo>
                        <a:pt x="115" y="64"/>
                      </a:lnTo>
                      <a:lnTo>
                        <a:pt x="124" y="63"/>
                      </a:lnTo>
                      <a:lnTo>
                        <a:pt x="133" y="60"/>
                      </a:lnTo>
                      <a:lnTo>
                        <a:pt x="139" y="58"/>
                      </a:lnTo>
                      <a:lnTo>
                        <a:pt x="140" y="54"/>
                      </a:lnTo>
                      <a:lnTo>
                        <a:pt x="137" y="50"/>
                      </a:lnTo>
                      <a:lnTo>
                        <a:pt x="130" y="48"/>
                      </a:lnTo>
                      <a:lnTo>
                        <a:pt x="122" y="47"/>
                      </a:lnTo>
                      <a:lnTo>
                        <a:pt x="116" y="46"/>
                      </a:lnTo>
                      <a:lnTo>
                        <a:pt x="111" y="45"/>
                      </a:lnTo>
                      <a:lnTo>
                        <a:pt x="106" y="43"/>
                      </a:lnTo>
                      <a:lnTo>
                        <a:pt x="99" y="39"/>
                      </a:lnTo>
                      <a:lnTo>
                        <a:pt x="91" y="35"/>
                      </a:lnTo>
                      <a:lnTo>
                        <a:pt x="84" y="31"/>
                      </a:lnTo>
                      <a:lnTo>
                        <a:pt x="77" y="27"/>
                      </a:lnTo>
                      <a:lnTo>
                        <a:pt x="70" y="23"/>
                      </a:lnTo>
                      <a:lnTo>
                        <a:pt x="66" y="21"/>
                      </a:lnTo>
                      <a:lnTo>
                        <a:pt x="62" y="19"/>
                      </a:lnTo>
                      <a:lnTo>
                        <a:pt x="57" y="15"/>
                      </a:lnTo>
                      <a:lnTo>
                        <a:pt x="51" y="11"/>
                      </a:lnTo>
                      <a:lnTo>
                        <a:pt x="45" y="7"/>
                      </a:lnTo>
                      <a:lnTo>
                        <a:pt x="38" y="4"/>
                      </a:lnTo>
                      <a:lnTo>
                        <a:pt x="31" y="1"/>
                      </a:lnTo>
                      <a:lnTo>
                        <a:pt x="25" y="0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66" name="Freeform 266">
                  <a:extLst>
                    <a:ext uri="{FF2B5EF4-FFF2-40B4-BE49-F238E27FC236}">
                      <a16:creationId xmlns:a16="http://schemas.microsoft.com/office/drawing/2014/main" id="{77A05BAC-0E24-6F6B-B8D5-F2E18AF951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48" y="2975"/>
                  <a:ext cx="17" cy="16"/>
                </a:xfrm>
                <a:custGeom>
                  <a:avLst/>
                  <a:gdLst/>
                  <a:ahLst/>
                  <a:cxnLst>
                    <a:cxn ang="0">
                      <a:pos x="10" y="17"/>
                    </a:cxn>
                    <a:cxn ang="0">
                      <a:pos x="13" y="16"/>
                    </a:cxn>
                    <a:cxn ang="0">
                      <a:pos x="15" y="14"/>
                    </a:cxn>
                    <a:cxn ang="0">
                      <a:pos x="17" y="12"/>
                    </a:cxn>
                    <a:cxn ang="0">
                      <a:pos x="17" y="8"/>
                    </a:cxn>
                    <a:cxn ang="0">
                      <a:pos x="16" y="4"/>
                    </a:cxn>
                    <a:cxn ang="0">
                      <a:pos x="14" y="2"/>
                    </a:cxn>
                    <a:cxn ang="0">
                      <a:pos x="12" y="0"/>
                    </a:cxn>
                    <a:cxn ang="0">
                      <a:pos x="8" y="0"/>
                    </a:cxn>
                    <a:cxn ang="0">
                      <a:pos x="5" y="1"/>
                    </a:cxn>
                    <a:cxn ang="0">
                      <a:pos x="3" y="3"/>
                    </a:cxn>
                    <a:cxn ang="0">
                      <a:pos x="0" y="5"/>
                    </a:cxn>
                    <a:cxn ang="0">
                      <a:pos x="0" y="10"/>
                    </a:cxn>
                    <a:cxn ang="0">
                      <a:pos x="2" y="13"/>
                    </a:cxn>
                    <a:cxn ang="0">
                      <a:pos x="4" y="15"/>
                    </a:cxn>
                    <a:cxn ang="0">
                      <a:pos x="6" y="17"/>
                    </a:cxn>
                    <a:cxn ang="0">
                      <a:pos x="10" y="17"/>
                    </a:cxn>
                  </a:cxnLst>
                  <a:rect l="0" t="0" r="r" b="b"/>
                  <a:pathLst>
                    <a:path w="17" h="17">
                      <a:moveTo>
                        <a:pt x="10" y="17"/>
                      </a:moveTo>
                      <a:lnTo>
                        <a:pt x="13" y="16"/>
                      </a:lnTo>
                      <a:lnTo>
                        <a:pt x="15" y="14"/>
                      </a:lnTo>
                      <a:lnTo>
                        <a:pt x="17" y="12"/>
                      </a:lnTo>
                      <a:lnTo>
                        <a:pt x="17" y="8"/>
                      </a:lnTo>
                      <a:lnTo>
                        <a:pt x="16" y="4"/>
                      </a:lnTo>
                      <a:lnTo>
                        <a:pt x="14" y="2"/>
                      </a:lnTo>
                      <a:lnTo>
                        <a:pt x="12" y="0"/>
                      </a:lnTo>
                      <a:lnTo>
                        <a:pt x="8" y="0"/>
                      </a:lnTo>
                      <a:lnTo>
                        <a:pt x="5" y="1"/>
                      </a:lnTo>
                      <a:lnTo>
                        <a:pt x="3" y="3"/>
                      </a:lnTo>
                      <a:lnTo>
                        <a:pt x="0" y="5"/>
                      </a:lnTo>
                      <a:lnTo>
                        <a:pt x="0" y="10"/>
                      </a:lnTo>
                      <a:lnTo>
                        <a:pt x="2" y="13"/>
                      </a:lnTo>
                      <a:lnTo>
                        <a:pt x="4" y="15"/>
                      </a:lnTo>
                      <a:lnTo>
                        <a:pt x="6" y="17"/>
                      </a:lnTo>
                      <a:lnTo>
                        <a:pt x="10" y="17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67" name="Freeform 267">
                  <a:extLst>
                    <a:ext uri="{FF2B5EF4-FFF2-40B4-BE49-F238E27FC236}">
                      <a16:creationId xmlns:a16="http://schemas.microsoft.com/office/drawing/2014/main" id="{064A1F55-8027-CDE5-8250-51B26DE721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29" y="2975"/>
                  <a:ext cx="145" cy="58"/>
                </a:xfrm>
                <a:custGeom>
                  <a:avLst/>
                  <a:gdLst/>
                  <a:ahLst/>
                  <a:cxnLst>
                    <a:cxn ang="0">
                      <a:pos x="65" y="8"/>
                    </a:cxn>
                    <a:cxn ang="0">
                      <a:pos x="63" y="9"/>
                    </a:cxn>
                    <a:cxn ang="0">
                      <a:pos x="60" y="12"/>
                    </a:cxn>
                    <a:cxn ang="0">
                      <a:pos x="56" y="19"/>
                    </a:cxn>
                    <a:cxn ang="0">
                      <a:pos x="54" y="30"/>
                    </a:cxn>
                    <a:cxn ang="0">
                      <a:pos x="49" y="29"/>
                    </a:cxn>
                    <a:cxn ang="0">
                      <a:pos x="44" y="28"/>
                    </a:cxn>
                    <a:cxn ang="0">
                      <a:pos x="37" y="26"/>
                    </a:cxn>
                    <a:cxn ang="0">
                      <a:pos x="32" y="23"/>
                    </a:cxn>
                    <a:cxn ang="0">
                      <a:pos x="27" y="21"/>
                    </a:cxn>
                    <a:cxn ang="0">
                      <a:pos x="23" y="19"/>
                    </a:cxn>
                    <a:cxn ang="0">
                      <a:pos x="19" y="17"/>
                    </a:cxn>
                    <a:cxn ang="0">
                      <a:pos x="17" y="15"/>
                    </a:cxn>
                    <a:cxn ang="0">
                      <a:pos x="15" y="11"/>
                    </a:cxn>
                    <a:cxn ang="0">
                      <a:pos x="13" y="6"/>
                    </a:cxn>
                    <a:cxn ang="0">
                      <a:pos x="11" y="1"/>
                    </a:cxn>
                    <a:cxn ang="0">
                      <a:pos x="10" y="0"/>
                    </a:cxn>
                    <a:cxn ang="0">
                      <a:pos x="8" y="4"/>
                    </a:cxn>
                    <a:cxn ang="0">
                      <a:pos x="5" y="13"/>
                    </a:cxn>
                    <a:cxn ang="0">
                      <a:pos x="2" y="22"/>
                    </a:cxn>
                    <a:cxn ang="0">
                      <a:pos x="0" y="31"/>
                    </a:cxn>
                    <a:cxn ang="0">
                      <a:pos x="0" y="37"/>
                    </a:cxn>
                    <a:cxn ang="0">
                      <a:pos x="3" y="42"/>
                    </a:cxn>
                    <a:cxn ang="0">
                      <a:pos x="4" y="48"/>
                    </a:cxn>
                    <a:cxn ang="0">
                      <a:pos x="7" y="51"/>
                    </a:cxn>
                    <a:cxn ang="0">
                      <a:pos x="11" y="52"/>
                    </a:cxn>
                    <a:cxn ang="0">
                      <a:pos x="16" y="52"/>
                    </a:cxn>
                    <a:cxn ang="0">
                      <a:pos x="23" y="53"/>
                    </a:cxn>
                    <a:cxn ang="0">
                      <a:pos x="30" y="53"/>
                    </a:cxn>
                    <a:cxn ang="0">
                      <a:pos x="36" y="53"/>
                    </a:cxn>
                    <a:cxn ang="0">
                      <a:pos x="42" y="53"/>
                    </a:cxn>
                    <a:cxn ang="0">
                      <a:pos x="47" y="53"/>
                    </a:cxn>
                    <a:cxn ang="0">
                      <a:pos x="50" y="53"/>
                    </a:cxn>
                    <a:cxn ang="0">
                      <a:pos x="54" y="53"/>
                    </a:cxn>
                    <a:cxn ang="0">
                      <a:pos x="63" y="54"/>
                    </a:cxn>
                    <a:cxn ang="0">
                      <a:pos x="73" y="55"/>
                    </a:cxn>
                    <a:cxn ang="0">
                      <a:pos x="85" y="56"/>
                    </a:cxn>
                    <a:cxn ang="0">
                      <a:pos x="97" y="56"/>
                    </a:cxn>
                    <a:cxn ang="0">
                      <a:pos x="107" y="57"/>
                    </a:cxn>
                    <a:cxn ang="0">
                      <a:pos x="114" y="57"/>
                    </a:cxn>
                    <a:cxn ang="0">
                      <a:pos x="120" y="57"/>
                    </a:cxn>
                    <a:cxn ang="0">
                      <a:pos x="126" y="56"/>
                    </a:cxn>
                    <a:cxn ang="0">
                      <a:pos x="132" y="55"/>
                    </a:cxn>
                    <a:cxn ang="0">
                      <a:pos x="139" y="53"/>
                    </a:cxn>
                    <a:cxn ang="0">
                      <a:pos x="143" y="50"/>
                    </a:cxn>
                    <a:cxn ang="0">
                      <a:pos x="145" y="47"/>
                    </a:cxn>
                    <a:cxn ang="0">
                      <a:pos x="144" y="43"/>
                    </a:cxn>
                    <a:cxn ang="0">
                      <a:pos x="142" y="41"/>
                    </a:cxn>
                    <a:cxn ang="0">
                      <a:pos x="139" y="40"/>
                    </a:cxn>
                    <a:cxn ang="0">
                      <a:pos x="133" y="39"/>
                    </a:cxn>
                    <a:cxn ang="0">
                      <a:pos x="127" y="37"/>
                    </a:cxn>
                    <a:cxn ang="0">
                      <a:pos x="120" y="35"/>
                    </a:cxn>
                    <a:cxn ang="0">
                      <a:pos x="113" y="33"/>
                    </a:cxn>
                    <a:cxn ang="0">
                      <a:pos x="110" y="31"/>
                    </a:cxn>
                    <a:cxn ang="0">
                      <a:pos x="104" y="29"/>
                    </a:cxn>
                    <a:cxn ang="0">
                      <a:pos x="98" y="24"/>
                    </a:cxn>
                    <a:cxn ang="0">
                      <a:pos x="89" y="20"/>
                    </a:cxn>
                    <a:cxn ang="0">
                      <a:pos x="81" y="17"/>
                    </a:cxn>
                    <a:cxn ang="0">
                      <a:pos x="74" y="13"/>
                    </a:cxn>
                    <a:cxn ang="0">
                      <a:pos x="68" y="10"/>
                    </a:cxn>
                    <a:cxn ang="0">
                      <a:pos x="65" y="8"/>
                    </a:cxn>
                  </a:cxnLst>
                  <a:rect l="0" t="0" r="r" b="b"/>
                  <a:pathLst>
                    <a:path w="145" h="57">
                      <a:moveTo>
                        <a:pt x="65" y="8"/>
                      </a:moveTo>
                      <a:lnTo>
                        <a:pt x="63" y="9"/>
                      </a:lnTo>
                      <a:lnTo>
                        <a:pt x="60" y="12"/>
                      </a:lnTo>
                      <a:lnTo>
                        <a:pt x="56" y="19"/>
                      </a:lnTo>
                      <a:lnTo>
                        <a:pt x="54" y="30"/>
                      </a:lnTo>
                      <a:lnTo>
                        <a:pt x="49" y="29"/>
                      </a:lnTo>
                      <a:lnTo>
                        <a:pt x="44" y="28"/>
                      </a:lnTo>
                      <a:lnTo>
                        <a:pt x="37" y="26"/>
                      </a:lnTo>
                      <a:lnTo>
                        <a:pt x="32" y="23"/>
                      </a:lnTo>
                      <a:lnTo>
                        <a:pt x="27" y="21"/>
                      </a:lnTo>
                      <a:lnTo>
                        <a:pt x="23" y="19"/>
                      </a:lnTo>
                      <a:lnTo>
                        <a:pt x="19" y="17"/>
                      </a:lnTo>
                      <a:lnTo>
                        <a:pt x="17" y="15"/>
                      </a:lnTo>
                      <a:lnTo>
                        <a:pt x="15" y="11"/>
                      </a:lnTo>
                      <a:lnTo>
                        <a:pt x="13" y="6"/>
                      </a:lnTo>
                      <a:lnTo>
                        <a:pt x="11" y="1"/>
                      </a:lnTo>
                      <a:lnTo>
                        <a:pt x="10" y="0"/>
                      </a:lnTo>
                      <a:lnTo>
                        <a:pt x="8" y="4"/>
                      </a:lnTo>
                      <a:lnTo>
                        <a:pt x="5" y="13"/>
                      </a:lnTo>
                      <a:lnTo>
                        <a:pt x="2" y="22"/>
                      </a:lnTo>
                      <a:lnTo>
                        <a:pt x="0" y="31"/>
                      </a:lnTo>
                      <a:lnTo>
                        <a:pt x="0" y="37"/>
                      </a:lnTo>
                      <a:lnTo>
                        <a:pt x="3" y="42"/>
                      </a:lnTo>
                      <a:lnTo>
                        <a:pt x="4" y="48"/>
                      </a:lnTo>
                      <a:lnTo>
                        <a:pt x="7" y="51"/>
                      </a:lnTo>
                      <a:lnTo>
                        <a:pt x="11" y="52"/>
                      </a:lnTo>
                      <a:lnTo>
                        <a:pt x="16" y="52"/>
                      </a:lnTo>
                      <a:lnTo>
                        <a:pt x="23" y="53"/>
                      </a:lnTo>
                      <a:lnTo>
                        <a:pt x="30" y="53"/>
                      </a:lnTo>
                      <a:lnTo>
                        <a:pt x="36" y="53"/>
                      </a:lnTo>
                      <a:lnTo>
                        <a:pt x="42" y="53"/>
                      </a:lnTo>
                      <a:lnTo>
                        <a:pt x="47" y="53"/>
                      </a:lnTo>
                      <a:lnTo>
                        <a:pt x="50" y="53"/>
                      </a:lnTo>
                      <a:lnTo>
                        <a:pt x="54" y="53"/>
                      </a:lnTo>
                      <a:lnTo>
                        <a:pt x="63" y="54"/>
                      </a:lnTo>
                      <a:lnTo>
                        <a:pt x="73" y="55"/>
                      </a:lnTo>
                      <a:lnTo>
                        <a:pt x="85" y="56"/>
                      </a:lnTo>
                      <a:lnTo>
                        <a:pt x="97" y="56"/>
                      </a:lnTo>
                      <a:lnTo>
                        <a:pt x="107" y="57"/>
                      </a:lnTo>
                      <a:lnTo>
                        <a:pt x="114" y="57"/>
                      </a:lnTo>
                      <a:lnTo>
                        <a:pt x="120" y="57"/>
                      </a:lnTo>
                      <a:lnTo>
                        <a:pt x="126" y="56"/>
                      </a:lnTo>
                      <a:lnTo>
                        <a:pt x="132" y="55"/>
                      </a:lnTo>
                      <a:lnTo>
                        <a:pt x="139" y="53"/>
                      </a:lnTo>
                      <a:lnTo>
                        <a:pt x="143" y="50"/>
                      </a:lnTo>
                      <a:lnTo>
                        <a:pt x="145" y="47"/>
                      </a:lnTo>
                      <a:lnTo>
                        <a:pt x="144" y="43"/>
                      </a:lnTo>
                      <a:lnTo>
                        <a:pt x="142" y="41"/>
                      </a:lnTo>
                      <a:lnTo>
                        <a:pt x="139" y="40"/>
                      </a:lnTo>
                      <a:lnTo>
                        <a:pt x="133" y="39"/>
                      </a:lnTo>
                      <a:lnTo>
                        <a:pt x="127" y="37"/>
                      </a:lnTo>
                      <a:lnTo>
                        <a:pt x="120" y="35"/>
                      </a:lnTo>
                      <a:lnTo>
                        <a:pt x="113" y="33"/>
                      </a:lnTo>
                      <a:lnTo>
                        <a:pt x="110" y="31"/>
                      </a:lnTo>
                      <a:lnTo>
                        <a:pt x="104" y="29"/>
                      </a:lnTo>
                      <a:lnTo>
                        <a:pt x="98" y="24"/>
                      </a:lnTo>
                      <a:lnTo>
                        <a:pt x="89" y="20"/>
                      </a:lnTo>
                      <a:lnTo>
                        <a:pt x="81" y="17"/>
                      </a:lnTo>
                      <a:lnTo>
                        <a:pt x="74" y="13"/>
                      </a:lnTo>
                      <a:lnTo>
                        <a:pt x="68" y="10"/>
                      </a:lnTo>
                      <a:lnTo>
                        <a:pt x="65" y="8"/>
                      </a:lnTo>
                      <a:close/>
                    </a:path>
                  </a:pathLst>
                </a:custGeom>
                <a:solidFill>
                  <a:srgbClr val="7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68" name="Freeform 268">
                  <a:extLst>
                    <a:ext uri="{FF2B5EF4-FFF2-40B4-BE49-F238E27FC236}">
                      <a16:creationId xmlns:a16="http://schemas.microsoft.com/office/drawing/2014/main" id="{9B434703-F525-6986-4591-AC192AC50D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39" y="2938"/>
                  <a:ext cx="52" cy="69"/>
                </a:xfrm>
                <a:custGeom>
                  <a:avLst/>
                  <a:gdLst/>
                  <a:ahLst/>
                  <a:cxnLst>
                    <a:cxn ang="0">
                      <a:pos x="0" y="38"/>
                    </a:cxn>
                    <a:cxn ang="0">
                      <a:pos x="1" y="39"/>
                    </a:cxn>
                    <a:cxn ang="0">
                      <a:pos x="3" y="44"/>
                    </a:cxn>
                    <a:cxn ang="0">
                      <a:pos x="5" y="49"/>
                    </a:cxn>
                    <a:cxn ang="0">
                      <a:pos x="7" y="53"/>
                    </a:cxn>
                    <a:cxn ang="0">
                      <a:pos x="9" y="55"/>
                    </a:cxn>
                    <a:cxn ang="0">
                      <a:pos x="13" y="57"/>
                    </a:cxn>
                    <a:cxn ang="0">
                      <a:pos x="17" y="59"/>
                    </a:cxn>
                    <a:cxn ang="0">
                      <a:pos x="22" y="61"/>
                    </a:cxn>
                    <a:cxn ang="0">
                      <a:pos x="27" y="64"/>
                    </a:cxn>
                    <a:cxn ang="0">
                      <a:pos x="34" y="66"/>
                    </a:cxn>
                    <a:cxn ang="0">
                      <a:pos x="39" y="67"/>
                    </a:cxn>
                    <a:cxn ang="0">
                      <a:pos x="44" y="68"/>
                    </a:cxn>
                    <a:cxn ang="0">
                      <a:pos x="45" y="61"/>
                    </a:cxn>
                    <a:cxn ang="0">
                      <a:pos x="46" y="57"/>
                    </a:cxn>
                    <a:cxn ang="0">
                      <a:pos x="49" y="53"/>
                    </a:cxn>
                    <a:cxn ang="0">
                      <a:pos x="50" y="50"/>
                    </a:cxn>
                    <a:cxn ang="0">
                      <a:pos x="52" y="49"/>
                    </a:cxn>
                    <a:cxn ang="0">
                      <a:pos x="51" y="44"/>
                    </a:cxn>
                    <a:cxn ang="0">
                      <a:pos x="50" y="39"/>
                    </a:cxn>
                    <a:cxn ang="0">
                      <a:pos x="47" y="34"/>
                    </a:cxn>
                    <a:cxn ang="0">
                      <a:pos x="46" y="28"/>
                    </a:cxn>
                    <a:cxn ang="0">
                      <a:pos x="45" y="21"/>
                    </a:cxn>
                    <a:cxn ang="0">
                      <a:pos x="45" y="17"/>
                    </a:cxn>
                    <a:cxn ang="0">
                      <a:pos x="46" y="14"/>
                    </a:cxn>
                    <a:cxn ang="0">
                      <a:pos x="47" y="11"/>
                    </a:cxn>
                    <a:cxn ang="0">
                      <a:pos x="49" y="9"/>
                    </a:cxn>
                    <a:cxn ang="0">
                      <a:pos x="49" y="6"/>
                    </a:cxn>
                    <a:cxn ang="0">
                      <a:pos x="47" y="5"/>
                    </a:cxn>
                    <a:cxn ang="0">
                      <a:pos x="45" y="3"/>
                    </a:cxn>
                    <a:cxn ang="0">
                      <a:pos x="43" y="3"/>
                    </a:cxn>
                    <a:cxn ang="0">
                      <a:pos x="40" y="3"/>
                    </a:cxn>
                    <a:cxn ang="0">
                      <a:pos x="35" y="5"/>
                    </a:cxn>
                    <a:cxn ang="0">
                      <a:pos x="30" y="5"/>
                    </a:cxn>
                    <a:cxn ang="0">
                      <a:pos x="24" y="5"/>
                    </a:cxn>
                    <a:cxn ang="0">
                      <a:pos x="18" y="3"/>
                    </a:cxn>
                    <a:cxn ang="0">
                      <a:pos x="12" y="2"/>
                    </a:cxn>
                    <a:cxn ang="0">
                      <a:pos x="6" y="0"/>
                    </a:cxn>
                    <a:cxn ang="0">
                      <a:pos x="4" y="0"/>
                    </a:cxn>
                    <a:cxn ang="0">
                      <a:pos x="2" y="1"/>
                    </a:cxn>
                    <a:cxn ang="0">
                      <a:pos x="1" y="5"/>
                    </a:cxn>
                    <a:cxn ang="0">
                      <a:pos x="1" y="10"/>
                    </a:cxn>
                    <a:cxn ang="0">
                      <a:pos x="1" y="16"/>
                    </a:cxn>
                    <a:cxn ang="0">
                      <a:pos x="1" y="22"/>
                    </a:cxn>
                    <a:cxn ang="0">
                      <a:pos x="0" y="27"/>
                    </a:cxn>
                    <a:cxn ang="0">
                      <a:pos x="0" y="30"/>
                    </a:cxn>
                    <a:cxn ang="0">
                      <a:pos x="0" y="31"/>
                    </a:cxn>
                    <a:cxn ang="0">
                      <a:pos x="0" y="33"/>
                    </a:cxn>
                    <a:cxn ang="0">
                      <a:pos x="0" y="34"/>
                    </a:cxn>
                    <a:cxn ang="0">
                      <a:pos x="0" y="36"/>
                    </a:cxn>
                    <a:cxn ang="0">
                      <a:pos x="0" y="38"/>
                    </a:cxn>
                  </a:cxnLst>
                  <a:rect l="0" t="0" r="r" b="b"/>
                  <a:pathLst>
                    <a:path w="52" h="68">
                      <a:moveTo>
                        <a:pt x="0" y="38"/>
                      </a:moveTo>
                      <a:lnTo>
                        <a:pt x="1" y="39"/>
                      </a:lnTo>
                      <a:lnTo>
                        <a:pt x="3" y="44"/>
                      </a:lnTo>
                      <a:lnTo>
                        <a:pt x="5" y="49"/>
                      </a:lnTo>
                      <a:lnTo>
                        <a:pt x="7" y="53"/>
                      </a:lnTo>
                      <a:lnTo>
                        <a:pt x="9" y="55"/>
                      </a:lnTo>
                      <a:lnTo>
                        <a:pt x="13" y="57"/>
                      </a:lnTo>
                      <a:lnTo>
                        <a:pt x="17" y="59"/>
                      </a:lnTo>
                      <a:lnTo>
                        <a:pt x="22" y="61"/>
                      </a:lnTo>
                      <a:lnTo>
                        <a:pt x="27" y="64"/>
                      </a:lnTo>
                      <a:lnTo>
                        <a:pt x="34" y="66"/>
                      </a:lnTo>
                      <a:lnTo>
                        <a:pt x="39" y="67"/>
                      </a:lnTo>
                      <a:lnTo>
                        <a:pt x="44" y="68"/>
                      </a:lnTo>
                      <a:lnTo>
                        <a:pt x="45" y="61"/>
                      </a:lnTo>
                      <a:lnTo>
                        <a:pt x="46" y="57"/>
                      </a:lnTo>
                      <a:lnTo>
                        <a:pt x="49" y="53"/>
                      </a:lnTo>
                      <a:lnTo>
                        <a:pt x="50" y="50"/>
                      </a:lnTo>
                      <a:lnTo>
                        <a:pt x="52" y="49"/>
                      </a:lnTo>
                      <a:lnTo>
                        <a:pt x="51" y="44"/>
                      </a:lnTo>
                      <a:lnTo>
                        <a:pt x="50" y="39"/>
                      </a:lnTo>
                      <a:lnTo>
                        <a:pt x="47" y="34"/>
                      </a:lnTo>
                      <a:lnTo>
                        <a:pt x="46" y="28"/>
                      </a:lnTo>
                      <a:lnTo>
                        <a:pt x="45" y="21"/>
                      </a:lnTo>
                      <a:lnTo>
                        <a:pt x="45" y="17"/>
                      </a:lnTo>
                      <a:lnTo>
                        <a:pt x="46" y="14"/>
                      </a:lnTo>
                      <a:lnTo>
                        <a:pt x="47" y="11"/>
                      </a:lnTo>
                      <a:lnTo>
                        <a:pt x="49" y="9"/>
                      </a:lnTo>
                      <a:lnTo>
                        <a:pt x="49" y="6"/>
                      </a:lnTo>
                      <a:lnTo>
                        <a:pt x="47" y="5"/>
                      </a:lnTo>
                      <a:lnTo>
                        <a:pt x="45" y="3"/>
                      </a:lnTo>
                      <a:lnTo>
                        <a:pt x="43" y="3"/>
                      </a:lnTo>
                      <a:lnTo>
                        <a:pt x="40" y="3"/>
                      </a:lnTo>
                      <a:lnTo>
                        <a:pt x="35" y="5"/>
                      </a:lnTo>
                      <a:lnTo>
                        <a:pt x="30" y="5"/>
                      </a:lnTo>
                      <a:lnTo>
                        <a:pt x="24" y="5"/>
                      </a:lnTo>
                      <a:lnTo>
                        <a:pt x="18" y="3"/>
                      </a:lnTo>
                      <a:lnTo>
                        <a:pt x="12" y="2"/>
                      </a:lnTo>
                      <a:lnTo>
                        <a:pt x="6" y="0"/>
                      </a:lnTo>
                      <a:lnTo>
                        <a:pt x="4" y="0"/>
                      </a:lnTo>
                      <a:lnTo>
                        <a:pt x="2" y="1"/>
                      </a:lnTo>
                      <a:lnTo>
                        <a:pt x="1" y="5"/>
                      </a:lnTo>
                      <a:lnTo>
                        <a:pt x="1" y="10"/>
                      </a:lnTo>
                      <a:lnTo>
                        <a:pt x="1" y="16"/>
                      </a:lnTo>
                      <a:lnTo>
                        <a:pt x="1" y="22"/>
                      </a:lnTo>
                      <a:lnTo>
                        <a:pt x="0" y="27"/>
                      </a:lnTo>
                      <a:lnTo>
                        <a:pt x="0" y="30"/>
                      </a:lnTo>
                      <a:lnTo>
                        <a:pt x="0" y="31"/>
                      </a:lnTo>
                      <a:lnTo>
                        <a:pt x="0" y="33"/>
                      </a:lnTo>
                      <a:lnTo>
                        <a:pt x="0" y="34"/>
                      </a:lnTo>
                      <a:lnTo>
                        <a:pt x="0" y="36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69" name="Freeform 269">
                  <a:extLst>
                    <a:ext uri="{FF2B5EF4-FFF2-40B4-BE49-F238E27FC236}">
                      <a16:creationId xmlns:a16="http://schemas.microsoft.com/office/drawing/2014/main" id="{8D2D500B-9D8E-251B-444E-55F8E45BDD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2" y="2330"/>
                  <a:ext cx="161" cy="667"/>
                </a:xfrm>
                <a:custGeom>
                  <a:avLst/>
                  <a:gdLst/>
                  <a:ahLst/>
                  <a:cxnLst>
                    <a:cxn ang="0">
                      <a:pos x="41" y="656"/>
                    </a:cxn>
                    <a:cxn ang="0">
                      <a:pos x="65" y="662"/>
                    </a:cxn>
                    <a:cxn ang="0">
                      <a:pos x="96" y="666"/>
                    </a:cxn>
                    <a:cxn ang="0">
                      <a:pos x="123" y="666"/>
                    </a:cxn>
                    <a:cxn ang="0">
                      <a:pos x="135" y="661"/>
                    </a:cxn>
                    <a:cxn ang="0">
                      <a:pos x="136" y="643"/>
                    </a:cxn>
                    <a:cxn ang="0">
                      <a:pos x="134" y="626"/>
                    </a:cxn>
                    <a:cxn ang="0">
                      <a:pos x="134" y="604"/>
                    </a:cxn>
                    <a:cxn ang="0">
                      <a:pos x="139" y="565"/>
                    </a:cxn>
                    <a:cxn ang="0">
                      <a:pos x="146" y="501"/>
                    </a:cxn>
                    <a:cxn ang="0">
                      <a:pos x="145" y="461"/>
                    </a:cxn>
                    <a:cxn ang="0">
                      <a:pos x="148" y="412"/>
                    </a:cxn>
                    <a:cxn ang="0">
                      <a:pos x="158" y="376"/>
                    </a:cxn>
                    <a:cxn ang="0">
                      <a:pos x="161" y="356"/>
                    </a:cxn>
                    <a:cxn ang="0">
                      <a:pos x="158" y="316"/>
                    </a:cxn>
                    <a:cxn ang="0">
                      <a:pos x="154" y="227"/>
                    </a:cxn>
                    <a:cxn ang="0">
                      <a:pos x="153" y="169"/>
                    </a:cxn>
                    <a:cxn ang="0">
                      <a:pos x="142" y="107"/>
                    </a:cxn>
                    <a:cxn ang="0">
                      <a:pos x="120" y="45"/>
                    </a:cxn>
                    <a:cxn ang="0">
                      <a:pos x="84" y="6"/>
                    </a:cxn>
                    <a:cxn ang="0">
                      <a:pos x="52" y="1"/>
                    </a:cxn>
                    <a:cxn ang="0">
                      <a:pos x="28" y="8"/>
                    </a:cxn>
                    <a:cxn ang="0">
                      <a:pos x="8" y="31"/>
                    </a:cxn>
                    <a:cxn ang="0">
                      <a:pos x="0" y="75"/>
                    </a:cxn>
                    <a:cxn ang="0">
                      <a:pos x="8" y="143"/>
                    </a:cxn>
                    <a:cxn ang="0">
                      <a:pos x="26" y="216"/>
                    </a:cxn>
                    <a:cxn ang="0">
                      <a:pos x="45" y="280"/>
                    </a:cxn>
                    <a:cxn ang="0">
                      <a:pos x="59" y="323"/>
                    </a:cxn>
                    <a:cxn ang="0">
                      <a:pos x="61" y="341"/>
                    </a:cxn>
                    <a:cxn ang="0">
                      <a:pos x="62" y="353"/>
                    </a:cxn>
                    <a:cxn ang="0">
                      <a:pos x="72" y="362"/>
                    </a:cxn>
                    <a:cxn ang="0">
                      <a:pos x="70" y="370"/>
                    </a:cxn>
                    <a:cxn ang="0">
                      <a:pos x="62" y="373"/>
                    </a:cxn>
                    <a:cxn ang="0">
                      <a:pos x="54" y="386"/>
                    </a:cxn>
                    <a:cxn ang="0">
                      <a:pos x="51" y="399"/>
                    </a:cxn>
                    <a:cxn ang="0">
                      <a:pos x="42" y="434"/>
                    </a:cxn>
                    <a:cxn ang="0">
                      <a:pos x="39" y="500"/>
                    </a:cxn>
                    <a:cxn ang="0">
                      <a:pos x="34" y="620"/>
                    </a:cxn>
                  </a:cxnLst>
                  <a:rect l="0" t="0" r="r" b="b"/>
                  <a:pathLst>
                    <a:path w="161" h="667">
                      <a:moveTo>
                        <a:pt x="34" y="654"/>
                      </a:moveTo>
                      <a:lnTo>
                        <a:pt x="41" y="656"/>
                      </a:lnTo>
                      <a:lnTo>
                        <a:pt x="52" y="659"/>
                      </a:lnTo>
                      <a:lnTo>
                        <a:pt x="65" y="662"/>
                      </a:lnTo>
                      <a:lnTo>
                        <a:pt x="80" y="664"/>
                      </a:lnTo>
                      <a:lnTo>
                        <a:pt x="96" y="666"/>
                      </a:lnTo>
                      <a:lnTo>
                        <a:pt x="111" y="667"/>
                      </a:lnTo>
                      <a:lnTo>
                        <a:pt x="123" y="666"/>
                      </a:lnTo>
                      <a:lnTo>
                        <a:pt x="133" y="665"/>
                      </a:lnTo>
                      <a:lnTo>
                        <a:pt x="135" y="661"/>
                      </a:lnTo>
                      <a:lnTo>
                        <a:pt x="136" y="653"/>
                      </a:lnTo>
                      <a:lnTo>
                        <a:pt x="136" y="643"/>
                      </a:lnTo>
                      <a:lnTo>
                        <a:pt x="135" y="635"/>
                      </a:lnTo>
                      <a:lnTo>
                        <a:pt x="134" y="626"/>
                      </a:lnTo>
                      <a:lnTo>
                        <a:pt x="133" y="617"/>
                      </a:lnTo>
                      <a:lnTo>
                        <a:pt x="134" y="604"/>
                      </a:lnTo>
                      <a:lnTo>
                        <a:pt x="136" y="589"/>
                      </a:lnTo>
                      <a:lnTo>
                        <a:pt x="139" y="565"/>
                      </a:lnTo>
                      <a:lnTo>
                        <a:pt x="144" y="533"/>
                      </a:lnTo>
                      <a:lnTo>
                        <a:pt x="146" y="501"/>
                      </a:lnTo>
                      <a:lnTo>
                        <a:pt x="147" y="479"/>
                      </a:lnTo>
                      <a:lnTo>
                        <a:pt x="145" y="461"/>
                      </a:lnTo>
                      <a:lnTo>
                        <a:pt x="145" y="439"/>
                      </a:lnTo>
                      <a:lnTo>
                        <a:pt x="148" y="412"/>
                      </a:lnTo>
                      <a:lnTo>
                        <a:pt x="156" y="384"/>
                      </a:lnTo>
                      <a:lnTo>
                        <a:pt x="158" y="376"/>
                      </a:lnTo>
                      <a:lnTo>
                        <a:pt x="160" y="368"/>
                      </a:lnTo>
                      <a:lnTo>
                        <a:pt x="161" y="356"/>
                      </a:lnTo>
                      <a:lnTo>
                        <a:pt x="160" y="343"/>
                      </a:lnTo>
                      <a:lnTo>
                        <a:pt x="158" y="316"/>
                      </a:lnTo>
                      <a:lnTo>
                        <a:pt x="156" y="272"/>
                      </a:lnTo>
                      <a:lnTo>
                        <a:pt x="154" y="227"/>
                      </a:lnTo>
                      <a:lnTo>
                        <a:pt x="154" y="194"/>
                      </a:lnTo>
                      <a:lnTo>
                        <a:pt x="153" y="169"/>
                      </a:lnTo>
                      <a:lnTo>
                        <a:pt x="150" y="138"/>
                      </a:lnTo>
                      <a:lnTo>
                        <a:pt x="142" y="107"/>
                      </a:lnTo>
                      <a:lnTo>
                        <a:pt x="133" y="75"/>
                      </a:lnTo>
                      <a:lnTo>
                        <a:pt x="120" y="45"/>
                      </a:lnTo>
                      <a:lnTo>
                        <a:pt x="104" y="22"/>
                      </a:lnTo>
                      <a:lnTo>
                        <a:pt x="84" y="6"/>
                      </a:lnTo>
                      <a:lnTo>
                        <a:pt x="62" y="0"/>
                      </a:lnTo>
                      <a:lnTo>
                        <a:pt x="52" y="1"/>
                      </a:lnTo>
                      <a:lnTo>
                        <a:pt x="40" y="3"/>
                      </a:lnTo>
                      <a:lnTo>
                        <a:pt x="28" y="8"/>
                      </a:lnTo>
                      <a:lnTo>
                        <a:pt x="17" y="17"/>
                      </a:lnTo>
                      <a:lnTo>
                        <a:pt x="8" y="31"/>
                      </a:lnTo>
                      <a:lnTo>
                        <a:pt x="2" y="50"/>
                      </a:lnTo>
                      <a:lnTo>
                        <a:pt x="0" y="75"/>
                      </a:lnTo>
                      <a:lnTo>
                        <a:pt x="2" y="107"/>
                      </a:lnTo>
                      <a:lnTo>
                        <a:pt x="8" y="143"/>
                      </a:lnTo>
                      <a:lnTo>
                        <a:pt x="17" y="180"/>
                      </a:lnTo>
                      <a:lnTo>
                        <a:pt x="26" y="216"/>
                      </a:lnTo>
                      <a:lnTo>
                        <a:pt x="37" y="251"/>
                      </a:lnTo>
                      <a:lnTo>
                        <a:pt x="45" y="280"/>
                      </a:lnTo>
                      <a:lnTo>
                        <a:pt x="54" y="306"/>
                      </a:lnTo>
                      <a:lnTo>
                        <a:pt x="59" y="323"/>
                      </a:lnTo>
                      <a:lnTo>
                        <a:pt x="61" y="332"/>
                      </a:lnTo>
                      <a:lnTo>
                        <a:pt x="61" y="341"/>
                      </a:lnTo>
                      <a:lnTo>
                        <a:pt x="61" y="348"/>
                      </a:lnTo>
                      <a:lnTo>
                        <a:pt x="62" y="353"/>
                      </a:lnTo>
                      <a:lnTo>
                        <a:pt x="68" y="357"/>
                      </a:lnTo>
                      <a:lnTo>
                        <a:pt x="72" y="362"/>
                      </a:lnTo>
                      <a:lnTo>
                        <a:pt x="72" y="366"/>
                      </a:lnTo>
                      <a:lnTo>
                        <a:pt x="70" y="370"/>
                      </a:lnTo>
                      <a:lnTo>
                        <a:pt x="66" y="371"/>
                      </a:lnTo>
                      <a:lnTo>
                        <a:pt x="62" y="373"/>
                      </a:lnTo>
                      <a:lnTo>
                        <a:pt x="58" y="380"/>
                      </a:lnTo>
                      <a:lnTo>
                        <a:pt x="54" y="386"/>
                      </a:lnTo>
                      <a:lnTo>
                        <a:pt x="53" y="391"/>
                      </a:lnTo>
                      <a:lnTo>
                        <a:pt x="51" y="399"/>
                      </a:lnTo>
                      <a:lnTo>
                        <a:pt x="46" y="414"/>
                      </a:lnTo>
                      <a:lnTo>
                        <a:pt x="42" y="434"/>
                      </a:lnTo>
                      <a:lnTo>
                        <a:pt x="40" y="459"/>
                      </a:lnTo>
                      <a:lnTo>
                        <a:pt x="39" y="500"/>
                      </a:lnTo>
                      <a:lnTo>
                        <a:pt x="36" y="561"/>
                      </a:lnTo>
                      <a:lnTo>
                        <a:pt x="34" y="620"/>
                      </a:lnTo>
                      <a:lnTo>
                        <a:pt x="34" y="654"/>
                      </a:lnTo>
                      <a:close/>
                    </a:path>
                  </a:pathLst>
                </a:custGeom>
                <a:solidFill>
                  <a:srgbClr val="C1705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70" name="Freeform 270">
                  <a:extLst>
                    <a:ext uri="{FF2B5EF4-FFF2-40B4-BE49-F238E27FC236}">
                      <a16:creationId xmlns:a16="http://schemas.microsoft.com/office/drawing/2014/main" id="{B420234F-3037-7401-F8F2-C2A7DF463F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79" y="2335"/>
                  <a:ext cx="223" cy="661"/>
                </a:xfrm>
                <a:custGeom>
                  <a:avLst/>
                  <a:gdLst/>
                  <a:ahLst/>
                  <a:cxnLst>
                    <a:cxn ang="0">
                      <a:pos x="155" y="1"/>
                    </a:cxn>
                    <a:cxn ang="0">
                      <a:pos x="131" y="17"/>
                    </a:cxn>
                    <a:cxn ang="0">
                      <a:pos x="115" y="46"/>
                    </a:cxn>
                    <a:cxn ang="0">
                      <a:pos x="104" y="78"/>
                    </a:cxn>
                    <a:cxn ang="0">
                      <a:pos x="102" y="157"/>
                    </a:cxn>
                    <a:cxn ang="0">
                      <a:pos x="116" y="308"/>
                    </a:cxn>
                    <a:cxn ang="0">
                      <a:pos x="117" y="351"/>
                    </a:cxn>
                    <a:cxn ang="0">
                      <a:pos x="103" y="367"/>
                    </a:cxn>
                    <a:cxn ang="0">
                      <a:pos x="83" y="391"/>
                    </a:cxn>
                    <a:cxn ang="0">
                      <a:pos x="63" y="420"/>
                    </a:cxn>
                    <a:cxn ang="0">
                      <a:pos x="51" y="444"/>
                    </a:cxn>
                    <a:cxn ang="0">
                      <a:pos x="45" y="466"/>
                    </a:cxn>
                    <a:cxn ang="0">
                      <a:pos x="39" y="501"/>
                    </a:cxn>
                    <a:cxn ang="0">
                      <a:pos x="24" y="569"/>
                    </a:cxn>
                    <a:cxn ang="0">
                      <a:pos x="9" y="602"/>
                    </a:cxn>
                    <a:cxn ang="0">
                      <a:pos x="0" y="632"/>
                    </a:cxn>
                    <a:cxn ang="0">
                      <a:pos x="3" y="647"/>
                    </a:cxn>
                    <a:cxn ang="0">
                      <a:pos x="15" y="658"/>
                    </a:cxn>
                    <a:cxn ang="0">
                      <a:pos x="25" y="658"/>
                    </a:cxn>
                    <a:cxn ang="0">
                      <a:pos x="34" y="637"/>
                    </a:cxn>
                    <a:cxn ang="0">
                      <a:pos x="49" y="596"/>
                    </a:cxn>
                    <a:cxn ang="0">
                      <a:pos x="80" y="530"/>
                    </a:cxn>
                    <a:cxn ang="0">
                      <a:pos x="114" y="463"/>
                    </a:cxn>
                    <a:cxn ang="0">
                      <a:pos x="142" y="412"/>
                    </a:cxn>
                    <a:cxn ang="0">
                      <a:pos x="155" y="395"/>
                    </a:cxn>
                    <a:cxn ang="0">
                      <a:pos x="165" y="385"/>
                    </a:cxn>
                    <a:cxn ang="0">
                      <a:pos x="174" y="376"/>
                    </a:cxn>
                    <a:cxn ang="0">
                      <a:pos x="180" y="365"/>
                    </a:cxn>
                    <a:cxn ang="0">
                      <a:pos x="182" y="348"/>
                    </a:cxn>
                    <a:cxn ang="0">
                      <a:pos x="184" y="323"/>
                    </a:cxn>
                    <a:cxn ang="0">
                      <a:pos x="191" y="299"/>
                    </a:cxn>
                    <a:cxn ang="0">
                      <a:pos x="199" y="267"/>
                    </a:cxn>
                    <a:cxn ang="0">
                      <a:pos x="209" y="226"/>
                    </a:cxn>
                    <a:cxn ang="0">
                      <a:pos x="217" y="185"/>
                    </a:cxn>
                    <a:cxn ang="0">
                      <a:pos x="223" y="117"/>
                    </a:cxn>
                    <a:cxn ang="0">
                      <a:pos x="218" y="50"/>
                    </a:cxn>
                    <a:cxn ang="0">
                      <a:pos x="201" y="15"/>
                    </a:cxn>
                    <a:cxn ang="0">
                      <a:pos x="179" y="2"/>
                    </a:cxn>
                  </a:cxnLst>
                  <a:rect l="0" t="0" r="r" b="b"/>
                  <a:pathLst>
                    <a:path w="223" h="661">
                      <a:moveTo>
                        <a:pt x="169" y="0"/>
                      </a:moveTo>
                      <a:lnTo>
                        <a:pt x="155" y="1"/>
                      </a:lnTo>
                      <a:lnTo>
                        <a:pt x="142" y="7"/>
                      </a:lnTo>
                      <a:lnTo>
                        <a:pt x="131" y="17"/>
                      </a:lnTo>
                      <a:lnTo>
                        <a:pt x="122" y="30"/>
                      </a:lnTo>
                      <a:lnTo>
                        <a:pt x="115" y="46"/>
                      </a:lnTo>
                      <a:lnTo>
                        <a:pt x="108" y="61"/>
                      </a:lnTo>
                      <a:lnTo>
                        <a:pt x="104" y="78"/>
                      </a:lnTo>
                      <a:lnTo>
                        <a:pt x="102" y="94"/>
                      </a:lnTo>
                      <a:lnTo>
                        <a:pt x="102" y="157"/>
                      </a:lnTo>
                      <a:lnTo>
                        <a:pt x="108" y="236"/>
                      </a:lnTo>
                      <a:lnTo>
                        <a:pt x="116" y="308"/>
                      </a:lnTo>
                      <a:lnTo>
                        <a:pt x="119" y="348"/>
                      </a:lnTo>
                      <a:lnTo>
                        <a:pt x="117" y="351"/>
                      </a:lnTo>
                      <a:lnTo>
                        <a:pt x="111" y="359"/>
                      </a:lnTo>
                      <a:lnTo>
                        <a:pt x="103" y="367"/>
                      </a:lnTo>
                      <a:lnTo>
                        <a:pt x="93" y="379"/>
                      </a:lnTo>
                      <a:lnTo>
                        <a:pt x="83" y="391"/>
                      </a:lnTo>
                      <a:lnTo>
                        <a:pt x="72" y="405"/>
                      </a:lnTo>
                      <a:lnTo>
                        <a:pt x="63" y="420"/>
                      </a:lnTo>
                      <a:lnTo>
                        <a:pt x="55" y="435"/>
                      </a:lnTo>
                      <a:lnTo>
                        <a:pt x="51" y="444"/>
                      </a:lnTo>
                      <a:lnTo>
                        <a:pt x="48" y="455"/>
                      </a:lnTo>
                      <a:lnTo>
                        <a:pt x="45" y="466"/>
                      </a:lnTo>
                      <a:lnTo>
                        <a:pt x="43" y="478"/>
                      </a:lnTo>
                      <a:lnTo>
                        <a:pt x="39" y="501"/>
                      </a:lnTo>
                      <a:lnTo>
                        <a:pt x="32" y="535"/>
                      </a:lnTo>
                      <a:lnTo>
                        <a:pt x="24" y="569"/>
                      </a:lnTo>
                      <a:lnTo>
                        <a:pt x="17" y="587"/>
                      </a:lnTo>
                      <a:lnTo>
                        <a:pt x="9" y="602"/>
                      </a:lnTo>
                      <a:lnTo>
                        <a:pt x="4" y="618"/>
                      </a:lnTo>
                      <a:lnTo>
                        <a:pt x="0" y="632"/>
                      </a:lnTo>
                      <a:lnTo>
                        <a:pt x="0" y="641"/>
                      </a:lnTo>
                      <a:lnTo>
                        <a:pt x="3" y="647"/>
                      </a:lnTo>
                      <a:lnTo>
                        <a:pt x="9" y="653"/>
                      </a:lnTo>
                      <a:lnTo>
                        <a:pt x="15" y="658"/>
                      </a:lnTo>
                      <a:lnTo>
                        <a:pt x="21" y="661"/>
                      </a:lnTo>
                      <a:lnTo>
                        <a:pt x="25" y="658"/>
                      </a:lnTo>
                      <a:lnTo>
                        <a:pt x="30" y="649"/>
                      </a:lnTo>
                      <a:lnTo>
                        <a:pt x="34" y="637"/>
                      </a:lnTo>
                      <a:lnTo>
                        <a:pt x="39" y="624"/>
                      </a:lnTo>
                      <a:lnTo>
                        <a:pt x="49" y="596"/>
                      </a:lnTo>
                      <a:lnTo>
                        <a:pt x="63" y="564"/>
                      </a:lnTo>
                      <a:lnTo>
                        <a:pt x="80" y="530"/>
                      </a:lnTo>
                      <a:lnTo>
                        <a:pt x="97" y="495"/>
                      </a:lnTo>
                      <a:lnTo>
                        <a:pt x="114" y="463"/>
                      </a:lnTo>
                      <a:lnTo>
                        <a:pt x="129" y="435"/>
                      </a:lnTo>
                      <a:lnTo>
                        <a:pt x="142" y="412"/>
                      </a:lnTo>
                      <a:lnTo>
                        <a:pt x="149" y="399"/>
                      </a:lnTo>
                      <a:lnTo>
                        <a:pt x="155" y="395"/>
                      </a:lnTo>
                      <a:lnTo>
                        <a:pt x="160" y="390"/>
                      </a:lnTo>
                      <a:lnTo>
                        <a:pt x="165" y="385"/>
                      </a:lnTo>
                      <a:lnTo>
                        <a:pt x="169" y="381"/>
                      </a:lnTo>
                      <a:lnTo>
                        <a:pt x="174" y="376"/>
                      </a:lnTo>
                      <a:lnTo>
                        <a:pt x="177" y="370"/>
                      </a:lnTo>
                      <a:lnTo>
                        <a:pt x="180" y="365"/>
                      </a:lnTo>
                      <a:lnTo>
                        <a:pt x="181" y="360"/>
                      </a:lnTo>
                      <a:lnTo>
                        <a:pt x="182" y="348"/>
                      </a:lnTo>
                      <a:lnTo>
                        <a:pt x="183" y="337"/>
                      </a:lnTo>
                      <a:lnTo>
                        <a:pt x="184" y="323"/>
                      </a:lnTo>
                      <a:lnTo>
                        <a:pt x="187" y="308"/>
                      </a:lnTo>
                      <a:lnTo>
                        <a:pt x="191" y="299"/>
                      </a:lnTo>
                      <a:lnTo>
                        <a:pt x="194" y="284"/>
                      </a:lnTo>
                      <a:lnTo>
                        <a:pt x="199" y="267"/>
                      </a:lnTo>
                      <a:lnTo>
                        <a:pt x="204" y="247"/>
                      </a:lnTo>
                      <a:lnTo>
                        <a:pt x="209" y="226"/>
                      </a:lnTo>
                      <a:lnTo>
                        <a:pt x="214" y="205"/>
                      </a:lnTo>
                      <a:lnTo>
                        <a:pt x="217" y="185"/>
                      </a:lnTo>
                      <a:lnTo>
                        <a:pt x="220" y="167"/>
                      </a:lnTo>
                      <a:lnTo>
                        <a:pt x="223" y="117"/>
                      </a:lnTo>
                      <a:lnTo>
                        <a:pt x="222" y="79"/>
                      </a:lnTo>
                      <a:lnTo>
                        <a:pt x="218" y="50"/>
                      </a:lnTo>
                      <a:lnTo>
                        <a:pt x="211" y="29"/>
                      </a:lnTo>
                      <a:lnTo>
                        <a:pt x="201" y="15"/>
                      </a:lnTo>
                      <a:lnTo>
                        <a:pt x="190" y="7"/>
                      </a:lnTo>
                      <a:lnTo>
                        <a:pt x="179" y="2"/>
                      </a:lnTo>
                      <a:lnTo>
                        <a:pt x="169" y="0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71" name="Freeform 271">
                  <a:extLst>
                    <a:ext uri="{FF2B5EF4-FFF2-40B4-BE49-F238E27FC236}">
                      <a16:creationId xmlns:a16="http://schemas.microsoft.com/office/drawing/2014/main" id="{086700AF-2E9A-722D-E923-B406E70347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29" y="2384"/>
                  <a:ext cx="17" cy="19"/>
                </a:xfrm>
                <a:custGeom>
                  <a:avLst/>
                  <a:gdLst/>
                  <a:ahLst/>
                  <a:cxnLst>
                    <a:cxn ang="0">
                      <a:pos x="8" y="18"/>
                    </a:cxn>
                    <a:cxn ang="0">
                      <a:pos x="12" y="18"/>
                    </a:cxn>
                    <a:cxn ang="0">
                      <a:pos x="14" y="16"/>
                    </a:cxn>
                    <a:cxn ang="0">
                      <a:pos x="16" y="14"/>
                    </a:cxn>
                    <a:cxn ang="0">
                      <a:pos x="17" y="10"/>
                    </a:cxn>
                    <a:cxn ang="0">
                      <a:pos x="17" y="6"/>
                    </a:cxn>
                    <a:cxn ang="0">
                      <a:pos x="16" y="3"/>
                    </a:cxn>
                    <a:cxn ang="0">
                      <a:pos x="13" y="1"/>
                    </a:cxn>
                    <a:cxn ang="0">
                      <a:pos x="10" y="0"/>
                    </a:cxn>
                    <a:cxn ang="0">
                      <a:pos x="6" y="1"/>
                    </a:cxn>
                    <a:cxn ang="0">
                      <a:pos x="4" y="2"/>
                    </a:cxn>
                    <a:cxn ang="0">
                      <a:pos x="2" y="5"/>
                    </a:cxn>
                    <a:cxn ang="0">
                      <a:pos x="0" y="8"/>
                    </a:cxn>
                    <a:cxn ang="0">
                      <a:pos x="0" y="11"/>
                    </a:cxn>
                    <a:cxn ang="0">
                      <a:pos x="3" y="15"/>
                    </a:cxn>
                    <a:cxn ang="0">
                      <a:pos x="5" y="17"/>
                    </a:cxn>
                    <a:cxn ang="0">
                      <a:pos x="8" y="18"/>
                    </a:cxn>
                  </a:cxnLst>
                  <a:rect l="0" t="0" r="r" b="b"/>
                  <a:pathLst>
                    <a:path w="17" h="18">
                      <a:moveTo>
                        <a:pt x="8" y="18"/>
                      </a:moveTo>
                      <a:lnTo>
                        <a:pt x="12" y="18"/>
                      </a:lnTo>
                      <a:lnTo>
                        <a:pt x="14" y="16"/>
                      </a:lnTo>
                      <a:lnTo>
                        <a:pt x="16" y="14"/>
                      </a:lnTo>
                      <a:lnTo>
                        <a:pt x="17" y="10"/>
                      </a:lnTo>
                      <a:lnTo>
                        <a:pt x="17" y="6"/>
                      </a:lnTo>
                      <a:lnTo>
                        <a:pt x="16" y="3"/>
                      </a:lnTo>
                      <a:lnTo>
                        <a:pt x="13" y="1"/>
                      </a:lnTo>
                      <a:lnTo>
                        <a:pt x="10" y="0"/>
                      </a:lnTo>
                      <a:lnTo>
                        <a:pt x="6" y="1"/>
                      </a:lnTo>
                      <a:lnTo>
                        <a:pt x="4" y="2"/>
                      </a:lnTo>
                      <a:lnTo>
                        <a:pt x="2" y="5"/>
                      </a:lnTo>
                      <a:lnTo>
                        <a:pt x="0" y="8"/>
                      </a:lnTo>
                      <a:lnTo>
                        <a:pt x="0" y="11"/>
                      </a:lnTo>
                      <a:lnTo>
                        <a:pt x="3" y="15"/>
                      </a:lnTo>
                      <a:lnTo>
                        <a:pt x="5" y="17"/>
                      </a:lnTo>
                      <a:lnTo>
                        <a:pt x="8" y="18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72" name="Freeform 272">
                  <a:extLst>
                    <a:ext uri="{FF2B5EF4-FFF2-40B4-BE49-F238E27FC236}">
                      <a16:creationId xmlns:a16="http://schemas.microsoft.com/office/drawing/2014/main" id="{3C3B2CEB-71D3-6C6B-A79B-8EEBEB1D32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88" y="2958"/>
                  <a:ext cx="17" cy="17"/>
                </a:xfrm>
                <a:custGeom>
                  <a:avLst/>
                  <a:gdLst/>
                  <a:ahLst/>
                  <a:cxnLst>
                    <a:cxn ang="0">
                      <a:pos x="7" y="17"/>
                    </a:cxn>
                    <a:cxn ang="0">
                      <a:pos x="12" y="17"/>
                    </a:cxn>
                    <a:cxn ang="0">
                      <a:pos x="14" y="16"/>
                    </a:cxn>
                    <a:cxn ang="0">
                      <a:pos x="16" y="13"/>
                    </a:cxn>
                    <a:cxn ang="0">
                      <a:pos x="17" y="10"/>
                    </a:cxn>
                    <a:cxn ang="0">
                      <a:pos x="17" y="6"/>
                    </a:cxn>
                    <a:cxn ang="0">
                      <a:pos x="16" y="3"/>
                    </a:cxn>
                    <a:cxn ang="0">
                      <a:pos x="13" y="1"/>
                    </a:cxn>
                    <a:cxn ang="0">
                      <a:pos x="10" y="0"/>
                    </a:cxn>
                    <a:cxn ang="0">
                      <a:pos x="5" y="0"/>
                    </a:cxn>
                    <a:cxn ang="0">
                      <a:pos x="3" y="1"/>
                    </a:cxn>
                    <a:cxn ang="0">
                      <a:pos x="1" y="5"/>
                    </a:cxn>
                    <a:cxn ang="0">
                      <a:pos x="0" y="8"/>
                    </a:cxn>
                    <a:cxn ang="0">
                      <a:pos x="0" y="12"/>
                    </a:cxn>
                    <a:cxn ang="0">
                      <a:pos x="1" y="14"/>
                    </a:cxn>
                    <a:cxn ang="0">
                      <a:pos x="4" y="16"/>
                    </a:cxn>
                    <a:cxn ang="0">
                      <a:pos x="7" y="17"/>
                    </a:cxn>
                  </a:cxnLst>
                  <a:rect l="0" t="0" r="r" b="b"/>
                  <a:pathLst>
                    <a:path w="17" h="17">
                      <a:moveTo>
                        <a:pt x="7" y="17"/>
                      </a:moveTo>
                      <a:lnTo>
                        <a:pt x="12" y="17"/>
                      </a:lnTo>
                      <a:lnTo>
                        <a:pt x="14" y="16"/>
                      </a:lnTo>
                      <a:lnTo>
                        <a:pt x="16" y="13"/>
                      </a:lnTo>
                      <a:lnTo>
                        <a:pt x="17" y="10"/>
                      </a:lnTo>
                      <a:lnTo>
                        <a:pt x="17" y="6"/>
                      </a:lnTo>
                      <a:lnTo>
                        <a:pt x="16" y="3"/>
                      </a:lnTo>
                      <a:lnTo>
                        <a:pt x="13" y="1"/>
                      </a:lnTo>
                      <a:lnTo>
                        <a:pt x="10" y="0"/>
                      </a:lnTo>
                      <a:lnTo>
                        <a:pt x="5" y="0"/>
                      </a:lnTo>
                      <a:lnTo>
                        <a:pt x="3" y="1"/>
                      </a:lnTo>
                      <a:lnTo>
                        <a:pt x="1" y="5"/>
                      </a:lnTo>
                      <a:lnTo>
                        <a:pt x="0" y="8"/>
                      </a:lnTo>
                      <a:lnTo>
                        <a:pt x="0" y="12"/>
                      </a:lnTo>
                      <a:lnTo>
                        <a:pt x="1" y="14"/>
                      </a:lnTo>
                      <a:lnTo>
                        <a:pt x="4" y="16"/>
                      </a:lnTo>
                      <a:lnTo>
                        <a:pt x="7" y="17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73" name="Freeform 273">
                  <a:extLst>
                    <a:ext uri="{FF2B5EF4-FFF2-40B4-BE49-F238E27FC236}">
                      <a16:creationId xmlns:a16="http://schemas.microsoft.com/office/drawing/2014/main" id="{3943717C-4944-5FE5-29E1-1C5AF301C7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9" y="2951"/>
                  <a:ext cx="140" cy="66"/>
                </a:xfrm>
                <a:custGeom>
                  <a:avLst/>
                  <a:gdLst/>
                  <a:ahLst/>
                  <a:cxnLst>
                    <a:cxn ang="0">
                      <a:pos x="21" y="0"/>
                    </a:cxn>
                    <a:cxn ang="0">
                      <a:pos x="14" y="6"/>
                    </a:cxn>
                    <a:cxn ang="0">
                      <a:pos x="7" y="19"/>
                    </a:cxn>
                    <a:cxn ang="0">
                      <a:pos x="2" y="33"/>
                    </a:cxn>
                    <a:cxn ang="0">
                      <a:pos x="0" y="43"/>
                    </a:cxn>
                    <a:cxn ang="0">
                      <a:pos x="2" y="51"/>
                    </a:cxn>
                    <a:cxn ang="0">
                      <a:pos x="7" y="57"/>
                    </a:cxn>
                    <a:cxn ang="0">
                      <a:pos x="17" y="60"/>
                    </a:cxn>
                    <a:cxn ang="0">
                      <a:pos x="31" y="61"/>
                    </a:cxn>
                    <a:cxn ang="0">
                      <a:pos x="41" y="60"/>
                    </a:cxn>
                    <a:cxn ang="0">
                      <a:pos x="53" y="61"/>
                    </a:cxn>
                    <a:cxn ang="0">
                      <a:pos x="65" y="62"/>
                    </a:cxn>
                    <a:cxn ang="0">
                      <a:pos x="77" y="63"/>
                    </a:cxn>
                    <a:cxn ang="0">
                      <a:pos x="89" y="64"/>
                    </a:cxn>
                    <a:cxn ang="0">
                      <a:pos x="98" y="65"/>
                    </a:cxn>
                    <a:cxn ang="0">
                      <a:pos x="108" y="66"/>
                    </a:cxn>
                    <a:cxn ang="0">
                      <a:pos x="115" y="66"/>
                    </a:cxn>
                    <a:cxn ang="0">
                      <a:pos x="125" y="65"/>
                    </a:cxn>
                    <a:cxn ang="0">
                      <a:pos x="133" y="62"/>
                    </a:cxn>
                    <a:cxn ang="0">
                      <a:pos x="139" y="60"/>
                    </a:cxn>
                    <a:cxn ang="0">
                      <a:pos x="141" y="56"/>
                    </a:cxn>
                    <a:cxn ang="0">
                      <a:pos x="138" y="53"/>
                    </a:cxn>
                    <a:cxn ang="0">
                      <a:pos x="132" y="51"/>
                    </a:cxn>
                    <a:cxn ang="0">
                      <a:pos x="124" y="49"/>
                    </a:cxn>
                    <a:cxn ang="0">
                      <a:pos x="116" y="48"/>
                    </a:cxn>
                    <a:cxn ang="0">
                      <a:pos x="112" y="47"/>
                    </a:cxn>
                    <a:cxn ang="0">
                      <a:pos x="107" y="44"/>
                    </a:cxn>
                    <a:cxn ang="0">
                      <a:pos x="100" y="41"/>
                    </a:cxn>
                    <a:cxn ang="0">
                      <a:pos x="93" y="37"/>
                    </a:cxn>
                    <a:cxn ang="0">
                      <a:pos x="86" y="33"/>
                    </a:cxn>
                    <a:cxn ang="0">
                      <a:pos x="78" y="28"/>
                    </a:cxn>
                    <a:cxn ang="0">
                      <a:pos x="72" y="24"/>
                    </a:cxn>
                    <a:cxn ang="0">
                      <a:pos x="68" y="22"/>
                    </a:cxn>
                    <a:cxn ang="0">
                      <a:pos x="63" y="20"/>
                    </a:cxn>
                    <a:cxn ang="0">
                      <a:pos x="58" y="16"/>
                    </a:cxn>
                    <a:cxn ang="0">
                      <a:pos x="53" y="12"/>
                    </a:cxn>
                    <a:cxn ang="0">
                      <a:pos x="46" y="7"/>
                    </a:cxn>
                    <a:cxn ang="0">
                      <a:pos x="40" y="4"/>
                    </a:cxn>
                    <a:cxn ang="0">
                      <a:pos x="34" y="1"/>
                    </a:cxn>
                    <a:cxn ang="0">
                      <a:pos x="27" y="0"/>
                    </a:cxn>
                    <a:cxn ang="0">
                      <a:pos x="21" y="0"/>
                    </a:cxn>
                  </a:cxnLst>
                  <a:rect l="0" t="0" r="r" b="b"/>
                  <a:pathLst>
                    <a:path w="141" h="66">
                      <a:moveTo>
                        <a:pt x="21" y="0"/>
                      </a:moveTo>
                      <a:lnTo>
                        <a:pt x="14" y="6"/>
                      </a:lnTo>
                      <a:lnTo>
                        <a:pt x="7" y="19"/>
                      </a:lnTo>
                      <a:lnTo>
                        <a:pt x="2" y="33"/>
                      </a:lnTo>
                      <a:lnTo>
                        <a:pt x="0" y="43"/>
                      </a:lnTo>
                      <a:lnTo>
                        <a:pt x="2" y="51"/>
                      </a:lnTo>
                      <a:lnTo>
                        <a:pt x="7" y="57"/>
                      </a:lnTo>
                      <a:lnTo>
                        <a:pt x="17" y="60"/>
                      </a:lnTo>
                      <a:lnTo>
                        <a:pt x="31" y="61"/>
                      </a:lnTo>
                      <a:lnTo>
                        <a:pt x="41" y="60"/>
                      </a:lnTo>
                      <a:lnTo>
                        <a:pt x="53" y="61"/>
                      </a:lnTo>
                      <a:lnTo>
                        <a:pt x="65" y="62"/>
                      </a:lnTo>
                      <a:lnTo>
                        <a:pt x="77" y="63"/>
                      </a:lnTo>
                      <a:lnTo>
                        <a:pt x="89" y="64"/>
                      </a:lnTo>
                      <a:lnTo>
                        <a:pt x="98" y="65"/>
                      </a:lnTo>
                      <a:lnTo>
                        <a:pt x="108" y="66"/>
                      </a:lnTo>
                      <a:lnTo>
                        <a:pt x="115" y="66"/>
                      </a:lnTo>
                      <a:lnTo>
                        <a:pt x="125" y="65"/>
                      </a:lnTo>
                      <a:lnTo>
                        <a:pt x="133" y="62"/>
                      </a:lnTo>
                      <a:lnTo>
                        <a:pt x="139" y="60"/>
                      </a:lnTo>
                      <a:lnTo>
                        <a:pt x="141" y="56"/>
                      </a:lnTo>
                      <a:lnTo>
                        <a:pt x="138" y="53"/>
                      </a:lnTo>
                      <a:lnTo>
                        <a:pt x="132" y="51"/>
                      </a:lnTo>
                      <a:lnTo>
                        <a:pt x="124" y="49"/>
                      </a:lnTo>
                      <a:lnTo>
                        <a:pt x="116" y="48"/>
                      </a:lnTo>
                      <a:lnTo>
                        <a:pt x="112" y="47"/>
                      </a:lnTo>
                      <a:lnTo>
                        <a:pt x="107" y="44"/>
                      </a:lnTo>
                      <a:lnTo>
                        <a:pt x="100" y="41"/>
                      </a:lnTo>
                      <a:lnTo>
                        <a:pt x="93" y="37"/>
                      </a:lnTo>
                      <a:lnTo>
                        <a:pt x="86" y="33"/>
                      </a:lnTo>
                      <a:lnTo>
                        <a:pt x="78" y="28"/>
                      </a:lnTo>
                      <a:lnTo>
                        <a:pt x="72" y="24"/>
                      </a:lnTo>
                      <a:lnTo>
                        <a:pt x="68" y="22"/>
                      </a:lnTo>
                      <a:lnTo>
                        <a:pt x="63" y="20"/>
                      </a:lnTo>
                      <a:lnTo>
                        <a:pt x="58" y="16"/>
                      </a:lnTo>
                      <a:lnTo>
                        <a:pt x="53" y="12"/>
                      </a:lnTo>
                      <a:lnTo>
                        <a:pt x="46" y="7"/>
                      </a:lnTo>
                      <a:lnTo>
                        <a:pt x="40" y="4"/>
                      </a:lnTo>
                      <a:lnTo>
                        <a:pt x="34" y="1"/>
                      </a:lnTo>
                      <a:lnTo>
                        <a:pt x="27" y="0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74" name="Freeform 274">
                  <a:extLst>
                    <a:ext uri="{FF2B5EF4-FFF2-40B4-BE49-F238E27FC236}">
                      <a16:creationId xmlns:a16="http://schemas.microsoft.com/office/drawing/2014/main" id="{A04744E1-5FD8-7B4D-D8D8-925CD59DE0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88" y="2958"/>
                  <a:ext cx="17" cy="17"/>
                </a:xfrm>
                <a:custGeom>
                  <a:avLst/>
                  <a:gdLst/>
                  <a:ahLst/>
                  <a:cxnLst>
                    <a:cxn ang="0">
                      <a:pos x="8" y="17"/>
                    </a:cxn>
                    <a:cxn ang="0">
                      <a:pos x="13" y="16"/>
                    </a:cxn>
                    <a:cxn ang="0">
                      <a:pos x="15" y="14"/>
                    </a:cxn>
                    <a:cxn ang="0">
                      <a:pos x="17" y="12"/>
                    </a:cxn>
                    <a:cxn ang="0">
                      <a:pos x="17" y="9"/>
                    </a:cxn>
                    <a:cxn ang="0">
                      <a:pos x="16" y="5"/>
                    </a:cxn>
                    <a:cxn ang="0">
                      <a:pos x="15" y="2"/>
                    </a:cxn>
                    <a:cxn ang="0">
                      <a:pos x="12" y="0"/>
                    </a:cxn>
                    <a:cxn ang="0">
                      <a:pos x="8" y="0"/>
                    </a:cxn>
                    <a:cxn ang="0">
                      <a:pos x="5" y="1"/>
                    </a:cxn>
                    <a:cxn ang="0">
                      <a:pos x="2" y="3"/>
                    </a:cxn>
                    <a:cxn ang="0">
                      <a:pos x="0" y="6"/>
                    </a:cxn>
                    <a:cxn ang="0">
                      <a:pos x="0" y="10"/>
                    </a:cxn>
                    <a:cxn ang="0">
                      <a:pos x="1" y="13"/>
                    </a:cxn>
                    <a:cxn ang="0">
                      <a:pos x="3" y="15"/>
                    </a:cxn>
                    <a:cxn ang="0">
                      <a:pos x="5" y="17"/>
                    </a:cxn>
                    <a:cxn ang="0">
                      <a:pos x="8" y="17"/>
                    </a:cxn>
                  </a:cxnLst>
                  <a:rect l="0" t="0" r="r" b="b"/>
                  <a:pathLst>
                    <a:path w="17" h="17">
                      <a:moveTo>
                        <a:pt x="8" y="17"/>
                      </a:moveTo>
                      <a:lnTo>
                        <a:pt x="13" y="16"/>
                      </a:lnTo>
                      <a:lnTo>
                        <a:pt x="15" y="14"/>
                      </a:lnTo>
                      <a:lnTo>
                        <a:pt x="17" y="12"/>
                      </a:lnTo>
                      <a:lnTo>
                        <a:pt x="17" y="9"/>
                      </a:lnTo>
                      <a:lnTo>
                        <a:pt x="16" y="5"/>
                      </a:lnTo>
                      <a:lnTo>
                        <a:pt x="15" y="2"/>
                      </a:lnTo>
                      <a:lnTo>
                        <a:pt x="12" y="0"/>
                      </a:lnTo>
                      <a:lnTo>
                        <a:pt x="8" y="0"/>
                      </a:lnTo>
                      <a:lnTo>
                        <a:pt x="5" y="1"/>
                      </a:lnTo>
                      <a:lnTo>
                        <a:pt x="2" y="3"/>
                      </a:lnTo>
                      <a:lnTo>
                        <a:pt x="0" y="6"/>
                      </a:lnTo>
                      <a:lnTo>
                        <a:pt x="0" y="10"/>
                      </a:lnTo>
                      <a:lnTo>
                        <a:pt x="1" y="13"/>
                      </a:lnTo>
                      <a:lnTo>
                        <a:pt x="3" y="15"/>
                      </a:lnTo>
                      <a:lnTo>
                        <a:pt x="5" y="17"/>
                      </a:lnTo>
                      <a:lnTo>
                        <a:pt x="8" y="17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75" name="Freeform 275">
                  <a:extLst>
                    <a:ext uri="{FF2B5EF4-FFF2-40B4-BE49-F238E27FC236}">
                      <a16:creationId xmlns:a16="http://schemas.microsoft.com/office/drawing/2014/main" id="{3B862C31-F22D-1C39-75FA-94F468BF45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74" y="3010"/>
                  <a:ext cx="138" cy="12"/>
                </a:xfrm>
                <a:custGeom>
                  <a:avLst/>
                  <a:gdLst/>
                  <a:ahLst/>
                  <a:cxnLst>
                    <a:cxn ang="0">
                      <a:pos x="136" y="0"/>
                    </a:cxn>
                    <a:cxn ang="0">
                      <a:pos x="132" y="3"/>
                    </a:cxn>
                    <a:cxn ang="0">
                      <a:pos x="127" y="5"/>
                    </a:cxn>
                    <a:cxn ang="0">
                      <a:pos x="121" y="6"/>
                    </a:cxn>
                    <a:cxn ang="0">
                      <a:pos x="114" y="7"/>
                    </a:cxn>
                    <a:cxn ang="0">
                      <a:pos x="109" y="7"/>
                    </a:cxn>
                    <a:cxn ang="0">
                      <a:pos x="101" y="7"/>
                    </a:cxn>
                    <a:cxn ang="0">
                      <a:pos x="90" y="6"/>
                    </a:cxn>
                    <a:cxn ang="0">
                      <a:pos x="78" y="6"/>
                    </a:cxn>
                    <a:cxn ang="0">
                      <a:pos x="67" y="5"/>
                    </a:cxn>
                    <a:cxn ang="0">
                      <a:pos x="56" y="4"/>
                    </a:cxn>
                    <a:cxn ang="0">
                      <a:pos x="48" y="3"/>
                    </a:cxn>
                    <a:cxn ang="0">
                      <a:pos x="44" y="3"/>
                    </a:cxn>
                    <a:cxn ang="0">
                      <a:pos x="40" y="3"/>
                    </a:cxn>
                    <a:cxn ang="0">
                      <a:pos x="36" y="3"/>
                    </a:cxn>
                    <a:cxn ang="0">
                      <a:pos x="30" y="3"/>
                    </a:cxn>
                    <a:cxn ang="0">
                      <a:pos x="24" y="3"/>
                    </a:cxn>
                    <a:cxn ang="0">
                      <a:pos x="17" y="3"/>
                    </a:cxn>
                    <a:cxn ang="0">
                      <a:pos x="11" y="2"/>
                    </a:cxn>
                    <a:cxn ang="0">
                      <a:pos x="5" y="2"/>
                    </a:cxn>
                    <a:cxn ang="0">
                      <a:pos x="0" y="1"/>
                    </a:cxn>
                    <a:cxn ang="0">
                      <a:pos x="0" y="4"/>
                    </a:cxn>
                    <a:cxn ang="0">
                      <a:pos x="0" y="6"/>
                    </a:cxn>
                    <a:cxn ang="0">
                      <a:pos x="1" y="8"/>
                    </a:cxn>
                    <a:cxn ang="0">
                      <a:pos x="2" y="10"/>
                    </a:cxn>
                    <a:cxn ang="0">
                      <a:pos x="5" y="10"/>
                    </a:cxn>
                    <a:cxn ang="0">
                      <a:pos x="9" y="10"/>
                    </a:cxn>
                    <a:cxn ang="0">
                      <a:pos x="15" y="10"/>
                    </a:cxn>
                    <a:cxn ang="0">
                      <a:pos x="22" y="10"/>
                    </a:cxn>
                    <a:cxn ang="0">
                      <a:pos x="30" y="10"/>
                    </a:cxn>
                    <a:cxn ang="0">
                      <a:pos x="36" y="10"/>
                    </a:cxn>
                    <a:cxn ang="0">
                      <a:pos x="41" y="8"/>
                    </a:cxn>
                    <a:cxn ang="0">
                      <a:pos x="44" y="8"/>
                    </a:cxn>
                    <a:cxn ang="0">
                      <a:pos x="45" y="7"/>
                    </a:cxn>
                    <a:cxn ang="0">
                      <a:pos x="46" y="6"/>
                    </a:cxn>
                    <a:cxn ang="0">
                      <a:pos x="48" y="6"/>
                    </a:cxn>
                    <a:cxn ang="0">
                      <a:pos x="50" y="6"/>
                    </a:cxn>
                    <a:cxn ang="0">
                      <a:pos x="53" y="6"/>
                    </a:cxn>
                    <a:cxn ang="0">
                      <a:pos x="60" y="7"/>
                    </a:cxn>
                    <a:cxn ang="0">
                      <a:pos x="71" y="7"/>
                    </a:cxn>
                    <a:cxn ang="0">
                      <a:pos x="82" y="8"/>
                    </a:cxn>
                    <a:cxn ang="0">
                      <a:pos x="93" y="10"/>
                    </a:cxn>
                    <a:cxn ang="0">
                      <a:pos x="103" y="10"/>
                    </a:cxn>
                    <a:cxn ang="0">
                      <a:pos x="110" y="11"/>
                    </a:cxn>
                    <a:cxn ang="0">
                      <a:pos x="114" y="11"/>
                    </a:cxn>
                    <a:cxn ang="0">
                      <a:pos x="122" y="10"/>
                    </a:cxn>
                    <a:cxn ang="0">
                      <a:pos x="130" y="6"/>
                    </a:cxn>
                    <a:cxn ang="0">
                      <a:pos x="138" y="3"/>
                    </a:cxn>
                    <a:cxn ang="0">
                      <a:pos x="136" y="0"/>
                    </a:cxn>
                  </a:cxnLst>
                  <a:rect l="0" t="0" r="r" b="b"/>
                  <a:pathLst>
                    <a:path w="138" h="11">
                      <a:moveTo>
                        <a:pt x="136" y="0"/>
                      </a:moveTo>
                      <a:lnTo>
                        <a:pt x="132" y="3"/>
                      </a:lnTo>
                      <a:lnTo>
                        <a:pt x="127" y="5"/>
                      </a:lnTo>
                      <a:lnTo>
                        <a:pt x="121" y="6"/>
                      </a:lnTo>
                      <a:lnTo>
                        <a:pt x="114" y="7"/>
                      </a:lnTo>
                      <a:lnTo>
                        <a:pt x="109" y="7"/>
                      </a:lnTo>
                      <a:lnTo>
                        <a:pt x="101" y="7"/>
                      </a:lnTo>
                      <a:lnTo>
                        <a:pt x="90" y="6"/>
                      </a:lnTo>
                      <a:lnTo>
                        <a:pt x="78" y="6"/>
                      </a:lnTo>
                      <a:lnTo>
                        <a:pt x="67" y="5"/>
                      </a:lnTo>
                      <a:lnTo>
                        <a:pt x="56" y="4"/>
                      </a:lnTo>
                      <a:lnTo>
                        <a:pt x="48" y="3"/>
                      </a:lnTo>
                      <a:lnTo>
                        <a:pt x="44" y="3"/>
                      </a:lnTo>
                      <a:lnTo>
                        <a:pt x="40" y="3"/>
                      </a:lnTo>
                      <a:lnTo>
                        <a:pt x="36" y="3"/>
                      </a:lnTo>
                      <a:lnTo>
                        <a:pt x="30" y="3"/>
                      </a:lnTo>
                      <a:lnTo>
                        <a:pt x="24" y="3"/>
                      </a:lnTo>
                      <a:lnTo>
                        <a:pt x="17" y="3"/>
                      </a:lnTo>
                      <a:lnTo>
                        <a:pt x="11" y="2"/>
                      </a:lnTo>
                      <a:lnTo>
                        <a:pt x="5" y="2"/>
                      </a:lnTo>
                      <a:lnTo>
                        <a:pt x="0" y="1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1" y="8"/>
                      </a:lnTo>
                      <a:lnTo>
                        <a:pt x="2" y="10"/>
                      </a:lnTo>
                      <a:lnTo>
                        <a:pt x="5" y="10"/>
                      </a:lnTo>
                      <a:lnTo>
                        <a:pt x="9" y="10"/>
                      </a:lnTo>
                      <a:lnTo>
                        <a:pt x="15" y="10"/>
                      </a:lnTo>
                      <a:lnTo>
                        <a:pt x="22" y="10"/>
                      </a:lnTo>
                      <a:lnTo>
                        <a:pt x="30" y="10"/>
                      </a:lnTo>
                      <a:lnTo>
                        <a:pt x="36" y="10"/>
                      </a:lnTo>
                      <a:lnTo>
                        <a:pt x="41" y="8"/>
                      </a:lnTo>
                      <a:lnTo>
                        <a:pt x="44" y="8"/>
                      </a:lnTo>
                      <a:lnTo>
                        <a:pt x="45" y="7"/>
                      </a:lnTo>
                      <a:lnTo>
                        <a:pt x="46" y="6"/>
                      </a:lnTo>
                      <a:lnTo>
                        <a:pt x="48" y="6"/>
                      </a:lnTo>
                      <a:lnTo>
                        <a:pt x="50" y="6"/>
                      </a:lnTo>
                      <a:lnTo>
                        <a:pt x="53" y="6"/>
                      </a:lnTo>
                      <a:lnTo>
                        <a:pt x="60" y="7"/>
                      </a:lnTo>
                      <a:lnTo>
                        <a:pt x="71" y="7"/>
                      </a:lnTo>
                      <a:lnTo>
                        <a:pt x="82" y="8"/>
                      </a:lnTo>
                      <a:lnTo>
                        <a:pt x="93" y="10"/>
                      </a:lnTo>
                      <a:lnTo>
                        <a:pt x="103" y="10"/>
                      </a:lnTo>
                      <a:lnTo>
                        <a:pt x="110" y="11"/>
                      </a:lnTo>
                      <a:lnTo>
                        <a:pt x="114" y="11"/>
                      </a:lnTo>
                      <a:lnTo>
                        <a:pt x="122" y="10"/>
                      </a:lnTo>
                      <a:lnTo>
                        <a:pt x="130" y="6"/>
                      </a:lnTo>
                      <a:lnTo>
                        <a:pt x="138" y="3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76" name="Freeform 276">
                  <a:extLst>
                    <a:ext uri="{FF2B5EF4-FFF2-40B4-BE49-F238E27FC236}">
                      <a16:creationId xmlns:a16="http://schemas.microsoft.com/office/drawing/2014/main" id="{958F3EA7-9D15-8CBE-5491-E6881A64ED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77" y="2922"/>
                  <a:ext cx="59" cy="70"/>
                </a:xfrm>
                <a:custGeom>
                  <a:avLst/>
                  <a:gdLst/>
                  <a:ahLst/>
                  <a:cxnLst>
                    <a:cxn ang="0">
                      <a:pos x="0" y="39"/>
                    </a:cxn>
                    <a:cxn ang="0">
                      <a:pos x="2" y="41"/>
                    </a:cxn>
                    <a:cxn ang="0">
                      <a:pos x="4" y="45"/>
                    </a:cxn>
                    <a:cxn ang="0">
                      <a:pos x="6" y="50"/>
                    </a:cxn>
                    <a:cxn ang="0">
                      <a:pos x="8" y="54"/>
                    </a:cxn>
                    <a:cxn ang="0">
                      <a:pos x="10" y="56"/>
                    </a:cxn>
                    <a:cxn ang="0">
                      <a:pos x="13" y="58"/>
                    </a:cxn>
                    <a:cxn ang="0">
                      <a:pos x="17" y="61"/>
                    </a:cxn>
                    <a:cxn ang="0">
                      <a:pos x="23" y="63"/>
                    </a:cxn>
                    <a:cxn ang="0">
                      <a:pos x="28" y="65"/>
                    </a:cxn>
                    <a:cxn ang="0">
                      <a:pos x="34" y="67"/>
                    </a:cxn>
                    <a:cxn ang="0">
                      <a:pos x="40" y="68"/>
                    </a:cxn>
                    <a:cxn ang="0">
                      <a:pos x="45" y="69"/>
                    </a:cxn>
                    <a:cxn ang="0">
                      <a:pos x="46" y="61"/>
                    </a:cxn>
                    <a:cxn ang="0">
                      <a:pos x="49" y="54"/>
                    </a:cxn>
                    <a:cxn ang="0">
                      <a:pos x="51" y="50"/>
                    </a:cxn>
                    <a:cxn ang="0">
                      <a:pos x="54" y="48"/>
                    </a:cxn>
                    <a:cxn ang="0">
                      <a:pos x="53" y="48"/>
                    </a:cxn>
                    <a:cxn ang="0">
                      <a:pos x="53" y="45"/>
                    </a:cxn>
                    <a:cxn ang="0">
                      <a:pos x="52" y="42"/>
                    </a:cxn>
                    <a:cxn ang="0">
                      <a:pos x="51" y="37"/>
                    </a:cxn>
                    <a:cxn ang="0">
                      <a:pos x="50" y="32"/>
                    </a:cxn>
                    <a:cxn ang="0">
                      <a:pos x="50" y="25"/>
                    </a:cxn>
                    <a:cxn ang="0">
                      <a:pos x="52" y="19"/>
                    </a:cxn>
                    <a:cxn ang="0">
                      <a:pos x="54" y="14"/>
                    </a:cxn>
                    <a:cxn ang="0">
                      <a:pos x="56" y="11"/>
                    </a:cxn>
                    <a:cxn ang="0">
                      <a:pos x="59" y="8"/>
                    </a:cxn>
                    <a:cxn ang="0">
                      <a:pos x="59" y="6"/>
                    </a:cxn>
                    <a:cxn ang="0">
                      <a:pos x="56" y="4"/>
                    </a:cxn>
                    <a:cxn ang="0">
                      <a:pos x="54" y="4"/>
                    </a:cxn>
                    <a:cxn ang="0">
                      <a:pos x="52" y="4"/>
                    </a:cxn>
                    <a:cxn ang="0">
                      <a:pos x="49" y="4"/>
                    </a:cxn>
                    <a:cxn ang="0">
                      <a:pos x="45" y="4"/>
                    </a:cxn>
                    <a:cxn ang="0">
                      <a:pos x="40" y="4"/>
                    </a:cxn>
                    <a:cxn ang="0">
                      <a:pos x="33" y="4"/>
                    </a:cxn>
                    <a:cxn ang="0">
                      <a:pos x="27" y="4"/>
                    </a:cxn>
                    <a:cxn ang="0">
                      <a:pos x="21" y="3"/>
                    </a:cxn>
                    <a:cxn ang="0">
                      <a:pos x="15" y="0"/>
                    </a:cxn>
                    <a:cxn ang="0">
                      <a:pos x="14" y="0"/>
                    </a:cxn>
                    <a:cxn ang="0">
                      <a:pos x="12" y="2"/>
                    </a:cxn>
                    <a:cxn ang="0">
                      <a:pos x="11" y="5"/>
                    </a:cxn>
                    <a:cxn ang="0">
                      <a:pos x="10" y="10"/>
                    </a:cxn>
                    <a:cxn ang="0">
                      <a:pos x="9" y="15"/>
                    </a:cxn>
                    <a:cxn ang="0">
                      <a:pos x="7" y="19"/>
                    </a:cxn>
                    <a:cxn ang="0">
                      <a:pos x="5" y="25"/>
                    </a:cxn>
                    <a:cxn ang="0">
                      <a:pos x="3" y="30"/>
                    </a:cxn>
                    <a:cxn ang="0">
                      <a:pos x="3" y="32"/>
                    </a:cxn>
                    <a:cxn ang="0">
                      <a:pos x="3" y="34"/>
                    </a:cxn>
                    <a:cxn ang="0">
                      <a:pos x="2" y="36"/>
                    </a:cxn>
                    <a:cxn ang="0">
                      <a:pos x="2" y="38"/>
                    </a:cxn>
                    <a:cxn ang="0">
                      <a:pos x="0" y="39"/>
                    </a:cxn>
                  </a:cxnLst>
                  <a:rect l="0" t="0" r="r" b="b"/>
                  <a:pathLst>
                    <a:path w="59" h="69">
                      <a:moveTo>
                        <a:pt x="0" y="39"/>
                      </a:moveTo>
                      <a:lnTo>
                        <a:pt x="2" y="41"/>
                      </a:lnTo>
                      <a:lnTo>
                        <a:pt x="4" y="45"/>
                      </a:lnTo>
                      <a:lnTo>
                        <a:pt x="6" y="50"/>
                      </a:lnTo>
                      <a:lnTo>
                        <a:pt x="8" y="54"/>
                      </a:lnTo>
                      <a:lnTo>
                        <a:pt x="10" y="56"/>
                      </a:lnTo>
                      <a:lnTo>
                        <a:pt x="13" y="58"/>
                      </a:lnTo>
                      <a:lnTo>
                        <a:pt x="17" y="61"/>
                      </a:lnTo>
                      <a:lnTo>
                        <a:pt x="23" y="63"/>
                      </a:lnTo>
                      <a:lnTo>
                        <a:pt x="28" y="65"/>
                      </a:lnTo>
                      <a:lnTo>
                        <a:pt x="34" y="67"/>
                      </a:lnTo>
                      <a:lnTo>
                        <a:pt x="40" y="68"/>
                      </a:lnTo>
                      <a:lnTo>
                        <a:pt x="45" y="69"/>
                      </a:lnTo>
                      <a:lnTo>
                        <a:pt x="46" y="61"/>
                      </a:lnTo>
                      <a:lnTo>
                        <a:pt x="49" y="54"/>
                      </a:lnTo>
                      <a:lnTo>
                        <a:pt x="51" y="50"/>
                      </a:lnTo>
                      <a:lnTo>
                        <a:pt x="54" y="48"/>
                      </a:lnTo>
                      <a:lnTo>
                        <a:pt x="53" y="48"/>
                      </a:lnTo>
                      <a:lnTo>
                        <a:pt x="53" y="45"/>
                      </a:lnTo>
                      <a:lnTo>
                        <a:pt x="52" y="42"/>
                      </a:lnTo>
                      <a:lnTo>
                        <a:pt x="51" y="37"/>
                      </a:lnTo>
                      <a:lnTo>
                        <a:pt x="50" y="32"/>
                      </a:lnTo>
                      <a:lnTo>
                        <a:pt x="50" y="25"/>
                      </a:lnTo>
                      <a:lnTo>
                        <a:pt x="52" y="19"/>
                      </a:lnTo>
                      <a:lnTo>
                        <a:pt x="54" y="14"/>
                      </a:lnTo>
                      <a:lnTo>
                        <a:pt x="56" y="11"/>
                      </a:lnTo>
                      <a:lnTo>
                        <a:pt x="59" y="8"/>
                      </a:lnTo>
                      <a:lnTo>
                        <a:pt x="59" y="6"/>
                      </a:lnTo>
                      <a:lnTo>
                        <a:pt x="56" y="4"/>
                      </a:lnTo>
                      <a:lnTo>
                        <a:pt x="54" y="4"/>
                      </a:lnTo>
                      <a:lnTo>
                        <a:pt x="52" y="4"/>
                      </a:lnTo>
                      <a:lnTo>
                        <a:pt x="49" y="4"/>
                      </a:lnTo>
                      <a:lnTo>
                        <a:pt x="45" y="4"/>
                      </a:lnTo>
                      <a:lnTo>
                        <a:pt x="40" y="4"/>
                      </a:lnTo>
                      <a:lnTo>
                        <a:pt x="33" y="4"/>
                      </a:lnTo>
                      <a:lnTo>
                        <a:pt x="27" y="4"/>
                      </a:lnTo>
                      <a:lnTo>
                        <a:pt x="21" y="3"/>
                      </a:lnTo>
                      <a:lnTo>
                        <a:pt x="15" y="0"/>
                      </a:lnTo>
                      <a:lnTo>
                        <a:pt x="14" y="0"/>
                      </a:lnTo>
                      <a:lnTo>
                        <a:pt x="12" y="2"/>
                      </a:lnTo>
                      <a:lnTo>
                        <a:pt x="11" y="5"/>
                      </a:lnTo>
                      <a:lnTo>
                        <a:pt x="10" y="10"/>
                      </a:lnTo>
                      <a:lnTo>
                        <a:pt x="9" y="15"/>
                      </a:lnTo>
                      <a:lnTo>
                        <a:pt x="7" y="19"/>
                      </a:lnTo>
                      <a:lnTo>
                        <a:pt x="5" y="25"/>
                      </a:lnTo>
                      <a:lnTo>
                        <a:pt x="3" y="30"/>
                      </a:lnTo>
                      <a:lnTo>
                        <a:pt x="3" y="32"/>
                      </a:lnTo>
                      <a:lnTo>
                        <a:pt x="3" y="34"/>
                      </a:lnTo>
                      <a:lnTo>
                        <a:pt x="2" y="36"/>
                      </a:lnTo>
                      <a:lnTo>
                        <a:pt x="2" y="38"/>
                      </a:lnTo>
                      <a:lnTo>
                        <a:pt x="0" y="3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77" name="Freeform 277">
                  <a:extLst>
                    <a:ext uri="{FF2B5EF4-FFF2-40B4-BE49-F238E27FC236}">
                      <a16:creationId xmlns:a16="http://schemas.microsoft.com/office/drawing/2014/main" id="{5D956A55-1FA6-D283-ADFC-1F4D617753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5" y="2020"/>
                  <a:ext cx="319" cy="424"/>
                </a:xfrm>
                <a:custGeom>
                  <a:avLst/>
                  <a:gdLst/>
                  <a:ahLst/>
                  <a:cxnLst>
                    <a:cxn ang="0">
                      <a:pos x="298" y="1"/>
                    </a:cxn>
                    <a:cxn ang="0">
                      <a:pos x="270" y="2"/>
                    </a:cxn>
                    <a:cxn ang="0">
                      <a:pos x="235" y="17"/>
                    </a:cxn>
                    <a:cxn ang="0">
                      <a:pos x="199" y="44"/>
                    </a:cxn>
                    <a:cxn ang="0">
                      <a:pos x="172" y="82"/>
                    </a:cxn>
                    <a:cxn ang="0">
                      <a:pos x="152" y="127"/>
                    </a:cxn>
                    <a:cxn ang="0">
                      <a:pos x="136" y="173"/>
                    </a:cxn>
                    <a:cxn ang="0">
                      <a:pos x="124" y="207"/>
                    </a:cxn>
                    <a:cxn ang="0">
                      <a:pos x="110" y="226"/>
                    </a:cxn>
                    <a:cxn ang="0">
                      <a:pos x="84" y="247"/>
                    </a:cxn>
                    <a:cxn ang="0">
                      <a:pos x="53" y="268"/>
                    </a:cxn>
                    <a:cxn ang="0">
                      <a:pos x="28" y="287"/>
                    </a:cxn>
                    <a:cxn ang="0">
                      <a:pos x="10" y="310"/>
                    </a:cxn>
                    <a:cxn ang="0">
                      <a:pos x="0" y="341"/>
                    </a:cxn>
                    <a:cxn ang="0">
                      <a:pos x="2" y="369"/>
                    </a:cxn>
                    <a:cxn ang="0">
                      <a:pos x="16" y="395"/>
                    </a:cxn>
                    <a:cxn ang="0">
                      <a:pos x="37" y="411"/>
                    </a:cxn>
                    <a:cxn ang="0">
                      <a:pos x="53" y="419"/>
                    </a:cxn>
                    <a:cxn ang="0">
                      <a:pos x="71" y="423"/>
                    </a:cxn>
                    <a:cxn ang="0">
                      <a:pos x="85" y="423"/>
                    </a:cxn>
                    <a:cxn ang="0">
                      <a:pos x="94" y="418"/>
                    </a:cxn>
                    <a:cxn ang="0">
                      <a:pos x="109" y="405"/>
                    </a:cxn>
                    <a:cxn ang="0">
                      <a:pos x="127" y="389"/>
                    </a:cxn>
                    <a:cxn ang="0">
                      <a:pos x="143" y="374"/>
                    </a:cxn>
                    <a:cxn ang="0">
                      <a:pos x="153" y="365"/>
                    </a:cxn>
                    <a:cxn ang="0">
                      <a:pos x="165" y="352"/>
                    </a:cxn>
                    <a:cxn ang="0">
                      <a:pos x="179" y="335"/>
                    </a:cxn>
                    <a:cxn ang="0">
                      <a:pos x="191" y="317"/>
                    </a:cxn>
                    <a:cxn ang="0">
                      <a:pos x="200" y="298"/>
                    </a:cxn>
                    <a:cxn ang="0">
                      <a:pos x="213" y="277"/>
                    </a:cxn>
                    <a:cxn ang="0">
                      <a:pos x="227" y="256"/>
                    </a:cxn>
                    <a:cxn ang="0">
                      <a:pos x="242" y="236"/>
                    </a:cxn>
                    <a:cxn ang="0">
                      <a:pos x="255" y="220"/>
                    </a:cxn>
                    <a:cxn ang="0">
                      <a:pos x="262" y="209"/>
                    </a:cxn>
                    <a:cxn ang="0">
                      <a:pos x="269" y="206"/>
                    </a:cxn>
                    <a:cxn ang="0">
                      <a:pos x="280" y="201"/>
                    </a:cxn>
                    <a:cxn ang="0">
                      <a:pos x="291" y="196"/>
                    </a:cxn>
                    <a:cxn ang="0">
                      <a:pos x="298" y="190"/>
                    </a:cxn>
                    <a:cxn ang="0">
                      <a:pos x="301" y="177"/>
                    </a:cxn>
                    <a:cxn ang="0">
                      <a:pos x="299" y="146"/>
                    </a:cxn>
                    <a:cxn ang="0">
                      <a:pos x="304" y="112"/>
                    </a:cxn>
                    <a:cxn ang="0">
                      <a:pos x="312" y="80"/>
                    </a:cxn>
                    <a:cxn ang="0">
                      <a:pos x="319" y="45"/>
                    </a:cxn>
                    <a:cxn ang="0">
                      <a:pos x="316" y="16"/>
                    </a:cxn>
                  </a:cxnLst>
                  <a:rect l="0" t="0" r="r" b="b"/>
                  <a:pathLst>
                    <a:path w="319" h="424">
                      <a:moveTo>
                        <a:pt x="309" y="6"/>
                      </a:moveTo>
                      <a:lnTo>
                        <a:pt x="298" y="1"/>
                      </a:lnTo>
                      <a:lnTo>
                        <a:pt x="285" y="0"/>
                      </a:lnTo>
                      <a:lnTo>
                        <a:pt x="270" y="2"/>
                      </a:lnTo>
                      <a:lnTo>
                        <a:pt x="253" y="8"/>
                      </a:lnTo>
                      <a:lnTo>
                        <a:pt x="235" y="17"/>
                      </a:lnTo>
                      <a:lnTo>
                        <a:pt x="217" y="30"/>
                      </a:lnTo>
                      <a:lnTo>
                        <a:pt x="199" y="44"/>
                      </a:lnTo>
                      <a:lnTo>
                        <a:pt x="183" y="63"/>
                      </a:lnTo>
                      <a:lnTo>
                        <a:pt x="172" y="82"/>
                      </a:lnTo>
                      <a:lnTo>
                        <a:pt x="161" y="103"/>
                      </a:lnTo>
                      <a:lnTo>
                        <a:pt x="152" y="127"/>
                      </a:lnTo>
                      <a:lnTo>
                        <a:pt x="143" y="151"/>
                      </a:lnTo>
                      <a:lnTo>
                        <a:pt x="136" y="173"/>
                      </a:lnTo>
                      <a:lnTo>
                        <a:pt x="129" y="192"/>
                      </a:lnTo>
                      <a:lnTo>
                        <a:pt x="124" y="207"/>
                      </a:lnTo>
                      <a:lnTo>
                        <a:pt x="119" y="216"/>
                      </a:lnTo>
                      <a:lnTo>
                        <a:pt x="110" y="226"/>
                      </a:lnTo>
                      <a:lnTo>
                        <a:pt x="98" y="236"/>
                      </a:lnTo>
                      <a:lnTo>
                        <a:pt x="84" y="247"/>
                      </a:lnTo>
                      <a:lnTo>
                        <a:pt x="68" y="257"/>
                      </a:lnTo>
                      <a:lnTo>
                        <a:pt x="53" y="268"/>
                      </a:lnTo>
                      <a:lnTo>
                        <a:pt x="40" y="277"/>
                      </a:lnTo>
                      <a:lnTo>
                        <a:pt x="28" y="287"/>
                      </a:lnTo>
                      <a:lnTo>
                        <a:pt x="20" y="295"/>
                      </a:lnTo>
                      <a:lnTo>
                        <a:pt x="10" y="310"/>
                      </a:lnTo>
                      <a:lnTo>
                        <a:pt x="3" y="326"/>
                      </a:lnTo>
                      <a:lnTo>
                        <a:pt x="0" y="341"/>
                      </a:lnTo>
                      <a:lnTo>
                        <a:pt x="0" y="355"/>
                      </a:lnTo>
                      <a:lnTo>
                        <a:pt x="2" y="369"/>
                      </a:lnTo>
                      <a:lnTo>
                        <a:pt x="8" y="383"/>
                      </a:lnTo>
                      <a:lnTo>
                        <a:pt x="16" y="395"/>
                      </a:lnTo>
                      <a:lnTo>
                        <a:pt x="29" y="406"/>
                      </a:lnTo>
                      <a:lnTo>
                        <a:pt x="37" y="411"/>
                      </a:lnTo>
                      <a:lnTo>
                        <a:pt x="45" y="415"/>
                      </a:lnTo>
                      <a:lnTo>
                        <a:pt x="53" y="419"/>
                      </a:lnTo>
                      <a:lnTo>
                        <a:pt x="63" y="421"/>
                      </a:lnTo>
                      <a:lnTo>
                        <a:pt x="71" y="423"/>
                      </a:lnTo>
                      <a:lnTo>
                        <a:pt x="79" y="424"/>
                      </a:lnTo>
                      <a:lnTo>
                        <a:pt x="85" y="423"/>
                      </a:lnTo>
                      <a:lnTo>
                        <a:pt x="89" y="422"/>
                      </a:lnTo>
                      <a:lnTo>
                        <a:pt x="94" y="418"/>
                      </a:lnTo>
                      <a:lnTo>
                        <a:pt x="101" y="412"/>
                      </a:lnTo>
                      <a:lnTo>
                        <a:pt x="109" y="405"/>
                      </a:lnTo>
                      <a:lnTo>
                        <a:pt x="119" y="397"/>
                      </a:lnTo>
                      <a:lnTo>
                        <a:pt x="127" y="389"/>
                      </a:lnTo>
                      <a:lnTo>
                        <a:pt x="137" y="381"/>
                      </a:lnTo>
                      <a:lnTo>
                        <a:pt x="143" y="374"/>
                      </a:lnTo>
                      <a:lnTo>
                        <a:pt x="148" y="370"/>
                      </a:lnTo>
                      <a:lnTo>
                        <a:pt x="153" y="365"/>
                      </a:lnTo>
                      <a:lnTo>
                        <a:pt x="159" y="360"/>
                      </a:lnTo>
                      <a:lnTo>
                        <a:pt x="165" y="352"/>
                      </a:lnTo>
                      <a:lnTo>
                        <a:pt x="172" y="344"/>
                      </a:lnTo>
                      <a:lnTo>
                        <a:pt x="179" y="335"/>
                      </a:lnTo>
                      <a:lnTo>
                        <a:pt x="185" y="327"/>
                      </a:lnTo>
                      <a:lnTo>
                        <a:pt x="191" y="317"/>
                      </a:lnTo>
                      <a:lnTo>
                        <a:pt x="195" y="309"/>
                      </a:lnTo>
                      <a:lnTo>
                        <a:pt x="200" y="298"/>
                      </a:lnTo>
                      <a:lnTo>
                        <a:pt x="206" y="288"/>
                      </a:lnTo>
                      <a:lnTo>
                        <a:pt x="213" y="277"/>
                      </a:lnTo>
                      <a:lnTo>
                        <a:pt x="219" y="267"/>
                      </a:lnTo>
                      <a:lnTo>
                        <a:pt x="227" y="256"/>
                      </a:lnTo>
                      <a:lnTo>
                        <a:pt x="235" y="246"/>
                      </a:lnTo>
                      <a:lnTo>
                        <a:pt x="242" y="236"/>
                      </a:lnTo>
                      <a:lnTo>
                        <a:pt x="250" y="228"/>
                      </a:lnTo>
                      <a:lnTo>
                        <a:pt x="255" y="220"/>
                      </a:lnTo>
                      <a:lnTo>
                        <a:pt x="259" y="214"/>
                      </a:lnTo>
                      <a:lnTo>
                        <a:pt x="262" y="209"/>
                      </a:lnTo>
                      <a:lnTo>
                        <a:pt x="263" y="207"/>
                      </a:lnTo>
                      <a:lnTo>
                        <a:pt x="269" y="206"/>
                      </a:lnTo>
                      <a:lnTo>
                        <a:pt x="275" y="204"/>
                      </a:lnTo>
                      <a:lnTo>
                        <a:pt x="280" y="201"/>
                      </a:lnTo>
                      <a:lnTo>
                        <a:pt x="286" y="199"/>
                      </a:lnTo>
                      <a:lnTo>
                        <a:pt x="291" y="196"/>
                      </a:lnTo>
                      <a:lnTo>
                        <a:pt x="295" y="193"/>
                      </a:lnTo>
                      <a:lnTo>
                        <a:pt x="298" y="190"/>
                      </a:lnTo>
                      <a:lnTo>
                        <a:pt x="300" y="187"/>
                      </a:lnTo>
                      <a:lnTo>
                        <a:pt x="301" y="177"/>
                      </a:lnTo>
                      <a:lnTo>
                        <a:pt x="300" y="164"/>
                      </a:lnTo>
                      <a:lnTo>
                        <a:pt x="299" y="146"/>
                      </a:lnTo>
                      <a:lnTo>
                        <a:pt x="300" y="125"/>
                      </a:lnTo>
                      <a:lnTo>
                        <a:pt x="304" y="112"/>
                      </a:lnTo>
                      <a:lnTo>
                        <a:pt x="308" y="97"/>
                      </a:lnTo>
                      <a:lnTo>
                        <a:pt x="312" y="80"/>
                      </a:lnTo>
                      <a:lnTo>
                        <a:pt x="316" y="62"/>
                      </a:lnTo>
                      <a:lnTo>
                        <a:pt x="319" y="45"/>
                      </a:lnTo>
                      <a:lnTo>
                        <a:pt x="319" y="30"/>
                      </a:lnTo>
                      <a:lnTo>
                        <a:pt x="316" y="16"/>
                      </a:lnTo>
                      <a:lnTo>
                        <a:pt x="309" y="6"/>
                      </a:lnTo>
                      <a:close/>
                    </a:path>
                  </a:pathLst>
                </a:custGeom>
                <a:solidFill>
                  <a:srgbClr val="CC99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78" name="Freeform 278">
                  <a:extLst>
                    <a:ext uri="{FF2B5EF4-FFF2-40B4-BE49-F238E27FC236}">
                      <a16:creationId xmlns:a16="http://schemas.microsoft.com/office/drawing/2014/main" id="{ABA1D1FF-4940-E672-C186-C64C1EE5FB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7" y="2084"/>
                  <a:ext cx="18" cy="17"/>
                </a:xfrm>
                <a:custGeom>
                  <a:avLst/>
                  <a:gdLst/>
                  <a:ahLst/>
                  <a:cxnLst>
                    <a:cxn ang="0">
                      <a:pos x="3" y="16"/>
                    </a:cxn>
                    <a:cxn ang="0">
                      <a:pos x="6" y="18"/>
                    </a:cxn>
                    <a:cxn ang="0">
                      <a:pos x="9" y="18"/>
                    </a:cxn>
                    <a:cxn ang="0">
                      <a:pos x="13" y="16"/>
                    </a:cxn>
                    <a:cxn ang="0">
                      <a:pos x="16" y="14"/>
                    </a:cxn>
                    <a:cxn ang="0">
                      <a:pos x="18" y="11"/>
                    </a:cxn>
                    <a:cxn ang="0">
                      <a:pos x="18" y="8"/>
                    </a:cxn>
                    <a:cxn ang="0">
                      <a:pos x="16" y="5"/>
                    </a:cxn>
                    <a:cxn ang="0">
                      <a:pos x="14" y="3"/>
                    </a:cxn>
                    <a:cxn ang="0">
                      <a:pos x="10" y="0"/>
                    </a:cxn>
                    <a:cxn ang="0">
                      <a:pos x="7" y="0"/>
                    </a:cxn>
                    <a:cxn ang="0">
                      <a:pos x="4" y="1"/>
                    </a:cxn>
                    <a:cxn ang="0">
                      <a:pos x="1" y="4"/>
                    </a:cxn>
                    <a:cxn ang="0">
                      <a:pos x="0" y="7"/>
                    </a:cxn>
                    <a:cxn ang="0">
                      <a:pos x="0" y="10"/>
                    </a:cxn>
                    <a:cxn ang="0">
                      <a:pos x="1" y="13"/>
                    </a:cxn>
                    <a:cxn ang="0">
                      <a:pos x="3" y="16"/>
                    </a:cxn>
                  </a:cxnLst>
                  <a:rect l="0" t="0" r="r" b="b"/>
                  <a:pathLst>
                    <a:path w="18" h="18">
                      <a:moveTo>
                        <a:pt x="3" y="16"/>
                      </a:moveTo>
                      <a:lnTo>
                        <a:pt x="6" y="18"/>
                      </a:lnTo>
                      <a:lnTo>
                        <a:pt x="9" y="18"/>
                      </a:lnTo>
                      <a:lnTo>
                        <a:pt x="13" y="16"/>
                      </a:lnTo>
                      <a:lnTo>
                        <a:pt x="16" y="14"/>
                      </a:lnTo>
                      <a:lnTo>
                        <a:pt x="18" y="11"/>
                      </a:lnTo>
                      <a:lnTo>
                        <a:pt x="18" y="8"/>
                      </a:lnTo>
                      <a:lnTo>
                        <a:pt x="16" y="5"/>
                      </a:lnTo>
                      <a:lnTo>
                        <a:pt x="14" y="3"/>
                      </a:lnTo>
                      <a:lnTo>
                        <a:pt x="10" y="0"/>
                      </a:lnTo>
                      <a:lnTo>
                        <a:pt x="7" y="0"/>
                      </a:lnTo>
                      <a:lnTo>
                        <a:pt x="4" y="1"/>
                      </a:lnTo>
                      <a:lnTo>
                        <a:pt x="1" y="4"/>
                      </a:lnTo>
                      <a:lnTo>
                        <a:pt x="0" y="7"/>
                      </a:lnTo>
                      <a:lnTo>
                        <a:pt x="0" y="10"/>
                      </a:lnTo>
                      <a:lnTo>
                        <a:pt x="1" y="13"/>
                      </a:lnTo>
                      <a:lnTo>
                        <a:pt x="3" y="16"/>
                      </a:lnTo>
                      <a:close/>
                    </a:path>
                  </a:pathLst>
                </a:custGeom>
                <a:solidFill>
                  <a:srgbClr val="CC99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79" name="Freeform 279">
                  <a:extLst>
                    <a:ext uri="{FF2B5EF4-FFF2-40B4-BE49-F238E27FC236}">
                      <a16:creationId xmlns:a16="http://schemas.microsoft.com/office/drawing/2014/main" id="{15CA712F-D134-1C2A-AE2C-D006837146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61" y="2035"/>
                  <a:ext cx="18" cy="17"/>
                </a:xfrm>
                <a:custGeom>
                  <a:avLst/>
                  <a:gdLst/>
                  <a:ahLst/>
                  <a:cxnLst>
                    <a:cxn ang="0">
                      <a:pos x="3" y="16"/>
                    </a:cxn>
                    <a:cxn ang="0">
                      <a:pos x="6" y="18"/>
                    </a:cxn>
                    <a:cxn ang="0">
                      <a:pos x="9" y="18"/>
                    </a:cxn>
                    <a:cxn ang="0">
                      <a:pos x="12" y="17"/>
                    </a:cxn>
                    <a:cxn ang="0">
                      <a:pos x="15" y="15"/>
                    </a:cxn>
                    <a:cxn ang="0">
                      <a:pos x="18" y="12"/>
                    </a:cxn>
                    <a:cxn ang="0">
                      <a:pos x="18" y="8"/>
                    </a:cxn>
                    <a:cxn ang="0">
                      <a:pos x="15" y="5"/>
                    </a:cxn>
                    <a:cxn ang="0">
                      <a:pos x="13" y="2"/>
                    </a:cxn>
                    <a:cxn ang="0">
                      <a:pos x="10" y="0"/>
                    </a:cxn>
                    <a:cxn ang="0">
                      <a:pos x="8" y="0"/>
                    </a:cxn>
                    <a:cxn ang="0">
                      <a:pos x="5" y="1"/>
                    </a:cxn>
                    <a:cxn ang="0">
                      <a:pos x="2" y="3"/>
                    </a:cxn>
                    <a:cxn ang="0">
                      <a:pos x="0" y="6"/>
                    </a:cxn>
                    <a:cxn ang="0">
                      <a:pos x="0" y="9"/>
                    </a:cxn>
                    <a:cxn ang="0">
                      <a:pos x="1" y="13"/>
                    </a:cxn>
                    <a:cxn ang="0">
                      <a:pos x="3" y="16"/>
                    </a:cxn>
                  </a:cxnLst>
                  <a:rect l="0" t="0" r="r" b="b"/>
                  <a:pathLst>
                    <a:path w="18" h="18">
                      <a:moveTo>
                        <a:pt x="3" y="16"/>
                      </a:moveTo>
                      <a:lnTo>
                        <a:pt x="6" y="18"/>
                      </a:lnTo>
                      <a:lnTo>
                        <a:pt x="9" y="18"/>
                      </a:lnTo>
                      <a:lnTo>
                        <a:pt x="12" y="17"/>
                      </a:lnTo>
                      <a:lnTo>
                        <a:pt x="15" y="15"/>
                      </a:lnTo>
                      <a:lnTo>
                        <a:pt x="18" y="12"/>
                      </a:lnTo>
                      <a:lnTo>
                        <a:pt x="18" y="8"/>
                      </a:lnTo>
                      <a:lnTo>
                        <a:pt x="15" y="5"/>
                      </a:lnTo>
                      <a:lnTo>
                        <a:pt x="13" y="2"/>
                      </a:lnTo>
                      <a:lnTo>
                        <a:pt x="10" y="0"/>
                      </a:lnTo>
                      <a:lnTo>
                        <a:pt x="8" y="0"/>
                      </a:lnTo>
                      <a:lnTo>
                        <a:pt x="5" y="1"/>
                      </a:lnTo>
                      <a:lnTo>
                        <a:pt x="2" y="3"/>
                      </a:lnTo>
                      <a:lnTo>
                        <a:pt x="0" y="6"/>
                      </a:lnTo>
                      <a:lnTo>
                        <a:pt x="0" y="9"/>
                      </a:lnTo>
                      <a:lnTo>
                        <a:pt x="1" y="13"/>
                      </a:lnTo>
                      <a:lnTo>
                        <a:pt x="3" y="16"/>
                      </a:lnTo>
                      <a:close/>
                    </a:path>
                  </a:pathLst>
                </a:custGeom>
                <a:solidFill>
                  <a:srgbClr val="CC99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80" name="Freeform 280">
                  <a:extLst>
                    <a:ext uri="{FF2B5EF4-FFF2-40B4-BE49-F238E27FC236}">
                      <a16:creationId xmlns:a16="http://schemas.microsoft.com/office/drawing/2014/main" id="{BE176C77-9676-6FFC-B3A9-C8E44C8380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29" y="2384"/>
                  <a:ext cx="18" cy="19"/>
                </a:xfrm>
                <a:custGeom>
                  <a:avLst/>
                  <a:gdLst/>
                  <a:ahLst/>
                  <a:cxnLst>
                    <a:cxn ang="0">
                      <a:pos x="4" y="16"/>
                    </a:cxn>
                    <a:cxn ang="0">
                      <a:pos x="7" y="18"/>
                    </a:cxn>
                    <a:cxn ang="0">
                      <a:pos x="10" y="18"/>
                    </a:cxn>
                    <a:cxn ang="0">
                      <a:pos x="13" y="17"/>
                    </a:cxn>
                    <a:cxn ang="0">
                      <a:pos x="16" y="15"/>
                    </a:cxn>
                    <a:cxn ang="0">
                      <a:pos x="18" y="11"/>
                    </a:cxn>
                    <a:cxn ang="0">
                      <a:pos x="18" y="8"/>
                    </a:cxn>
                    <a:cxn ang="0">
                      <a:pos x="16" y="5"/>
                    </a:cxn>
                    <a:cxn ang="0">
                      <a:pos x="14" y="2"/>
                    </a:cxn>
                    <a:cxn ang="0">
                      <a:pos x="11" y="0"/>
                    </a:cxn>
                    <a:cxn ang="0">
                      <a:pos x="8" y="0"/>
                    </a:cxn>
                    <a:cxn ang="0">
                      <a:pos x="5" y="2"/>
                    </a:cxn>
                    <a:cxn ang="0">
                      <a:pos x="2" y="4"/>
                    </a:cxn>
                    <a:cxn ang="0">
                      <a:pos x="0" y="7"/>
                    </a:cxn>
                    <a:cxn ang="0">
                      <a:pos x="0" y="10"/>
                    </a:cxn>
                    <a:cxn ang="0">
                      <a:pos x="2" y="14"/>
                    </a:cxn>
                    <a:cxn ang="0">
                      <a:pos x="4" y="16"/>
                    </a:cxn>
                  </a:cxnLst>
                  <a:rect l="0" t="0" r="r" b="b"/>
                  <a:pathLst>
                    <a:path w="18" h="18">
                      <a:moveTo>
                        <a:pt x="4" y="16"/>
                      </a:moveTo>
                      <a:lnTo>
                        <a:pt x="7" y="18"/>
                      </a:lnTo>
                      <a:lnTo>
                        <a:pt x="10" y="18"/>
                      </a:lnTo>
                      <a:lnTo>
                        <a:pt x="13" y="17"/>
                      </a:lnTo>
                      <a:lnTo>
                        <a:pt x="16" y="15"/>
                      </a:lnTo>
                      <a:lnTo>
                        <a:pt x="18" y="11"/>
                      </a:lnTo>
                      <a:lnTo>
                        <a:pt x="18" y="8"/>
                      </a:lnTo>
                      <a:lnTo>
                        <a:pt x="16" y="5"/>
                      </a:lnTo>
                      <a:lnTo>
                        <a:pt x="14" y="2"/>
                      </a:lnTo>
                      <a:lnTo>
                        <a:pt x="11" y="0"/>
                      </a:lnTo>
                      <a:lnTo>
                        <a:pt x="8" y="0"/>
                      </a:lnTo>
                      <a:lnTo>
                        <a:pt x="5" y="2"/>
                      </a:lnTo>
                      <a:lnTo>
                        <a:pt x="2" y="4"/>
                      </a:lnTo>
                      <a:lnTo>
                        <a:pt x="0" y="7"/>
                      </a:lnTo>
                      <a:lnTo>
                        <a:pt x="0" y="10"/>
                      </a:lnTo>
                      <a:lnTo>
                        <a:pt x="2" y="14"/>
                      </a:lnTo>
                      <a:lnTo>
                        <a:pt x="4" y="16"/>
                      </a:lnTo>
                      <a:close/>
                    </a:path>
                  </a:pathLst>
                </a:custGeom>
                <a:solidFill>
                  <a:srgbClr val="CC99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81" name="Freeform 281">
                  <a:extLst>
                    <a:ext uri="{FF2B5EF4-FFF2-40B4-BE49-F238E27FC236}">
                      <a16:creationId xmlns:a16="http://schemas.microsoft.com/office/drawing/2014/main" id="{9C06AD1F-44BE-2C78-8638-C8B0EE1EF0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6" y="2001"/>
                  <a:ext cx="87" cy="265"/>
                </a:xfrm>
                <a:custGeom>
                  <a:avLst/>
                  <a:gdLst/>
                  <a:ahLst/>
                  <a:cxnLst>
                    <a:cxn ang="0">
                      <a:pos x="0" y="264"/>
                    </a:cxn>
                    <a:cxn ang="0">
                      <a:pos x="9" y="249"/>
                    </a:cxn>
                    <a:cxn ang="0">
                      <a:pos x="19" y="228"/>
                    </a:cxn>
                    <a:cxn ang="0">
                      <a:pos x="28" y="204"/>
                    </a:cxn>
                    <a:cxn ang="0">
                      <a:pos x="37" y="176"/>
                    </a:cxn>
                    <a:cxn ang="0">
                      <a:pos x="44" y="149"/>
                    </a:cxn>
                    <a:cxn ang="0">
                      <a:pos x="50" y="124"/>
                    </a:cxn>
                    <a:cxn ang="0">
                      <a:pos x="55" y="102"/>
                    </a:cxn>
                    <a:cxn ang="0">
                      <a:pos x="58" y="88"/>
                    </a:cxn>
                    <a:cxn ang="0">
                      <a:pos x="59" y="76"/>
                    </a:cxn>
                    <a:cxn ang="0">
                      <a:pos x="59" y="65"/>
                    </a:cxn>
                    <a:cxn ang="0">
                      <a:pos x="58" y="53"/>
                    </a:cxn>
                    <a:cxn ang="0">
                      <a:pos x="54" y="43"/>
                    </a:cxn>
                    <a:cxn ang="0">
                      <a:pos x="47" y="34"/>
                    </a:cxn>
                    <a:cxn ang="0">
                      <a:pos x="38" y="28"/>
                    </a:cxn>
                    <a:cxn ang="0">
                      <a:pos x="24" y="23"/>
                    </a:cxn>
                    <a:cxn ang="0">
                      <a:pos x="6" y="21"/>
                    </a:cxn>
                    <a:cxn ang="0">
                      <a:pos x="11" y="12"/>
                    </a:cxn>
                    <a:cxn ang="0">
                      <a:pos x="16" y="6"/>
                    </a:cxn>
                    <a:cxn ang="0">
                      <a:pos x="18" y="1"/>
                    </a:cxn>
                    <a:cxn ang="0">
                      <a:pos x="19" y="0"/>
                    </a:cxn>
                    <a:cxn ang="0">
                      <a:pos x="28" y="1"/>
                    </a:cxn>
                    <a:cxn ang="0">
                      <a:pos x="39" y="3"/>
                    </a:cxn>
                    <a:cxn ang="0">
                      <a:pos x="50" y="8"/>
                    </a:cxn>
                    <a:cxn ang="0">
                      <a:pos x="61" y="14"/>
                    </a:cxn>
                    <a:cxn ang="0">
                      <a:pos x="71" y="21"/>
                    </a:cxn>
                    <a:cxn ang="0">
                      <a:pos x="79" y="31"/>
                    </a:cxn>
                    <a:cxn ang="0">
                      <a:pos x="84" y="41"/>
                    </a:cxn>
                    <a:cxn ang="0">
                      <a:pos x="87" y="54"/>
                    </a:cxn>
                    <a:cxn ang="0">
                      <a:pos x="82" y="58"/>
                    </a:cxn>
                    <a:cxn ang="0">
                      <a:pos x="78" y="62"/>
                    </a:cxn>
                    <a:cxn ang="0">
                      <a:pos x="75" y="66"/>
                    </a:cxn>
                    <a:cxn ang="0">
                      <a:pos x="74" y="67"/>
                    </a:cxn>
                    <a:cxn ang="0">
                      <a:pos x="77" y="72"/>
                    </a:cxn>
                    <a:cxn ang="0">
                      <a:pos x="79" y="77"/>
                    </a:cxn>
                    <a:cxn ang="0">
                      <a:pos x="80" y="80"/>
                    </a:cxn>
                    <a:cxn ang="0">
                      <a:pos x="79" y="82"/>
                    </a:cxn>
                    <a:cxn ang="0">
                      <a:pos x="71" y="98"/>
                    </a:cxn>
                    <a:cxn ang="0">
                      <a:pos x="64" y="125"/>
                    </a:cxn>
                    <a:cxn ang="0">
                      <a:pos x="58" y="156"/>
                    </a:cxn>
                    <a:cxn ang="0">
                      <a:pos x="55" y="184"/>
                    </a:cxn>
                    <a:cxn ang="0">
                      <a:pos x="54" y="196"/>
                    </a:cxn>
                    <a:cxn ang="0">
                      <a:pos x="52" y="205"/>
                    </a:cxn>
                    <a:cxn ang="0">
                      <a:pos x="49" y="211"/>
                    </a:cxn>
                    <a:cxn ang="0">
                      <a:pos x="45" y="215"/>
                    </a:cxn>
                    <a:cxn ang="0">
                      <a:pos x="42" y="217"/>
                    </a:cxn>
                    <a:cxn ang="0">
                      <a:pos x="38" y="222"/>
                    </a:cxn>
                    <a:cxn ang="0">
                      <a:pos x="34" y="226"/>
                    </a:cxn>
                    <a:cxn ang="0">
                      <a:pos x="28" y="231"/>
                    </a:cxn>
                    <a:cxn ang="0">
                      <a:pos x="22" y="238"/>
                    </a:cxn>
                    <a:cxn ang="0">
                      <a:pos x="16" y="246"/>
                    </a:cxn>
                    <a:cxn ang="0">
                      <a:pos x="8" y="254"/>
                    </a:cxn>
                    <a:cxn ang="0">
                      <a:pos x="0" y="264"/>
                    </a:cxn>
                  </a:cxnLst>
                  <a:rect l="0" t="0" r="r" b="b"/>
                  <a:pathLst>
                    <a:path w="87" h="264">
                      <a:moveTo>
                        <a:pt x="0" y="264"/>
                      </a:moveTo>
                      <a:lnTo>
                        <a:pt x="9" y="249"/>
                      </a:lnTo>
                      <a:lnTo>
                        <a:pt x="19" y="228"/>
                      </a:lnTo>
                      <a:lnTo>
                        <a:pt x="28" y="204"/>
                      </a:lnTo>
                      <a:lnTo>
                        <a:pt x="37" y="176"/>
                      </a:lnTo>
                      <a:lnTo>
                        <a:pt x="44" y="149"/>
                      </a:lnTo>
                      <a:lnTo>
                        <a:pt x="50" y="124"/>
                      </a:lnTo>
                      <a:lnTo>
                        <a:pt x="55" y="102"/>
                      </a:lnTo>
                      <a:lnTo>
                        <a:pt x="58" y="88"/>
                      </a:lnTo>
                      <a:lnTo>
                        <a:pt x="59" y="76"/>
                      </a:lnTo>
                      <a:lnTo>
                        <a:pt x="59" y="65"/>
                      </a:lnTo>
                      <a:lnTo>
                        <a:pt x="58" y="53"/>
                      </a:lnTo>
                      <a:lnTo>
                        <a:pt x="54" y="43"/>
                      </a:lnTo>
                      <a:lnTo>
                        <a:pt x="47" y="34"/>
                      </a:lnTo>
                      <a:lnTo>
                        <a:pt x="38" y="28"/>
                      </a:lnTo>
                      <a:lnTo>
                        <a:pt x="24" y="23"/>
                      </a:lnTo>
                      <a:lnTo>
                        <a:pt x="6" y="21"/>
                      </a:lnTo>
                      <a:lnTo>
                        <a:pt x="11" y="12"/>
                      </a:lnTo>
                      <a:lnTo>
                        <a:pt x="16" y="6"/>
                      </a:lnTo>
                      <a:lnTo>
                        <a:pt x="18" y="1"/>
                      </a:lnTo>
                      <a:lnTo>
                        <a:pt x="19" y="0"/>
                      </a:lnTo>
                      <a:lnTo>
                        <a:pt x="28" y="1"/>
                      </a:lnTo>
                      <a:lnTo>
                        <a:pt x="39" y="3"/>
                      </a:lnTo>
                      <a:lnTo>
                        <a:pt x="50" y="8"/>
                      </a:lnTo>
                      <a:lnTo>
                        <a:pt x="61" y="14"/>
                      </a:lnTo>
                      <a:lnTo>
                        <a:pt x="71" y="21"/>
                      </a:lnTo>
                      <a:lnTo>
                        <a:pt x="79" y="31"/>
                      </a:lnTo>
                      <a:lnTo>
                        <a:pt x="84" y="41"/>
                      </a:lnTo>
                      <a:lnTo>
                        <a:pt x="87" y="54"/>
                      </a:lnTo>
                      <a:lnTo>
                        <a:pt x="82" y="58"/>
                      </a:lnTo>
                      <a:lnTo>
                        <a:pt x="78" y="62"/>
                      </a:lnTo>
                      <a:lnTo>
                        <a:pt x="75" y="66"/>
                      </a:lnTo>
                      <a:lnTo>
                        <a:pt x="74" y="67"/>
                      </a:lnTo>
                      <a:lnTo>
                        <a:pt x="77" y="72"/>
                      </a:lnTo>
                      <a:lnTo>
                        <a:pt x="79" y="77"/>
                      </a:lnTo>
                      <a:lnTo>
                        <a:pt x="80" y="80"/>
                      </a:lnTo>
                      <a:lnTo>
                        <a:pt x="79" y="82"/>
                      </a:lnTo>
                      <a:lnTo>
                        <a:pt x="71" y="98"/>
                      </a:lnTo>
                      <a:lnTo>
                        <a:pt x="64" y="125"/>
                      </a:lnTo>
                      <a:lnTo>
                        <a:pt x="58" y="156"/>
                      </a:lnTo>
                      <a:lnTo>
                        <a:pt x="55" y="184"/>
                      </a:lnTo>
                      <a:lnTo>
                        <a:pt x="54" y="196"/>
                      </a:lnTo>
                      <a:lnTo>
                        <a:pt x="52" y="205"/>
                      </a:lnTo>
                      <a:lnTo>
                        <a:pt x="49" y="211"/>
                      </a:lnTo>
                      <a:lnTo>
                        <a:pt x="45" y="215"/>
                      </a:lnTo>
                      <a:lnTo>
                        <a:pt x="42" y="217"/>
                      </a:lnTo>
                      <a:lnTo>
                        <a:pt x="38" y="222"/>
                      </a:lnTo>
                      <a:lnTo>
                        <a:pt x="34" y="226"/>
                      </a:lnTo>
                      <a:lnTo>
                        <a:pt x="28" y="231"/>
                      </a:lnTo>
                      <a:lnTo>
                        <a:pt x="22" y="238"/>
                      </a:lnTo>
                      <a:lnTo>
                        <a:pt x="16" y="246"/>
                      </a:lnTo>
                      <a:lnTo>
                        <a:pt x="8" y="254"/>
                      </a:lnTo>
                      <a:lnTo>
                        <a:pt x="0" y="264"/>
                      </a:lnTo>
                      <a:close/>
                    </a:path>
                  </a:pathLst>
                </a:custGeom>
                <a:solidFill>
                  <a:srgbClr val="9BC9E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82" name="Freeform 282">
                  <a:extLst>
                    <a:ext uri="{FF2B5EF4-FFF2-40B4-BE49-F238E27FC236}">
                      <a16:creationId xmlns:a16="http://schemas.microsoft.com/office/drawing/2014/main" id="{1D2B3DF5-D1B1-CD5D-682B-45F5EA2257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14" y="2424"/>
                  <a:ext cx="79" cy="16"/>
                </a:xfrm>
                <a:custGeom>
                  <a:avLst/>
                  <a:gdLst/>
                  <a:ahLst/>
                  <a:cxnLst>
                    <a:cxn ang="0">
                      <a:pos x="79" y="16"/>
                    </a:cxn>
                    <a:cxn ang="0">
                      <a:pos x="69" y="16"/>
                    </a:cxn>
                    <a:cxn ang="0">
                      <a:pos x="59" y="16"/>
                    </a:cxn>
                    <a:cxn ang="0">
                      <a:pos x="49" y="16"/>
                    </a:cxn>
                    <a:cxn ang="0">
                      <a:pos x="38" y="16"/>
                    </a:cxn>
                    <a:cxn ang="0">
                      <a:pos x="28" y="16"/>
                    </a:cxn>
                    <a:cxn ang="0">
                      <a:pos x="18" y="16"/>
                    </a:cxn>
                    <a:cxn ang="0">
                      <a:pos x="9" y="16"/>
                    </a:cxn>
                    <a:cxn ang="0">
                      <a:pos x="0" y="16"/>
                    </a:cxn>
                    <a:cxn ang="0">
                      <a:pos x="0" y="14"/>
                    </a:cxn>
                    <a:cxn ang="0">
                      <a:pos x="0" y="11"/>
                    </a:cxn>
                    <a:cxn ang="0">
                      <a:pos x="0" y="9"/>
                    </a:cxn>
                    <a:cxn ang="0">
                      <a:pos x="0" y="7"/>
                    </a:cxn>
                    <a:cxn ang="0">
                      <a:pos x="0" y="5"/>
                    </a:cxn>
                    <a:cxn ang="0">
                      <a:pos x="2" y="4"/>
                    </a:cxn>
                    <a:cxn ang="0">
                      <a:pos x="4" y="2"/>
                    </a:cxn>
                    <a:cxn ang="0">
                      <a:pos x="6" y="0"/>
                    </a:cxn>
                    <a:cxn ang="0">
                      <a:pos x="13" y="0"/>
                    </a:cxn>
                    <a:cxn ang="0">
                      <a:pos x="22" y="0"/>
                    </a:cxn>
                    <a:cxn ang="0">
                      <a:pos x="30" y="0"/>
                    </a:cxn>
                    <a:cxn ang="0">
                      <a:pos x="40" y="0"/>
                    </a:cxn>
                    <a:cxn ang="0">
                      <a:pos x="49" y="0"/>
                    </a:cxn>
                    <a:cxn ang="0">
                      <a:pos x="59" y="0"/>
                    </a:cxn>
                    <a:cxn ang="0">
                      <a:pos x="68" y="0"/>
                    </a:cxn>
                    <a:cxn ang="0">
                      <a:pos x="78" y="0"/>
                    </a:cxn>
                    <a:cxn ang="0">
                      <a:pos x="76" y="3"/>
                    </a:cxn>
                    <a:cxn ang="0">
                      <a:pos x="75" y="7"/>
                    </a:cxn>
                    <a:cxn ang="0">
                      <a:pos x="76" y="11"/>
                    </a:cxn>
                    <a:cxn ang="0">
                      <a:pos x="79" y="16"/>
                    </a:cxn>
                  </a:cxnLst>
                  <a:rect l="0" t="0" r="r" b="b"/>
                  <a:pathLst>
                    <a:path w="79" h="16">
                      <a:moveTo>
                        <a:pt x="79" y="16"/>
                      </a:moveTo>
                      <a:lnTo>
                        <a:pt x="69" y="16"/>
                      </a:lnTo>
                      <a:lnTo>
                        <a:pt x="59" y="16"/>
                      </a:lnTo>
                      <a:lnTo>
                        <a:pt x="49" y="16"/>
                      </a:lnTo>
                      <a:lnTo>
                        <a:pt x="38" y="16"/>
                      </a:lnTo>
                      <a:lnTo>
                        <a:pt x="28" y="16"/>
                      </a:lnTo>
                      <a:lnTo>
                        <a:pt x="18" y="16"/>
                      </a:lnTo>
                      <a:lnTo>
                        <a:pt x="9" y="16"/>
                      </a:lnTo>
                      <a:lnTo>
                        <a:pt x="0" y="16"/>
                      </a:lnTo>
                      <a:lnTo>
                        <a:pt x="0" y="14"/>
                      </a:lnTo>
                      <a:lnTo>
                        <a:pt x="0" y="11"/>
                      </a:lnTo>
                      <a:lnTo>
                        <a:pt x="0" y="9"/>
                      </a:lnTo>
                      <a:lnTo>
                        <a:pt x="0" y="7"/>
                      </a:lnTo>
                      <a:lnTo>
                        <a:pt x="0" y="5"/>
                      </a:lnTo>
                      <a:lnTo>
                        <a:pt x="2" y="4"/>
                      </a:lnTo>
                      <a:lnTo>
                        <a:pt x="4" y="2"/>
                      </a:lnTo>
                      <a:lnTo>
                        <a:pt x="6" y="0"/>
                      </a:lnTo>
                      <a:lnTo>
                        <a:pt x="13" y="0"/>
                      </a:lnTo>
                      <a:lnTo>
                        <a:pt x="22" y="0"/>
                      </a:lnTo>
                      <a:lnTo>
                        <a:pt x="30" y="0"/>
                      </a:lnTo>
                      <a:lnTo>
                        <a:pt x="40" y="0"/>
                      </a:lnTo>
                      <a:lnTo>
                        <a:pt x="49" y="0"/>
                      </a:lnTo>
                      <a:lnTo>
                        <a:pt x="59" y="0"/>
                      </a:lnTo>
                      <a:lnTo>
                        <a:pt x="68" y="0"/>
                      </a:lnTo>
                      <a:lnTo>
                        <a:pt x="78" y="0"/>
                      </a:lnTo>
                      <a:lnTo>
                        <a:pt x="76" y="3"/>
                      </a:lnTo>
                      <a:lnTo>
                        <a:pt x="75" y="7"/>
                      </a:lnTo>
                      <a:lnTo>
                        <a:pt x="76" y="11"/>
                      </a:lnTo>
                      <a:lnTo>
                        <a:pt x="79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83" name="Freeform 283">
                  <a:extLst>
                    <a:ext uri="{FF2B5EF4-FFF2-40B4-BE49-F238E27FC236}">
                      <a16:creationId xmlns:a16="http://schemas.microsoft.com/office/drawing/2014/main" id="{900CE946-0B4A-999D-0B6F-3F36EA5EA8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99" y="2398"/>
                  <a:ext cx="18" cy="16"/>
                </a:xfrm>
                <a:custGeom>
                  <a:avLst/>
                  <a:gdLst/>
                  <a:ahLst/>
                  <a:cxnLst>
                    <a:cxn ang="0">
                      <a:pos x="13" y="16"/>
                    </a:cxn>
                    <a:cxn ang="0">
                      <a:pos x="15" y="13"/>
                    </a:cxn>
                    <a:cxn ang="0">
                      <a:pos x="18" y="10"/>
                    </a:cxn>
                    <a:cxn ang="0">
                      <a:pos x="18" y="7"/>
                    </a:cxn>
                    <a:cxn ang="0">
                      <a:pos x="17" y="4"/>
                    </a:cxn>
                    <a:cxn ang="0">
                      <a:pos x="13" y="2"/>
                    </a:cxn>
                    <a:cxn ang="0">
                      <a:pos x="10" y="0"/>
                    </a:cxn>
                    <a:cxn ang="0">
                      <a:pos x="7" y="0"/>
                    </a:cxn>
                    <a:cxn ang="0">
                      <a:pos x="4" y="2"/>
                    </a:cxn>
                    <a:cxn ang="0">
                      <a:pos x="2" y="4"/>
                    </a:cxn>
                    <a:cxn ang="0">
                      <a:pos x="0" y="7"/>
                    </a:cxn>
                    <a:cxn ang="0">
                      <a:pos x="0" y="11"/>
                    </a:cxn>
                    <a:cxn ang="0">
                      <a:pos x="2" y="14"/>
                    </a:cxn>
                    <a:cxn ang="0">
                      <a:pos x="4" y="16"/>
                    </a:cxn>
                    <a:cxn ang="0">
                      <a:pos x="7" y="17"/>
                    </a:cxn>
                    <a:cxn ang="0">
                      <a:pos x="10" y="17"/>
                    </a:cxn>
                    <a:cxn ang="0">
                      <a:pos x="13" y="16"/>
                    </a:cxn>
                  </a:cxnLst>
                  <a:rect l="0" t="0" r="r" b="b"/>
                  <a:pathLst>
                    <a:path w="18" h="17">
                      <a:moveTo>
                        <a:pt x="13" y="16"/>
                      </a:moveTo>
                      <a:lnTo>
                        <a:pt x="15" y="13"/>
                      </a:lnTo>
                      <a:lnTo>
                        <a:pt x="18" y="10"/>
                      </a:lnTo>
                      <a:lnTo>
                        <a:pt x="18" y="7"/>
                      </a:lnTo>
                      <a:lnTo>
                        <a:pt x="17" y="4"/>
                      </a:lnTo>
                      <a:lnTo>
                        <a:pt x="13" y="2"/>
                      </a:lnTo>
                      <a:lnTo>
                        <a:pt x="10" y="0"/>
                      </a:lnTo>
                      <a:lnTo>
                        <a:pt x="7" y="0"/>
                      </a:lnTo>
                      <a:lnTo>
                        <a:pt x="4" y="2"/>
                      </a:lnTo>
                      <a:lnTo>
                        <a:pt x="2" y="4"/>
                      </a:lnTo>
                      <a:lnTo>
                        <a:pt x="0" y="7"/>
                      </a:lnTo>
                      <a:lnTo>
                        <a:pt x="0" y="11"/>
                      </a:lnTo>
                      <a:lnTo>
                        <a:pt x="2" y="14"/>
                      </a:lnTo>
                      <a:lnTo>
                        <a:pt x="4" y="16"/>
                      </a:lnTo>
                      <a:lnTo>
                        <a:pt x="7" y="17"/>
                      </a:lnTo>
                      <a:lnTo>
                        <a:pt x="10" y="17"/>
                      </a:lnTo>
                      <a:lnTo>
                        <a:pt x="13" y="16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84" name="Freeform 284">
                  <a:extLst>
                    <a:ext uri="{FF2B5EF4-FFF2-40B4-BE49-F238E27FC236}">
                      <a16:creationId xmlns:a16="http://schemas.microsoft.com/office/drawing/2014/main" id="{10CBCD77-2115-A7BD-1781-D638D3008F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80" y="2054"/>
                  <a:ext cx="138" cy="363"/>
                </a:xfrm>
                <a:custGeom>
                  <a:avLst/>
                  <a:gdLst/>
                  <a:ahLst/>
                  <a:cxnLst>
                    <a:cxn ang="0">
                      <a:pos x="37" y="270"/>
                    </a:cxn>
                    <a:cxn ang="0">
                      <a:pos x="28" y="254"/>
                    </a:cxn>
                    <a:cxn ang="0">
                      <a:pos x="17" y="237"/>
                    </a:cxn>
                    <a:cxn ang="0">
                      <a:pos x="9" y="223"/>
                    </a:cxn>
                    <a:cxn ang="0">
                      <a:pos x="4" y="215"/>
                    </a:cxn>
                    <a:cxn ang="0">
                      <a:pos x="0" y="205"/>
                    </a:cxn>
                    <a:cxn ang="0">
                      <a:pos x="3" y="189"/>
                    </a:cxn>
                    <a:cxn ang="0">
                      <a:pos x="6" y="151"/>
                    </a:cxn>
                    <a:cxn ang="0">
                      <a:pos x="11" y="115"/>
                    </a:cxn>
                    <a:cxn ang="0">
                      <a:pos x="25" y="49"/>
                    </a:cxn>
                    <a:cxn ang="0">
                      <a:pos x="33" y="16"/>
                    </a:cxn>
                    <a:cxn ang="0">
                      <a:pos x="53" y="0"/>
                    </a:cxn>
                    <a:cxn ang="0">
                      <a:pos x="76" y="4"/>
                    </a:cxn>
                    <a:cxn ang="0">
                      <a:pos x="92" y="24"/>
                    </a:cxn>
                    <a:cxn ang="0">
                      <a:pos x="90" y="56"/>
                    </a:cxn>
                    <a:cxn ang="0">
                      <a:pos x="80" y="88"/>
                    </a:cxn>
                    <a:cxn ang="0">
                      <a:pos x="69" y="133"/>
                    </a:cxn>
                    <a:cxn ang="0">
                      <a:pos x="56" y="179"/>
                    </a:cxn>
                    <a:cxn ang="0">
                      <a:pos x="52" y="195"/>
                    </a:cxn>
                    <a:cxn ang="0">
                      <a:pos x="52" y="202"/>
                    </a:cxn>
                    <a:cxn ang="0">
                      <a:pos x="58" y="210"/>
                    </a:cxn>
                    <a:cxn ang="0">
                      <a:pos x="72" y="232"/>
                    </a:cxn>
                    <a:cxn ang="0">
                      <a:pos x="84" y="257"/>
                    </a:cxn>
                    <a:cxn ang="0">
                      <a:pos x="94" y="277"/>
                    </a:cxn>
                    <a:cxn ang="0">
                      <a:pos x="106" y="298"/>
                    </a:cxn>
                    <a:cxn ang="0">
                      <a:pos x="118" y="318"/>
                    </a:cxn>
                    <a:cxn ang="0">
                      <a:pos x="126" y="332"/>
                    </a:cxn>
                    <a:cxn ang="0">
                      <a:pos x="134" y="344"/>
                    </a:cxn>
                    <a:cxn ang="0">
                      <a:pos x="138" y="349"/>
                    </a:cxn>
                    <a:cxn ang="0">
                      <a:pos x="138" y="353"/>
                    </a:cxn>
                    <a:cxn ang="0">
                      <a:pos x="137" y="358"/>
                    </a:cxn>
                    <a:cxn ang="0">
                      <a:pos x="131" y="363"/>
                    </a:cxn>
                    <a:cxn ang="0">
                      <a:pos x="126" y="363"/>
                    </a:cxn>
                    <a:cxn ang="0">
                      <a:pos x="123" y="360"/>
                    </a:cxn>
                    <a:cxn ang="0">
                      <a:pos x="119" y="356"/>
                    </a:cxn>
                    <a:cxn ang="0">
                      <a:pos x="103" y="344"/>
                    </a:cxn>
                    <a:cxn ang="0">
                      <a:pos x="80" y="321"/>
                    </a:cxn>
                    <a:cxn ang="0">
                      <a:pos x="53" y="293"/>
                    </a:cxn>
                  </a:cxnLst>
                  <a:rect l="0" t="0" r="r" b="b"/>
                  <a:pathLst>
                    <a:path w="138" h="363">
                      <a:moveTo>
                        <a:pt x="41" y="276"/>
                      </a:moveTo>
                      <a:lnTo>
                        <a:pt x="37" y="270"/>
                      </a:lnTo>
                      <a:lnTo>
                        <a:pt x="32" y="262"/>
                      </a:lnTo>
                      <a:lnTo>
                        <a:pt x="28" y="254"/>
                      </a:lnTo>
                      <a:lnTo>
                        <a:pt x="23" y="245"/>
                      </a:lnTo>
                      <a:lnTo>
                        <a:pt x="17" y="237"/>
                      </a:lnTo>
                      <a:lnTo>
                        <a:pt x="13" y="229"/>
                      </a:lnTo>
                      <a:lnTo>
                        <a:pt x="9" y="223"/>
                      </a:lnTo>
                      <a:lnTo>
                        <a:pt x="7" y="219"/>
                      </a:lnTo>
                      <a:lnTo>
                        <a:pt x="4" y="215"/>
                      </a:lnTo>
                      <a:lnTo>
                        <a:pt x="1" y="211"/>
                      </a:lnTo>
                      <a:lnTo>
                        <a:pt x="0" y="205"/>
                      </a:lnTo>
                      <a:lnTo>
                        <a:pt x="1" y="200"/>
                      </a:lnTo>
                      <a:lnTo>
                        <a:pt x="3" y="189"/>
                      </a:lnTo>
                      <a:lnTo>
                        <a:pt x="5" y="171"/>
                      </a:lnTo>
                      <a:lnTo>
                        <a:pt x="6" y="151"/>
                      </a:lnTo>
                      <a:lnTo>
                        <a:pt x="7" y="136"/>
                      </a:lnTo>
                      <a:lnTo>
                        <a:pt x="11" y="115"/>
                      </a:lnTo>
                      <a:lnTo>
                        <a:pt x="17" y="82"/>
                      </a:lnTo>
                      <a:lnTo>
                        <a:pt x="25" y="49"/>
                      </a:lnTo>
                      <a:lnTo>
                        <a:pt x="28" y="32"/>
                      </a:lnTo>
                      <a:lnTo>
                        <a:pt x="33" y="16"/>
                      </a:lnTo>
                      <a:lnTo>
                        <a:pt x="42" y="5"/>
                      </a:lnTo>
                      <a:lnTo>
                        <a:pt x="53" y="0"/>
                      </a:lnTo>
                      <a:lnTo>
                        <a:pt x="65" y="0"/>
                      </a:lnTo>
                      <a:lnTo>
                        <a:pt x="76" y="4"/>
                      </a:lnTo>
                      <a:lnTo>
                        <a:pt x="86" y="13"/>
                      </a:lnTo>
                      <a:lnTo>
                        <a:pt x="92" y="24"/>
                      </a:lnTo>
                      <a:lnTo>
                        <a:pt x="93" y="40"/>
                      </a:lnTo>
                      <a:lnTo>
                        <a:pt x="90" y="56"/>
                      </a:lnTo>
                      <a:lnTo>
                        <a:pt x="86" y="71"/>
                      </a:lnTo>
                      <a:lnTo>
                        <a:pt x="80" y="88"/>
                      </a:lnTo>
                      <a:lnTo>
                        <a:pt x="75" y="108"/>
                      </a:lnTo>
                      <a:lnTo>
                        <a:pt x="69" y="133"/>
                      </a:lnTo>
                      <a:lnTo>
                        <a:pt x="63" y="158"/>
                      </a:lnTo>
                      <a:lnTo>
                        <a:pt x="56" y="179"/>
                      </a:lnTo>
                      <a:lnTo>
                        <a:pt x="53" y="191"/>
                      </a:lnTo>
                      <a:lnTo>
                        <a:pt x="52" y="195"/>
                      </a:lnTo>
                      <a:lnTo>
                        <a:pt x="51" y="199"/>
                      </a:lnTo>
                      <a:lnTo>
                        <a:pt x="52" y="202"/>
                      </a:lnTo>
                      <a:lnTo>
                        <a:pt x="54" y="205"/>
                      </a:lnTo>
                      <a:lnTo>
                        <a:pt x="58" y="210"/>
                      </a:lnTo>
                      <a:lnTo>
                        <a:pt x="65" y="219"/>
                      </a:lnTo>
                      <a:lnTo>
                        <a:pt x="72" y="232"/>
                      </a:lnTo>
                      <a:lnTo>
                        <a:pt x="80" y="248"/>
                      </a:lnTo>
                      <a:lnTo>
                        <a:pt x="84" y="257"/>
                      </a:lnTo>
                      <a:lnTo>
                        <a:pt x="89" y="267"/>
                      </a:lnTo>
                      <a:lnTo>
                        <a:pt x="94" y="277"/>
                      </a:lnTo>
                      <a:lnTo>
                        <a:pt x="100" y="288"/>
                      </a:lnTo>
                      <a:lnTo>
                        <a:pt x="106" y="298"/>
                      </a:lnTo>
                      <a:lnTo>
                        <a:pt x="112" y="309"/>
                      </a:lnTo>
                      <a:lnTo>
                        <a:pt x="118" y="318"/>
                      </a:lnTo>
                      <a:lnTo>
                        <a:pt x="123" y="326"/>
                      </a:lnTo>
                      <a:lnTo>
                        <a:pt x="126" y="332"/>
                      </a:lnTo>
                      <a:lnTo>
                        <a:pt x="130" y="337"/>
                      </a:lnTo>
                      <a:lnTo>
                        <a:pt x="134" y="344"/>
                      </a:lnTo>
                      <a:lnTo>
                        <a:pt x="137" y="347"/>
                      </a:lnTo>
                      <a:lnTo>
                        <a:pt x="138" y="349"/>
                      </a:lnTo>
                      <a:lnTo>
                        <a:pt x="138" y="351"/>
                      </a:lnTo>
                      <a:lnTo>
                        <a:pt x="138" y="353"/>
                      </a:lnTo>
                      <a:lnTo>
                        <a:pt x="138" y="355"/>
                      </a:lnTo>
                      <a:lnTo>
                        <a:pt x="137" y="358"/>
                      </a:lnTo>
                      <a:lnTo>
                        <a:pt x="134" y="360"/>
                      </a:lnTo>
                      <a:lnTo>
                        <a:pt x="131" y="363"/>
                      </a:lnTo>
                      <a:lnTo>
                        <a:pt x="127" y="363"/>
                      </a:lnTo>
                      <a:lnTo>
                        <a:pt x="126" y="363"/>
                      </a:lnTo>
                      <a:lnTo>
                        <a:pt x="124" y="361"/>
                      </a:lnTo>
                      <a:lnTo>
                        <a:pt x="123" y="360"/>
                      </a:lnTo>
                      <a:lnTo>
                        <a:pt x="122" y="359"/>
                      </a:lnTo>
                      <a:lnTo>
                        <a:pt x="119" y="356"/>
                      </a:lnTo>
                      <a:lnTo>
                        <a:pt x="112" y="351"/>
                      </a:lnTo>
                      <a:lnTo>
                        <a:pt x="103" y="344"/>
                      </a:lnTo>
                      <a:lnTo>
                        <a:pt x="92" y="333"/>
                      </a:lnTo>
                      <a:lnTo>
                        <a:pt x="80" y="321"/>
                      </a:lnTo>
                      <a:lnTo>
                        <a:pt x="67" y="308"/>
                      </a:lnTo>
                      <a:lnTo>
                        <a:pt x="53" y="293"/>
                      </a:lnTo>
                      <a:lnTo>
                        <a:pt x="41" y="276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85" name="Freeform 285">
                  <a:extLst>
                    <a:ext uri="{FF2B5EF4-FFF2-40B4-BE49-F238E27FC236}">
                      <a16:creationId xmlns:a16="http://schemas.microsoft.com/office/drawing/2014/main" id="{DE087850-2601-72F1-9BF6-83B6284E59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00" y="2398"/>
                  <a:ext cx="17" cy="16"/>
                </a:xfrm>
                <a:custGeom>
                  <a:avLst/>
                  <a:gdLst/>
                  <a:ahLst/>
                  <a:cxnLst>
                    <a:cxn ang="0">
                      <a:pos x="7" y="16"/>
                    </a:cxn>
                    <a:cxn ang="0">
                      <a:pos x="10" y="16"/>
                    </a:cxn>
                    <a:cxn ang="0">
                      <a:pos x="13" y="15"/>
                    </a:cxn>
                    <a:cxn ang="0">
                      <a:pos x="16" y="12"/>
                    </a:cxn>
                    <a:cxn ang="0">
                      <a:pos x="17" y="9"/>
                    </a:cxn>
                    <a:cxn ang="0">
                      <a:pos x="17" y="5"/>
                    </a:cxn>
                    <a:cxn ang="0">
                      <a:pos x="14" y="3"/>
                    </a:cxn>
                    <a:cxn ang="0">
                      <a:pos x="12" y="1"/>
                    </a:cxn>
                    <a:cxn ang="0">
                      <a:pos x="9" y="0"/>
                    </a:cxn>
                    <a:cxn ang="0">
                      <a:pos x="5" y="0"/>
                    </a:cxn>
                    <a:cxn ang="0">
                      <a:pos x="3" y="1"/>
                    </a:cxn>
                    <a:cxn ang="0">
                      <a:pos x="1" y="4"/>
                    </a:cxn>
                    <a:cxn ang="0">
                      <a:pos x="0" y="7"/>
                    </a:cxn>
                    <a:cxn ang="0">
                      <a:pos x="0" y="11"/>
                    </a:cxn>
                    <a:cxn ang="0">
                      <a:pos x="1" y="13"/>
                    </a:cxn>
                    <a:cxn ang="0">
                      <a:pos x="4" y="15"/>
                    </a:cxn>
                    <a:cxn ang="0">
                      <a:pos x="7" y="16"/>
                    </a:cxn>
                  </a:cxnLst>
                  <a:rect l="0" t="0" r="r" b="b"/>
                  <a:pathLst>
                    <a:path w="17" h="16">
                      <a:moveTo>
                        <a:pt x="7" y="16"/>
                      </a:moveTo>
                      <a:lnTo>
                        <a:pt x="10" y="16"/>
                      </a:lnTo>
                      <a:lnTo>
                        <a:pt x="13" y="15"/>
                      </a:lnTo>
                      <a:lnTo>
                        <a:pt x="16" y="12"/>
                      </a:lnTo>
                      <a:lnTo>
                        <a:pt x="17" y="9"/>
                      </a:lnTo>
                      <a:lnTo>
                        <a:pt x="17" y="5"/>
                      </a:lnTo>
                      <a:lnTo>
                        <a:pt x="14" y="3"/>
                      </a:lnTo>
                      <a:lnTo>
                        <a:pt x="12" y="1"/>
                      </a:lnTo>
                      <a:lnTo>
                        <a:pt x="9" y="0"/>
                      </a:lnTo>
                      <a:lnTo>
                        <a:pt x="5" y="0"/>
                      </a:lnTo>
                      <a:lnTo>
                        <a:pt x="3" y="1"/>
                      </a:lnTo>
                      <a:lnTo>
                        <a:pt x="1" y="4"/>
                      </a:lnTo>
                      <a:lnTo>
                        <a:pt x="0" y="7"/>
                      </a:lnTo>
                      <a:lnTo>
                        <a:pt x="0" y="11"/>
                      </a:lnTo>
                      <a:lnTo>
                        <a:pt x="1" y="13"/>
                      </a:lnTo>
                      <a:lnTo>
                        <a:pt x="4" y="15"/>
                      </a:lnTo>
                      <a:lnTo>
                        <a:pt x="7" y="16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886" name="Freeform 286">
                  <a:extLst>
                    <a:ext uri="{FF2B5EF4-FFF2-40B4-BE49-F238E27FC236}">
                      <a16:creationId xmlns:a16="http://schemas.microsoft.com/office/drawing/2014/main" id="{FD38D254-4ED6-D5EB-8FCA-6452BB0052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7" y="2084"/>
                  <a:ext cx="18" cy="17"/>
                </a:xfrm>
                <a:custGeom>
                  <a:avLst/>
                  <a:gdLst/>
                  <a:ahLst/>
                  <a:cxnLst>
                    <a:cxn ang="0">
                      <a:pos x="7" y="18"/>
                    </a:cxn>
                    <a:cxn ang="0">
                      <a:pos x="11" y="17"/>
                    </a:cxn>
                    <a:cxn ang="0">
                      <a:pos x="15" y="16"/>
                    </a:cxn>
                    <a:cxn ang="0">
                      <a:pos x="17" y="13"/>
                    </a:cxn>
                    <a:cxn ang="0">
                      <a:pos x="18" y="10"/>
                    </a:cxn>
                    <a:cxn ang="0">
                      <a:pos x="17" y="7"/>
                    </a:cxn>
                    <a:cxn ang="0">
                      <a:pos x="16" y="4"/>
                    </a:cxn>
                    <a:cxn ang="0">
                      <a:pos x="13" y="1"/>
                    </a:cxn>
                    <a:cxn ang="0">
                      <a:pos x="9" y="0"/>
                    </a:cxn>
                    <a:cxn ang="0">
                      <a:pos x="6" y="0"/>
                    </a:cxn>
                    <a:cxn ang="0">
                      <a:pos x="3" y="3"/>
                    </a:cxn>
                    <a:cxn ang="0">
                      <a:pos x="1" y="5"/>
                    </a:cxn>
                    <a:cxn ang="0">
                      <a:pos x="0" y="8"/>
                    </a:cxn>
                    <a:cxn ang="0">
                      <a:pos x="0" y="12"/>
                    </a:cxn>
                    <a:cxn ang="0">
                      <a:pos x="2" y="14"/>
                    </a:cxn>
                    <a:cxn ang="0">
                      <a:pos x="4" y="17"/>
                    </a:cxn>
                    <a:cxn ang="0">
                      <a:pos x="7" y="18"/>
                    </a:cxn>
                  </a:cxnLst>
                  <a:rect l="0" t="0" r="r" b="b"/>
                  <a:pathLst>
                    <a:path w="18" h="18">
                      <a:moveTo>
                        <a:pt x="7" y="18"/>
                      </a:moveTo>
                      <a:lnTo>
                        <a:pt x="11" y="17"/>
                      </a:lnTo>
                      <a:lnTo>
                        <a:pt x="15" y="16"/>
                      </a:lnTo>
                      <a:lnTo>
                        <a:pt x="17" y="13"/>
                      </a:lnTo>
                      <a:lnTo>
                        <a:pt x="18" y="10"/>
                      </a:lnTo>
                      <a:lnTo>
                        <a:pt x="17" y="7"/>
                      </a:lnTo>
                      <a:lnTo>
                        <a:pt x="16" y="4"/>
                      </a:lnTo>
                      <a:lnTo>
                        <a:pt x="13" y="1"/>
                      </a:lnTo>
                      <a:lnTo>
                        <a:pt x="9" y="0"/>
                      </a:lnTo>
                      <a:lnTo>
                        <a:pt x="6" y="0"/>
                      </a:lnTo>
                      <a:lnTo>
                        <a:pt x="3" y="3"/>
                      </a:lnTo>
                      <a:lnTo>
                        <a:pt x="1" y="5"/>
                      </a:lnTo>
                      <a:lnTo>
                        <a:pt x="0" y="8"/>
                      </a:lnTo>
                      <a:lnTo>
                        <a:pt x="0" y="12"/>
                      </a:lnTo>
                      <a:lnTo>
                        <a:pt x="2" y="14"/>
                      </a:lnTo>
                      <a:lnTo>
                        <a:pt x="4" y="17"/>
                      </a:lnTo>
                      <a:lnTo>
                        <a:pt x="7" y="18"/>
                      </a:lnTo>
                      <a:close/>
                    </a:path>
                  </a:pathLst>
                </a:custGeom>
                <a:solidFill>
                  <a:srgbClr val="E5B2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grpSp>
              <p:nvGrpSpPr>
                <p:cNvPr id="13424" name="Group 287">
                  <a:extLst>
                    <a:ext uri="{FF2B5EF4-FFF2-40B4-BE49-F238E27FC236}">
                      <a16:creationId xmlns:a16="http://schemas.microsoft.com/office/drawing/2014/main" id="{FE3A6449-2D58-FFC7-867E-FDABA31824A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68" y="1836"/>
                  <a:ext cx="521" cy="1200"/>
                  <a:chOff x="1468" y="1836"/>
                  <a:chExt cx="521" cy="1200"/>
                </a:xfrm>
              </p:grpSpPr>
              <p:sp>
                <p:nvSpPr>
                  <p:cNvPr id="25888" name="Freeform 288">
                    <a:extLst>
                      <a:ext uri="{FF2B5EF4-FFF2-40B4-BE49-F238E27FC236}">
                        <a16:creationId xmlns:a16="http://schemas.microsoft.com/office/drawing/2014/main" id="{3313B223-9DA3-1821-5CEA-9C0298B1A9E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7" y="2053"/>
                    <a:ext cx="173" cy="343"/>
                  </a:xfrm>
                  <a:custGeom>
                    <a:avLst/>
                    <a:gdLst/>
                    <a:ahLst/>
                    <a:cxnLst>
                      <a:cxn ang="0">
                        <a:pos x="58" y="271"/>
                      </a:cxn>
                      <a:cxn ang="0">
                        <a:pos x="45" y="257"/>
                      </a:cxn>
                      <a:cxn ang="0">
                        <a:pos x="33" y="242"/>
                      </a:cxn>
                      <a:cxn ang="0">
                        <a:pos x="21" y="231"/>
                      </a:cxn>
                      <a:cxn ang="0">
                        <a:pos x="14" y="223"/>
                      </a:cxn>
                      <a:cxn ang="0">
                        <a:pos x="9" y="216"/>
                      </a:cxn>
                      <a:cxn ang="0">
                        <a:pos x="8" y="199"/>
                      </a:cxn>
                      <a:cxn ang="0">
                        <a:pos x="4" y="160"/>
                      </a:cxn>
                      <a:cxn ang="0">
                        <a:pos x="1" y="125"/>
                      </a:cxn>
                      <a:cxn ang="0">
                        <a:pos x="0" y="57"/>
                      </a:cxn>
                      <a:cxn ang="0">
                        <a:pos x="1" y="22"/>
                      </a:cxn>
                      <a:cxn ang="0">
                        <a:pos x="18" y="3"/>
                      </a:cxn>
                      <a:cxn ang="0">
                        <a:pos x="42" y="2"/>
                      </a:cxn>
                      <a:cxn ang="0">
                        <a:pos x="62" y="20"/>
                      </a:cxn>
                      <a:cxn ang="0">
                        <a:pos x="66" y="50"/>
                      </a:cxn>
                      <a:cxn ang="0">
                        <a:pos x="62" y="84"/>
                      </a:cxn>
                      <a:cxn ang="0">
                        <a:pos x="62" y="130"/>
                      </a:cxn>
                      <a:cxn ang="0">
                        <a:pos x="58" y="178"/>
                      </a:cxn>
                      <a:cxn ang="0">
                        <a:pos x="57" y="194"/>
                      </a:cxn>
                      <a:cxn ang="0">
                        <a:pos x="59" y="201"/>
                      </a:cxn>
                      <a:cxn ang="0">
                        <a:pos x="64" y="205"/>
                      </a:cxn>
                      <a:cxn ang="0">
                        <a:pos x="71" y="211"/>
                      </a:cxn>
                      <a:cxn ang="0">
                        <a:pos x="80" y="220"/>
                      </a:cxn>
                      <a:cxn ang="0">
                        <a:pos x="90" y="233"/>
                      </a:cxn>
                      <a:cxn ang="0">
                        <a:pos x="101" y="249"/>
                      </a:cxn>
                      <a:cxn ang="0">
                        <a:pos x="116" y="266"/>
                      </a:cxn>
                      <a:cxn ang="0">
                        <a:pos x="132" y="285"/>
                      </a:cxn>
                      <a:cxn ang="0">
                        <a:pos x="148" y="301"/>
                      </a:cxn>
                      <a:cxn ang="0">
                        <a:pos x="158" y="313"/>
                      </a:cxn>
                      <a:cxn ang="0">
                        <a:pos x="168" y="322"/>
                      </a:cxn>
                      <a:cxn ang="0">
                        <a:pos x="171" y="328"/>
                      </a:cxn>
                      <a:cxn ang="0">
                        <a:pos x="172" y="331"/>
                      </a:cxn>
                      <a:cxn ang="0">
                        <a:pos x="172" y="337"/>
                      </a:cxn>
                      <a:cxn ang="0">
                        <a:pos x="169" y="341"/>
                      </a:cxn>
                      <a:cxn ang="0">
                        <a:pos x="164" y="342"/>
                      </a:cxn>
                      <a:cxn ang="0">
                        <a:pos x="161" y="342"/>
                      </a:cxn>
                      <a:cxn ang="0">
                        <a:pos x="156" y="339"/>
                      </a:cxn>
                      <a:cxn ang="0">
                        <a:pos x="138" y="330"/>
                      </a:cxn>
                      <a:cxn ang="0">
                        <a:pos x="111" y="313"/>
                      </a:cxn>
                      <a:cxn ang="0">
                        <a:pos x="78" y="290"/>
                      </a:cxn>
                    </a:cxnLst>
                    <a:rect l="0" t="0" r="r" b="b"/>
                    <a:pathLst>
                      <a:path w="173" h="342">
                        <a:moveTo>
                          <a:pt x="62" y="276"/>
                        </a:moveTo>
                        <a:lnTo>
                          <a:pt x="58" y="271"/>
                        </a:lnTo>
                        <a:lnTo>
                          <a:pt x="52" y="264"/>
                        </a:lnTo>
                        <a:lnTo>
                          <a:pt x="45" y="257"/>
                        </a:lnTo>
                        <a:lnTo>
                          <a:pt x="39" y="250"/>
                        </a:lnTo>
                        <a:lnTo>
                          <a:pt x="33" y="242"/>
                        </a:lnTo>
                        <a:lnTo>
                          <a:pt x="26" y="235"/>
                        </a:lnTo>
                        <a:lnTo>
                          <a:pt x="21" y="231"/>
                        </a:lnTo>
                        <a:lnTo>
                          <a:pt x="18" y="227"/>
                        </a:lnTo>
                        <a:lnTo>
                          <a:pt x="14" y="223"/>
                        </a:lnTo>
                        <a:lnTo>
                          <a:pt x="10" y="220"/>
                        </a:lnTo>
                        <a:lnTo>
                          <a:pt x="9" y="216"/>
                        </a:lnTo>
                        <a:lnTo>
                          <a:pt x="8" y="211"/>
                        </a:lnTo>
                        <a:lnTo>
                          <a:pt x="8" y="199"/>
                        </a:lnTo>
                        <a:lnTo>
                          <a:pt x="6" y="180"/>
                        </a:lnTo>
                        <a:lnTo>
                          <a:pt x="4" y="160"/>
                        </a:lnTo>
                        <a:lnTo>
                          <a:pt x="2" y="146"/>
                        </a:lnTo>
                        <a:lnTo>
                          <a:pt x="1" y="125"/>
                        </a:lnTo>
                        <a:lnTo>
                          <a:pt x="1" y="90"/>
                        </a:lnTo>
                        <a:lnTo>
                          <a:pt x="0" y="57"/>
                        </a:lnTo>
                        <a:lnTo>
                          <a:pt x="0" y="39"/>
                        </a:lnTo>
                        <a:lnTo>
                          <a:pt x="1" y="22"/>
                        </a:lnTo>
                        <a:lnTo>
                          <a:pt x="8" y="10"/>
                        </a:lnTo>
                        <a:lnTo>
                          <a:pt x="18" y="3"/>
                        </a:lnTo>
                        <a:lnTo>
                          <a:pt x="30" y="0"/>
                        </a:lnTo>
                        <a:lnTo>
                          <a:pt x="42" y="2"/>
                        </a:lnTo>
                        <a:lnTo>
                          <a:pt x="54" y="8"/>
                        </a:lnTo>
                        <a:lnTo>
                          <a:pt x="62" y="20"/>
                        </a:lnTo>
                        <a:lnTo>
                          <a:pt x="66" y="35"/>
                        </a:lnTo>
                        <a:lnTo>
                          <a:pt x="66" y="50"/>
                        </a:lnTo>
                        <a:lnTo>
                          <a:pt x="64" y="66"/>
                        </a:lnTo>
                        <a:lnTo>
                          <a:pt x="62" y="84"/>
                        </a:lnTo>
                        <a:lnTo>
                          <a:pt x="62" y="105"/>
                        </a:lnTo>
                        <a:lnTo>
                          <a:pt x="62" y="130"/>
                        </a:lnTo>
                        <a:lnTo>
                          <a:pt x="60" y="157"/>
                        </a:lnTo>
                        <a:lnTo>
                          <a:pt x="58" y="178"/>
                        </a:lnTo>
                        <a:lnTo>
                          <a:pt x="57" y="190"/>
                        </a:lnTo>
                        <a:lnTo>
                          <a:pt x="57" y="194"/>
                        </a:lnTo>
                        <a:lnTo>
                          <a:pt x="58" y="198"/>
                        </a:lnTo>
                        <a:lnTo>
                          <a:pt x="59" y="201"/>
                        </a:lnTo>
                        <a:lnTo>
                          <a:pt x="62" y="204"/>
                        </a:lnTo>
                        <a:lnTo>
                          <a:pt x="64" y="205"/>
                        </a:lnTo>
                        <a:lnTo>
                          <a:pt x="67" y="207"/>
                        </a:lnTo>
                        <a:lnTo>
                          <a:pt x="71" y="211"/>
                        </a:lnTo>
                        <a:lnTo>
                          <a:pt x="75" y="215"/>
                        </a:lnTo>
                        <a:lnTo>
                          <a:pt x="80" y="220"/>
                        </a:lnTo>
                        <a:lnTo>
                          <a:pt x="84" y="226"/>
                        </a:lnTo>
                        <a:lnTo>
                          <a:pt x="90" y="233"/>
                        </a:lnTo>
                        <a:lnTo>
                          <a:pt x="95" y="240"/>
                        </a:lnTo>
                        <a:lnTo>
                          <a:pt x="101" y="249"/>
                        </a:lnTo>
                        <a:lnTo>
                          <a:pt x="107" y="257"/>
                        </a:lnTo>
                        <a:lnTo>
                          <a:pt x="116" y="266"/>
                        </a:lnTo>
                        <a:lnTo>
                          <a:pt x="123" y="276"/>
                        </a:lnTo>
                        <a:lnTo>
                          <a:pt x="132" y="285"/>
                        </a:lnTo>
                        <a:lnTo>
                          <a:pt x="139" y="294"/>
                        </a:lnTo>
                        <a:lnTo>
                          <a:pt x="148" y="301"/>
                        </a:lnTo>
                        <a:lnTo>
                          <a:pt x="154" y="309"/>
                        </a:lnTo>
                        <a:lnTo>
                          <a:pt x="158" y="313"/>
                        </a:lnTo>
                        <a:lnTo>
                          <a:pt x="163" y="318"/>
                        </a:lnTo>
                        <a:lnTo>
                          <a:pt x="168" y="322"/>
                        </a:lnTo>
                        <a:lnTo>
                          <a:pt x="170" y="326"/>
                        </a:lnTo>
                        <a:lnTo>
                          <a:pt x="171" y="328"/>
                        </a:lnTo>
                        <a:lnTo>
                          <a:pt x="172" y="329"/>
                        </a:lnTo>
                        <a:lnTo>
                          <a:pt x="172" y="331"/>
                        </a:lnTo>
                        <a:lnTo>
                          <a:pt x="173" y="333"/>
                        </a:lnTo>
                        <a:lnTo>
                          <a:pt x="172" y="337"/>
                        </a:lnTo>
                        <a:lnTo>
                          <a:pt x="171" y="339"/>
                        </a:lnTo>
                        <a:lnTo>
                          <a:pt x="169" y="341"/>
                        </a:lnTo>
                        <a:lnTo>
                          <a:pt x="166" y="342"/>
                        </a:lnTo>
                        <a:lnTo>
                          <a:pt x="164" y="342"/>
                        </a:lnTo>
                        <a:lnTo>
                          <a:pt x="162" y="342"/>
                        </a:lnTo>
                        <a:lnTo>
                          <a:pt x="161" y="342"/>
                        </a:lnTo>
                        <a:lnTo>
                          <a:pt x="159" y="341"/>
                        </a:lnTo>
                        <a:lnTo>
                          <a:pt x="156" y="339"/>
                        </a:lnTo>
                        <a:lnTo>
                          <a:pt x="149" y="335"/>
                        </a:lnTo>
                        <a:lnTo>
                          <a:pt x="138" y="330"/>
                        </a:lnTo>
                        <a:lnTo>
                          <a:pt x="125" y="322"/>
                        </a:lnTo>
                        <a:lnTo>
                          <a:pt x="111" y="313"/>
                        </a:lnTo>
                        <a:lnTo>
                          <a:pt x="95" y="302"/>
                        </a:lnTo>
                        <a:lnTo>
                          <a:pt x="78" y="290"/>
                        </a:lnTo>
                        <a:lnTo>
                          <a:pt x="62" y="276"/>
                        </a:lnTo>
                        <a:close/>
                      </a:path>
                    </a:pathLst>
                  </a:custGeom>
                  <a:solidFill>
                    <a:srgbClr val="E5B2B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5889" name="Freeform 289">
                    <a:extLst>
                      <a:ext uri="{FF2B5EF4-FFF2-40B4-BE49-F238E27FC236}">
                        <a16:creationId xmlns:a16="http://schemas.microsoft.com/office/drawing/2014/main" id="{762386EF-8CD0-88E8-2989-F4831A5E67C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7" y="1836"/>
                    <a:ext cx="182" cy="156"/>
                  </a:xfrm>
                  <a:custGeom>
                    <a:avLst/>
                    <a:gdLst/>
                    <a:ahLst/>
                    <a:cxnLst>
                      <a:cxn ang="0">
                        <a:pos x="163" y="76"/>
                      </a:cxn>
                      <a:cxn ang="0">
                        <a:pos x="171" y="67"/>
                      </a:cxn>
                      <a:cxn ang="0">
                        <a:pos x="180" y="61"/>
                      </a:cxn>
                      <a:cxn ang="0">
                        <a:pos x="182" y="49"/>
                      </a:cxn>
                      <a:cxn ang="0">
                        <a:pos x="177" y="39"/>
                      </a:cxn>
                      <a:cxn ang="0">
                        <a:pos x="172" y="27"/>
                      </a:cxn>
                      <a:cxn ang="0">
                        <a:pos x="169" y="21"/>
                      </a:cxn>
                      <a:cxn ang="0">
                        <a:pos x="158" y="18"/>
                      </a:cxn>
                      <a:cxn ang="0">
                        <a:pos x="149" y="18"/>
                      </a:cxn>
                      <a:cxn ang="0">
                        <a:pos x="139" y="14"/>
                      </a:cxn>
                      <a:cxn ang="0">
                        <a:pos x="126" y="9"/>
                      </a:cxn>
                      <a:cxn ang="0">
                        <a:pos x="114" y="5"/>
                      </a:cxn>
                      <a:cxn ang="0">
                        <a:pos x="100" y="2"/>
                      </a:cxn>
                      <a:cxn ang="0">
                        <a:pos x="85" y="0"/>
                      </a:cxn>
                      <a:cxn ang="0">
                        <a:pos x="69" y="2"/>
                      </a:cxn>
                      <a:cxn ang="0">
                        <a:pos x="50" y="8"/>
                      </a:cxn>
                      <a:cxn ang="0">
                        <a:pos x="37" y="18"/>
                      </a:cxn>
                      <a:cxn ang="0">
                        <a:pos x="28" y="25"/>
                      </a:cxn>
                      <a:cxn ang="0">
                        <a:pos x="19" y="37"/>
                      </a:cxn>
                      <a:cxn ang="0">
                        <a:pos x="12" y="51"/>
                      </a:cxn>
                      <a:cxn ang="0">
                        <a:pos x="6" y="76"/>
                      </a:cxn>
                      <a:cxn ang="0">
                        <a:pos x="7" y="96"/>
                      </a:cxn>
                      <a:cxn ang="0">
                        <a:pos x="12" y="107"/>
                      </a:cxn>
                      <a:cxn ang="0">
                        <a:pos x="12" y="115"/>
                      </a:cxn>
                      <a:cxn ang="0">
                        <a:pos x="7" y="116"/>
                      </a:cxn>
                      <a:cxn ang="0">
                        <a:pos x="2" y="116"/>
                      </a:cxn>
                      <a:cxn ang="0">
                        <a:pos x="1" y="120"/>
                      </a:cxn>
                      <a:cxn ang="0">
                        <a:pos x="0" y="131"/>
                      </a:cxn>
                      <a:cxn ang="0">
                        <a:pos x="3" y="138"/>
                      </a:cxn>
                      <a:cxn ang="0">
                        <a:pos x="11" y="140"/>
                      </a:cxn>
                      <a:cxn ang="0">
                        <a:pos x="15" y="145"/>
                      </a:cxn>
                      <a:cxn ang="0">
                        <a:pos x="28" y="155"/>
                      </a:cxn>
                      <a:cxn ang="0">
                        <a:pos x="47" y="155"/>
                      </a:cxn>
                      <a:cxn ang="0">
                        <a:pos x="56" y="148"/>
                      </a:cxn>
                      <a:cxn ang="0">
                        <a:pos x="62" y="146"/>
                      </a:cxn>
                      <a:cxn ang="0">
                        <a:pos x="76" y="147"/>
                      </a:cxn>
                      <a:cxn ang="0">
                        <a:pos x="91" y="141"/>
                      </a:cxn>
                      <a:cxn ang="0">
                        <a:pos x="98" y="126"/>
                      </a:cxn>
                      <a:cxn ang="0">
                        <a:pos x="105" y="112"/>
                      </a:cxn>
                      <a:cxn ang="0">
                        <a:pos x="119" y="97"/>
                      </a:cxn>
                      <a:cxn ang="0">
                        <a:pos x="128" y="83"/>
                      </a:cxn>
                      <a:cxn ang="0">
                        <a:pos x="140" y="70"/>
                      </a:cxn>
                      <a:cxn ang="0">
                        <a:pos x="155" y="68"/>
                      </a:cxn>
                      <a:cxn ang="0">
                        <a:pos x="161" y="73"/>
                      </a:cxn>
                    </a:cxnLst>
                    <a:rect l="0" t="0" r="r" b="b"/>
                    <a:pathLst>
                      <a:path w="182" h="156">
                        <a:moveTo>
                          <a:pt x="160" y="80"/>
                        </a:moveTo>
                        <a:lnTo>
                          <a:pt x="163" y="76"/>
                        </a:lnTo>
                        <a:lnTo>
                          <a:pt x="167" y="71"/>
                        </a:lnTo>
                        <a:lnTo>
                          <a:pt x="171" y="67"/>
                        </a:lnTo>
                        <a:lnTo>
                          <a:pt x="176" y="65"/>
                        </a:lnTo>
                        <a:lnTo>
                          <a:pt x="180" y="61"/>
                        </a:lnTo>
                        <a:lnTo>
                          <a:pt x="182" y="56"/>
                        </a:lnTo>
                        <a:lnTo>
                          <a:pt x="182" y="49"/>
                        </a:lnTo>
                        <a:lnTo>
                          <a:pt x="180" y="44"/>
                        </a:lnTo>
                        <a:lnTo>
                          <a:pt x="177" y="39"/>
                        </a:lnTo>
                        <a:lnTo>
                          <a:pt x="175" y="32"/>
                        </a:lnTo>
                        <a:lnTo>
                          <a:pt x="172" y="27"/>
                        </a:lnTo>
                        <a:lnTo>
                          <a:pt x="171" y="23"/>
                        </a:lnTo>
                        <a:lnTo>
                          <a:pt x="169" y="21"/>
                        </a:lnTo>
                        <a:lnTo>
                          <a:pt x="163" y="19"/>
                        </a:lnTo>
                        <a:lnTo>
                          <a:pt x="158" y="18"/>
                        </a:lnTo>
                        <a:lnTo>
                          <a:pt x="152" y="18"/>
                        </a:lnTo>
                        <a:lnTo>
                          <a:pt x="149" y="18"/>
                        </a:lnTo>
                        <a:lnTo>
                          <a:pt x="144" y="17"/>
                        </a:lnTo>
                        <a:lnTo>
                          <a:pt x="139" y="14"/>
                        </a:lnTo>
                        <a:lnTo>
                          <a:pt x="133" y="11"/>
                        </a:lnTo>
                        <a:lnTo>
                          <a:pt x="126" y="9"/>
                        </a:lnTo>
                        <a:lnTo>
                          <a:pt x="120" y="7"/>
                        </a:lnTo>
                        <a:lnTo>
                          <a:pt x="114" y="5"/>
                        </a:lnTo>
                        <a:lnTo>
                          <a:pt x="107" y="3"/>
                        </a:lnTo>
                        <a:lnTo>
                          <a:pt x="100" y="2"/>
                        </a:lnTo>
                        <a:lnTo>
                          <a:pt x="94" y="1"/>
                        </a:lnTo>
                        <a:lnTo>
                          <a:pt x="85" y="0"/>
                        </a:lnTo>
                        <a:lnTo>
                          <a:pt x="78" y="1"/>
                        </a:lnTo>
                        <a:lnTo>
                          <a:pt x="69" y="2"/>
                        </a:lnTo>
                        <a:lnTo>
                          <a:pt x="60" y="5"/>
                        </a:lnTo>
                        <a:lnTo>
                          <a:pt x="50" y="8"/>
                        </a:lnTo>
                        <a:lnTo>
                          <a:pt x="41" y="14"/>
                        </a:lnTo>
                        <a:lnTo>
                          <a:pt x="37" y="18"/>
                        </a:lnTo>
                        <a:lnTo>
                          <a:pt x="33" y="21"/>
                        </a:lnTo>
                        <a:lnTo>
                          <a:pt x="28" y="25"/>
                        </a:lnTo>
                        <a:lnTo>
                          <a:pt x="24" y="30"/>
                        </a:lnTo>
                        <a:lnTo>
                          <a:pt x="19" y="37"/>
                        </a:lnTo>
                        <a:lnTo>
                          <a:pt x="16" y="43"/>
                        </a:lnTo>
                        <a:lnTo>
                          <a:pt x="12" y="51"/>
                        </a:lnTo>
                        <a:lnTo>
                          <a:pt x="9" y="60"/>
                        </a:lnTo>
                        <a:lnTo>
                          <a:pt x="6" y="76"/>
                        </a:lnTo>
                        <a:lnTo>
                          <a:pt x="6" y="87"/>
                        </a:lnTo>
                        <a:lnTo>
                          <a:pt x="7" y="96"/>
                        </a:lnTo>
                        <a:lnTo>
                          <a:pt x="10" y="102"/>
                        </a:lnTo>
                        <a:lnTo>
                          <a:pt x="12" y="107"/>
                        </a:lnTo>
                        <a:lnTo>
                          <a:pt x="14" y="111"/>
                        </a:lnTo>
                        <a:lnTo>
                          <a:pt x="12" y="115"/>
                        </a:lnTo>
                        <a:lnTo>
                          <a:pt x="10" y="116"/>
                        </a:lnTo>
                        <a:lnTo>
                          <a:pt x="7" y="116"/>
                        </a:lnTo>
                        <a:lnTo>
                          <a:pt x="4" y="116"/>
                        </a:lnTo>
                        <a:lnTo>
                          <a:pt x="2" y="116"/>
                        </a:lnTo>
                        <a:lnTo>
                          <a:pt x="1" y="115"/>
                        </a:lnTo>
                        <a:lnTo>
                          <a:pt x="1" y="120"/>
                        </a:lnTo>
                        <a:lnTo>
                          <a:pt x="1" y="126"/>
                        </a:lnTo>
                        <a:lnTo>
                          <a:pt x="0" y="131"/>
                        </a:lnTo>
                        <a:lnTo>
                          <a:pt x="1" y="136"/>
                        </a:lnTo>
                        <a:lnTo>
                          <a:pt x="3" y="138"/>
                        </a:lnTo>
                        <a:lnTo>
                          <a:pt x="7" y="140"/>
                        </a:lnTo>
                        <a:lnTo>
                          <a:pt x="11" y="140"/>
                        </a:lnTo>
                        <a:lnTo>
                          <a:pt x="14" y="139"/>
                        </a:lnTo>
                        <a:lnTo>
                          <a:pt x="15" y="145"/>
                        </a:lnTo>
                        <a:lnTo>
                          <a:pt x="20" y="150"/>
                        </a:lnTo>
                        <a:lnTo>
                          <a:pt x="28" y="155"/>
                        </a:lnTo>
                        <a:lnTo>
                          <a:pt x="40" y="156"/>
                        </a:lnTo>
                        <a:lnTo>
                          <a:pt x="47" y="155"/>
                        </a:lnTo>
                        <a:lnTo>
                          <a:pt x="54" y="153"/>
                        </a:lnTo>
                        <a:lnTo>
                          <a:pt x="56" y="148"/>
                        </a:lnTo>
                        <a:lnTo>
                          <a:pt x="57" y="142"/>
                        </a:lnTo>
                        <a:lnTo>
                          <a:pt x="62" y="146"/>
                        </a:lnTo>
                        <a:lnTo>
                          <a:pt x="68" y="148"/>
                        </a:lnTo>
                        <a:lnTo>
                          <a:pt x="76" y="147"/>
                        </a:lnTo>
                        <a:lnTo>
                          <a:pt x="83" y="145"/>
                        </a:lnTo>
                        <a:lnTo>
                          <a:pt x="91" y="141"/>
                        </a:lnTo>
                        <a:lnTo>
                          <a:pt x="96" y="135"/>
                        </a:lnTo>
                        <a:lnTo>
                          <a:pt x="98" y="126"/>
                        </a:lnTo>
                        <a:lnTo>
                          <a:pt x="98" y="116"/>
                        </a:lnTo>
                        <a:lnTo>
                          <a:pt x="105" y="112"/>
                        </a:lnTo>
                        <a:lnTo>
                          <a:pt x="113" y="105"/>
                        </a:lnTo>
                        <a:lnTo>
                          <a:pt x="119" y="97"/>
                        </a:lnTo>
                        <a:lnTo>
                          <a:pt x="123" y="89"/>
                        </a:lnTo>
                        <a:lnTo>
                          <a:pt x="128" y="83"/>
                        </a:lnTo>
                        <a:lnTo>
                          <a:pt x="133" y="76"/>
                        </a:lnTo>
                        <a:lnTo>
                          <a:pt x="140" y="70"/>
                        </a:lnTo>
                        <a:lnTo>
                          <a:pt x="149" y="68"/>
                        </a:lnTo>
                        <a:lnTo>
                          <a:pt x="155" y="68"/>
                        </a:lnTo>
                        <a:lnTo>
                          <a:pt x="159" y="70"/>
                        </a:lnTo>
                        <a:lnTo>
                          <a:pt x="161" y="73"/>
                        </a:lnTo>
                        <a:lnTo>
                          <a:pt x="160" y="80"/>
                        </a:lnTo>
                        <a:close/>
                      </a:path>
                    </a:pathLst>
                  </a:custGeom>
                  <a:solidFill>
                    <a:srgbClr val="8C9399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5890" name="Freeform 290">
                    <a:extLst>
                      <a:ext uri="{FF2B5EF4-FFF2-40B4-BE49-F238E27FC236}">
                        <a16:creationId xmlns:a16="http://schemas.microsoft.com/office/drawing/2014/main" id="{B3A613AC-F823-5523-518E-A1DADD15D8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36" y="3027"/>
                    <a:ext cx="137" cy="9"/>
                  </a:xfrm>
                  <a:custGeom>
                    <a:avLst/>
                    <a:gdLst/>
                    <a:ahLst/>
                    <a:cxnLst>
                      <a:cxn ang="0">
                        <a:pos x="136" y="0"/>
                      </a:cxn>
                      <a:cxn ang="0">
                        <a:pos x="132" y="3"/>
                      </a:cxn>
                      <a:cxn ang="0">
                        <a:pos x="125" y="5"/>
                      </a:cxn>
                      <a:cxn ang="0">
                        <a:pos x="119" y="6"/>
                      </a:cxn>
                      <a:cxn ang="0">
                        <a:pos x="113" y="7"/>
                      </a:cxn>
                      <a:cxn ang="0">
                        <a:pos x="107" y="7"/>
                      </a:cxn>
                      <a:cxn ang="0">
                        <a:pos x="100" y="7"/>
                      </a:cxn>
                      <a:cxn ang="0">
                        <a:pos x="90" y="6"/>
                      </a:cxn>
                      <a:cxn ang="0">
                        <a:pos x="78" y="6"/>
                      </a:cxn>
                      <a:cxn ang="0">
                        <a:pos x="66" y="5"/>
                      </a:cxn>
                      <a:cxn ang="0">
                        <a:pos x="56" y="4"/>
                      </a:cxn>
                      <a:cxn ang="0">
                        <a:pos x="47" y="3"/>
                      </a:cxn>
                      <a:cxn ang="0">
                        <a:pos x="43" y="3"/>
                      </a:cxn>
                      <a:cxn ang="0">
                        <a:pos x="40" y="3"/>
                      </a:cxn>
                      <a:cxn ang="0">
                        <a:pos x="35" y="3"/>
                      </a:cxn>
                      <a:cxn ang="0">
                        <a:pos x="29" y="3"/>
                      </a:cxn>
                      <a:cxn ang="0">
                        <a:pos x="23" y="3"/>
                      </a:cxn>
                      <a:cxn ang="0">
                        <a:pos x="16" y="3"/>
                      </a:cxn>
                      <a:cxn ang="0">
                        <a:pos x="9" y="2"/>
                      </a:cxn>
                      <a:cxn ang="0">
                        <a:pos x="4" y="2"/>
                      </a:cxn>
                      <a:cxn ang="0">
                        <a:pos x="0" y="1"/>
                      </a:cxn>
                      <a:cxn ang="0">
                        <a:pos x="0" y="4"/>
                      </a:cxn>
                      <a:cxn ang="0">
                        <a:pos x="0" y="6"/>
                      </a:cxn>
                      <a:cxn ang="0">
                        <a:pos x="0" y="8"/>
                      </a:cxn>
                      <a:cxn ang="0">
                        <a:pos x="1" y="9"/>
                      </a:cxn>
                      <a:cxn ang="0">
                        <a:pos x="3" y="9"/>
                      </a:cxn>
                      <a:cxn ang="0">
                        <a:pos x="8" y="9"/>
                      </a:cxn>
                      <a:cxn ang="0">
                        <a:pos x="15" y="9"/>
                      </a:cxn>
                      <a:cxn ang="0">
                        <a:pos x="22" y="9"/>
                      </a:cxn>
                      <a:cxn ang="0">
                        <a:pos x="29" y="9"/>
                      </a:cxn>
                      <a:cxn ang="0">
                        <a:pos x="36" y="9"/>
                      </a:cxn>
                      <a:cxn ang="0">
                        <a:pos x="41" y="8"/>
                      </a:cxn>
                      <a:cxn ang="0">
                        <a:pos x="43" y="8"/>
                      </a:cxn>
                      <a:cxn ang="0">
                        <a:pos x="44" y="7"/>
                      </a:cxn>
                      <a:cxn ang="0">
                        <a:pos x="45" y="6"/>
                      </a:cxn>
                      <a:cxn ang="0">
                        <a:pos x="46" y="6"/>
                      </a:cxn>
                      <a:cxn ang="0">
                        <a:pos x="48" y="6"/>
                      </a:cxn>
                      <a:cxn ang="0">
                        <a:pos x="53" y="6"/>
                      </a:cxn>
                      <a:cxn ang="0">
                        <a:pos x="60" y="7"/>
                      </a:cxn>
                      <a:cxn ang="0">
                        <a:pos x="69" y="7"/>
                      </a:cxn>
                      <a:cxn ang="0">
                        <a:pos x="81" y="8"/>
                      </a:cxn>
                      <a:cxn ang="0">
                        <a:pos x="92" y="9"/>
                      </a:cxn>
                      <a:cxn ang="0">
                        <a:pos x="102" y="9"/>
                      </a:cxn>
                      <a:cxn ang="0">
                        <a:pos x="110" y="10"/>
                      </a:cxn>
                      <a:cxn ang="0">
                        <a:pos x="114" y="10"/>
                      </a:cxn>
                      <a:cxn ang="0">
                        <a:pos x="121" y="9"/>
                      </a:cxn>
                      <a:cxn ang="0">
                        <a:pos x="130" y="6"/>
                      </a:cxn>
                      <a:cxn ang="0">
                        <a:pos x="137" y="3"/>
                      </a:cxn>
                      <a:cxn ang="0">
                        <a:pos x="136" y="0"/>
                      </a:cxn>
                    </a:cxnLst>
                    <a:rect l="0" t="0" r="r" b="b"/>
                    <a:pathLst>
                      <a:path w="137" h="10">
                        <a:moveTo>
                          <a:pt x="136" y="0"/>
                        </a:moveTo>
                        <a:lnTo>
                          <a:pt x="132" y="3"/>
                        </a:lnTo>
                        <a:lnTo>
                          <a:pt x="125" y="5"/>
                        </a:lnTo>
                        <a:lnTo>
                          <a:pt x="119" y="6"/>
                        </a:lnTo>
                        <a:lnTo>
                          <a:pt x="113" y="7"/>
                        </a:lnTo>
                        <a:lnTo>
                          <a:pt x="107" y="7"/>
                        </a:lnTo>
                        <a:lnTo>
                          <a:pt x="100" y="7"/>
                        </a:lnTo>
                        <a:lnTo>
                          <a:pt x="90" y="6"/>
                        </a:lnTo>
                        <a:lnTo>
                          <a:pt x="78" y="6"/>
                        </a:lnTo>
                        <a:lnTo>
                          <a:pt x="66" y="5"/>
                        </a:lnTo>
                        <a:lnTo>
                          <a:pt x="56" y="4"/>
                        </a:lnTo>
                        <a:lnTo>
                          <a:pt x="47" y="3"/>
                        </a:lnTo>
                        <a:lnTo>
                          <a:pt x="43" y="3"/>
                        </a:lnTo>
                        <a:lnTo>
                          <a:pt x="40" y="3"/>
                        </a:lnTo>
                        <a:lnTo>
                          <a:pt x="35" y="3"/>
                        </a:lnTo>
                        <a:lnTo>
                          <a:pt x="29" y="3"/>
                        </a:lnTo>
                        <a:lnTo>
                          <a:pt x="23" y="3"/>
                        </a:lnTo>
                        <a:lnTo>
                          <a:pt x="16" y="3"/>
                        </a:lnTo>
                        <a:lnTo>
                          <a:pt x="9" y="2"/>
                        </a:lnTo>
                        <a:lnTo>
                          <a:pt x="4" y="2"/>
                        </a:lnTo>
                        <a:lnTo>
                          <a:pt x="0" y="1"/>
                        </a:lnTo>
                        <a:lnTo>
                          <a:pt x="0" y="4"/>
                        </a:lnTo>
                        <a:lnTo>
                          <a:pt x="0" y="6"/>
                        </a:lnTo>
                        <a:lnTo>
                          <a:pt x="0" y="8"/>
                        </a:lnTo>
                        <a:lnTo>
                          <a:pt x="1" y="9"/>
                        </a:lnTo>
                        <a:lnTo>
                          <a:pt x="3" y="9"/>
                        </a:lnTo>
                        <a:lnTo>
                          <a:pt x="8" y="9"/>
                        </a:lnTo>
                        <a:lnTo>
                          <a:pt x="15" y="9"/>
                        </a:lnTo>
                        <a:lnTo>
                          <a:pt x="22" y="9"/>
                        </a:lnTo>
                        <a:lnTo>
                          <a:pt x="29" y="9"/>
                        </a:lnTo>
                        <a:lnTo>
                          <a:pt x="36" y="9"/>
                        </a:lnTo>
                        <a:lnTo>
                          <a:pt x="41" y="8"/>
                        </a:lnTo>
                        <a:lnTo>
                          <a:pt x="43" y="8"/>
                        </a:lnTo>
                        <a:lnTo>
                          <a:pt x="44" y="7"/>
                        </a:lnTo>
                        <a:lnTo>
                          <a:pt x="45" y="6"/>
                        </a:lnTo>
                        <a:lnTo>
                          <a:pt x="46" y="6"/>
                        </a:lnTo>
                        <a:lnTo>
                          <a:pt x="48" y="6"/>
                        </a:lnTo>
                        <a:lnTo>
                          <a:pt x="53" y="6"/>
                        </a:lnTo>
                        <a:lnTo>
                          <a:pt x="60" y="7"/>
                        </a:lnTo>
                        <a:lnTo>
                          <a:pt x="69" y="7"/>
                        </a:lnTo>
                        <a:lnTo>
                          <a:pt x="81" y="8"/>
                        </a:lnTo>
                        <a:lnTo>
                          <a:pt x="92" y="9"/>
                        </a:lnTo>
                        <a:lnTo>
                          <a:pt x="102" y="9"/>
                        </a:lnTo>
                        <a:lnTo>
                          <a:pt x="110" y="10"/>
                        </a:lnTo>
                        <a:lnTo>
                          <a:pt x="114" y="10"/>
                        </a:lnTo>
                        <a:lnTo>
                          <a:pt x="121" y="9"/>
                        </a:lnTo>
                        <a:lnTo>
                          <a:pt x="130" y="6"/>
                        </a:lnTo>
                        <a:lnTo>
                          <a:pt x="137" y="3"/>
                        </a:lnTo>
                        <a:lnTo>
                          <a:pt x="136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5891" name="Freeform 291">
                    <a:extLst>
                      <a:ext uri="{FF2B5EF4-FFF2-40B4-BE49-F238E27FC236}">
                        <a16:creationId xmlns:a16="http://schemas.microsoft.com/office/drawing/2014/main" id="{07A1FEA9-884A-C74B-2D30-23B0FC95B8C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8" y="2961"/>
                    <a:ext cx="145" cy="58"/>
                  </a:xfrm>
                  <a:custGeom>
                    <a:avLst/>
                    <a:gdLst/>
                    <a:ahLst/>
                    <a:cxnLst>
                      <a:cxn ang="0">
                        <a:pos x="65" y="8"/>
                      </a:cxn>
                      <a:cxn ang="0">
                        <a:pos x="63" y="9"/>
                      </a:cxn>
                      <a:cxn ang="0">
                        <a:pos x="60" y="12"/>
                      </a:cxn>
                      <a:cxn ang="0">
                        <a:pos x="56" y="19"/>
                      </a:cxn>
                      <a:cxn ang="0">
                        <a:pos x="54" y="30"/>
                      </a:cxn>
                      <a:cxn ang="0">
                        <a:pos x="49" y="29"/>
                      </a:cxn>
                      <a:cxn ang="0">
                        <a:pos x="43" y="28"/>
                      </a:cxn>
                      <a:cxn ang="0">
                        <a:pos x="37" y="26"/>
                      </a:cxn>
                      <a:cxn ang="0">
                        <a:pos x="32" y="24"/>
                      </a:cxn>
                      <a:cxn ang="0">
                        <a:pos x="26" y="22"/>
                      </a:cxn>
                      <a:cxn ang="0">
                        <a:pos x="22" y="19"/>
                      </a:cxn>
                      <a:cxn ang="0">
                        <a:pos x="19" y="17"/>
                      </a:cxn>
                      <a:cxn ang="0">
                        <a:pos x="17" y="15"/>
                      </a:cxn>
                      <a:cxn ang="0">
                        <a:pos x="15" y="11"/>
                      </a:cxn>
                      <a:cxn ang="0">
                        <a:pos x="13" y="6"/>
                      </a:cxn>
                      <a:cxn ang="0">
                        <a:pos x="11" y="2"/>
                      </a:cxn>
                      <a:cxn ang="0">
                        <a:pos x="9" y="0"/>
                      </a:cxn>
                      <a:cxn ang="0">
                        <a:pos x="7" y="5"/>
                      </a:cxn>
                      <a:cxn ang="0">
                        <a:pos x="4" y="13"/>
                      </a:cxn>
                      <a:cxn ang="0">
                        <a:pos x="1" y="23"/>
                      </a:cxn>
                      <a:cxn ang="0">
                        <a:pos x="0" y="31"/>
                      </a:cxn>
                      <a:cxn ang="0">
                        <a:pos x="0" y="37"/>
                      </a:cxn>
                      <a:cxn ang="0">
                        <a:pos x="2" y="43"/>
                      </a:cxn>
                      <a:cxn ang="0">
                        <a:pos x="3" y="48"/>
                      </a:cxn>
                      <a:cxn ang="0">
                        <a:pos x="6" y="51"/>
                      </a:cxn>
                      <a:cxn ang="0">
                        <a:pos x="11" y="52"/>
                      </a:cxn>
                      <a:cxn ang="0">
                        <a:pos x="17" y="52"/>
                      </a:cxn>
                      <a:cxn ang="0">
                        <a:pos x="23" y="53"/>
                      </a:cxn>
                      <a:cxn ang="0">
                        <a:pos x="30" y="53"/>
                      </a:cxn>
                      <a:cxn ang="0">
                        <a:pos x="36" y="53"/>
                      </a:cxn>
                      <a:cxn ang="0">
                        <a:pos x="42" y="53"/>
                      </a:cxn>
                      <a:cxn ang="0">
                        <a:pos x="46" y="53"/>
                      </a:cxn>
                      <a:cxn ang="0">
                        <a:pos x="50" y="53"/>
                      </a:cxn>
                      <a:cxn ang="0">
                        <a:pos x="54" y="53"/>
                      </a:cxn>
                      <a:cxn ang="0">
                        <a:pos x="62" y="54"/>
                      </a:cxn>
                      <a:cxn ang="0">
                        <a:pos x="73" y="55"/>
                      </a:cxn>
                      <a:cxn ang="0">
                        <a:pos x="84" y="56"/>
                      </a:cxn>
                      <a:cxn ang="0">
                        <a:pos x="96" y="56"/>
                      </a:cxn>
                      <a:cxn ang="0">
                        <a:pos x="107" y="57"/>
                      </a:cxn>
                      <a:cxn ang="0">
                        <a:pos x="115" y="57"/>
                      </a:cxn>
                      <a:cxn ang="0">
                        <a:pos x="120" y="57"/>
                      </a:cxn>
                      <a:cxn ang="0">
                        <a:pos x="127" y="56"/>
                      </a:cxn>
                      <a:cxn ang="0">
                        <a:pos x="133" y="55"/>
                      </a:cxn>
                      <a:cxn ang="0">
                        <a:pos x="138" y="53"/>
                      </a:cxn>
                      <a:cxn ang="0">
                        <a:pos x="142" y="50"/>
                      </a:cxn>
                      <a:cxn ang="0">
                        <a:pos x="145" y="47"/>
                      </a:cxn>
                      <a:cxn ang="0">
                        <a:pos x="144" y="44"/>
                      </a:cxn>
                      <a:cxn ang="0">
                        <a:pos x="141" y="42"/>
                      </a:cxn>
                      <a:cxn ang="0">
                        <a:pos x="138" y="41"/>
                      </a:cxn>
                      <a:cxn ang="0">
                        <a:pos x="133" y="39"/>
                      </a:cxn>
                      <a:cxn ang="0">
                        <a:pos x="127" y="37"/>
                      </a:cxn>
                      <a:cxn ang="0">
                        <a:pos x="119" y="35"/>
                      </a:cxn>
                      <a:cxn ang="0">
                        <a:pos x="114" y="33"/>
                      </a:cxn>
                      <a:cxn ang="0">
                        <a:pos x="111" y="31"/>
                      </a:cxn>
                      <a:cxn ang="0">
                        <a:pos x="104" y="29"/>
                      </a:cxn>
                      <a:cxn ang="0">
                        <a:pos x="97" y="25"/>
                      </a:cxn>
                      <a:cxn ang="0">
                        <a:pos x="90" y="21"/>
                      </a:cxn>
                      <a:cxn ang="0">
                        <a:pos x="81" y="17"/>
                      </a:cxn>
                      <a:cxn ang="0">
                        <a:pos x="74" y="13"/>
                      </a:cxn>
                      <a:cxn ang="0">
                        <a:pos x="69" y="10"/>
                      </a:cxn>
                      <a:cxn ang="0">
                        <a:pos x="65" y="8"/>
                      </a:cxn>
                    </a:cxnLst>
                    <a:rect l="0" t="0" r="r" b="b"/>
                    <a:pathLst>
                      <a:path w="145" h="57">
                        <a:moveTo>
                          <a:pt x="65" y="8"/>
                        </a:moveTo>
                        <a:lnTo>
                          <a:pt x="63" y="9"/>
                        </a:lnTo>
                        <a:lnTo>
                          <a:pt x="60" y="12"/>
                        </a:lnTo>
                        <a:lnTo>
                          <a:pt x="56" y="19"/>
                        </a:lnTo>
                        <a:lnTo>
                          <a:pt x="54" y="30"/>
                        </a:lnTo>
                        <a:lnTo>
                          <a:pt x="49" y="29"/>
                        </a:lnTo>
                        <a:lnTo>
                          <a:pt x="43" y="28"/>
                        </a:lnTo>
                        <a:lnTo>
                          <a:pt x="37" y="26"/>
                        </a:lnTo>
                        <a:lnTo>
                          <a:pt x="32" y="24"/>
                        </a:lnTo>
                        <a:lnTo>
                          <a:pt x="26" y="22"/>
                        </a:lnTo>
                        <a:lnTo>
                          <a:pt x="22" y="19"/>
                        </a:lnTo>
                        <a:lnTo>
                          <a:pt x="19" y="17"/>
                        </a:lnTo>
                        <a:lnTo>
                          <a:pt x="17" y="15"/>
                        </a:lnTo>
                        <a:lnTo>
                          <a:pt x="15" y="11"/>
                        </a:lnTo>
                        <a:lnTo>
                          <a:pt x="13" y="6"/>
                        </a:lnTo>
                        <a:lnTo>
                          <a:pt x="11" y="2"/>
                        </a:lnTo>
                        <a:lnTo>
                          <a:pt x="9" y="0"/>
                        </a:lnTo>
                        <a:lnTo>
                          <a:pt x="7" y="5"/>
                        </a:lnTo>
                        <a:lnTo>
                          <a:pt x="4" y="13"/>
                        </a:lnTo>
                        <a:lnTo>
                          <a:pt x="1" y="23"/>
                        </a:lnTo>
                        <a:lnTo>
                          <a:pt x="0" y="31"/>
                        </a:lnTo>
                        <a:lnTo>
                          <a:pt x="0" y="37"/>
                        </a:lnTo>
                        <a:lnTo>
                          <a:pt x="2" y="43"/>
                        </a:lnTo>
                        <a:lnTo>
                          <a:pt x="3" y="48"/>
                        </a:lnTo>
                        <a:lnTo>
                          <a:pt x="6" y="51"/>
                        </a:lnTo>
                        <a:lnTo>
                          <a:pt x="11" y="52"/>
                        </a:lnTo>
                        <a:lnTo>
                          <a:pt x="17" y="52"/>
                        </a:lnTo>
                        <a:lnTo>
                          <a:pt x="23" y="53"/>
                        </a:lnTo>
                        <a:lnTo>
                          <a:pt x="30" y="53"/>
                        </a:lnTo>
                        <a:lnTo>
                          <a:pt x="36" y="53"/>
                        </a:lnTo>
                        <a:lnTo>
                          <a:pt x="42" y="53"/>
                        </a:lnTo>
                        <a:lnTo>
                          <a:pt x="46" y="53"/>
                        </a:lnTo>
                        <a:lnTo>
                          <a:pt x="50" y="53"/>
                        </a:lnTo>
                        <a:lnTo>
                          <a:pt x="54" y="53"/>
                        </a:lnTo>
                        <a:lnTo>
                          <a:pt x="62" y="54"/>
                        </a:lnTo>
                        <a:lnTo>
                          <a:pt x="73" y="55"/>
                        </a:lnTo>
                        <a:lnTo>
                          <a:pt x="84" y="56"/>
                        </a:lnTo>
                        <a:lnTo>
                          <a:pt x="96" y="56"/>
                        </a:lnTo>
                        <a:lnTo>
                          <a:pt x="107" y="57"/>
                        </a:lnTo>
                        <a:lnTo>
                          <a:pt x="115" y="57"/>
                        </a:lnTo>
                        <a:lnTo>
                          <a:pt x="120" y="57"/>
                        </a:lnTo>
                        <a:lnTo>
                          <a:pt x="127" y="56"/>
                        </a:lnTo>
                        <a:lnTo>
                          <a:pt x="133" y="55"/>
                        </a:lnTo>
                        <a:lnTo>
                          <a:pt x="138" y="53"/>
                        </a:lnTo>
                        <a:lnTo>
                          <a:pt x="142" y="50"/>
                        </a:lnTo>
                        <a:lnTo>
                          <a:pt x="145" y="47"/>
                        </a:lnTo>
                        <a:lnTo>
                          <a:pt x="144" y="44"/>
                        </a:lnTo>
                        <a:lnTo>
                          <a:pt x="141" y="42"/>
                        </a:lnTo>
                        <a:lnTo>
                          <a:pt x="138" y="41"/>
                        </a:lnTo>
                        <a:lnTo>
                          <a:pt x="133" y="39"/>
                        </a:lnTo>
                        <a:lnTo>
                          <a:pt x="127" y="37"/>
                        </a:lnTo>
                        <a:lnTo>
                          <a:pt x="119" y="35"/>
                        </a:lnTo>
                        <a:lnTo>
                          <a:pt x="114" y="33"/>
                        </a:lnTo>
                        <a:lnTo>
                          <a:pt x="111" y="31"/>
                        </a:lnTo>
                        <a:lnTo>
                          <a:pt x="104" y="29"/>
                        </a:lnTo>
                        <a:lnTo>
                          <a:pt x="97" y="25"/>
                        </a:lnTo>
                        <a:lnTo>
                          <a:pt x="90" y="21"/>
                        </a:lnTo>
                        <a:lnTo>
                          <a:pt x="81" y="17"/>
                        </a:lnTo>
                        <a:lnTo>
                          <a:pt x="74" y="13"/>
                        </a:lnTo>
                        <a:lnTo>
                          <a:pt x="69" y="10"/>
                        </a:lnTo>
                        <a:lnTo>
                          <a:pt x="65" y="8"/>
                        </a:lnTo>
                        <a:close/>
                      </a:path>
                    </a:pathLst>
                  </a:custGeom>
                  <a:solidFill>
                    <a:srgbClr val="7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5892" name="Freeform 292">
                    <a:extLst>
                      <a:ext uri="{FF2B5EF4-FFF2-40B4-BE49-F238E27FC236}">
                        <a16:creationId xmlns:a16="http://schemas.microsoft.com/office/drawing/2014/main" id="{02E6CE9C-A1EC-9032-7BFF-B21C066F311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8" y="2330"/>
                    <a:ext cx="240" cy="654"/>
                  </a:xfrm>
                  <a:custGeom>
                    <a:avLst/>
                    <a:gdLst/>
                    <a:ahLst/>
                    <a:cxnLst>
                      <a:cxn ang="0">
                        <a:pos x="5" y="627"/>
                      </a:cxn>
                      <a:cxn ang="0">
                        <a:pos x="30" y="636"/>
                      </a:cxn>
                      <a:cxn ang="0">
                        <a:pos x="60" y="646"/>
                      </a:cxn>
                      <a:cxn ang="0">
                        <a:pos x="84" y="653"/>
                      </a:cxn>
                      <a:cxn ang="0">
                        <a:pos x="96" y="625"/>
                      </a:cxn>
                      <a:cxn ang="0">
                        <a:pos x="114" y="565"/>
                      </a:cxn>
                      <a:cxn ang="0">
                        <a:pos x="136" y="505"/>
                      </a:cxn>
                      <a:cxn ang="0">
                        <a:pos x="155" y="459"/>
                      </a:cxn>
                      <a:cxn ang="0">
                        <a:pos x="169" y="432"/>
                      </a:cxn>
                      <a:cxn ang="0">
                        <a:pos x="180" y="408"/>
                      </a:cxn>
                      <a:cxn ang="0">
                        <a:pos x="190" y="383"/>
                      </a:cxn>
                      <a:cxn ang="0">
                        <a:pos x="196" y="363"/>
                      </a:cxn>
                      <a:cxn ang="0">
                        <a:pos x="202" y="331"/>
                      </a:cxn>
                      <a:cxn ang="0">
                        <a:pos x="217" y="259"/>
                      </a:cxn>
                      <a:cxn ang="0">
                        <a:pos x="233" y="194"/>
                      </a:cxn>
                      <a:cxn ang="0">
                        <a:pos x="240" y="104"/>
                      </a:cxn>
                      <a:cxn ang="0">
                        <a:pos x="235" y="64"/>
                      </a:cxn>
                      <a:cxn ang="0">
                        <a:pos x="229" y="40"/>
                      </a:cxn>
                      <a:cxn ang="0">
                        <a:pos x="215" y="17"/>
                      </a:cxn>
                      <a:cxn ang="0">
                        <a:pos x="192" y="2"/>
                      </a:cxn>
                      <a:cxn ang="0">
                        <a:pos x="160" y="2"/>
                      </a:cxn>
                      <a:cxn ang="0">
                        <a:pos x="135" y="14"/>
                      </a:cxn>
                      <a:cxn ang="0">
                        <a:pos x="120" y="35"/>
                      </a:cxn>
                      <a:cxn ang="0">
                        <a:pos x="112" y="64"/>
                      </a:cxn>
                      <a:cxn ang="0">
                        <a:pos x="108" y="130"/>
                      </a:cxn>
                      <a:cxn ang="0">
                        <a:pos x="103" y="259"/>
                      </a:cxn>
                      <a:cxn ang="0">
                        <a:pos x="99" y="307"/>
                      </a:cxn>
                      <a:cxn ang="0">
                        <a:pos x="101" y="323"/>
                      </a:cxn>
                      <a:cxn ang="0">
                        <a:pos x="110" y="332"/>
                      </a:cxn>
                      <a:cxn ang="0">
                        <a:pos x="113" y="343"/>
                      </a:cxn>
                      <a:cxn ang="0">
                        <a:pos x="108" y="343"/>
                      </a:cxn>
                      <a:cxn ang="0">
                        <a:pos x="102" y="342"/>
                      </a:cxn>
                      <a:cxn ang="0">
                        <a:pos x="101" y="346"/>
                      </a:cxn>
                      <a:cxn ang="0">
                        <a:pos x="103" y="351"/>
                      </a:cxn>
                      <a:cxn ang="0">
                        <a:pos x="100" y="353"/>
                      </a:cxn>
                      <a:cxn ang="0">
                        <a:pos x="97" y="352"/>
                      </a:cxn>
                      <a:cxn ang="0">
                        <a:pos x="93" y="360"/>
                      </a:cxn>
                      <a:cxn ang="0">
                        <a:pos x="84" y="382"/>
                      </a:cxn>
                      <a:cxn ang="0">
                        <a:pos x="73" y="410"/>
                      </a:cxn>
                      <a:cxn ang="0">
                        <a:pos x="61" y="438"/>
                      </a:cxn>
                      <a:cxn ang="0">
                        <a:pos x="52" y="461"/>
                      </a:cxn>
                      <a:cxn ang="0">
                        <a:pos x="37" y="502"/>
                      </a:cxn>
                      <a:cxn ang="0">
                        <a:pos x="20" y="553"/>
                      </a:cxn>
                      <a:cxn ang="0">
                        <a:pos x="5" y="604"/>
                      </a:cxn>
                    </a:cxnLst>
                    <a:rect l="0" t="0" r="r" b="b"/>
                    <a:pathLst>
                      <a:path w="240" h="653">
                        <a:moveTo>
                          <a:pt x="0" y="624"/>
                        </a:moveTo>
                        <a:lnTo>
                          <a:pt x="5" y="627"/>
                        </a:lnTo>
                        <a:lnTo>
                          <a:pt x="16" y="631"/>
                        </a:lnTo>
                        <a:lnTo>
                          <a:pt x="30" y="636"/>
                        </a:lnTo>
                        <a:lnTo>
                          <a:pt x="44" y="641"/>
                        </a:lnTo>
                        <a:lnTo>
                          <a:pt x="60" y="646"/>
                        </a:lnTo>
                        <a:lnTo>
                          <a:pt x="74" y="649"/>
                        </a:lnTo>
                        <a:lnTo>
                          <a:pt x="84" y="653"/>
                        </a:lnTo>
                        <a:lnTo>
                          <a:pt x="91" y="653"/>
                        </a:lnTo>
                        <a:lnTo>
                          <a:pt x="96" y="625"/>
                        </a:lnTo>
                        <a:lnTo>
                          <a:pt x="104" y="596"/>
                        </a:lnTo>
                        <a:lnTo>
                          <a:pt x="114" y="565"/>
                        </a:lnTo>
                        <a:lnTo>
                          <a:pt x="126" y="533"/>
                        </a:lnTo>
                        <a:lnTo>
                          <a:pt x="136" y="505"/>
                        </a:lnTo>
                        <a:lnTo>
                          <a:pt x="147" y="480"/>
                        </a:lnTo>
                        <a:lnTo>
                          <a:pt x="155" y="459"/>
                        </a:lnTo>
                        <a:lnTo>
                          <a:pt x="163" y="444"/>
                        </a:lnTo>
                        <a:lnTo>
                          <a:pt x="169" y="432"/>
                        </a:lnTo>
                        <a:lnTo>
                          <a:pt x="175" y="420"/>
                        </a:lnTo>
                        <a:lnTo>
                          <a:pt x="180" y="408"/>
                        </a:lnTo>
                        <a:lnTo>
                          <a:pt x="186" y="395"/>
                        </a:lnTo>
                        <a:lnTo>
                          <a:pt x="190" y="383"/>
                        </a:lnTo>
                        <a:lnTo>
                          <a:pt x="193" y="372"/>
                        </a:lnTo>
                        <a:lnTo>
                          <a:pt x="196" y="363"/>
                        </a:lnTo>
                        <a:lnTo>
                          <a:pt x="197" y="354"/>
                        </a:lnTo>
                        <a:lnTo>
                          <a:pt x="202" y="331"/>
                        </a:lnTo>
                        <a:lnTo>
                          <a:pt x="209" y="296"/>
                        </a:lnTo>
                        <a:lnTo>
                          <a:pt x="217" y="259"/>
                        </a:lnTo>
                        <a:lnTo>
                          <a:pt x="226" y="229"/>
                        </a:lnTo>
                        <a:lnTo>
                          <a:pt x="233" y="194"/>
                        </a:lnTo>
                        <a:lnTo>
                          <a:pt x="237" y="149"/>
                        </a:lnTo>
                        <a:lnTo>
                          <a:pt x="240" y="104"/>
                        </a:lnTo>
                        <a:lnTo>
                          <a:pt x="237" y="75"/>
                        </a:lnTo>
                        <a:lnTo>
                          <a:pt x="235" y="64"/>
                        </a:lnTo>
                        <a:lnTo>
                          <a:pt x="232" y="52"/>
                        </a:lnTo>
                        <a:lnTo>
                          <a:pt x="229" y="40"/>
                        </a:lnTo>
                        <a:lnTo>
                          <a:pt x="223" y="27"/>
                        </a:lnTo>
                        <a:lnTo>
                          <a:pt x="215" y="17"/>
                        </a:lnTo>
                        <a:lnTo>
                          <a:pt x="206" y="8"/>
                        </a:lnTo>
                        <a:lnTo>
                          <a:pt x="192" y="2"/>
                        </a:lnTo>
                        <a:lnTo>
                          <a:pt x="176" y="0"/>
                        </a:lnTo>
                        <a:lnTo>
                          <a:pt x="160" y="2"/>
                        </a:lnTo>
                        <a:lnTo>
                          <a:pt x="147" y="6"/>
                        </a:lnTo>
                        <a:lnTo>
                          <a:pt x="135" y="14"/>
                        </a:lnTo>
                        <a:lnTo>
                          <a:pt x="127" y="23"/>
                        </a:lnTo>
                        <a:lnTo>
                          <a:pt x="120" y="35"/>
                        </a:lnTo>
                        <a:lnTo>
                          <a:pt x="115" y="49"/>
                        </a:lnTo>
                        <a:lnTo>
                          <a:pt x="112" y="64"/>
                        </a:lnTo>
                        <a:lnTo>
                          <a:pt x="110" y="80"/>
                        </a:lnTo>
                        <a:lnTo>
                          <a:pt x="108" y="130"/>
                        </a:lnTo>
                        <a:lnTo>
                          <a:pt x="106" y="197"/>
                        </a:lnTo>
                        <a:lnTo>
                          <a:pt x="103" y="259"/>
                        </a:lnTo>
                        <a:lnTo>
                          <a:pt x="101" y="295"/>
                        </a:lnTo>
                        <a:lnTo>
                          <a:pt x="99" y="307"/>
                        </a:lnTo>
                        <a:lnTo>
                          <a:pt x="99" y="315"/>
                        </a:lnTo>
                        <a:lnTo>
                          <a:pt x="101" y="323"/>
                        </a:lnTo>
                        <a:lnTo>
                          <a:pt x="106" y="327"/>
                        </a:lnTo>
                        <a:lnTo>
                          <a:pt x="110" y="332"/>
                        </a:lnTo>
                        <a:lnTo>
                          <a:pt x="113" y="337"/>
                        </a:lnTo>
                        <a:lnTo>
                          <a:pt x="113" y="343"/>
                        </a:lnTo>
                        <a:lnTo>
                          <a:pt x="111" y="344"/>
                        </a:lnTo>
                        <a:lnTo>
                          <a:pt x="108" y="343"/>
                        </a:lnTo>
                        <a:lnTo>
                          <a:pt x="104" y="342"/>
                        </a:lnTo>
                        <a:lnTo>
                          <a:pt x="102" y="342"/>
                        </a:lnTo>
                        <a:lnTo>
                          <a:pt x="101" y="343"/>
                        </a:lnTo>
                        <a:lnTo>
                          <a:pt x="101" y="346"/>
                        </a:lnTo>
                        <a:lnTo>
                          <a:pt x="102" y="348"/>
                        </a:lnTo>
                        <a:lnTo>
                          <a:pt x="103" y="351"/>
                        </a:lnTo>
                        <a:lnTo>
                          <a:pt x="102" y="352"/>
                        </a:lnTo>
                        <a:lnTo>
                          <a:pt x="100" y="353"/>
                        </a:lnTo>
                        <a:lnTo>
                          <a:pt x="99" y="352"/>
                        </a:lnTo>
                        <a:lnTo>
                          <a:pt x="97" y="352"/>
                        </a:lnTo>
                        <a:lnTo>
                          <a:pt x="95" y="354"/>
                        </a:lnTo>
                        <a:lnTo>
                          <a:pt x="93" y="360"/>
                        </a:lnTo>
                        <a:lnTo>
                          <a:pt x="90" y="369"/>
                        </a:lnTo>
                        <a:lnTo>
                          <a:pt x="84" y="382"/>
                        </a:lnTo>
                        <a:lnTo>
                          <a:pt x="79" y="395"/>
                        </a:lnTo>
                        <a:lnTo>
                          <a:pt x="73" y="410"/>
                        </a:lnTo>
                        <a:lnTo>
                          <a:pt x="66" y="425"/>
                        </a:lnTo>
                        <a:lnTo>
                          <a:pt x="61" y="438"/>
                        </a:lnTo>
                        <a:lnTo>
                          <a:pt x="57" y="448"/>
                        </a:lnTo>
                        <a:lnTo>
                          <a:pt x="52" y="461"/>
                        </a:lnTo>
                        <a:lnTo>
                          <a:pt x="45" y="480"/>
                        </a:lnTo>
                        <a:lnTo>
                          <a:pt x="37" y="502"/>
                        </a:lnTo>
                        <a:lnTo>
                          <a:pt x="28" y="527"/>
                        </a:lnTo>
                        <a:lnTo>
                          <a:pt x="20" y="553"/>
                        </a:lnTo>
                        <a:lnTo>
                          <a:pt x="12" y="580"/>
                        </a:lnTo>
                        <a:lnTo>
                          <a:pt x="5" y="604"/>
                        </a:lnTo>
                        <a:lnTo>
                          <a:pt x="0" y="624"/>
                        </a:lnTo>
                        <a:close/>
                      </a:path>
                    </a:pathLst>
                  </a:custGeom>
                  <a:solidFill>
                    <a:srgbClr val="C1705B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5893" name="Freeform 293">
                    <a:extLst>
                      <a:ext uri="{FF2B5EF4-FFF2-40B4-BE49-F238E27FC236}">
                        <a16:creationId xmlns:a16="http://schemas.microsoft.com/office/drawing/2014/main" id="{5E287F3A-B376-D1AB-B765-BC75B519C8A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65" y="2023"/>
                    <a:ext cx="320" cy="424"/>
                  </a:xfrm>
                  <a:custGeom>
                    <a:avLst/>
                    <a:gdLst/>
                    <a:ahLst/>
                    <a:cxnLst>
                      <a:cxn ang="0">
                        <a:pos x="45" y="262"/>
                      </a:cxn>
                      <a:cxn ang="0">
                        <a:pos x="23" y="284"/>
                      </a:cxn>
                      <a:cxn ang="0">
                        <a:pos x="5" y="314"/>
                      </a:cxn>
                      <a:cxn ang="0">
                        <a:pos x="0" y="352"/>
                      </a:cxn>
                      <a:cxn ang="0">
                        <a:pos x="10" y="385"/>
                      </a:cxn>
                      <a:cxn ang="0">
                        <a:pos x="26" y="402"/>
                      </a:cxn>
                      <a:cxn ang="0">
                        <a:pos x="50" y="414"/>
                      </a:cxn>
                      <a:cxn ang="0">
                        <a:pos x="77" y="421"/>
                      </a:cxn>
                      <a:cxn ang="0">
                        <a:pos x="106" y="424"/>
                      </a:cxn>
                      <a:cxn ang="0">
                        <a:pos x="133" y="424"/>
                      </a:cxn>
                      <a:cxn ang="0">
                        <a:pos x="156" y="422"/>
                      </a:cxn>
                      <a:cxn ang="0">
                        <a:pos x="172" y="418"/>
                      </a:cxn>
                      <a:cxn ang="0">
                        <a:pos x="184" y="399"/>
                      </a:cxn>
                      <a:cxn ang="0">
                        <a:pos x="192" y="378"/>
                      </a:cxn>
                      <a:cxn ang="0">
                        <a:pos x="205" y="360"/>
                      </a:cxn>
                      <a:cxn ang="0">
                        <a:pos x="219" y="325"/>
                      </a:cxn>
                      <a:cxn ang="0">
                        <a:pos x="233" y="288"/>
                      </a:cxn>
                      <a:cxn ang="0">
                        <a:pos x="250" y="255"/>
                      </a:cxn>
                      <a:cxn ang="0">
                        <a:pos x="270" y="228"/>
                      </a:cxn>
                      <a:cxn ang="0">
                        <a:pos x="289" y="183"/>
                      </a:cxn>
                      <a:cxn ang="0">
                        <a:pos x="305" y="128"/>
                      </a:cxn>
                      <a:cxn ang="0">
                        <a:pos x="316" y="81"/>
                      </a:cxn>
                      <a:cxn ang="0">
                        <a:pos x="320" y="55"/>
                      </a:cxn>
                      <a:cxn ang="0">
                        <a:pos x="319" y="32"/>
                      </a:cxn>
                      <a:cxn ang="0">
                        <a:pos x="308" y="13"/>
                      </a:cxn>
                      <a:cxn ang="0">
                        <a:pos x="285" y="2"/>
                      </a:cxn>
                      <a:cxn ang="0">
                        <a:pos x="258" y="2"/>
                      </a:cxn>
                      <a:cxn ang="0">
                        <a:pos x="237" y="13"/>
                      </a:cxn>
                      <a:cxn ang="0">
                        <a:pos x="215" y="31"/>
                      </a:cxn>
                      <a:cxn ang="0">
                        <a:pos x="199" y="48"/>
                      </a:cxn>
                      <a:cxn ang="0">
                        <a:pos x="181" y="75"/>
                      </a:cxn>
                      <a:cxn ang="0">
                        <a:pos x="155" y="117"/>
                      </a:cxn>
                      <a:cxn ang="0">
                        <a:pos x="135" y="156"/>
                      </a:cxn>
                      <a:cxn ang="0">
                        <a:pos x="119" y="187"/>
                      </a:cxn>
                      <a:cxn ang="0">
                        <a:pos x="109" y="203"/>
                      </a:cxn>
                      <a:cxn ang="0">
                        <a:pos x="93" y="219"/>
                      </a:cxn>
                      <a:cxn ang="0">
                        <a:pos x="76" y="235"/>
                      </a:cxn>
                      <a:cxn ang="0">
                        <a:pos x="61" y="248"/>
                      </a:cxn>
                    </a:cxnLst>
                    <a:rect l="0" t="0" r="r" b="b"/>
                    <a:pathLst>
                      <a:path w="320" h="424">
                        <a:moveTo>
                          <a:pt x="55" y="253"/>
                        </a:moveTo>
                        <a:lnTo>
                          <a:pt x="45" y="262"/>
                        </a:lnTo>
                        <a:lnTo>
                          <a:pt x="34" y="272"/>
                        </a:lnTo>
                        <a:lnTo>
                          <a:pt x="23" y="284"/>
                        </a:lnTo>
                        <a:lnTo>
                          <a:pt x="13" y="298"/>
                        </a:lnTo>
                        <a:lnTo>
                          <a:pt x="5" y="314"/>
                        </a:lnTo>
                        <a:lnTo>
                          <a:pt x="0" y="332"/>
                        </a:lnTo>
                        <a:lnTo>
                          <a:pt x="0" y="352"/>
                        </a:lnTo>
                        <a:lnTo>
                          <a:pt x="4" y="375"/>
                        </a:lnTo>
                        <a:lnTo>
                          <a:pt x="10" y="385"/>
                        </a:lnTo>
                        <a:lnTo>
                          <a:pt x="17" y="395"/>
                        </a:lnTo>
                        <a:lnTo>
                          <a:pt x="26" y="402"/>
                        </a:lnTo>
                        <a:lnTo>
                          <a:pt x="37" y="408"/>
                        </a:lnTo>
                        <a:lnTo>
                          <a:pt x="50" y="414"/>
                        </a:lnTo>
                        <a:lnTo>
                          <a:pt x="63" y="418"/>
                        </a:lnTo>
                        <a:lnTo>
                          <a:pt x="77" y="421"/>
                        </a:lnTo>
                        <a:lnTo>
                          <a:pt x="92" y="423"/>
                        </a:lnTo>
                        <a:lnTo>
                          <a:pt x="106" y="424"/>
                        </a:lnTo>
                        <a:lnTo>
                          <a:pt x="119" y="424"/>
                        </a:lnTo>
                        <a:lnTo>
                          <a:pt x="133" y="424"/>
                        </a:lnTo>
                        <a:lnTo>
                          <a:pt x="145" y="423"/>
                        </a:lnTo>
                        <a:lnTo>
                          <a:pt x="156" y="422"/>
                        </a:lnTo>
                        <a:lnTo>
                          <a:pt x="165" y="420"/>
                        </a:lnTo>
                        <a:lnTo>
                          <a:pt x="172" y="418"/>
                        </a:lnTo>
                        <a:lnTo>
                          <a:pt x="176" y="416"/>
                        </a:lnTo>
                        <a:lnTo>
                          <a:pt x="184" y="399"/>
                        </a:lnTo>
                        <a:lnTo>
                          <a:pt x="188" y="386"/>
                        </a:lnTo>
                        <a:lnTo>
                          <a:pt x="192" y="378"/>
                        </a:lnTo>
                        <a:lnTo>
                          <a:pt x="199" y="375"/>
                        </a:lnTo>
                        <a:lnTo>
                          <a:pt x="205" y="360"/>
                        </a:lnTo>
                        <a:lnTo>
                          <a:pt x="212" y="343"/>
                        </a:lnTo>
                        <a:lnTo>
                          <a:pt x="219" y="325"/>
                        </a:lnTo>
                        <a:lnTo>
                          <a:pt x="226" y="306"/>
                        </a:lnTo>
                        <a:lnTo>
                          <a:pt x="233" y="288"/>
                        </a:lnTo>
                        <a:lnTo>
                          <a:pt x="242" y="271"/>
                        </a:lnTo>
                        <a:lnTo>
                          <a:pt x="250" y="255"/>
                        </a:lnTo>
                        <a:lnTo>
                          <a:pt x="261" y="243"/>
                        </a:lnTo>
                        <a:lnTo>
                          <a:pt x="270" y="228"/>
                        </a:lnTo>
                        <a:lnTo>
                          <a:pt x="280" y="207"/>
                        </a:lnTo>
                        <a:lnTo>
                          <a:pt x="289" y="183"/>
                        </a:lnTo>
                        <a:lnTo>
                          <a:pt x="298" y="155"/>
                        </a:lnTo>
                        <a:lnTo>
                          <a:pt x="305" y="128"/>
                        </a:lnTo>
                        <a:lnTo>
                          <a:pt x="311" y="103"/>
                        </a:lnTo>
                        <a:lnTo>
                          <a:pt x="316" y="81"/>
                        </a:lnTo>
                        <a:lnTo>
                          <a:pt x="319" y="67"/>
                        </a:lnTo>
                        <a:lnTo>
                          <a:pt x="320" y="55"/>
                        </a:lnTo>
                        <a:lnTo>
                          <a:pt x="320" y="44"/>
                        </a:lnTo>
                        <a:lnTo>
                          <a:pt x="319" y="32"/>
                        </a:lnTo>
                        <a:lnTo>
                          <a:pt x="315" y="22"/>
                        </a:lnTo>
                        <a:lnTo>
                          <a:pt x="308" y="13"/>
                        </a:lnTo>
                        <a:lnTo>
                          <a:pt x="299" y="7"/>
                        </a:lnTo>
                        <a:lnTo>
                          <a:pt x="285" y="2"/>
                        </a:lnTo>
                        <a:lnTo>
                          <a:pt x="267" y="0"/>
                        </a:lnTo>
                        <a:lnTo>
                          <a:pt x="258" y="2"/>
                        </a:lnTo>
                        <a:lnTo>
                          <a:pt x="247" y="7"/>
                        </a:lnTo>
                        <a:lnTo>
                          <a:pt x="237" y="13"/>
                        </a:lnTo>
                        <a:lnTo>
                          <a:pt x="226" y="21"/>
                        </a:lnTo>
                        <a:lnTo>
                          <a:pt x="215" y="31"/>
                        </a:lnTo>
                        <a:lnTo>
                          <a:pt x="206" y="40"/>
                        </a:lnTo>
                        <a:lnTo>
                          <a:pt x="199" y="48"/>
                        </a:lnTo>
                        <a:lnTo>
                          <a:pt x="193" y="55"/>
                        </a:lnTo>
                        <a:lnTo>
                          <a:pt x="181" y="75"/>
                        </a:lnTo>
                        <a:lnTo>
                          <a:pt x="168" y="95"/>
                        </a:lnTo>
                        <a:lnTo>
                          <a:pt x="155" y="117"/>
                        </a:lnTo>
                        <a:lnTo>
                          <a:pt x="145" y="137"/>
                        </a:lnTo>
                        <a:lnTo>
                          <a:pt x="135" y="156"/>
                        </a:lnTo>
                        <a:lnTo>
                          <a:pt x="127" y="173"/>
                        </a:lnTo>
                        <a:lnTo>
                          <a:pt x="119" y="187"/>
                        </a:lnTo>
                        <a:lnTo>
                          <a:pt x="114" y="195"/>
                        </a:lnTo>
                        <a:lnTo>
                          <a:pt x="109" y="203"/>
                        </a:lnTo>
                        <a:lnTo>
                          <a:pt x="101" y="210"/>
                        </a:lnTo>
                        <a:lnTo>
                          <a:pt x="93" y="219"/>
                        </a:lnTo>
                        <a:lnTo>
                          <a:pt x="85" y="227"/>
                        </a:lnTo>
                        <a:lnTo>
                          <a:pt x="76" y="235"/>
                        </a:lnTo>
                        <a:lnTo>
                          <a:pt x="69" y="243"/>
                        </a:lnTo>
                        <a:lnTo>
                          <a:pt x="61" y="248"/>
                        </a:lnTo>
                        <a:lnTo>
                          <a:pt x="55" y="253"/>
                        </a:lnTo>
                        <a:close/>
                      </a:path>
                    </a:pathLst>
                  </a:custGeom>
                  <a:solidFill>
                    <a:srgbClr val="004CB2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5894" name="Freeform 294">
                    <a:extLst>
                      <a:ext uri="{FF2B5EF4-FFF2-40B4-BE49-F238E27FC236}">
                        <a16:creationId xmlns:a16="http://schemas.microsoft.com/office/drawing/2014/main" id="{AD3A0BDE-43B2-890A-CBBF-A99A2C79E86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99" y="2398"/>
                    <a:ext cx="78" cy="59"/>
                  </a:xfrm>
                  <a:custGeom>
                    <a:avLst/>
                    <a:gdLst/>
                    <a:ahLst/>
                    <a:cxnLst>
                      <a:cxn ang="0">
                        <a:pos x="6" y="18"/>
                      </a:cxn>
                      <a:cxn ang="0">
                        <a:pos x="5" y="18"/>
                      </a:cxn>
                      <a:cxn ang="0">
                        <a:pos x="4" y="15"/>
                      </a:cxn>
                      <a:cxn ang="0">
                        <a:pos x="3" y="14"/>
                      </a:cxn>
                      <a:cxn ang="0">
                        <a:pos x="2" y="13"/>
                      </a:cxn>
                      <a:cxn ang="0">
                        <a:pos x="0" y="10"/>
                      </a:cxn>
                      <a:cxn ang="0">
                        <a:pos x="0" y="6"/>
                      </a:cxn>
                      <a:cxn ang="0">
                        <a:pos x="2" y="3"/>
                      </a:cxn>
                      <a:cxn ang="0">
                        <a:pos x="4" y="1"/>
                      </a:cxn>
                      <a:cxn ang="0">
                        <a:pos x="6" y="0"/>
                      </a:cxn>
                      <a:cxn ang="0">
                        <a:pos x="9" y="0"/>
                      </a:cxn>
                      <a:cxn ang="0">
                        <a:pos x="11" y="1"/>
                      </a:cxn>
                      <a:cxn ang="0">
                        <a:pos x="13" y="1"/>
                      </a:cxn>
                      <a:cxn ang="0">
                        <a:pos x="18" y="1"/>
                      </a:cxn>
                      <a:cxn ang="0">
                        <a:pos x="25" y="1"/>
                      </a:cxn>
                      <a:cxn ang="0">
                        <a:pos x="32" y="3"/>
                      </a:cxn>
                      <a:cxn ang="0">
                        <a:pos x="41" y="5"/>
                      </a:cxn>
                      <a:cxn ang="0">
                        <a:pos x="45" y="6"/>
                      </a:cxn>
                      <a:cxn ang="0">
                        <a:pos x="50" y="8"/>
                      </a:cxn>
                      <a:cxn ang="0">
                        <a:pos x="56" y="9"/>
                      </a:cxn>
                      <a:cxn ang="0">
                        <a:pos x="61" y="10"/>
                      </a:cxn>
                      <a:cxn ang="0">
                        <a:pos x="66" y="11"/>
                      </a:cxn>
                      <a:cxn ang="0">
                        <a:pos x="70" y="12"/>
                      </a:cxn>
                      <a:cxn ang="0">
                        <a:pos x="74" y="13"/>
                      </a:cxn>
                      <a:cxn ang="0">
                        <a:pos x="75" y="14"/>
                      </a:cxn>
                      <a:cxn ang="0">
                        <a:pos x="76" y="16"/>
                      </a:cxn>
                      <a:cxn ang="0">
                        <a:pos x="78" y="19"/>
                      </a:cxn>
                      <a:cxn ang="0">
                        <a:pos x="78" y="22"/>
                      </a:cxn>
                      <a:cxn ang="0">
                        <a:pos x="77" y="24"/>
                      </a:cxn>
                      <a:cxn ang="0">
                        <a:pos x="75" y="29"/>
                      </a:cxn>
                      <a:cxn ang="0">
                        <a:pos x="70" y="35"/>
                      </a:cxn>
                      <a:cxn ang="0">
                        <a:pos x="67" y="43"/>
                      </a:cxn>
                      <a:cxn ang="0">
                        <a:pos x="65" y="48"/>
                      </a:cxn>
                      <a:cxn ang="0">
                        <a:pos x="63" y="52"/>
                      </a:cxn>
                      <a:cxn ang="0">
                        <a:pos x="60" y="55"/>
                      </a:cxn>
                      <a:cxn ang="0">
                        <a:pos x="57" y="58"/>
                      </a:cxn>
                      <a:cxn ang="0">
                        <a:pos x="51" y="57"/>
                      </a:cxn>
                      <a:cxn ang="0">
                        <a:pos x="45" y="54"/>
                      </a:cxn>
                      <a:cxn ang="0">
                        <a:pos x="36" y="51"/>
                      </a:cxn>
                      <a:cxn ang="0">
                        <a:pos x="27" y="49"/>
                      </a:cxn>
                      <a:cxn ang="0">
                        <a:pos x="22" y="47"/>
                      </a:cxn>
                      <a:cxn ang="0">
                        <a:pos x="20" y="45"/>
                      </a:cxn>
                      <a:cxn ang="0">
                        <a:pos x="22" y="43"/>
                      </a:cxn>
                      <a:cxn ang="0">
                        <a:pos x="26" y="41"/>
                      </a:cxn>
                      <a:cxn ang="0">
                        <a:pos x="33" y="40"/>
                      </a:cxn>
                      <a:cxn ang="0">
                        <a:pos x="22" y="33"/>
                      </a:cxn>
                      <a:cxn ang="0">
                        <a:pos x="15" y="27"/>
                      </a:cxn>
                      <a:cxn ang="0">
                        <a:pos x="10" y="22"/>
                      </a:cxn>
                      <a:cxn ang="0">
                        <a:pos x="6" y="18"/>
                      </a:cxn>
                    </a:cxnLst>
                    <a:rect l="0" t="0" r="r" b="b"/>
                    <a:pathLst>
                      <a:path w="78" h="58">
                        <a:moveTo>
                          <a:pt x="6" y="18"/>
                        </a:moveTo>
                        <a:lnTo>
                          <a:pt x="5" y="18"/>
                        </a:lnTo>
                        <a:lnTo>
                          <a:pt x="4" y="15"/>
                        </a:lnTo>
                        <a:lnTo>
                          <a:pt x="3" y="14"/>
                        </a:lnTo>
                        <a:lnTo>
                          <a:pt x="2" y="13"/>
                        </a:lnTo>
                        <a:lnTo>
                          <a:pt x="0" y="10"/>
                        </a:lnTo>
                        <a:lnTo>
                          <a:pt x="0" y="6"/>
                        </a:lnTo>
                        <a:lnTo>
                          <a:pt x="2" y="3"/>
                        </a:lnTo>
                        <a:lnTo>
                          <a:pt x="4" y="1"/>
                        </a:lnTo>
                        <a:lnTo>
                          <a:pt x="6" y="0"/>
                        </a:lnTo>
                        <a:lnTo>
                          <a:pt x="9" y="0"/>
                        </a:lnTo>
                        <a:lnTo>
                          <a:pt x="11" y="1"/>
                        </a:lnTo>
                        <a:lnTo>
                          <a:pt x="13" y="1"/>
                        </a:lnTo>
                        <a:lnTo>
                          <a:pt x="18" y="1"/>
                        </a:lnTo>
                        <a:lnTo>
                          <a:pt x="25" y="1"/>
                        </a:lnTo>
                        <a:lnTo>
                          <a:pt x="32" y="3"/>
                        </a:lnTo>
                        <a:lnTo>
                          <a:pt x="41" y="5"/>
                        </a:lnTo>
                        <a:lnTo>
                          <a:pt x="45" y="6"/>
                        </a:lnTo>
                        <a:lnTo>
                          <a:pt x="50" y="8"/>
                        </a:lnTo>
                        <a:lnTo>
                          <a:pt x="56" y="9"/>
                        </a:lnTo>
                        <a:lnTo>
                          <a:pt x="61" y="10"/>
                        </a:lnTo>
                        <a:lnTo>
                          <a:pt x="66" y="11"/>
                        </a:lnTo>
                        <a:lnTo>
                          <a:pt x="70" y="12"/>
                        </a:lnTo>
                        <a:lnTo>
                          <a:pt x="74" y="13"/>
                        </a:lnTo>
                        <a:lnTo>
                          <a:pt x="75" y="14"/>
                        </a:lnTo>
                        <a:lnTo>
                          <a:pt x="76" y="16"/>
                        </a:lnTo>
                        <a:lnTo>
                          <a:pt x="78" y="19"/>
                        </a:lnTo>
                        <a:lnTo>
                          <a:pt x="78" y="22"/>
                        </a:lnTo>
                        <a:lnTo>
                          <a:pt x="77" y="24"/>
                        </a:lnTo>
                        <a:lnTo>
                          <a:pt x="75" y="29"/>
                        </a:lnTo>
                        <a:lnTo>
                          <a:pt x="70" y="35"/>
                        </a:lnTo>
                        <a:lnTo>
                          <a:pt x="67" y="43"/>
                        </a:lnTo>
                        <a:lnTo>
                          <a:pt x="65" y="48"/>
                        </a:lnTo>
                        <a:lnTo>
                          <a:pt x="63" y="52"/>
                        </a:lnTo>
                        <a:lnTo>
                          <a:pt x="60" y="55"/>
                        </a:lnTo>
                        <a:lnTo>
                          <a:pt x="57" y="58"/>
                        </a:lnTo>
                        <a:lnTo>
                          <a:pt x="51" y="57"/>
                        </a:lnTo>
                        <a:lnTo>
                          <a:pt x="45" y="54"/>
                        </a:lnTo>
                        <a:lnTo>
                          <a:pt x="36" y="51"/>
                        </a:lnTo>
                        <a:lnTo>
                          <a:pt x="27" y="49"/>
                        </a:lnTo>
                        <a:lnTo>
                          <a:pt x="22" y="47"/>
                        </a:lnTo>
                        <a:lnTo>
                          <a:pt x="20" y="45"/>
                        </a:lnTo>
                        <a:lnTo>
                          <a:pt x="22" y="43"/>
                        </a:lnTo>
                        <a:lnTo>
                          <a:pt x="26" y="41"/>
                        </a:lnTo>
                        <a:lnTo>
                          <a:pt x="33" y="40"/>
                        </a:lnTo>
                        <a:lnTo>
                          <a:pt x="22" y="33"/>
                        </a:lnTo>
                        <a:lnTo>
                          <a:pt x="15" y="27"/>
                        </a:lnTo>
                        <a:lnTo>
                          <a:pt x="10" y="22"/>
                        </a:lnTo>
                        <a:lnTo>
                          <a:pt x="6" y="18"/>
                        </a:lnTo>
                        <a:close/>
                      </a:path>
                    </a:pathLst>
                  </a:custGeom>
                  <a:solidFill>
                    <a:srgbClr val="E5B2B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5895" name="Freeform 295">
                    <a:extLst>
                      <a:ext uri="{FF2B5EF4-FFF2-40B4-BE49-F238E27FC236}">
                        <a16:creationId xmlns:a16="http://schemas.microsoft.com/office/drawing/2014/main" id="{E40CEE0D-E662-6EBE-F83E-FF5D8AEA032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68" y="2050"/>
                    <a:ext cx="112" cy="307"/>
                  </a:xfrm>
                  <a:custGeom>
                    <a:avLst/>
                    <a:gdLst/>
                    <a:ahLst/>
                    <a:cxnLst>
                      <a:cxn ang="0">
                        <a:pos x="69" y="0"/>
                      </a:cxn>
                      <a:cxn ang="0">
                        <a:pos x="59" y="3"/>
                      </a:cxn>
                      <a:cxn ang="0">
                        <a:pos x="47" y="9"/>
                      </a:cxn>
                      <a:cxn ang="0">
                        <a:pos x="37" y="24"/>
                      </a:cxn>
                      <a:cxn ang="0">
                        <a:pos x="29" y="42"/>
                      </a:cxn>
                      <a:cxn ang="0">
                        <a:pos x="21" y="59"/>
                      </a:cxn>
                      <a:cxn ang="0">
                        <a:pos x="13" y="70"/>
                      </a:cxn>
                      <a:cxn ang="0">
                        <a:pos x="13" y="80"/>
                      </a:cxn>
                      <a:cxn ang="0">
                        <a:pos x="13" y="88"/>
                      </a:cxn>
                      <a:cxn ang="0">
                        <a:pos x="16" y="98"/>
                      </a:cxn>
                      <a:cxn ang="0">
                        <a:pos x="20" y="105"/>
                      </a:cxn>
                      <a:cxn ang="0">
                        <a:pos x="17" y="119"/>
                      </a:cxn>
                      <a:cxn ang="0">
                        <a:pos x="11" y="134"/>
                      </a:cxn>
                      <a:cxn ang="0">
                        <a:pos x="7" y="155"/>
                      </a:cxn>
                      <a:cxn ang="0">
                        <a:pos x="5" y="180"/>
                      </a:cxn>
                      <a:cxn ang="0">
                        <a:pos x="2" y="195"/>
                      </a:cxn>
                      <a:cxn ang="0">
                        <a:pos x="0" y="204"/>
                      </a:cxn>
                      <a:cxn ang="0">
                        <a:pos x="1" y="213"/>
                      </a:cxn>
                      <a:cxn ang="0">
                        <a:pos x="9" y="226"/>
                      </a:cxn>
                      <a:cxn ang="0">
                        <a:pos x="21" y="247"/>
                      </a:cxn>
                      <a:cxn ang="0">
                        <a:pos x="28" y="258"/>
                      </a:cxn>
                      <a:cxn ang="0">
                        <a:pos x="36" y="266"/>
                      </a:cxn>
                      <a:cxn ang="0">
                        <a:pos x="37" y="273"/>
                      </a:cxn>
                      <a:cxn ang="0">
                        <a:pos x="38" y="279"/>
                      </a:cxn>
                      <a:cxn ang="0">
                        <a:pos x="43" y="286"/>
                      </a:cxn>
                      <a:cxn ang="0">
                        <a:pos x="49" y="298"/>
                      </a:cxn>
                      <a:cxn ang="0">
                        <a:pos x="54" y="304"/>
                      </a:cxn>
                      <a:cxn ang="0">
                        <a:pos x="63" y="306"/>
                      </a:cxn>
                      <a:cxn ang="0">
                        <a:pos x="72" y="305"/>
                      </a:cxn>
                      <a:cxn ang="0">
                        <a:pos x="82" y="302"/>
                      </a:cxn>
                      <a:cxn ang="0">
                        <a:pos x="94" y="295"/>
                      </a:cxn>
                      <a:cxn ang="0">
                        <a:pos x="105" y="285"/>
                      </a:cxn>
                      <a:cxn ang="0">
                        <a:pos x="111" y="276"/>
                      </a:cxn>
                      <a:cxn ang="0">
                        <a:pos x="111" y="267"/>
                      </a:cxn>
                      <a:cxn ang="0">
                        <a:pos x="103" y="260"/>
                      </a:cxn>
                      <a:cxn ang="0">
                        <a:pos x="99" y="249"/>
                      </a:cxn>
                      <a:cxn ang="0">
                        <a:pos x="96" y="244"/>
                      </a:cxn>
                      <a:cxn ang="0">
                        <a:pos x="93" y="242"/>
                      </a:cxn>
                      <a:cxn ang="0">
                        <a:pos x="88" y="233"/>
                      </a:cxn>
                      <a:cxn ang="0">
                        <a:pos x="80" y="214"/>
                      </a:cxn>
                      <a:cxn ang="0">
                        <a:pos x="74" y="205"/>
                      </a:cxn>
                      <a:cxn ang="0">
                        <a:pos x="69" y="200"/>
                      </a:cxn>
                      <a:cxn ang="0">
                        <a:pos x="74" y="196"/>
                      </a:cxn>
                      <a:cxn ang="0">
                        <a:pos x="75" y="190"/>
                      </a:cxn>
                      <a:cxn ang="0">
                        <a:pos x="74" y="184"/>
                      </a:cxn>
                      <a:cxn ang="0">
                        <a:pos x="74" y="177"/>
                      </a:cxn>
                      <a:cxn ang="0">
                        <a:pos x="80" y="165"/>
                      </a:cxn>
                      <a:cxn ang="0">
                        <a:pos x="88" y="135"/>
                      </a:cxn>
                      <a:cxn ang="0">
                        <a:pos x="95" y="111"/>
                      </a:cxn>
                      <a:cxn ang="0">
                        <a:pos x="105" y="72"/>
                      </a:cxn>
                      <a:cxn ang="0">
                        <a:pos x="110" y="54"/>
                      </a:cxn>
                      <a:cxn ang="0">
                        <a:pos x="111" y="37"/>
                      </a:cxn>
                      <a:cxn ang="0">
                        <a:pos x="105" y="17"/>
                      </a:cxn>
                      <a:cxn ang="0">
                        <a:pos x="88" y="2"/>
                      </a:cxn>
                    </a:cxnLst>
                    <a:rect l="0" t="0" r="r" b="b"/>
                    <a:pathLst>
                      <a:path w="112" h="306">
                        <a:moveTo>
                          <a:pt x="74" y="0"/>
                        </a:moveTo>
                        <a:lnTo>
                          <a:pt x="69" y="0"/>
                        </a:lnTo>
                        <a:lnTo>
                          <a:pt x="64" y="1"/>
                        </a:lnTo>
                        <a:lnTo>
                          <a:pt x="59" y="3"/>
                        </a:lnTo>
                        <a:lnTo>
                          <a:pt x="54" y="5"/>
                        </a:lnTo>
                        <a:lnTo>
                          <a:pt x="47" y="9"/>
                        </a:lnTo>
                        <a:lnTo>
                          <a:pt x="42" y="15"/>
                        </a:lnTo>
                        <a:lnTo>
                          <a:pt x="37" y="24"/>
                        </a:lnTo>
                        <a:lnTo>
                          <a:pt x="32" y="34"/>
                        </a:lnTo>
                        <a:lnTo>
                          <a:pt x="29" y="42"/>
                        </a:lnTo>
                        <a:lnTo>
                          <a:pt x="26" y="51"/>
                        </a:lnTo>
                        <a:lnTo>
                          <a:pt x="21" y="59"/>
                        </a:lnTo>
                        <a:lnTo>
                          <a:pt x="17" y="65"/>
                        </a:lnTo>
                        <a:lnTo>
                          <a:pt x="13" y="70"/>
                        </a:lnTo>
                        <a:lnTo>
                          <a:pt x="12" y="76"/>
                        </a:lnTo>
                        <a:lnTo>
                          <a:pt x="13" y="80"/>
                        </a:lnTo>
                        <a:lnTo>
                          <a:pt x="13" y="84"/>
                        </a:lnTo>
                        <a:lnTo>
                          <a:pt x="13" y="88"/>
                        </a:lnTo>
                        <a:lnTo>
                          <a:pt x="15" y="93"/>
                        </a:lnTo>
                        <a:lnTo>
                          <a:pt x="16" y="98"/>
                        </a:lnTo>
                        <a:lnTo>
                          <a:pt x="18" y="101"/>
                        </a:lnTo>
                        <a:lnTo>
                          <a:pt x="20" y="105"/>
                        </a:lnTo>
                        <a:lnTo>
                          <a:pt x="19" y="111"/>
                        </a:lnTo>
                        <a:lnTo>
                          <a:pt x="17" y="119"/>
                        </a:lnTo>
                        <a:lnTo>
                          <a:pt x="15" y="126"/>
                        </a:lnTo>
                        <a:lnTo>
                          <a:pt x="11" y="134"/>
                        </a:lnTo>
                        <a:lnTo>
                          <a:pt x="9" y="143"/>
                        </a:lnTo>
                        <a:lnTo>
                          <a:pt x="7" y="155"/>
                        </a:lnTo>
                        <a:lnTo>
                          <a:pt x="6" y="167"/>
                        </a:lnTo>
                        <a:lnTo>
                          <a:pt x="5" y="180"/>
                        </a:lnTo>
                        <a:lnTo>
                          <a:pt x="4" y="188"/>
                        </a:lnTo>
                        <a:lnTo>
                          <a:pt x="2" y="195"/>
                        </a:lnTo>
                        <a:lnTo>
                          <a:pt x="1" y="200"/>
                        </a:lnTo>
                        <a:lnTo>
                          <a:pt x="0" y="204"/>
                        </a:lnTo>
                        <a:lnTo>
                          <a:pt x="0" y="208"/>
                        </a:lnTo>
                        <a:lnTo>
                          <a:pt x="1" y="213"/>
                        </a:lnTo>
                        <a:lnTo>
                          <a:pt x="4" y="218"/>
                        </a:lnTo>
                        <a:lnTo>
                          <a:pt x="9" y="226"/>
                        </a:lnTo>
                        <a:lnTo>
                          <a:pt x="16" y="237"/>
                        </a:lnTo>
                        <a:lnTo>
                          <a:pt x="21" y="247"/>
                        </a:lnTo>
                        <a:lnTo>
                          <a:pt x="25" y="254"/>
                        </a:lnTo>
                        <a:lnTo>
                          <a:pt x="28" y="258"/>
                        </a:lnTo>
                        <a:lnTo>
                          <a:pt x="32" y="262"/>
                        </a:lnTo>
                        <a:lnTo>
                          <a:pt x="36" y="266"/>
                        </a:lnTo>
                        <a:lnTo>
                          <a:pt x="39" y="268"/>
                        </a:lnTo>
                        <a:lnTo>
                          <a:pt x="37" y="273"/>
                        </a:lnTo>
                        <a:lnTo>
                          <a:pt x="37" y="276"/>
                        </a:lnTo>
                        <a:lnTo>
                          <a:pt x="38" y="279"/>
                        </a:lnTo>
                        <a:lnTo>
                          <a:pt x="40" y="282"/>
                        </a:lnTo>
                        <a:lnTo>
                          <a:pt x="43" y="286"/>
                        </a:lnTo>
                        <a:lnTo>
                          <a:pt x="47" y="293"/>
                        </a:lnTo>
                        <a:lnTo>
                          <a:pt x="49" y="298"/>
                        </a:lnTo>
                        <a:lnTo>
                          <a:pt x="51" y="302"/>
                        </a:lnTo>
                        <a:lnTo>
                          <a:pt x="54" y="304"/>
                        </a:lnTo>
                        <a:lnTo>
                          <a:pt x="57" y="305"/>
                        </a:lnTo>
                        <a:lnTo>
                          <a:pt x="63" y="306"/>
                        </a:lnTo>
                        <a:lnTo>
                          <a:pt x="68" y="306"/>
                        </a:lnTo>
                        <a:lnTo>
                          <a:pt x="72" y="305"/>
                        </a:lnTo>
                        <a:lnTo>
                          <a:pt x="76" y="304"/>
                        </a:lnTo>
                        <a:lnTo>
                          <a:pt x="82" y="302"/>
                        </a:lnTo>
                        <a:lnTo>
                          <a:pt x="88" y="299"/>
                        </a:lnTo>
                        <a:lnTo>
                          <a:pt x="94" y="295"/>
                        </a:lnTo>
                        <a:lnTo>
                          <a:pt x="100" y="291"/>
                        </a:lnTo>
                        <a:lnTo>
                          <a:pt x="105" y="285"/>
                        </a:lnTo>
                        <a:lnTo>
                          <a:pt x="108" y="280"/>
                        </a:lnTo>
                        <a:lnTo>
                          <a:pt x="111" y="276"/>
                        </a:lnTo>
                        <a:lnTo>
                          <a:pt x="112" y="272"/>
                        </a:lnTo>
                        <a:lnTo>
                          <a:pt x="111" y="267"/>
                        </a:lnTo>
                        <a:lnTo>
                          <a:pt x="107" y="264"/>
                        </a:lnTo>
                        <a:lnTo>
                          <a:pt x="103" y="260"/>
                        </a:lnTo>
                        <a:lnTo>
                          <a:pt x="101" y="255"/>
                        </a:lnTo>
                        <a:lnTo>
                          <a:pt x="99" y="249"/>
                        </a:lnTo>
                        <a:lnTo>
                          <a:pt x="98" y="246"/>
                        </a:lnTo>
                        <a:lnTo>
                          <a:pt x="96" y="244"/>
                        </a:lnTo>
                        <a:lnTo>
                          <a:pt x="94" y="242"/>
                        </a:lnTo>
                        <a:lnTo>
                          <a:pt x="93" y="242"/>
                        </a:lnTo>
                        <a:lnTo>
                          <a:pt x="92" y="242"/>
                        </a:lnTo>
                        <a:lnTo>
                          <a:pt x="88" y="233"/>
                        </a:lnTo>
                        <a:lnTo>
                          <a:pt x="84" y="222"/>
                        </a:lnTo>
                        <a:lnTo>
                          <a:pt x="80" y="214"/>
                        </a:lnTo>
                        <a:lnTo>
                          <a:pt x="77" y="208"/>
                        </a:lnTo>
                        <a:lnTo>
                          <a:pt x="74" y="205"/>
                        </a:lnTo>
                        <a:lnTo>
                          <a:pt x="70" y="202"/>
                        </a:lnTo>
                        <a:lnTo>
                          <a:pt x="69" y="200"/>
                        </a:lnTo>
                        <a:lnTo>
                          <a:pt x="72" y="198"/>
                        </a:lnTo>
                        <a:lnTo>
                          <a:pt x="74" y="196"/>
                        </a:lnTo>
                        <a:lnTo>
                          <a:pt x="75" y="193"/>
                        </a:lnTo>
                        <a:lnTo>
                          <a:pt x="75" y="190"/>
                        </a:lnTo>
                        <a:lnTo>
                          <a:pt x="74" y="187"/>
                        </a:lnTo>
                        <a:lnTo>
                          <a:pt x="74" y="184"/>
                        </a:lnTo>
                        <a:lnTo>
                          <a:pt x="74" y="181"/>
                        </a:lnTo>
                        <a:lnTo>
                          <a:pt x="74" y="177"/>
                        </a:lnTo>
                        <a:lnTo>
                          <a:pt x="76" y="174"/>
                        </a:lnTo>
                        <a:lnTo>
                          <a:pt x="80" y="165"/>
                        </a:lnTo>
                        <a:lnTo>
                          <a:pt x="84" y="150"/>
                        </a:lnTo>
                        <a:lnTo>
                          <a:pt x="88" y="135"/>
                        </a:lnTo>
                        <a:lnTo>
                          <a:pt x="92" y="123"/>
                        </a:lnTo>
                        <a:lnTo>
                          <a:pt x="95" y="111"/>
                        </a:lnTo>
                        <a:lnTo>
                          <a:pt x="100" y="92"/>
                        </a:lnTo>
                        <a:lnTo>
                          <a:pt x="105" y="72"/>
                        </a:lnTo>
                        <a:lnTo>
                          <a:pt x="108" y="60"/>
                        </a:lnTo>
                        <a:lnTo>
                          <a:pt x="110" y="54"/>
                        </a:lnTo>
                        <a:lnTo>
                          <a:pt x="110" y="46"/>
                        </a:lnTo>
                        <a:lnTo>
                          <a:pt x="111" y="37"/>
                        </a:lnTo>
                        <a:lnTo>
                          <a:pt x="108" y="26"/>
                        </a:lnTo>
                        <a:lnTo>
                          <a:pt x="105" y="17"/>
                        </a:lnTo>
                        <a:lnTo>
                          <a:pt x="99" y="8"/>
                        </a:lnTo>
                        <a:lnTo>
                          <a:pt x="88" y="2"/>
                        </a:lnTo>
                        <a:lnTo>
                          <a:pt x="74" y="0"/>
                        </a:lnTo>
                        <a:close/>
                      </a:path>
                    </a:pathLst>
                  </a:custGeom>
                  <a:solidFill>
                    <a:srgbClr val="004CB2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</p:grpSp>
        </p:grpSp>
      </p:grpSp>
      <p:grpSp>
        <p:nvGrpSpPr>
          <p:cNvPr id="6" name="Group 316">
            <a:extLst>
              <a:ext uri="{FF2B5EF4-FFF2-40B4-BE49-F238E27FC236}">
                <a16:creationId xmlns:a16="http://schemas.microsoft.com/office/drawing/2014/main" id="{DF9B5053-9205-1664-C818-6AE36559D059}"/>
              </a:ext>
            </a:extLst>
          </p:cNvPr>
          <p:cNvGrpSpPr>
            <a:grpSpLocks/>
          </p:cNvGrpSpPr>
          <p:nvPr/>
        </p:nvGrpSpPr>
        <p:grpSpPr bwMode="auto">
          <a:xfrm>
            <a:off x="6515100" y="1065213"/>
            <a:ext cx="685800" cy="1974850"/>
            <a:chOff x="4440" y="2684"/>
            <a:chExt cx="432" cy="1244"/>
          </a:xfrm>
        </p:grpSpPr>
        <p:grpSp>
          <p:nvGrpSpPr>
            <p:cNvPr id="13371" name="Group 296">
              <a:extLst>
                <a:ext uri="{FF2B5EF4-FFF2-40B4-BE49-F238E27FC236}">
                  <a16:creationId xmlns:a16="http://schemas.microsoft.com/office/drawing/2014/main" id="{E6ADE3E3-D01B-1634-3C9C-E33117FB53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96" y="3384"/>
              <a:ext cx="376" cy="544"/>
              <a:chOff x="4464" y="1016"/>
              <a:chExt cx="376" cy="544"/>
            </a:xfrm>
          </p:grpSpPr>
          <p:sp>
            <p:nvSpPr>
              <p:cNvPr id="25897" name="Line 297">
                <a:extLst>
                  <a:ext uri="{FF2B5EF4-FFF2-40B4-BE49-F238E27FC236}">
                    <a16:creationId xmlns:a16="http://schemas.microsoft.com/office/drawing/2014/main" id="{DA62ABB6-9904-DFFC-75F5-EE369CD2BE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88" y="1040"/>
                <a:ext cx="0" cy="520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13376" name="Object 26">
                <a:extLst>
                  <a:ext uri="{FF2B5EF4-FFF2-40B4-BE49-F238E27FC236}">
                    <a16:creationId xmlns:a16="http://schemas.microsoft.com/office/drawing/2014/main" id="{B5575682-F5B3-6C56-6DCF-F5007F145DC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47" y="1347"/>
              <a:ext cx="293" cy="2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8" imgW="487680" imgH="320206" progId="Equation.3">
                      <p:embed/>
                    </p:oleObj>
                  </mc:Choice>
                  <mc:Fallback>
                    <p:oleObj name="公式" r:id="rId8" imgW="487680" imgH="320206" progId="Equation.3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47" y="1347"/>
                            <a:ext cx="293" cy="2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899" name="Oval 299">
                <a:extLst>
                  <a:ext uri="{FF2B5EF4-FFF2-40B4-BE49-F238E27FC236}">
                    <a16:creationId xmlns:a16="http://schemas.microsoft.com/office/drawing/2014/main" id="{F3774230-BFD8-7FEC-5A74-014856A531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1016"/>
                <a:ext cx="45" cy="45"/>
              </a:xfrm>
              <a:prstGeom prst="ellipse">
                <a:avLst/>
              </a:prstGeom>
              <a:solidFill>
                <a:srgbClr val="FFFF00"/>
              </a:solidFill>
              <a:ln w="38100" algn="ctr">
                <a:solidFill>
                  <a:srgbClr val="FFFF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13372" name="Group 300">
              <a:extLst>
                <a:ext uri="{FF2B5EF4-FFF2-40B4-BE49-F238E27FC236}">
                  <a16:creationId xmlns:a16="http://schemas.microsoft.com/office/drawing/2014/main" id="{EE631E00-0E68-D82A-219C-AC8143A871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0" y="2684"/>
              <a:ext cx="159" cy="700"/>
              <a:chOff x="4408" y="316"/>
              <a:chExt cx="159" cy="700"/>
            </a:xfrm>
          </p:grpSpPr>
          <p:sp>
            <p:nvSpPr>
              <p:cNvPr id="25901" name="Line 301">
                <a:extLst>
                  <a:ext uri="{FF2B5EF4-FFF2-40B4-BE49-F238E27FC236}">
                    <a16:creationId xmlns:a16="http://schemas.microsoft.com/office/drawing/2014/main" id="{015CF717-EAB8-7D1D-0B14-F711F9A763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88" y="552"/>
                <a:ext cx="0" cy="464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13374" name="Object 25">
                <a:extLst>
                  <a:ext uri="{FF2B5EF4-FFF2-40B4-BE49-F238E27FC236}">
                    <a16:creationId xmlns:a16="http://schemas.microsoft.com/office/drawing/2014/main" id="{4F046D2D-C2C2-3C48-BF86-1676C3F4963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08" y="316"/>
              <a:ext cx="159" cy="1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0" imgW="312513" imgH="350631" progId="Equation.3">
                      <p:embed/>
                    </p:oleObj>
                  </mc:Choice>
                  <mc:Fallback>
                    <p:oleObj name="公式" r:id="rId10" imgW="312513" imgH="350631" progId="Equation.3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08" y="316"/>
                            <a:ext cx="159" cy="1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9" name="Group 303">
            <a:extLst>
              <a:ext uri="{FF2B5EF4-FFF2-40B4-BE49-F238E27FC236}">
                <a16:creationId xmlns:a16="http://schemas.microsoft.com/office/drawing/2014/main" id="{2302C61B-1F98-ED0D-5F78-99A848EF786A}"/>
              </a:ext>
            </a:extLst>
          </p:cNvPr>
          <p:cNvGrpSpPr>
            <a:grpSpLocks/>
          </p:cNvGrpSpPr>
          <p:nvPr/>
        </p:nvGrpSpPr>
        <p:grpSpPr bwMode="auto">
          <a:xfrm>
            <a:off x="6140450" y="1536700"/>
            <a:ext cx="863600" cy="392113"/>
            <a:chOff x="4172" y="613"/>
            <a:chExt cx="544" cy="247"/>
          </a:xfrm>
        </p:grpSpPr>
        <p:sp>
          <p:nvSpPr>
            <p:cNvPr id="25904" name="Line 304">
              <a:extLst>
                <a:ext uri="{FF2B5EF4-FFF2-40B4-BE49-F238E27FC236}">
                  <a16:creationId xmlns:a16="http://schemas.microsoft.com/office/drawing/2014/main" id="{F5624F3C-40AC-5A5A-123A-68ACD7B2E8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2" y="860"/>
              <a:ext cx="544" cy="0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3370" name="Object 24">
              <a:extLst>
                <a:ext uri="{FF2B5EF4-FFF2-40B4-BE49-F238E27FC236}">
                  <a16:creationId xmlns:a16="http://schemas.microsoft.com/office/drawing/2014/main" id="{9A21498E-66A6-8DE3-6186-E442675572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54" y="613"/>
            <a:ext cx="146" cy="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74196" imgH="312226" progId="Equation.3">
                    <p:embed/>
                  </p:oleObj>
                </mc:Choice>
                <mc:Fallback>
                  <p:oleObj name="公式" r:id="rId12" imgW="274196" imgH="312226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4" y="613"/>
                          <a:ext cx="146" cy="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algn="ctr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306">
            <a:extLst>
              <a:ext uri="{FF2B5EF4-FFF2-40B4-BE49-F238E27FC236}">
                <a16:creationId xmlns:a16="http://schemas.microsoft.com/office/drawing/2014/main" id="{571E0BD4-59D3-FF5B-C326-0857D110B7FF}"/>
              </a:ext>
            </a:extLst>
          </p:cNvPr>
          <p:cNvGrpSpPr>
            <a:grpSpLocks/>
          </p:cNvGrpSpPr>
          <p:nvPr/>
        </p:nvGrpSpPr>
        <p:grpSpPr bwMode="auto">
          <a:xfrm>
            <a:off x="5759450" y="2487613"/>
            <a:ext cx="863600" cy="463550"/>
            <a:chOff x="3932" y="1212"/>
            <a:chExt cx="544" cy="292"/>
          </a:xfrm>
        </p:grpSpPr>
        <p:sp>
          <p:nvSpPr>
            <p:cNvPr id="25907" name="Line 307">
              <a:extLst>
                <a:ext uri="{FF2B5EF4-FFF2-40B4-BE49-F238E27FC236}">
                  <a16:creationId xmlns:a16="http://schemas.microsoft.com/office/drawing/2014/main" id="{6A67E792-44AD-2286-AF05-72BEF9C3B89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10800000">
              <a:off x="3932" y="1212"/>
              <a:ext cx="544" cy="0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3368" name="Object 23">
              <a:extLst>
                <a:ext uri="{FF2B5EF4-FFF2-40B4-BE49-F238E27FC236}">
                  <a16:creationId xmlns:a16="http://schemas.microsoft.com/office/drawing/2014/main" id="{AC5F9BAF-AE4E-F4CA-EBFA-B6FFB5BED7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31" y="1325"/>
            <a:ext cx="150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74196" imgH="335169" progId="Equation.3">
                    <p:embed/>
                  </p:oleObj>
                </mc:Choice>
                <mc:Fallback>
                  <p:oleObj name="公式" r:id="rId14" imgW="274196" imgH="335169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1" y="1325"/>
                          <a:ext cx="150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algn="ctr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309">
            <a:extLst>
              <a:ext uri="{FF2B5EF4-FFF2-40B4-BE49-F238E27FC236}">
                <a16:creationId xmlns:a16="http://schemas.microsoft.com/office/drawing/2014/main" id="{5DFFB808-DD5B-06EB-7918-0CC2185E2E21}"/>
              </a:ext>
            </a:extLst>
          </p:cNvPr>
          <p:cNvGrpSpPr>
            <a:grpSpLocks/>
          </p:cNvGrpSpPr>
          <p:nvPr/>
        </p:nvGrpSpPr>
        <p:grpSpPr bwMode="auto">
          <a:xfrm>
            <a:off x="7226300" y="1820863"/>
            <a:ext cx="558800" cy="381000"/>
            <a:chOff x="4856" y="792"/>
            <a:chExt cx="352" cy="240"/>
          </a:xfrm>
        </p:grpSpPr>
        <p:graphicFrame>
          <p:nvGraphicFramePr>
            <p:cNvPr id="13365" name="Object 22">
              <a:extLst>
                <a:ext uri="{FF2B5EF4-FFF2-40B4-BE49-F238E27FC236}">
                  <a16:creationId xmlns:a16="http://schemas.microsoft.com/office/drawing/2014/main" id="{DE92FD1F-9AAC-E24D-0E66-6C567C143F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24" y="792"/>
            <a:ext cx="15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98058" imgH="258858" progId="Equation.3">
                    <p:embed/>
                  </p:oleObj>
                </mc:Choice>
                <mc:Fallback>
                  <p:oleObj name="公式" r:id="rId16" imgW="198058" imgH="258858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4" y="792"/>
                          <a:ext cx="15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911" name="Line 311">
              <a:extLst>
                <a:ext uri="{FF2B5EF4-FFF2-40B4-BE49-F238E27FC236}">
                  <a16:creationId xmlns:a16="http://schemas.microsoft.com/office/drawing/2014/main" id="{E6ED9AD0-8B6A-F119-782E-6ECBE0202F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6" y="1032"/>
              <a:ext cx="352" cy="0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5914" name="Text Box 314">
            <a:extLst>
              <a:ext uri="{FF2B5EF4-FFF2-40B4-BE49-F238E27FC236}">
                <a16:creationId xmlns:a16="http://schemas.microsoft.com/office/drawing/2014/main" id="{DA6BACFB-38A1-B5C8-2059-56D81969F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317750"/>
            <a:ext cx="4716462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15000"/>
              </a:lnSpc>
              <a:buFont typeface="Monotype Sorts" pitchFamily="2" charset="2"/>
              <a:buNone/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(2) </a:t>
            </a:r>
            <a:r>
              <a:rPr kumimoji="1"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滑动摩擦力的方向总是</a:t>
            </a:r>
          </a:p>
          <a:p>
            <a:pPr eaLnBrk="1" hangingPunct="1">
              <a:lnSpc>
                <a:spcPct val="115000"/>
              </a:lnSpc>
              <a:buFont typeface="Monotype Sorts" pitchFamily="2" charset="2"/>
              <a:buNone/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    与相对运动的方向相反。</a:t>
            </a:r>
          </a:p>
        </p:txBody>
      </p:sp>
      <p:sp>
        <p:nvSpPr>
          <p:cNvPr id="25919" name="Text Box 319">
            <a:extLst>
              <a:ext uri="{FF2B5EF4-FFF2-40B4-BE49-F238E27FC236}">
                <a16:creationId xmlns:a16="http://schemas.microsoft.com/office/drawing/2014/main" id="{2E11FB06-08CE-78F7-C956-5FC02EDEF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1825" y="6034088"/>
            <a:ext cx="3690938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63525" indent="-263525" algn="ctr">
              <a:lnSpc>
                <a:spcPct val="130000"/>
              </a:lnSpc>
              <a:spcBef>
                <a:spcPct val="50000"/>
              </a:spcBef>
              <a:buClr>
                <a:srgbClr val="FF9900"/>
              </a:buClr>
              <a:buSzPct val="80000"/>
              <a:buFont typeface="Wingdings" pitchFamily="2" charset="2"/>
              <a:buNone/>
              <a:defRPr/>
            </a:pPr>
            <a:r>
              <a:rPr kumimoji="1" lang="zh-CN" altLang="en-US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干摩擦力随作用力的变化规律</a:t>
            </a:r>
          </a:p>
        </p:txBody>
      </p:sp>
      <p:graphicFrame>
        <p:nvGraphicFramePr>
          <p:cNvPr id="25921" name="Object 5">
            <a:extLst>
              <a:ext uri="{FF2B5EF4-FFF2-40B4-BE49-F238E27FC236}">
                <a16:creationId xmlns:a16="http://schemas.microsoft.com/office/drawing/2014/main" id="{49334268-B90D-7EC6-DC24-5F75AA3DBA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24188" y="3873500"/>
          <a:ext cx="403225" cy="22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579244" imgH="335169" progId="Equation.3">
                  <p:embed/>
                </p:oleObj>
              </mc:Choice>
              <mc:Fallback>
                <p:oleObj name="公式" r:id="rId18" imgW="579244" imgH="33516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188" y="3873500"/>
                        <a:ext cx="403225" cy="22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338">
            <a:extLst>
              <a:ext uri="{FF2B5EF4-FFF2-40B4-BE49-F238E27FC236}">
                <a16:creationId xmlns:a16="http://schemas.microsoft.com/office/drawing/2014/main" id="{E2D56235-D12A-07E2-EB96-19B43CCE0E7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63938" y="3514725"/>
            <a:ext cx="371475" cy="2227263"/>
            <a:chOff x="1646" y="154"/>
            <a:chExt cx="302" cy="1814"/>
          </a:xfrm>
        </p:grpSpPr>
        <p:sp>
          <p:nvSpPr>
            <p:cNvPr id="25939" name="Line 339">
              <a:extLst>
                <a:ext uri="{FF2B5EF4-FFF2-40B4-BE49-F238E27FC236}">
                  <a16:creationId xmlns:a16="http://schemas.microsoft.com/office/drawing/2014/main" id="{FD4BF128-E96C-2D15-0F10-3295F078901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46" y="154"/>
              <a:ext cx="0" cy="1814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 type="triangle" w="med" len="lg"/>
              <a:tailEnd type="none" w="med" len="lg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3356" name="Object 17">
              <a:extLst>
                <a:ext uri="{FF2B5EF4-FFF2-40B4-BE49-F238E27FC236}">
                  <a16:creationId xmlns:a16="http://schemas.microsoft.com/office/drawing/2014/main" id="{9F03D72D-379F-E6E3-DFE2-CEC6B0D0F4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11" y="181"/>
            <a:ext cx="162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243840" imgH="320206" progId="Equation.3">
                    <p:embed/>
                  </p:oleObj>
                </mc:Choice>
                <mc:Fallback>
                  <p:oleObj name="公式" r:id="rId20" imgW="243840" imgH="320206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1" y="181"/>
                          <a:ext cx="162" cy="1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57" name="Object 18">
              <a:extLst>
                <a:ext uri="{FF2B5EF4-FFF2-40B4-BE49-F238E27FC236}">
                  <a16:creationId xmlns:a16="http://schemas.microsoft.com/office/drawing/2014/main" id="{5E2D1CD8-F193-69D9-0D22-065E33E2354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59" y="1527"/>
            <a:ext cx="177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319978" imgH="281801" progId="Equation.3">
                    <p:embed/>
                  </p:oleObj>
                </mc:Choice>
                <mc:Fallback>
                  <p:oleObj name="公式" r:id="rId22" imgW="319978" imgH="281801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9" y="1527"/>
                          <a:ext cx="177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58" name="Object 19">
              <a:extLst>
                <a:ext uri="{FF2B5EF4-FFF2-40B4-BE49-F238E27FC236}">
                  <a16:creationId xmlns:a16="http://schemas.microsoft.com/office/drawing/2014/main" id="{5EBDC871-E317-4BB7-8A9E-4D76B2F1737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46" y="1183"/>
            <a:ext cx="202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373224" imgH="281801" progId="Equation.3">
                    <p:embed/>
                  </p:oleObj>
                </mc:Choice>
                <mc:Fallback>
                  <p:oleObj name="公式" r:id="rId24" imgW="373224" imgH="281801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" y="1183"/>
                          <a:ext cx="202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59" name="Object 20">
              <a:extLst>
                <a:ext uri="{FF2B5EF4-FFF2-40B4-BE49-F238E27FC236}">
                  <a16:creationId xmlns:a16="http://schemas.microsoft.com/office/drawing/2014/main" id="{47944AA9-1F1D-B199-4547-2A9B2CDB977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34" y="815"/>
            <a:ext cx="195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358296" imgH="281801" progId="Equation.3">
                    <p:embed/>
                  </p:oleObj>
                </mc:Choice>
                <mc:Fallback>
                  <p:oleObj name="公式" r:id="rId26" imgW="358296" imgH="281801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4" y="815"/>
                          <a:ext cx="195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60" name="Object 21">
              <a:extLst>
                <a:ext uri="{FF2B5EF4-FFF2-40B4-BE49-F238E27FC236}">
                  <a16:creationId xmlns:a16="http://schemas.microsoft.com/office/drawing/2014/main" id="{735A92E2-1450-0550-60AC-ADD2790B61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30" y="463"/>
            <a:ext cx="202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373224" imgH="281801" progId="Equation.3">
                    <p:embed/>
                  </p:oleObj>
                </mc:Choice>
                <mc:Fallback>
                  <p:oleObj name="公式" r:id="rId28" imgW="373224" imgH="281801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0" y="463"/>
                          <a:ext cx="202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945" name="Line 345">
              <a:extLst>
                <a:ext uri="{FF2B5EF4-FFF2-40B4-BE49-F238E27FC236}">
                  <a16:creationId xmlns:a16="http://schemas.microsoft.com/office/drawing/2014/main" id="{65FAEEF5-DDBE-2A49-075C-AD6EB2B54AB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5400000">
              <a:off x="1672" y="1592"/>
              <a:ext cx="0" cy="48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946" name="Line 346">
              <a:extLst>
                <a:ext uri="{FF2B5EF4-FFF2-40B4-BE49-F238E27FC236}">
                  <a16:creationId xmlns:a16="http://schemas.microsoft.com/office/drawing/2014/main" id="{2B4776E7-00C3-772E-9B48-06A677002DC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5400000">
              <a:off x="1672" y="1241"/>
              <a:ext cx="0" cy="48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947" name="Line 347">
              <a:extLst>
                <a:ext uri="{FF2B5EF4-FFF2-40B4-BE49-F238E27FC236}">
                  <a16:creationId xmlns:a16="http://schemas.microsoft.com/office/drawing/2014/main" id="{AD2F262E-DD2A-431C-EAAC-77B53BA6F0B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5400000">
              <a:off x="1672" y="888"/>
              <a:ext cx="0" cy="48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948" name="Line 348">
              <a:extLst>
                <a:ext uri="{FF2B5EF4-FFF2-40B4-BE49-F238E27FC236}">
                  <a16:creationId xmlns:a16="http://schemas.microsoft.com/office/drawing/2014/main" id="{5F989304-ED68-89B1-2585-24C6E5D5C5E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5400000">
              <a:off x="1672" y="528"/>
              <a:ext cx="0" cy="48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5949" name="Line 349">
            <a:extLst>
              <a:ext uri="{FF2B5EF4-FFF2-40B4-BE49-F238E27FC236}">
                <a16:creationId xmlns:a16="http://schemas.microsoft.com/office/drawing/2014/main" id="{311DEFC9-2E78-30C5-5424-9CFA4596946B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3576638" y="3983038"/>
            <a:ext cx="1689100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950" name="Line 350">
            <a:extLst>
              <a:ext uri="{FF2B5EF4-FFF2-40B4-BE49-F238E27FC236}">
                <a16:creationId xmlns:a16="http://schemas.microsoft.com/office/drawing/2014/main" id="{B23E93F3-2FC2-6CAB-5628-F0F761E5C6A3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5237163" y="3983038"/>
            <a:ext cx="0" cy="173990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951" name="Line 351">
            <a:extLst>
              <a:ext uri="{FF2B5EF4-FFF2-40B4-BE49-F238E27FC236}">
                <a16:creationId xmlns:a16="http://schemas.microsoft.com/office/drawing/2014/main" id="{9863C202-833D-3638-B8F7-40233D958E74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3557588" y="4003675"/>
            <a:ext cx="1698625" cy="1719263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952" name="Line 352">
            <a:extLst>
              <a:ext uri="{FF2B5EF4-FFF2-40B4-BE49-F238E27FC236}">
                <a16:creationId xmlns:a16="http://schemas.microsoft.com/office/drawing/2014/main" id="{8729D525-21AF-CB1C-10F1-EFCC57FC5AC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5237163" y="4514850"/>
            <a:ext cx="1217612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5953" name="Object 6">
            <a:extLst>
              <a:ext uri="{FF2B5EF4-FFF2-40B4-BE49-F238E27FC236}">
                <a16:creationId xmlns:a16="http://schemas.microsoft.com/office/drawing/2014/main" id="{184ADD9E-E658-F7B8-5235-7CCB1E374C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81513" y="3668713"/>
          <a:ext cx="1022350" cy="220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1531713" imgH="335169" progId="Equation.3">
                  <p:embed/>
                </p:oleObj>
              </mc:Choice>
              <mc:Fallback>
                <p:oleObj name="公式" r:id="rId30" imgW="1531713" imgH="33516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1513" y="3668713"/>
                        <a:ext cx="1022350" cy="220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54" name="Object 7">
            <a:extLst>
              <a:ext uri="{FF2B5EF4-FFF2-40B4-BE49-F238E27FC236}">
                <a16:creationId xmlns:a16="http://schemas.microsoft.com/office/drawing/2014/main" id="{42F13CB7-981B-7CC6-48DD-1EF771B210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0363" y="4168775"/>
          <a:ext cx="831850" cy="22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1234627" imgH="335169" progId="Equation.3">
                  <p:embed/>
                </p:oleObj>
              </mc:Choice>
              <mc:Fallback>
                <p:oleObj name="公式" r:id="rId32" imgW="1234627" imgH="33516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0363" y="4168775"/>
                        <a:ext cx="831850" cy="220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55" name="Object 8">
            <a:extLst>
              <a:ext uri="{FF2B5EF4-FFF2-40B4-BE49-F238E27FC236}">
                <a16:creationId xmlns:a16="http://schemas.microsoft.com/office/drawing/2014/main" id="{84572F84-A61C-AE7B-94A3-B287E2A01E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0988" y="5376863"/>
          <a:ext cx="758825" cy="220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1120171" imgH="335169" progId="Equation.3">
                  <p:embed/>
                </p:oleObj>
              </mc:Choice>
              <mc:Fallback>
                <p:oleObj name="公式" r:id="rId34" imgW="1120171" imgH="33516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0988" y="5376863"/>
                        <a:ext cx="758825" cy="220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56" name="Text Box 356">
            <a:extLst>
              <a:ext uri="{FF2B5EF4-FFF2-40B4-BE49-F238E27FC236}">
                <a16:creationId xmlns:a16="http://schemas.microsoft.com/office/drawing/2014/main" id="{0A0D1F26-7330-F2C4-0403-0759A7B366B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346700" y="4746625"/>
            <a:ext cx="8493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bg1"/>
              </a:buClr>
              <a:buFont typeface="Wingdings" pitchFamily="2" charset="2"/>
              <a:buNone/>
              <a:defRPr/>
            </a:pPr>
            <a:r>
              <a:rPr kumimoji="1" lang="zh-CN" altLang="en-US" sz="1600">
                <a:effectLst>
                  <a:outerShdw blurRad="38100" dist="38100" dir="2700000" algn="tl">
                    <a:srgbClr val="000000"/>
                  </a:outerShdw>
                </a:effectLst>
              </a:rPr>
              <a:t>动摩擦</a:t>
            </a:r>
          </a:p>
        </p:txBody>
      </p:sp>
      <p:sp>
        <p:nvSpPr>
          <p:cNvPr id="25957" name="Text Box 357">
            <a:extLst>
              <a:ext uri="{FF2B5EF4-FFF2-40B4-BE49-F238E27FC236}">
                <a16:creationId xmlns:a16="http://schemas.microsoft.com/office/drawing/2014/main" id="{D48FDC1C-C831-9F94-A60D-680D6422960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402138" y="4754563"/>
            <a:ext cx="7985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bg1"/>
              </a:buClr>
              <a:buFont typeface="Wingdings" pitchFamily="2" charset="2"/>
              <a:buNone/>
              <a:defRPr/>
            </a:pPr>
            <a:r>
              <a:rPr kumimoji="1" lang="zh-CN" altLang="en-US" sz="1600">
                <a:effectLst>
                  <a:outerShdw blurRad="38100" dist="38100" dir="2700000" algn="tl">
                    <a:srgbClr val="000000"/>
                  </a:outerShdw>
                </a:effectLst>
              </a:rPr>
              <a:t>静摩擦</a:t>
            </a:r>
          </a:p>
        </p:txBody>
      </p:sp>
      <p:sp>
        <p:nvSpPr>
          <p:cNvPr id="25970" name="Rectangle 370">
            <a:extLst>
              <a:ext uri="{FF2B5EF4-FFF2-40B4-BE49-F238E27FC236}">
                <a16:creationId xmlns:a16="http://schemas.microsoft.com/office/drawing/2014/main" id="{349A1B67-FDCA-C403-36C8-B13D751F2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1763" y="284163"/>
            <a:ext cx="6221412" cy="4889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defRPr/>
            </a:pPr>
            <a:r>
              <a:rPr kumimoji="1" lang="zh-CN" altLang="en-US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相互接触的物体有相对滑动时，接触处出现的摩擦力</a:t>
            </a:r>
          </a:p>
        </p:txBody>
      </p:sp>
      <p:grpSp>
        <p:nvGrpSpPr>
          <p:cNvPr id="13" name="Group 374">
            <a:extLst>
              <a:ext uri="{FF2B5EF4-FFF2-40B4-BE49-F238E27FC236}">
                <a16:creationId xmlns:a16="http://schemas.microsoft.com/office/drawing/2014/main" id="{E813CCF8-268B-B530-24AF-C99D977DDCE4}"/>
              </a:ext>
            </a:extLst>
          </p:cNvPr>
          <p:cNvGrpSpPr>
            <a:grpSpLocks/>
          </p:cNvGrpSpPr>
          <p:nvPr/>
        </p:nvGrpSpPr>
        <p:grpSpPr bwMode="auto">
          <a:xfrm>
            <a:off x="3462338" y="5662613"/>
            <a:ext cx="3209925" cy="371475"/>
            <a:chOff x="2181" y="3567"/>
            <a:chExt cx="2022" cy="234"/>
          </a:xfrm>
        </p:grpSpPr>
        <p:sp>
          <p:nvSpPr>
            <p:cNvPr id="25975" name="Line 375">
              <a:extLst>
                <a:ext uri="{FF2B5EF4-FFF2-40B4-BE49-F238E27FC236}">
                  <a16:creationId xmlns:a16="http://schemas.microsoft.com/office/drawing/2014/main" id="{CAC66FA8-F320-2507-1628-4D4248957B3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242" y="3606"/>
              <a:ext cx="1914" cy="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3341" name="Object 9">
              <a:extLst>
                <a:ext uri="{FF2B5EF4-FFF2-40B4-BE49-F238E27FC236}">
                  <a16:creationId xmlns:a16="http://schemas.microsoft.com/office/drawing/2014/main" id="{C1255EFC-5FB8-56A7-9598-8ED8C6D3520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79" y="3665"/>
            <a:ext cx="124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6" imgW="274196" imgH="274320" progId="Equation.3">
                    <p:embed/>
                  </p:oleObj>
                </mc:Choice>
                <mc:Fallback>
                  <p:oleObj name="公式" r:id="rId36" imgW="274196" imgH="27432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9" y="3665"/>
                          <a:ext cx="124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2" name="Object 10">
              <a:extLst>
                <a:ext uri="{FF2B5EF4-FFF2-40B4-BE49-F238E27FC236}">
                  <a16:creationId xmlns:a16="http://schemas.microsoft.com/office/drawing/2014/main" id="{A5A32DD5-B183-8EE4-0FF7-DF4E475C1FF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81" y="3653"/>
            <a:ext cx="80" cy="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8" imgW="167702" imgH="281801" progId="Equation.3">
                    <p:embed/>
                  </p:oleObj>
                </mc:Choice>
                <mc:Fallback>
                  <p:oleObj name="公式" r:id="rId38" imgW="167702" imgH="281801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1" y="3653"/>
                          <a:ext cx="80" cy="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3" name="Object 11">
              <a:extLst>
                <a:ext uri="{FF2B5EF4-FFF2-40B4-BE49-F238E27FC236}">
                  <a16:creationId xmlns:a16="http://schemas.microsoft.com/office/drawing/2014/main" id="{67C8EB6B-A665-11C6-51B3-E16D5CFE7A4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56" y="3653"/>
            <a:ext cx="137" cy="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0" imgW="319978" imgH="281801" progId="Equation.3">
                    <p:embed/>
                  </p:oleObj>
                </mc:Choice>
                <mc:Fallback>
                  <p:oleObj name="公式" r:id="rId40" imgW="319978" imgH="281801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6" y="3653"/>
                          <a:ext cx="137" cy="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4" name="Object 12">
              <a:extLst>
                <a:ext uri="{FF2B5EF4-FFF2-40B4-BE49-F238E27FC236}">
                  <a16:creationId xmlns:a16="http://schemas.microsoft.com/office/drawing/2014/main" id="{0EFBDDAF-19FE-E606-F9AF-D25664C745F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06" y="3659"/>
            <a:ext cx="156" cy="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2" imgW="373224" imgH="281801" progId="Equation.3">
                    <p:embed/>
                  </p:oleObj>
                </mc:Choice>
                <mc:Fallback>
                  <p:oleObj name="公式" r:id="rId42" imgW="373224" imgH="281801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6" y="3659"/>
                          <a:ext cx="156" cy="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5" name="Object 13">
              <a:extLst>
                <a:ext uri="{FF2B5EF4-FFF2-40B4-BE49-F238E27FC236}">
                  <a16:creationId xmlns:a16="http://schemas.microsoft.com/office/drawing/2014/main" id="{4C623518-8EC0-1C25-E7D3-57277EE503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63" y="3659"/>
            <a:ext cx="151" cy="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4" imgW="358296" imgH="281801" progId="Equation.3">
                    <p:embed/>
                  </p:oleObj>
                </mc:Choice>
                <mc:Fallback>
                  <p:oleObj name="公式" r:id="rId44" imgW="358296" imgH="281801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3" y="3659"/>
                          <a:ext cx="151" cy="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6" name="Object 14">
              <a:extLst>
                <a:ext uri="{FF2B5EF4-FFF2-40B4-BE49-F238E27FC236}">
                  <a16:creationId xmlns:a16="http://schemas.microsoft.com/office/drawing/2014/main" id="{3632BA68-2439-8B18-151F-D59B8FDABC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14" y="3659"/>
            <a:ext cx="156" cy="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6" imgW="373224" imgH="281801" progId="Equation.3">
                    <p:embed/>
                  </p:oleObj>
                </mc:Choice>
                <mc:Fallback>
                  <p:oleObj name="公式" r:id="rId46" imgW="373224" imgH="281801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4" y="3659"/>
                          <a:ext cx="156" cy="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7" name="Object 15">
              <a:extLst>
                <a:ext uri="{FF2B5EF4-FFF2-40B4-BE49-F238E27FC236}">
                  <a16:creationId xmlns:a16="http://schemas.microsoft.com/office/drawing/2014/main" id="{DA27C3CB-4576-7C81-C445-189FF1D41C0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83" y="3653"/>
            <a:ext cx="151" cy="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8" imgW="358296" imgH="281801" progId="Equation.3">
                    <p:embed/>
                  </p:oleObj>
                </mc:Choice>
                <mc:Fallback>
                  <p:oleObj name="公式" r:id="rId48" imgW="358296" imgH="281801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3" y="3653"/>
                          <a:ext cx="151" cy="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8" name="Object 16">
              <a:extLst>
                <a:ext uri="{FF2B5EF4-FFF2-40B4-BE49-F238E27FC236}">
                  <a16:creationId xmlns:a16="http://schemas.microsoft.com/office/drawing/2014/main" id="{103FBEE1-A713-D405-7E97-2925EE333B9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43" y="3653"/>
            <a:ext cx="151" cy="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0" imgW="358296" imgH="281801" progId="Equation.3">
                    <p:embed/>
                  </p:oleObj>
                </mc:Choice>
                <mc:Fallback>
                  <p:oleObj name="公式" r:id="rId50" imgW="358296" imgH="281801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3" y="3653"/>
                          <a:ext cx="151" cy="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984" name="Line 384">
              <a:extLst>
                <a:ext uri="{FF2B5EF4-FFF2-40B4-BE49-F238E27FC236}">
                  <a16:creationId xmlns:a16="http://schemas.microsoft.com/office/drawing/2014/main" id="{0C5BD5CF-F34C-84FE-4ED0-CC89CAAB6C7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25" y="3567"/>
              <a:ext cx="0" cy="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985" name="Line 385">
              <a:extLst>
                <a:ext uri="{FF2B5EF4-FFF2-40B4-BE49-F238E27FC236}">
                  <a16:creationId xmlns:a16="http://schemas.microsoft.com/office/drawing/2014/main" id="{BCD919C0-B719-A969-20A6-DF3A802ACF2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85" y="3567"/>
              <a:ext cx="0" cy="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986" name="Line 386">
              <a:extLst>
                <a:ext uri="{FF2B5EF4-FFF2-40B4-BE49-F238E27FC236}">
                  <a16:creationId xmlns:a16="http://schemas.microsoft.com/office/drawing/2014/main" id="{1EE97DEE-B5E3-F403-4C39-C046CA7A54E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33" y="3567"/>
              <a:ext cx="0" cy="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987" name="Line 387">
              <a:extLst>
                <a:ext uri="{FF2B5EF4-FFF2-40B4-BE49-F238E27FC236}">
                  <a16:creationId xmlns:a16="http://schemas.microsoft.com/office/drawing/2014/main" id="{DE55352C-B8DB-F1C0-2629-A3ACB2C04B6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99" y="3567"/>
              <a:ext cx="0" cy="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988" name="Line 388">
              <a:extLst>
                <a:ext uri="{FF2B5EF4-FFF2-40B4-BE49-F238E27FC236}">
                  <a16:creationId xmlns:a16="http://schemas.microsoft.com/office/drawing/2014/main" id="{C211C874-1A79-8BA8-74AB-DBCE7BC7400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565" y="3567"/>
              <a:ext cx="0" cy="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989" name="Line 389">
              <a:extLst>
                <a:ext uri="{FF2B5EF4-FFF2-40B4-BE49-F238E27FC236}">
                  <a16:creationId xmlns:a16="http://schemas.microsoft.com/office/drawing/2014/main" id="{DA77619B-3A79-7E74-8606-707ECC2733E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31" y="3567"/>
              <a:ext cx="0" cy="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5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5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5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5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5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5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5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25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5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72" grpId="0" animBg="1"/>
      <p:bldP spid="25678" grpId="0" autoUpdateAnimBg="0"/>
      <p:bldP spid="25682" grpId="0"/>
      <p:bldP spid="25914" grpId="0" autoUpdateAnimBg="0"/>
      <p:bldP spid="25919" grpId="0" autoUpdateAnimBg="0"/>
      <p:bldP spid="25956" grpId="0"/>
      <p:bldP spid="25957" grpId="0"/>
      <p:bldP spid="2597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05" name="Text Box 9">
            <a:extLst>
              <a:ext uri="{FF2B5EF4-FFF2-40B4-BE49-F238E27FC236}">
                <a16:creationId xmlns:a16="http://schemas.microsoft.com/office/drawing/2014/main" id="{75681E43-A001-3C59-F8CC-FD8A7624E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13" y="488950"/>
            <a:ext cx="30162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FFCC00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湿摩擦力</a:t>
            </a: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:</a:t>
            </a:r>
          </a:p>
        </p:txBody>
      </p:sp>
      <p:sp>
        <p:nvSpPr>
          <p:cNvPr id="208906" name="Text Box 10">
            <a:extLst>
              <a:ext uri="{FF2B5EF4-FFF2-40B4-BE49-F238E27FC236}">
                <a16:creationId xmlns:a16="http://schemas.microsoft.com/office/drawing/2014/main" id="{C7EB6CC8-40C8-DB39-27D3-3087B5365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8" y="1139825"/>
            <a:ext cx="7747000" cy="53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（</a:t>
            </a:r>
            <a:r>
              <a:rPr kumimoji="1"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1</a:t>
            </a:r>
            <a:r>
              <a:rPr kumimoji="1"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）在固体与流体相对运动速率不大时（平流层）</a:t>
            </a:r>
            <a:endParaRPr kumimoji="1" lang="zh-CN" alt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aphicFrame>
        <p:nvGraphicFramePr>
          <p:cNvPr id="208907" name="Object 2">
            <a:extLst>
              <a:ext uri="{FF2B5EF4-FFF2-40B4-BE49-F238E27FC236}">
                <a16:creationId xmlns:a16="http://schemas.microsoft.com/office/drawing/2014/main" id="{F4C5F706-714F-9849-0C8A-2C22C15730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24350" y="1949450"/>
          <a:ext cx="1155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12707" imgH="350631" progId="Equation.3">
                  <p:embed/>
                </p:oleObj>
              </mc:Choice>
              <mc:Fallback>
                <p:oleObj name="公式" r:id="rId2" imgW="1112707" imgH="35063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4350" y="1949450"/>
                        <a:ext cx="1155700" cy="393700"/>
                      </a:xfrm>
                      <a:prstGeom prst="rect">
                        <a:avLst/>
                      </a:prstGeom>
                      <a:solidFill>
                        <a:srgbClr val="00CCFF">
                          <a:alpha val="25098"/>
                        </a:srgbClr>
                      </a:solidFill>
                      <a:ln w="9525">
                        <a:solidFill>
                          <a:srgbClr val="FFFFFF">
                            <a:alpha val="27843"/>
                          </a:srgbClr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08" name="Text Box 12">
            <a:extLst>
              <a:ext uri="{FF2B5EF4-FFF2-40B4-BE49-F238E27FC236}">
                <a16:creationId xmlns:a16="http://schemas.microsoft.com/office/drawing/2014/main" id="{F69F1706-448F-9C17-C120-8365E7FF9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8" y="2638425"/>
            <a:ext cx="6626225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（</a:t>
            </a:r>
            <a:r>
              <a:rPr kumimoji="1"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2</a:t>
            </a:r>
            <a:r>
              <a:rPr kumimoji="1"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）在固体与流体相对运动速率较大时（紊流）</a:t>
            </a:r>
            <a:endParaRPr kumimoji="1" lang="en-US" altLang="zh-CN" dirty="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graphicFrame>
        <p:nvGraphicFramePr>
          <p:cNvPr id="208909" name="Object 3">
            <a:extLst>
              <a:ext uri="{FF2B5EF4-FFF2-40B4-BE49-F238E27FC236}">
                <a16:creationId xmlns:a16="http://schemas.microsoft.com/office/drawing/2014/main" id="{C619B61B-56F4-629B-810E-58B94E36F9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2750" y="3460750"/>
          <a:ext cx="1384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41120" imgH="350631" progId="Equation.3">
                  <p:embed/>
                </p:oleObj>
              </mc:Choice>
              <mc:Fallback>
                <p:oleObj name="公式" r:id="rId4" imgW="1341120" imgH="35063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0" y="3460750"/>
                        <a:ext cx="1384300" cy="393700"/>
                      </a:xfrm>
                      <a:prstGeom prst="rect">
                        <a:avLst/>
                      </a:prstGeom>
                      <a:solidFill>
                        <a:srgbClr val="00CCFF">
                          <a:alpha val="25098"/>
                        </a:srgbClr>
                      </a:solidFill>
                      <a:ln w="9525">
                        <a:solidFill>
                          <a:srgbClr val="FFFFFF">
                            <a:alpha val="25882"/>
                          </a:srgbClr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10" name="Text Box 14">
            <a:extLst>
              <a:ext uri="{FF2B5EF4-FFF2-40B4-BE49-F238E27FC236}">
                <a16:creationId xmlns:a16="http://schemas.microsoft.com/office/drawing/2014/main" id="{9B0E39D7-347B-E813-8145-17AB4DC8B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050" y="4000500"/>
            <a:ext cx="4924425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（</a:t>
            </a:r>
            <a:r>
              <a:rPr kumimoji="1"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3</a:t>
            </a:r>
            <a:r>
              <a:rPr kumimoji="1"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）湿摩擦力远小于干摩擦力</a:t>
            </a:r>
          </a:p>
        </p:txBody>
      </p:sp>
      <p:sp>
        <p:nvSpPr>
          <p:cNvPr id="208914" name="Rectangle 18">
            <a:extLst>
              <a:ext uri="{FF2B5EF4-FFF2-40B4-BE49-F238E27FC236}">
                <a16:creationId xmlns:a16="http://schemas.microsoft.com/office/drawing/2014/main" id="{DF34BFB6-4436-A305-B8AC-A0C26E2F3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0938" y="423863"/>
            <a:ext cx="6046787" cy="4889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defRPr/>
            </a:pPr>
            <a:r>
              <a:rPr kumimoji="1" lang="zh-CN" altLang="en-US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固体在流体中运动时，沿着接触面出现的摩擦力</a:t>
            </a:r>
          </a:p>
        </p:txBody>
      </p:sp>
      <p:sp>
        <p:nvSpPr>
          <p:cNvPr id="208915" name="Rectangle 19">
            <a:extLst>
              <a:ext uri="{FF2B5EF4-FFF2-40B4-BE49-F238E27FC236}">
                <a16:creationId xmlns:a16="http://schemas.microsoft.com/office/drawing/2014/main" id="{68D4A349-99C8-17AE-4AD3-23664644F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" y="5500688"/>
            <a:ext cx="8096250" cy="796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8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8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8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8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8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8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05" grpId="0" autoUpdateAnimBg="0"/>
      <p:bldP spid="208906" grpId="0" autoUpdateAnimBg="0"/>
      <p:bldP spid="208908" grpId="0" autoUpdateAnimBg="0"/>
      <p:bldP spid="208910" grpId="0" autoUpdateAnimBg="0"/>
      <p:bldP spid="2089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e:\program files\360se6\User Data\temp\u=1014699212,1844584439&amp;fm=21&amp;gp=0.jpg">
            <a:extLst>
              <a:ext uri="{FF2B5EF4-FFF2-40B4-BE49-F238E27FC236}">
                <a16:creationId xmlns:a16="http://schemas.microsoft.com/office/drawing/2014/main" id="{C495867E-F546-7B18-C45F-8EAED831E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700" y="765175"/>
            <a:ext cx="3503613" cy="261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4" descr="e:\program files\360se6\User Data\temp\u=3733510196,2434373087&amp;fm=85&amp;s=ACE27A23840A6CFE5AAD2C820100C091.jpg">
            <a:extLst>
              <a:ext uri="{FF2B5EF4-FFF2-40B4-BE49-F238E27FC236}">
                <a16:creationId xmlns:a16="http://schemas.microsoft.com/office/drawing/2014/main" id="{53A3EFA9-3571-537F-C73E-7F3B44141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063" y="830263"/>
            <a:ext cx="3709987" cy="231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6" descr="e:\program files\360se6\User Data\temp\u=219024439,1610189990&amp;fm=21&amp;gp=0.jpg">
            <a:extLst>
              <a:ext uri="{FF2B5EF4-FFF2-40B4-BE49-F238E27FC236}">
                <a16:creationId xmlns:a16="http://schemas.microsoft.com/office/drawing/2014/main" id="{A0B7A562-B1CF-2BE4-38D1-AA88175C7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38" y="3584575"/>
            <a:ext cx="3629025" cy="261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8" descr="e:\program files\360se6\User Data\temp\u=3307697999,1199231767&amp;fm=21&amp;gp=0.jpg">
            <a:extLst>
              <a:ext uri="{FF2B5EF4-FFF2-40B4-BE49-F238E27FC236}">
                <a16:creationId xmlns:a16="http://schemas.microsoft.com/office/drawing/2014/main" id="{6A7E755B-CB67-2DB5-C984-47C5B01CB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5675" y="3679825"/>
            <a:ext cx="3790950" cy="244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963653B0-FFAB-6FA9-5356-379073A29E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4475" y="3049588"/>
          <a:ext cx="357505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51107" imgH="388537" progId="Equation.3">
                  <p:embed/>
                </p:oleObj>
              </mc:Choice>
              <mc:Fallback>
                <p:oleObj name="Equation" r:id="rId2" imgW="3551107" imgH="388537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4475" y="3049588"/>
                        <a:ext cx="3575050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E9133580-8647-84D0-8C8D-7DC551154E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35075" y="3863975"/>
          <a:ext cx="609917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050218" imgH="830441" progId="Equation.3">
                  <p:embed/>
                </p:oleObj>
              </mc:Choice>
              <mc:Fallback>
                <p:oleObj name="Equation" r:id="rId4" imgW="6050218" imgH="83044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5075" y="3863975"/>
                        <a:ext cx="6099175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0982057F-8C20-AC92-7194-7763B27098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41713" y="4684713"/>
          <a:ext cx="270827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82240" imgH="350631" progId="Equation.3">
                  <p:embed/>
                </p:oleObj>
              </mc:Choice>
              <mc:Fallback>
                <p:oleObj name="Equation" r:id="rId6" imgW="2682240" imgH="35063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1713" y="4684713"/>
                        <a:ext cx="2708275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7">
            <a:extLst>
              <a:ext uri="{FF2B5EF4-FFF2-40B4-BE49-F238E27FC236}">
                <a16:creationId xmlns:a16="http://schemas.microsoft.com/office/drawing/2014/main" id="{EDC72148-54FC-07C1-B56F-EE1DD0C8F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863" y="2484438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宋体" panose="02010600030101010101" pitchFamily="2" charset="-122"/>
              </a:rPr>
              <a:t>例</a:t>
            </a:r>
            <a:endParaRPr kumimoji="1" lang="zh-CN" altLang="en-US" sz="240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CF58C5BB-B19B-2C74-9337-AF78CCDAD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863" y="3960813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宋体" panose="02010600030101010101" pitchFamily="2" charset="-122"/>
              </a:rPr>
              <a:t>解</a:t>
            </a:r>
            <a:endParaRPr kumimoji="1" lang="zh-CN" altLang="en-US" sz="1200">
              <a:solidFill>
                <a:srgbClr val="FFFFCC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6311F765-AC77-2DB9-DB8C-929CB1701D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5050" y="4138613"/>
          <a:ext cx="966788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906687" imgH="320206" progId="Equation.3">
                  <p:embed/>
                </p:oleObj>
              </mc:Choice>
              <mc:Fallback>
                <p:oleObj name="公式" r:id="rId8" imgW="906687" imgH="32020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5050" y="4138613"/>
                        <a:ext cx="966788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10">
            <a:extLst>
              <a:ext uri="{FF2B5EF4-FFF2-40B4-BE49-F238E27FC236}">
                <a16:creationId xmlns:a16="http://schemas.microsoft.com/office/drawing/2014/main" id="{4F44DFA0-9BC2-F8E8-8B88-7ADF54D5A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600" y="32702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rgbClr val="FFFF66"/>
                </a:solidFill>
                <a:latin typeface="宋体" panose="02010600030101010101" pitchFamily="2" charset="-122"/>
              </a:rPr>
              <a:t>求</a:t>
            </a:r>
            <a:endParaRPr kumimoji="1" lang="zh-CN" altLang="en-US" sz="2400" i="1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205DBA3-37A3-A3F5-C2EF-86316BF02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7613" y="3300413"/>
            <a:ext cx="712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>
                <a:solidFill>
                  <a:srgbClr val="FFFFFF"/>
                </a:solidFill>
                <a:latin typeface="Times New Roman" panose="02020603050405020304" pitchFamily="18" charset="0"/>
              </a:rPr>
              <a:t>F=?</a:t>
            </a: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90FFF644-F318-497E-32A6-7A513415C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5063" y="2514600"/>
            <a:ext cx="541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已知一物体的质量为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m </a:t>
            </a:r>
            <a:r>
              <a:rPr kumimoji="1" lang="en-US" altLang="zh-CN" sz="2400">
                <a:solidFill>
                  <a:schemeClr val="bg1"/>
                </a:solidFill>
                <a:latin typeface="宋体" panose="02010600030101010101" pitchFamily="2" charset="-122"/>
              </a:rPr>
              <a:t>,</a:t>
            </a:r>
            <a:r>
              <a:rPr kumimoji="1" lang="en-US" altLang="zh-CN" sz="2400" i="1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运动方程为</a:t>
            </a:r>
          </a:p>
        </p:txBody>
      </p:sp>
      <p:sp>
        <p:nvSpPr>
          <p:cNvPr id="11" name="Text Box 13">
            <a:extLst>
              <a:ext uri="{FF2B5EF4-FFF2-40B4-BE49-F238E27FC236}">
                <a16:creationId xmlns:a16="http://schemas.microsoft.com/office/drawing/2014/main" id="{15E7376D-DCC4-DF76-8D9C-AD788ECDE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013" y="823913"/>
            <a:ext cx="6403975" cy="10191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179388" indent="-179388" eaLnBrk="1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00FFCC"/>
              </a:buClr>
              <a:buSzPct val="80000"/>
              <a:buFont typeface="Wingdings" pitchFamily="2" charset="2"/>
              <a:buChar char="u"/>
              <a:defRPr/>
            </a:pPr>
            <a:r>
              <a:rPr kumimoji="1" lang="en-US" altLang="zh-CN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两类问题</a:t>
            </a:r>
            <a:r>
              <a:rPr kumimoji="1" lang="zh-CN" altLang="en-US"/>
              <a:t>（牛顿运动定律</a:t>
            </a:r>
            <a:r>
              <a:rPr kumimoji="1" lang="en-US" altLang="zh-CN"/>
              <a:t>+</a:t>
            </a:r>
            <a:r>
              <a:rPr kumimoji="1" lang="zh-CN" altLang="en-US"/>
              <a:t>运动学）</a:t>
            </a:r>
          </a:p>
          <a:p>
            <a:pPr marL="179388" indent="-179388" eaLnBrk="1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00FFCC"/>
              </a:buClr>
              <a:buSzPct val="80000"/>
              <a:buFont typeface="Wingdings" pitchFamily="2" charset="2"/>
              <a:buChar char="u"/>
              <a:defRPr/>
            </a:pPr>
            <a:endParaRPr kumimoji="1" lang="en-US" altLang="zh-CN">
              <a:solidFill>
                <a:srgbClr val="FFCC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2" name="Text Box 14">
            <a:extLst>
              <a:ext uri="{FF2B5EF4-FFF2-40B4-BE49-F238E27FC236}">
                <a16:creationId xmlns:a16="http://schemas.microsoft.com/office/drawing/2014/main" id="{5CE732C3-33A0-0E30-EEDC-A6A2DFD15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275" y="1258888"/>
            <a:ext cx="8061325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20000"/>
              </a:lnSpc>
              <a:buFont typeface="Monotype Sorts" pitchFamily="2" charset="2"/>
              <a:buAutoNum type="arabicParenBoth"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已知质点的运动方程，或任一时刻的速度或加速度，求</a:t>
            </a:r>
          </a:p>
          <a:p>
            <a:pPr marL="342900" indent="-342900" eaLnBrk="1" hangingPunct="1">
              <a:lnSpc>
                <a:spcPct val="120000"/>
              </a:lnSpc>
              <a:buFont typeface="Monotype Sorts" pitchFamily="2" charset="2"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    质点所受的力；</a:t>
            </a:r>
            <a:r>
              <a:rPr kumimoji="1" lang="zh-CN" altLang="en-US" b="0">
                <a:latin typeface="Times New Roman" pitchFamily="18" charset="0"/>
              </a:rPr>
              <a:t> </a:t>
            </a: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id="{FD2E67C4-2250-E9F4-BB64-E262CB136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9588" y="223838"/>
            <a:ext cx="56864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3200">
                <a:solidFill>
                  <a:srgbClr val="66FF33"/>
                </a:solidFill>
                <a:latin typeface="Times New Roman" panose="02020603050405020304" pitchFamily="18" charset="0"/>
              </a:rPr>
              <a:t>§2.3    </a:t>
            </a:r>
            <a:r>
              <a:rPr kumimoji="1" lang="zh-CN" altLang="en-US" sz="3200">
                <a:solidFill>
                  <a:srgbClr val="66FF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牛顿运动定律的应用</a:t>
            </a:r>
            <a:endParaRPr kumimoji="1" lang="zh-CN" altLang="en-US" sz="2400">
              <a:solidFill>
                <a:schemeClr val="bg1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14" name="Text Box 16">
            <a:extLst>
              <a:ext uri="{FF2B5EF4-FFF2-40B4-BE49-F238E27FC236}">
                <a16:creationId xmlns:a16="http://schemas.microsoft.com/office/drawing/2014/main" id="{F24A810C-F45F-793A-46D9-CAC77456C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1768475"/>
            <a:ext cx="185102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kumimoji="1" lang="en-US" altLang="zh-CN" sz="2400" b="0">
                <a:solidFill>
                  <a:srgbClr val="66FF33"/>
                </a:solidFill>
                <a:ea typeface="仿宋_GB2312" pitchFamily="49" charset="-122"/>
              </a:rPr>
              <a:t>——</a:t>
            </a:r>
            <a:r>
              <a:rPr kumimoji="1" lang="zh-CN" altLang="en-US" sz="2400">
                <a:solidFill>
                  <a:srgbClr val="66FF33"/>
                </a:solidFill>
                <a:latin typeface="仿宋_GB2312" pitchFamily="49" charset="-122"/>
                <a:ea typeface="仿宋_GB2312" pitchFamily="49" charset="-122"/>
              </a:rPr>
              <a:t>微分法</a:t>
            </a:r>
            <a:r>
              <a:rPr kumimoji="1" lang="zh-CN" altLang="en-US" sz="2400" b="0">
                <a:solidFill>
                  <a:srgbClr val="66FF33"/>
                </a:solidFill>
                <a:latin typeface="仿宋_GB2312" pitchFamily="49" charset="-122"/>
                <a:ea typeface="仿宋_GB2312" pitchFamily="49" charset="-122"/>
              </a:rPr>
              <a:t> </a:t>
            </a:r>
          </a:p>
        </p:txBody>
      </p:sp>
      <p:sp>
        <p:nvSpPr>
          <p:cNvPr id="15" name="Text Box 17">
            <a:extLst>
              <a:ext uri="{FF2B5EF4-FFF2-40B4-BE49-F238E27FC236}">
                <a16:creationId xmlns:a16="http://schemas.microsoft.com/office/drawing/2014/main" id="{018F3094-CFD6-5B07-39A1-DCE4924CF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588" y="5248275"/>
            <a:ext cx="8226425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buFont typeface="Monotype Sorts" pitchFamily="2" charset="2"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(2)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已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知质点受到的力，求质点的运动方程等，包括任意时</a:t>
            </a:r>
          </a:p>
          <a:p>
            <a:pPr eaLnBrk="1" hangingPunct="1">
              <a:lnSpc>
                <a:spcPct val="120000"/>
              </a:lnSpc>
              <a:buFont typeface="Monotype Sorts" pitchFamily="2" charset="2"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    刻质点的位置、速度或加速度。</a:t>
            </a:r>
            <a:r>
              <a:rPr kumimoji="1" lang="zh-CN" altLang="en-US">
                <a:latin typeface="Times New Roman" pitchFamily="18" charset="0"/>
              </a:rPr>
              <a:t> </a:t>
            </a:r>
          </a:p>
        </p:txBody>
      </p:sp>
      <p:sp>
        <p:nvSpPr>
          <p:cNvPr id="16" name="Text Box 18">
            <a:extLst>
              <a:ext uri="{FF2B5EF4-FFF2-40B4-BE49-F238E27FC236}">
                <a16:creationId xmlns:a16="http://schemas.microsoft.com/office/drawing/2014/main" id="{89C21E47-1935-6535-C4D9-FF0D19E2F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0663" y="5611813"/>
            <a:ext cx="300672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kumimoji="1" lang="en-US" altLang="zh-CN" sz="2400" b="0">
                <a:solidFill>
                  <a:srgbClr val="66FF33"/>
                </a:solidFill>
                <a:ea typeface="仿宋_GB2312" pitchFamily="49" charset="-122"/>
              </a:rPr>
              <a:t>——</a:t>
            </a:r>
            <a:r>
              <a:rPr kumimoji="1" lang="zh-CN" altLang="en-US" sz="2400">
                <a:solidFill>
                  <a:srgbClr val="66FF33"/>
                </a:solidFill>
                <a:latin typeface="仿宋_GB2312" pitchFamily="49" charset="-122"/>
                <a:ea typeface="仿宋_GB2312" pitchFamily="49" charset="-122"/>
              </a:rPr>
              <a:t>积分法</a:t>
            </a:r>
            <a:r>
              <a:rPr kumimoji="1" lang="zh-CN" altLang="en-US" sz="2400" b="0">
                <a:solidFill>
                  <a:srgbClr val="66FF33"/>
                </a:solidFill>
                <a:latin typeface="仿宋_GB2312" pitchFamily="49" charset="-122"/>
                <a:ea typeface="仿宋_GB2312" pitchFamily="49" charset="-122"/>
              </a:rPr>
              <a:t> 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8" grpId="0" autoUpdateAnimBg="0"/>
      <p:bldP spid="9" grpId="0" autoUpdateAnimBg="0"/>
      <p:bldP spid="10" grpId="0" autoUpdateAnimBg="0"/>
      <p:bldP spid="11" grpId="0" autoUpdateAnimBg="0"/>
      <p:bldP spid="12" grpId="0" autoUpdateAnimBg="0"/>
      <p:bldP spid="13" grpId="0" autoUpdateAnimBg="0"/>
      <p:bldP spid="14" grpId="0" autoUpdateAnimBg="0"/>
      <p:bldP spid="15" grpId="0" autoUpdateAnimBg="0"/>
      <p:bldP spid="16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6" name="Text Box 2">
            <a:extLst>
              <a:ext uri="{FF2B5EF4-FFF2-40B4-BE49-F238E27FC236}">
                <a16:creationId xmlns:a16="http://schemas.microsoft.com/office/drawing/2014/main" id="{5A04AA88-2428-E418-3A70-F551356A0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46063"/>
            <a:ext cx="79248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设一高速运动的带电粒子沿竖直方向以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i="1">
                <a:solidFill>
                  <a:schemeClr val="bg1"/>
                </a:solidFill>
                <a:latin typeface="Bookman Old Style" panose="02050604050505020204" pitchFamily="18" charset="0"/>
              </a:rPr>
              <a:t>v</a:t>
            </a:r>
            <a:r>
              <a:rPr kumimoji="1" lang="en-US" altLang="zh-CN" baseline="-25000">
                <a:solidFill>
                  <a:schemeClr val="bg1"/>
                </a:solidFill>
                <a:latin typeface="Bookman Old Style" panose="02050604050505020204" pitchFamily="18" charset="0"/>
              </a:rPr>
              <a:t>0</a:t>
            </a:r>
            <a:r>
              <a:rPr kumimoji="1" lang="en-US" altLang="zh-CN" baseline="-2500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向上运动，从时刻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i="1">
                <a:solidFill>
                  <a:schemeClr val="bg1"/>
                </a:solidFill>
                <a:latin typeface="Times New Roman" panose="02020603050405020304" pitchFamily="18" charset="0"/>
              </a:rPr>
              <a:t>t </a:t>
            </a:r>
            <a:r>
              <a: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</a:rPr>
              <a:t>= 0</a:t>
            </a:r>
            <a:r>
              <a:rPr kumimoji="1" lang="en-US" altLang="zh-CN" sz="240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开始粒子受到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i="1">
                <a:solidFill>
                  <a:schemeClr val="bg1"/>
                </a:solidFill>
                <a:latin typeface="Times New Roman" panose="02020603050405020304" pitchFamily="18" charset="0"/>
              </a:rPr>
              <a:t>F </a:t>
            </a:r>
            <a:r>
              <a: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</a:rPr>
              <a:t>=</a:t>
            </a:r>
            <a:r>
              <a:rPr kumimoji="1" lang="en-US" altLang="zh-CN" sz="2400" i="1">
                <a:solidFill>
                  <a:schemeClr val="bg1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zh-CN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0 </a:t>
            </a:r>
            <a:r>
              <a:rPr kumimoji="1" lang="en-US" altLang="zh-CN" sz="2400" i="1">
                <a:solidFill>
                  <a:schemeClr val="bg1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水平力的作用，</a:t>
            </a:r>
            <a:r>
              <a:rPr kumimoji="1" lang="en-US" altLang="zh-CN" sz="2400" i="1">
                <a:solidFill>
                  <a:schemeClr val="bg1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zh-CN" baseline="-25000">
                <a:solidFill>
                  <a:schemeClr val="bg1"/>
                </a:solidFill>
                <a:latin typeface="Times New Roman" panose="02020603050405020304" pitchFamily="18" charset="0"/>
              </a:rPr>
              <a:t>0  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为常量，粒子质量为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i="1">
                <a:solidFill>
                  <a:schemeClr val="bg1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。（重力忽略不计）</a:t>
            </a:r>
          </a:p>
        </p:txBody>
      </p:sp>
      <p:graphicFrame>
        <p:nvGraphicFramePr>
          <p:cNvPr id="487427" name="Object 2">
            <a:extLst>
              <a:ext uri="{FF2B5EF4-FFF2-40B4-BE49-F238E27FC236}">
                <a16:creationId xmlns:a16="http://schemas.microsoft.com/office/drawing/2014/main" id="{52219F5C-34EB-6FE1-B83B-39B0520F69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2349500"/>
          <a:ext cx="20510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26858" imgH="388537" progId="Equation.3">
                  <p:embed/>
                </p:oleObj>
              </mc:Choice>
              <mc:Fallback>
                <p:oleObj name="Equation" r:id="rId3" imgW="2026858" imgH="388537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2349500"/>
                        <a:ext cx="20510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28" name="Object 3">
            <a:extLst>
              <a:ext uri="{FF2B5EF4-FFF2-40B4-BE49-F238E27FC236}">
                <a16:creationId xmlns:a16="http://schemas.microsoft.com/office/drawing/2014/main" id="{AD59065A-F505-24D5-BD52-14AF3A248E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20988" y="2963863"/>
          <a:ext cx="2471737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445864" imgH="777074" progId="Equation.3">
                  <p:embed/>
                </p:oleObj>
              </mc:Choice>
              <mc:Fallback>
                <p:oleObj name="公式" r:id="rId5" imgW="2445864" imgH="77707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0988" y="2963863"/>
                        <a:ext cx="2471737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29" name="Object 4">
            <a:extLst>
              <a:ext uri="{FF2B5EF4-FFF2-40B4-BE49-F238E27FC236}">
                <a16:creationId xmlns:a16="http://schemas.microsoft.com/office/drawing/2014/main" id="{C75B7754-0FF5-D830-8261-4CBDC66371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0763" y="2963863"/>
          <a:ext cx="126682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226664" imgH="777074" progId="Equation.3">
                  <p:embed/>
                </p:oleObj>
              </mc:Choice>
              <mc:Fallback>
                <p:oleObj name="公式" r:id="rId7" imgW="1226664" imgH="77707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0763" y="2963863"/>
                        <a:ext cx="126682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7430" name="Line 6">
            <a:extLst>
              <a:ext uri="{FF2B5EF4-FFF2-40B4-BE49-F238E27FC236}">
                <a16:creationId xmlns:a16="http://schemas.microsoft.com/office/drawing/2014/main" id="{FCA65B3E-5A0B-0F03-BF57-C807DDAA86BB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3336925"/>
            <a:ext cx="25146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7431" name="Line 7">
            <a:extLst>
              <a:ext uri="{FF2B5EF4-FFF2-40B4-BE49-F238E27FC236}">
                <a16:creationId xmlns:a16="http://schemas.microsoft.com/office/drawing/2014/main" id="{9FB632D2-420C-9FAD-060B-29C6D2504B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8400" y="1431925"/>
            <a:ext cx="0" cy="25146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7432" name="Freeform 8">
            <a:extLst>
              <a:ext uri="{FF2B5EF4-FFF2-40B4-BE49-F238E27FC236}">
                <a16:creationId xmlns:a16="http://schemas.microsoft.com/office/drawing/2014/main" id="{1E2A19A6-EF22-39A6-6A92-C5CF648BDB80}"/>
              </a:ext>
            </a:extLst>
          </p:cNvPr>
          <p:cNvSpPr>
            <a:spLocks/>
          </p:cNvSpPr>
          <p:nvPr/>
        </p:nvSpPr>
        <p:spPr bwMode="auto">
          <a:xfrm>
            <a:off x="6248400" y="1412875"/>
            <a:ext cx="1743075" cy="1924050"/>
          </a:xfrm>
          <a:custGeom>
            <a:avLst/>
            <a:gdLst/>
            <a:ahLst/>
            <a:cxnLst>
              <a:cxn ang="0">
                <a:pos x="0" y="1212"/>
              </a:cxn>
              <a:cxn ang="0">
                <a:pos x="204" y="739"/>
              </a:cxn>
              <a:cxn ang="0">
                <a:pos x="396" y="420"/>
              </a:cxn>
              <a:cxn ang="0">
                <a:pos x="609" y="207"/>
              </a:cxn>
              <a:cxn ang="0">
                <a:pos x="849" y="78"/>
              </a:cxn>
              <a:cxn ang="0">
                <a:pos x="1098" y="0"/>
              </a:cxn>
            </a:cxnLst>
            <a:rect l="0" t="0" r="r" b="b"/>
            <a:pathLst>
              <a:path w="1098" h="1212">
                <a:moveTo>
                  <a:pt x="0" y="1212"/>
                </a:moveTo>
                <a:cubicBezTo>
                  <a:pt x="68" y="1041"/>
                  <a:pt x="138" y="871"/>
                  <a:pt x="204" y="739"/>
                </a:cubicBezTo>
                <a:cubicBezTo>
                  <a:pt x="270" y="607"/>
                  <a:pt x="329" y="509"/>
                  <a:pt x="396" y="420"/>
                </a:cubicBezTo>
                <a:cubicBezTo>
                  <a:pt x="463" y="331"/>
                  <a:pt x="534" y="264"/>
                  <a:pt x="609" y="207"/>
                </a:cubicBezTo>
                <a:cubicBezTo>
                  <a:pt x="684" y="150"/>
                  <a:pt x="768" y="112"/>
                  <a:pt x="849" y="78"/>
                </a:cubicBezTo>
                <a:cubicBezTo>
                  <a:pt x="930" y="44"/>
                  <a:pt x="1046" y="16"/>
                  <a:pt x="1098" y="0"/>
                </a:cubicBezTo>
              </a:path>
            </a:pathLst>
          </a:custGeom>
          <a:noFill/>
          <a:ln w="19050" cmpd="sng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7433" name="Line 9">
            <a:extLst>
              <a:ext uri="{FF2B5EF4-FFF2-40B4-BE49-F238E27FC236}">
                <a16:creationId xmlns:a16="http://schemas.microsoft.com/office/drawing/2014/main" id="{E404C504-8F1C-4729-70AA-3C34F7AD1BE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2498725"/>
            <a:ext cx="83820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7434" name="Oval 10">
            <a:extLst>
              <a:ext uri="{FF2B5EF4-FFF2-40B4-BE49-F238E27FC236}">
                <a16:creationId xmlns:a16="http://schemas.microsoft.com/office/drawing/2014/main" id="{DB5A3E43-DC68-9E98-2E17-98BEA626E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2422525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87435" name="Object 5">
            <a:extLst>
              <a:ext uri="{FF2B5EF4-FFF2-40B4-BE49-F238E27FC236}">
                <a16:creationId xmlns:a16="http://schemas.microsoft.com/office/drawing/2014/main" id="{DAA99E91-9EBF-5B86-6776-74DD99C385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0" y="2960688"/>
          <a:ext cx="207963" cy="223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7702" imgH="183046" progId="Equation.3">
                  <p:embed/>
                </p:oleObj>
              </mc:Choice>
              <mc:Fallback>
                <p:oleObj name="Equation" r:id="rId9" imgW="167702" imgH="18304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0" y="2960688"/>
                        <a:ext cx="207963" cy="223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36" name="Object 6">
            <a:extLst>
              <a:ext uri="{FF2B5EF4-FFF2-40B4-BE49-F238E27FC236}">
                <a16:creationId xmlns:a16="http://schemas.microsoft.com/office/drawing/2014/main" id="{ADF73E75-FA9B-51B1-3152-2320259C1C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2225" y="1516063"/>
          <a:ext cx="244475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98058" imgH="258858" progId="Equation.3">
                  <p:embed/>
                </p:oleObj>
              </mc:Choice>
              <mc:Fallback>
                <p:oleObj name="Equation" r:id="rId11" imgW="198058" imgH="258858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1516063"/>
                        <a:ext cx="244475" cy="30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37" name="Object 7">
            <a:extLst>
              <a:ext uri="{FF2B5EF4-FFF2-40B4-BE49-F238E27FC236}">
                <a16:creationId xmlns:a16="http://schemas.microsoft.com/office/drawing/2014/main" id="{29E6998B-6F33-4AA7-B8E7-D6FC34A3A9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0788" y="3387725"/>
          <a:ext cx="207962" cy="22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67702" imgH="183046" progId="Equation.3">
                  <p:embed/>
                </p:oleObj>
              </mc:Choice>
              <mc:Fallback>
                <p:oleObj name="Equation" r:id="rId13" imgW="167702" imgH="18304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3387725"/>
                        <a:ext cx="207962" cy="223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38" name="Object 8">
            <a:extLst>
              <a:ext uri="{FF2B5EF4-FFF2-40B4-BE49-F238E27FC236}">
                <a16:creationId xmlns:a16="http://schemas.microsoft.com/office/drawing/2014/main" id="{344419E5-80A8-4C5B-30F1-21DFD28A3D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46863" y="2652713"/>
          <a:ext cx="287337" cy="22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43840" imgH="183046" progId="Equation.3">
                  <p:embed/>
                </p:oleObj>
              </mc:Choice>
              <mc:Fallback>
                <p:oleObj name="Equation" r:id="rId15" imgW="243840" imgH="18304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6863" y="2652713"/>
                        <a:ext cx="287337" cy="227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39" name="Object 9">
            <a:extLst>
              <a:ext uri="{FF2B5EF4-FFF2-40B4-BE49-F238E27FC236}">
                <a16:creationId xmlns:a16="http://schemas.microsoft.com/office/drawing/2014/main" id="{FB39A08F-89E2-988D-DCC1-64EB4432E5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83475" y="2312988"/>
          <a:ext cx="533400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617064" imgH="388537" progId="Equation.3">
                  <p:embed/>
                </p:oleObj>
              </mc:Choice>
              <mc:Fallback>
                <p:oleObj name="公式" r:id="rId17" imgW="617064" imgH="388537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3475" y="2312988"/>
                        <a:ext cx="533400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7440" name="Line 16">
            <a:extLst>
              <a:ext uri="{FF2B5EF4-FFF2-40B4-BE49-F238E27FC236}">
                <a16:creationId xmlns:a16="http://schemas.microsoft.com/office/drawing/2014/main" id="{F232FFC3-1CA9-8C53-D8C6-09939D8D00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0" y="2498725"/>
            <a:ext cx="0" cy="762000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7441" name="Rectangle 17">
            <a:extLst>
              <a:ext uri="{FF2B5EF4-FFF2-40B4-BE49-F238E27FC236}">
                <a16:creationId xmlns:a16="http://schemas.microsoft.com/office/drawing/2014/main" id="{C624B751-734B-CE86-46F6-318E7BC98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276475"/>
            <a:ext cx="170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66FFFF"/>
                </a:solidFill>
                <a:latin typeface="宋体" panose="02010600030101010101" pitchFamily="2" charset="-122"/>
              </a:rPr>
              <a:t>水平方向有</a:t>
            </a:r>
          </a:p>
        </p:txBody>
      </p:sp>
      <p:graphicFrame>
        <p:nvGraphicFramePr>
          <p:cNvPr id="487442" name="Object 10">
            <a:extLst>
              <a:ext uri="{FF2B5EF4-FFF2-40B4-BE49-F238E27FC236}">
                <a16:creationId xmlns:a16="http://schemas.microsoft.com/office/drawing/2014/main" id="{1D0A98EB-F22A-16B1-A262-907051551C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09975" y="4149725"/>
          <a:ext cx="1382713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1493396" imgH="639914" progId="Equation.3">
                  <p:embed/>
                </p:oleObj>
              </mc:Choice>
              <mc:Fallback>
                <p:oleObj name="公式" r:id="rId19" imgW="1493396" imgH="639914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9975" y="4149725"/>
                        <a:ext cx="1382713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43" name="Object 11">
            <a:extLst>
              <a:ext uri="{FF2B5EF4-FFF2-40B4-BE49-F238E27FC236}">
                <a16:creationId xmlns:a16="http://schemas.microsoft.com/office/drawing/2014/main" id="{94C4DA0C-ADBD-6D10-AF63-47074D8B49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17750" y="4078288"/>
          <a:ext cx="669925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625027" imgH="777074" progId="Equation.3">
                  <p:embed/>
                </p:oleObj>
              </mc:Choice>
              <mc:Fallback>
                <p:oleObj name="公式" r:id="rId21" imgW="625027" imgH="777074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7750" y="4078288"/>
                        <a:ext cx="669925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7444" name="Rectangle 20">
            <a:extLst>
              <a:ext uri="{FF2B5EF4-FFF2-40B4-BE49-F238E27FC236}">
                <a16:creationId xmlns:a16="http://schemas.microsoft.com/office/drawing/2014/main" id="{CCB60E4C-872A-439F-4EF3-BA8AAABEB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8416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latin typeface="宋体" panose="02010600030101010101" pitchFamily="2" charset="-122"/>
              </a:rPr>
              <a:t>例</a:t>
            </a:r>
          </a:p>
        </p:txBody>
      </p:sp>
      <p:graphicFrame>
        <p:nvGraphicFramePr>
          <p:cNvPr id="487445" name="Object 12">
            <a:extLst>
              <a:ext uri="{FF2B5EF4-FFF2-40B4-BE49-F238E27FC236}">
                <a16:creationId xmlns:a16="http://schemas.microsoft.com/office/drawing/2014/main" id="{0FB0883A-3FE0-400A-8448-CFA0C879C1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0863" y="2600325"/>
          <a:ext cx="252412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274196" imgH="388537" progId="Equation.3">
                  <p:embed/>
                </p:oleObj>
              </mc:Choice>
              <mc:Fallback>
                <p:oleObj name="公式" r:id="rId23" imgW="274196" imgH="388537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0863" y="2600325"/>
                        <a:ext cx="252412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7446" name="Rectangle 22">
            <a:extLst>
              <a:ext uri="{FF2B5EF4-FFF2-40B4-BE49-F238E27FC236}">
                <a16:creationId xmlns:a16="http://schemas.microsoft.com/office/drawing/2014/main" id="{28B168D0-32E3-7A57-2486-ADE424578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2733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487447" name="Rectangle 23">
            <a:extLst>
              <a:ext uri="{FF2B5EF4-FFF2-40B4-BE49-F238E27FC236}">
                <a16:creationId xmlns:a16="http://schemas.microsoft.com/office/drawing/2014/main" id="{5DE0529E-DEB0-9885-8763-FC9B18619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600200"/>
            <a:ext cx="2635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rgbClr val="CCFF33"/>
                </a:solidFill>
                <a:latin typeface="宋体" panose="02010600030101010101" pitchFamily="2" charset="-122"/>
              </a:rPr>
              <a:t>粒子的运动轨迹。</a:t>
            </a:r>
          </a:p>
        </p:txBody>
      </p:sp>
      <p:sp>
        <p:nvSpPr>
          <p:cNvPr id="487448" name="Rectangle 24">
            <a:extLst>
              <a:ext uri="{FF2B5EF4-FFF2-40B4-BE49-F238E27FC236}">
                <a16:creationId xmlns:a16="http://schemas.microsoft.com/office/drawing/2014/main" id="{C4B4C856-8356-152C-4F7A-D29FBD306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6002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宋体" panose="02010600030101010101" pitchFamily="2" charset="-122"/>
              </a:rPr>
              <a:t>求</a:t>
            </a:r>
          </a:p>
        </p:txBody>
      </p:sp>
      <p:graphicFrame>
        <p:nvGraphicFramePr>
          <p:cNvPr id="487449" name="Object 13">
            <a:extLst>
              <a:ext uri="{FF2B5EF4-FFF2-40B4-BE49-F238E27FC236}">
                <a16:creationId xmlns:a16="http://schemas.microsoft.com/office/drawing/2014/main" id="{4E32FE97-B7D2-6935-9145-9CEC732BDB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5729288"/>
          <a:ext cx="1862137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1805909" imgH="891789" progId="Equation.3">
                  <p:embed/>
                </p:oleObj>
              </mc:Choice>
              <mc:Fallback>
                <p:oleObj name="公式" r:id="rId25" imgW="1805909" imgH="891789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5729288"/>
                        <a:ext cx="1862137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7450" name="Rectangle 26">
            <a:extLst>
              <a:ext uri="{FF2B5EF4-FFF2-40B4-BE49-F238E27FC236}">
                <a16:creationId xmlns:a16="http://schemas.microsoft.com/office/drawing/2014/main" id="{B509C955-C6BD-FBA5-0AAE-444A8DC86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949950"/>
            <a:ext cx="170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运动轨迹为</a:t>
            </a:r>
          </a:p>
        </p:txBody>
      </p:sp>
      <p:graphicFrame>
        <p:nvGraphicFramePr>
          <p:cNvPr id="487451" name="Object 14">
            <a:extLst>
              <a:ext uri="{FF2B5EF4-FFF2-40B4-BE49-F238E27FC236}">
                <a16:creationId xmlns:a16="http://schemas.microsoft.com/office/drawing/2014/main" id="{6CF01B1A-0232-0213-0B07-8B4F0827CE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4005263"/>
          <a:ext cx="1306513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1272447" imgH="830441" progId="Equation.3">
                  <p:embed/>
                </p:oleObj>
              </mc:Choice>
              <mc:Fallback>
                <p:oleObj name="公式" r:id="rId27" imgW="1272447" imgH="830441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005263"/>
                        <a:ext cx="1306513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52" name="Object 15">
            <a:extLst>
              <a:ext uri="{FF2B5EF4-FFF2-40B4-BE49-F238E27FC236}">
                <a16:creationId xmlns:a16="http://schemas.microsoft.com/office/drawing/2014/main" id="{E2EBD617-4C1C-B157-B33E-E2C34E6EF4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6038" y="4048125"/>
          <a:ext cx="2011362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1958184" imgH="830441" progId="Equation.3">
                  <p:embed/>
                </p:oleObj>
              </mc:Choice>
              <mc:Fallback>
                <p:oleObj name="公式" r:id="rId29" imgW="1958184" imgH="830441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6038" y="4048125"/>
                        <a:ext cx="2011362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53" name="Object 16">
            <a:extLst>
              <a:ext uri="{FF2B5EF4-FFF2-40B4-BE49-F238E27FC236}">
                <a16:creationId xmlns:a16="http://schemas.microsoft.com/office/drawing/2014/main" id="{B4BB04F5-F593-437C-E97F-EBF748A688DE}"/>
              </a:ext>
            </a:extLst>
          </p:cNvPr>
          <p:cNvGraphicFramePr>
            <a:graphicFrameLocks/>
          </p:cNvGraphicFramePr>
          <p:nvPr/>
        </p:nvGraphicFramePr>
        <p:xfrm>
          <a:off x="6661150" y="4089400"/>
          <a:ext cx="129540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1" imgW="1249556" imgH="777074" progId="Equation.3">
                  <p:embed/>
                </p:oleObj>
              </mc:Choice>
              <mc:Fallback>
                <p:oleObj name="公式" r:id="rId31" imgW="1249556" imgH="777074" progId="Equation.3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150" y="4089400"/>
                        <a:ext cx="1295400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7454" name="Rectangle 30">
            <a:extLst>
              <a:ext uri="{FF2B5EF4-FFF2-40B4-BE49-F238E27FC236}">
                <a16:creationId xmlns:a16="http://schemas.microsoft.com/office/drawing/2014/main" id="{BA9F372D-8644-C8E2-16B3-3592D23D1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88" y="5084763"/>
            <a:ext cx="170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66FFFF"/>
                </a:solidFill>
                <a:latin typeface="宋体" panose="02010600030101010101" pitchFamily="2" charset="-122"/>
              </a:rPr>
              <a:t>竖直方向有</a:t>
            </a:r>
          </a:p>
        </p:txBody>
      </p:sp>
      <p:graphicFrame>
        <p:nvGraphicFramePr>
          <p:cNvPr id="487455" name="Object 17">
            <a:extLst>
              <a:ext uri="{FF2B5EF4-FFF2-40B4-BE49-F238E27FC236}">
                <a16:creationId xmlns:a16="http://schemas.microsoft.com/office/drawing/2014/main" id="{86F5DE5C-F68B-168D-3DEC-C6CD383861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5157788"/>
          <a:ext cx="185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821336" imgH="426942" progId="Equation.3">
                  <p:embed/>
                </p:oleObj>
              </mc:Choice>
              <mc:Fallback>
                <p:oleObj name="Equation" r:id="rId33" imgW="1821336" imgH="426942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5157788"/>
                        <a:ext cx="18542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56" name="Object 18">
            <a:extLst>
              <a:ext uri="{FF2B5EF4-FFF2-40B4-BE49-F238E27FC236}">
                <a16:creationId xmlns:a16="http://schemas.microsoft.com/office/drawing/2014/main" id="{470F0173-BC8C-608A-0905-114ECDA486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5157788"/>
          <a:ext cx="10080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5" imgW="959933" imgH="388537" progId="Equation.3">
                  <p:embed/>
                </p:oleObj>
              </mc:Choice>
              <mc:Fallback>
                <p:oleObj name="公式" r:id="rId35" imgW="959933" imgH="388537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5157788"/>
                        <a:ext cx="10080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7457" name="AutoShape 33">
            <a:extLst>
              <a:ext uri="{FF2B5EF4-FFF2-40B4-BE49-F238E27FC236}">
                <a16:creationId xmlns:a16="http://schemas.microsoft.com/office/drawing/2014/main" id="{3F6BC481-3AF1-2AB2-6FF1-56353A6FE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0" y="3324225"/>
            <a:ext cx="503238" cy="215900"/>
          </a:xfrm>
          <a:prstGeom prst="rightArrow">
            <a:avLst>
              <a:gd name="adj1" fmla="val 50000"/>
              <a:gd name="adj2" fmla="val 58272"/>
            </a:avLst>
          </a:prstGeom>
          <a:solidFill>
            <a:srgbClr val="FFCCFF">
              <a:alpha val="49001"/>
            </a:srgbClr>
          </a:solidFill>
          <a:ln w="9525">
            <a:solidFill>
              <a:srgbClr val="FFCCFF">
                <a:alpha val="50000"/>
              </a:srgb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7458" name="AutoShape 34">
            <a:extLst>
              <a:ext uri="{FF2B5EF4-FFF2-40B4-BE49-F238E27FC236}">
                <a16:creationId xmlns:a16="http://schemas.microsoft.com/office/drawing/2014/main" id="{F217DA69-5333-BD78-D83B-A56AB2201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4443413"/>
            <a:ext cx="503237" cy="215900"/>
          </a:xfrm>
          <a:prstGeom prst="rightArrow">
            <a:avLst>
              <a:gd name="adj1" fmla="val 50000"/>
              <a:gd name="adj2" fmla="val 58272"/>
            </a:avLst>
          </a:prstGeom>
          <a:solidFill>
            <a:srgbClr val="FFCCFF">
              <a:alpha val="49001"/>
            </a:srgbClr>
          </a:solidFill>
          <a:ln w="9525">
            <a:solidFill>
              <a:srgbClr val="FFCCFF">
                <a:alpha val="50000"/>
              </a:srgb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7459" name="AutoShape 35">
            <a:extLst>
              <a:ext uri="{FF2B5EF4-FFF2-40B4-BE49-F238E27FC236}">
                <a16:creationId xmlns:a16="http://schemas.microsoft.com/office/drawing/2014/main" id="{6AE2E30C-DA9E-DE73-2967-D9EFA82D8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4443413"/>
            <a:ext cx="503237" cy="215900"/>
          </a:xfrm>
          <a:prstGeom prst="rightArrow">
            <a:avLst>
              <a:gd name="adj1" fmla="val 50000"/>
              <a:gd name="adj2" fmla="val 58272"/>
            </a:avLst>
          </a:prstGeom>
          <a:solidFill>
            <a:srgbClr val="FFCCFF">
              <a:alpha val="49001"/>
            </a:srgbClr>
          </a:solidFill>
          <a:ln w="9525">
            <a:solidFill>
              <a:srgbClr val="FFCCFF">
                <a:alpha val="50000"/>
              </a:srgb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87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87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8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8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874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87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87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87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87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87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87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87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87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87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87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87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874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874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8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87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87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5" dur="500"/>
                                        <p:tgtEl>
                                          <p:spTgt spid="487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87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4" dur="500"/>
                                        <p:tgtEl>
                                          <p:spTgt spid="487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874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487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487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487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487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487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487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7426" grpId="0" autoUpdateAnimBg="0"/>
      <p:bldP spid="487434" grpId="0" animBg="1"/>
      <p:bldP spid="487441" grpId="0" build="p" autoUpdateAnimBg="0" advAuto="0"/>
      <p:bldP spid="487444" grpId="0" autoUpdateAnimBg="0"/>
      <p:bldP spid="487446" grpId="0" build="p" autoUpdateAnimBg="0"/>
      <p:bldP spid="487447" grpId="0" build="p" autoUpdateAnimBg="0"/>
      <p:bldP spid="487448" grpId="0" build="p" autoUpdateAnimBg="0"/>
      <p:bldP spid="487450" grpId="0" autoUpdateAnimBg="0"/>
      <p:bldP spid="487454" grpId="0" build="p" autoUpdateAnimBg="0" advAuto="0"/>
      <p:bldP spid="487457" grpId="0" animBg="1"/>
      <p:bldP spid="487458" grpId="0" animBg="1"/>
      <p:bldP spid="48745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3330" name="Object 2">
            <a:extLst>
              <a:ext uri="{FF2B5EF4-FFF2-40B4-BE49-F238E27FC236}">
                <a16:creationId xmlns:a16="http://schemas.microsoft.com/office/drawing/2014/main" id="{901E4F4F-E82F-FC51-1CD8-5F9B1361A6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0" y="1295400"/>
          <a:ext cx="2054225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82824" imgH="388537" progId="Equation.3">
                  <p:embed/>
                </p:oleObj>
              </mc:Choice>
              <mc:Fallback>
                <p:oleObj name="公式" r:id="rId2" imgW="982824" imgH="388537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295400"/>
                        <a:ext cx="2054225" cy="85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3331" name="Object 3">
            <a:extLst>
              <a:ext uri="{FF2B5EF4-FFF2-40B4-BE49-F238E27FC236}">
                <a16:creationId xmlns:a16="http://schemas.microsoft.com/office/drawing/2014/main" id="{FD3A8817-5F60-0299-99F4-94D488A598D8}"/>
              </a:ext>
            </a:extLst>
          </p:cNvPr>
          <p:cNvGraphicFramePr>
            <a:graphicFrameLocks/>
          </p:cNvGraphicFramePr>
          <p:nvPr/>
        </p:nvGraphicFramePr>
        <p:xfrm>
          <a:off x="2819400" y="1981200"/>
          <a:ext cx="3733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87956" imgH="777074" progId="Equation.3">
                  <p:embed/>
                </p:oleObj>
              </mc:Choice>
              <mc:Fallback>
                <p:oleObj name="Equation" r:id="rId4" imgW="3687956" imgH="777074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981200"/>
                        <a:ext cx="3733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3332" name="Text Box 4">
            <a:extLst>
              <a:ext uri="{FF2B5EF4-FFF2-40B4-BE49-F238E27FC236}">
                <a16:creationId xmlns:a16="http://schemas.microsoft.com/office/drawing/2014/main" id="{85DF2AD8-6E51-8CD7-603F-B0C095F00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04800"/>
            <a:ext cx="792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设一物体在离地面上空高度等于地球半径</a:t>
            </a:r>
            <a:r>
              <a:rPr kumimoji="1" lang="en-US" altLang="zh-CN" sz="2400">
                <a:solidFill>
                  <a:schemeClr val="bg1"/>
                </a:solidFill>
                <a:latin typeface="宋体" panose="02010600030101010101" pitchFamily="2" charset="-122"/>
              </a:rPr>
              <a:t>R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处由静止落下。</a:t>
            </a:r>
          </a:p>
        </p:txBody>
      </p:sp>
      <p:sp>
        <p:nvSpPr>
          <p:cNvPr id="483333" name="Text Box 5">
            <a:extLst>
              <a:ext uri="{FF2B5EF4-FFF2-40B4-BE49-F238E27FC236}">
                <a16:creationId xmlns:a16="http://schemas.microsoft.com/office/drawing/2014/main" id="{056A675B-30CB-E092-372F-F2ECA924C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1494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在地面附近有</a:t>
            </a:r>
            <a:endParaRPr kumimoji="1" lang="zh-CN" altLang="en-US" sz="1200">
              <a:solidFill>
                <a:srgbClr val="FFFF99"/>
              </a:solidFill>
              <a:latin typeface="宋体" panose="02010600030101010101" pitchFamily="2" charset="-122"/>
            </a:endParaRPr>
          </a:p>
        </p:txBody>
      </p:sp>
      <p:sp>
        <p:nvSpPr>
          <p:cNvPr id="483334" name="Text Box 6">
            <a:extLst>
              <a:ext uri="{FF2B5EF4-FFF2-40B4-BE49-F238E27FC236}">
                <a16:creationId xmlns:a16="http://schemas.microsoft.com/office/drawing/2014/main" id="{FB4BE45B-0702-1700-663D-2987A99BAC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447800"/>
            <a:ext cx="518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以地心为坐标原点，物体受万有引力</a:t>
            </a:r>
            <a:endParaRPr kumimoji="1" lang="zh-CN" altLang="en-US" sz="2400">
              <a:solidFill>
                <a:srgbClr val="FFFF99"/>
              </a:solidFill>
              <a:latin typeface="宋体" panose="02010600030101010101" pitchFamily="2" charset="-122"/>
            </a:endParaRPr>
          </a:p>
        </p:txBody>
      </p:sp>
      <p:sp>
        <p:nvSpPr>
          <p:cNvPr id="483335" name="Text Box 7">
            <a:extLst>
              <a:ext uri="{FF2B5EF4-FFF2-40B4-BE49-F238E27FC236}">
                <a16:creationId xmlns:a16="http://schemas.microsoft.com/office/drawing/2014/main" id="{3D5747DB-067D-508D-CF16-19A895830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483336" name="Object 4">
            <a:extLst>
              <a:ext uri="{FF2B5EF4-FFF2-40B4-BE49-F238E27FC236}">
                <a16:creationId xmlns:a16="http://schemas.microsoft.com/office/drawing/2014/main" id="{FECB043E-C67E-12E7-B4F7-D9C703732422}"/>
              </a:ext>
            </a:extLst>
          </p:cNvPr>
          <p:cNvGraphicFramePr>
            <a:graphicFrameLocks/>
          </p:cNvGraphicFramePr>
          <p:nvPr/>
        </p:nvGraphicFramePr>
        <p:xfrm>
          <a:off x="1905000" y="2743200"/>
          <a:ext cx="525145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196778" imgH="830441" progId="Equation.3">
                  <p:embed/>
                </p:oleObj>
              </mc:Choice>
              <mc:Fallback>
                <p:oleObj name="Equation" r:id="rId6" imgW="5196778" imgH="830441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743200"/>
                        <a:ext cx="5251450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3337" name="Text Box 9">
            <a:extLst>
              <a:ext uri="{FF2B5EF4-FFF2-40B4-BE49-F238E27FC236}">
                <a16:creationId xmlns:a16="http://schemas.microsoft.com/office/drawing/2014/main" id="{BAD4C57A-F208-4A98-BBED-B7A246903E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924175"/>
            <a:ext cx="1649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可得：</a:t>
            </a:r>
            <a:endParaRPr kumimoji="1" lang="zh-CN" altLang="en-US" sz="1200">
              <a:solidFill>
                <a:srgbClr val="FFFF99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483338" name="Object 5">
            <a:extLst>
              <a:ext uri="{FF2B5EF4-FFF2-40B4-BE49-F238E27FC236}">
                <a16:creationId xmlns:a16="http://schemas.microsoft.com/office/drawing/2014/main" id="{C0F02AF5-C23D-191C-7AEC-93DFE7E55A2E}"/>
              </a:ext>
            </a:extLst>
          </p:cNvPr>
          <p:cNvGraphicFramePr>
            <a:graphicFrameLocks/>
          </p:cNvGraphicFramePr>
          <p:nvPr/>
        </p:nvGraphicFramePr>
        <p:xfrm>
          <a:off x="1905000" y="4572000"/>
          <a:ext cx="5276850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227133" imgH="998026" progId="Equation.3">
                  <p:embed/>
                </p:oleObj>
              </mc:Choice>
              <mc:Fallback>
                <p:oleObj name="Equation" r:id="rId8" imgW="5227133" imgH="998026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572000"/>
                        <a:ext cx="5276850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3339" name="Object 6">
            <a:extLst>
              <a:ext uri="{FF2B5EF4-FFF2-40B4-BE49-F238E27FC236}">
                <a16:creationId xmlns:a16="http://schemas.microsoft.com/office/drawing/2014/main" id="{7F18F9D4-617D-70F1-67C4-CEF227D96E48}"/>
              </a:ext>
            </a:extLst>
          </p:cNvPr>
          <p:cNvGraphicFramePr>
            <a:graphicFrameLocks/>
          </p:cNvGraphicFramePr>
          <p:nvPr/>
        </p:nvGraphicFramePr>
        <p:xfrm>
          <a:off x="4800600" y="5791200"/>
          <a:ext cx="25114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68756" imgH="411480" progId="Equation.3">
                  <p:embed/>
                </p:oleObj>
              </mc:Choice>
              <mc:Fallback>
                <p:oleObj name="Equation" r:id="rId10" imgW="2468756" imgH="41148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5791200"/>
                        <a:ext cx="25114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3340" name="Object 7">
            <a:extLst>
              <a:ext uri="{FF2B5EF4-FFF2-40B4-BE49-F238E27FC236}">
                <a16:creationId xmlns:a16="http://schemas.microsoft.com/office/drawing/2014/main" id="{DF0808DE-8EBA-9260-8F12-15D3E0EA7640}"/>
              </a:ext>
            </a:extLst>
          </p:cNvPr>
          <p:cNvGraphicFramePr>
            <a:graphicFrameLocks/>
          </p:cNvGraphicFramePr>
          <p:nvPr/>
        </p:nvGraphicFramePr>
        <p:xfrm>
          <a:off x="1905000" y="3675063"/>
          <a:ext cx="4170363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122389" imgH="830441" progId="Equation.3">
                  <p:embed/>
                </p:oleObj>
              </mc:Choice>
              <mc:Fallback>
                <p:oleObj name="Equation" r:id="rId12" imgW="4122389" imgH="830441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675063"/>
                        <a:ext cx="4170363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3341" name="Object 8">
            <a:extLst>
              <a:ext uri="{FF2B5EF4-FFF2-40B4-BE49-F238E27FC236}">
                <a16:creationId xmlns:a16="http://schemas.microsoft.com/office/drawing/2014/main" id="{BDBA9E90-CA52-69D1-D84A-29F99CAF3F10}"/>
              </a:ext>
            </a:extLst>
          </p:cNvPr>
          <p:cNvGraphicFramePr>
            <a:graphicFrameLocks/>
          </p:cNvGraphicFramePr>
          <p:nvPr/>
        </p:nvGraphicFramePr>
        <p:xfrm>
          <a:off x="1905000" y="5626100"/>
          <a:ext cx="2365375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316480" imgH="883809" progId="Equation.3">
                  <p:embed/>
                </p:oleObj>
              </mc:Choice>
              <mc:Fallback>
                <p:oleObj name="Equation" r:id="rId14" imgW="2316480" imgH="883809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626100"/>
                        <a:ext cx="2365375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3342" name="Rectangle 14">
            <a:extLst>
              <a:ext uri="{FF2B5EF4-FFF2-40B4-BE49-F238E27FC236}">
                <a16:creationId xmlns:a16="http://schemas.microsoft.com/office/drawing/2014/main" id="{863FD161-BC65-D3B2-D14B-3EBDE1C20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" y="3048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latin typeface="宋体" panose="02010600030101010101" pitchFamily="2" charset="-122"/>
              </a:rPr>
              <a:t>例</a:t>
            </a:r>
          </a:p>
        </p:txBody>
      </p:sp>
      <p:sp>
        <p:nvSpPr>
          <p:cNvPr id="483343" name="Rectangle 15">
            <a:extLst>
              <a:ext uri="{FF2B5EF4-FFF2-40B4-BE49-F238E27FC236}">
                <a16:creationId xmlns:a16="http://schemas.microsoft.com/office/drawing/2014/main" id="{6502A69B-C5D0-3774-E8D9-1B6CB995E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838200"/>
            <a:ext cx="7562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它到达地面时的速度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（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不计空气阻力和地球的自转）。</a:t>
            </a:r>
          </a:p>
        </p:txBody>
      </p:sp>
      <p:sp>
        <p:nvSpPr>
          <p:cNvPr id="483344" name="Rectangle 16">
            <a:extLst>
              <a:ext uri="{FF2B5EF4-FFF2-40B4-BE49-F238E27FC236}">
                <a16:creationId xmlns:a16="http://schemas.microsoft.com/office/drawing/2014/main" id="{150E7809-CB89-E893-6A74-6DDB07A68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" y="8382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宋体" panose="02010600030101010101" pitchFamily="2" charset="-122"/>
              </a:rPr>
              <a:t>求</a:t>
            </a:r>
          </a:p>
        </p:txBody>
      </p:sp>
      <p:sp>
        <p:nvSpPr>
          <p:cNvPr id="483345" name="Oval 17">
            <a:extLst>
              <a:ext uri="{FF2B5EF4-FFF2-40B4-BE49-F238E27FC236}">
                <a16:creationId xmlns:a16="http://schemas.microsoft.com/office/drawing/2014/main" id="{E87DF327-7480-5154-9745-4B152F06D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25" y="4292600"/>
            <a:ext cx="914400" cy="914400"/>
          </a:xfrm>
          <a:prstGeom prst="ellipse">
            <a:avLst/>
          </a:prstGeom>
          <a:gradFill rotWithShape="1">
            <a:gsLst>
              <a:gs pos="0">
                <a:srgbClr val="FFFF00"/>
              </a:gs>
              <a:gs pos="100000">
                <a:srgbClr val="FF99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3346" name="Line 18">
            <a:extLst>
              <a:ext uri="{FF2B5EF4-FFF2-40B4-BE49-F238E27FC236}">
                <a16:creationId xmlns:a16="http://schemas.microsoft.com/office/drawing/2014/main" id="{D4EB7405-B1E6-1052-6515-9E95CDDCB0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01013" y="2420938"/>
            <a:ext cx="0" cy="2376487"/>
          </a:xfrm>
          <a:prstGeom prst="line">
            <a:avLst/>
          </a:prstGeom>
          <a:noFill/>
          <a:ln w="9525">
            <a:solidFill>
              <a:srgbClr val="00FFFF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3347" name="Text Box 19">
            <a:extLst>
              <a:ext uri="{FF2B5EF4-FFF2-40B4-BE49-F238E27FC236}">
                <a16:creationId xmlns:a16="http://schemas.microsoft.com/office/drawing/2014/main" id="{EC068D64-15DB-3B7A-EF36-B32045A3D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8488" y="2198688"/>
            <a:ext cx="3429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i="1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483348" name="Oval 20">
            <a:extLst>
              <a:ext uri="{FF2B5EF4-FFF2-40B4-BE49-F238E27FC236}">
                <a16:creationId xmlns:a16="http://schemas.microsoft.com/office/drawing/2014/main" id="{176E0BC5-EF9D-CCE1-A2EF-B0AD4560B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7988" y="2708275"/>
            <a:ext cx="16351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83349" name="Picture 21" descr="j0293240">
            <a:extLst>
              <a:ext uri="{FF2B5EF4-FFF2-40B4-BE49-F238E27FC236}">
                <a16:creationId xmlns:a16="http://schemas.microsoft.com/office/drawing/2014/main" id="{1453C4B2-20EB-34A8-6133-EFD3A07E9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3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3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83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83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8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8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833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833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83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833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833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8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8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83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83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83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83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83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83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83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83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83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3332" grpId="0" build="p" autoUpdateAnimBg="0"/>
      <p:bldP spid="483333" grpId="0" autoUpdateAnimBg="0"/>
      <p:bldP spid="483334" grpId="0" autoUpdateAnimBg="0"/>
      <p:bldP spid="483335" grpId="0" autoUpdateAnimBg="0"/>
      <p:bldP spid="483337" grpId="0" autoUpdateAnimBg="0"/>
      <p:bldP spid="483342" grpId="0" autoUpdateAnimBg="0"/>
      <p:bldP spid="483343" grpId="0"/>
      <p:bldP spid="483344" grpId="0"/>
      <p:bldP spid="483345" grpId="0" animBg="1"/>
      <p:bldP spid="483347" grpId="0"/>
      <p:bldP spid="48334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Text Box 2">
            <a:extLst>
              <a:ext uri="{FF2B5EF4-FFF2-40B4-BE49-F238E27FC236}">
                <a16:creationId xmlns:a16="http://schemas.microsoft.com/office/drawing/2014/main" id="{3B787AE2-838C-E829-B644-2D362A3D9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8" y="306388"/>
            <a:ext cx="79470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Clr>
                <a:srgbClr val="00CCFF"/>
              </a:buClr>
              <a:buFont typeface="Monotype Sorts" pitchFamily="2" charset="2"/>
              <a:buChar char="&amp;"/>
            </a:pPr>
            <a:r>
              <a:rPr lang="en-US" altLang="zh-CN" sz="2400">
                <a:solidFill>
                  <a:srgbClr val="FFCC00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zh-CN" altLang="en-US" sz="2400">
                <a:solidFill>
                  <a:srgbClr val="FFCC00"/>
                </a:solidFill>
                <a:latin typeface="Times New Roman" panose="02020603050405020304" pitchFamily="18" charset="0"/>
                <a:ea typeface="仿宋_GB2312" pitchFamily="49" charset="-122"/>
              </a:rPr>
              <a:t>应用牛顿运动定律求解质点动力学问题的一般步骤</a:t>
            </a:r>
          </a:p>
        </p:txBody>
      </p:sp>
      <p:sp>
        <p:nvSpPr>
          <p:cNvPr id="506883" name="Text Box 3">
            <a:extLst>
              <a:ext uri="{FF2B5EF4-FFF2-40B4-BE49-F238E27FC236}">
                <a16:creationId xmlns:a16="http://schemas.microsoft.com/office/drawing/2014/main" id="{4AE2D35F-7A1E-D830-FA21-D6DCBF36D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325" y="787400"/>
            <a:ext cx="59658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(1) </a:t>
            </a:r>
            <a:r>
              <a:rPr lang="zh-CN" altLang="en-US" sz="240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选取研究对象，隔离物体；</a:t>
            </a:r>
          </a:p>
        </p:txBody>
      </p:sp>
      <p:sp>
        <p:nvSpPr>
          <p:cNvPr id="506884" name="Text Box 4">
            <a:extLst>
              <a:ext uri="{FF2B5EF4-FFF2-40B4-BE49-F238E27FC236}">
                <a16:creationId xmlns:a16="http://schemas.microsoft.com/office/drawing/2014/main" id="{5D6EAAD4-3B7C-E443-393D-A43B79F15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5838" y="1216025"/>
            <a:ext cx="57896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(2) </a:t>
            </a:r>
            <a:r>
              <a:rPr lang="zh-CN" altLang="en-US" sz="240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分析受力，画出受力图；</a:t>
            </a:r>
          </a:p>
        </p:txBody>
      </p:sp>
      <p:sp>
        <p:nvSpPr>
          <p:cNvPr id="506885" name="Text Box 5">
            <a:extLst>
              <a:ext uri="{FF2B5EF4-FFF2-40B4-BE49-F238E27FC236}">
                <a16:creationId xmlns:a16="http://schemas.microsoft.com/office/drawing/2014/main" id="{6C036867-09A5-E2A5-E70D-20FBC478A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850" y="1627188"/>
            <a:ext cx="36687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(3) </a:t>
            </a:r>
            <a:r>
              <a:rPr lang="zh-CN" altLang="en-US" sz="240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选取坐标系；</a:t>
            </a:r>
          </a:p>
        </p:txBody>
      </p:sp>
      <p:sp>
        <p:nvSpPr>
          <p:cNvPr id="506886" name="Text Box 6">
            <a:extLst>
              <a:ext uri="{FF2B5EF4-FFF2-40B4-BE49-F238E27FC236}">
                <a16:creationId xmlns:a16="http://schemas.microsoft.com/office/drawing/2014/main" id="{10AC6C73-A707-3272-D9D1-B8F8693B1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850" y="2065338"/>
            <a:ext cx="7840663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(4) </a:t>
            </a:r>
            <a:r>
              <a:rPr lang="zh-CN" altLang="en-US" sz="240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列牛顿运动微分方程求解</a:t>
            </a:r>
            <a:r>
              <a:rPr lang="zh-CN" altLang="en-US" sz="2400">
                <a:latin typeface="Times New Roman" panose="02020603050405020304" pitchFamily="18" charset="0"/>
                <a:ea typeface="仿宋_GB2312" pitchFamily="49" charset="-122"/>
              </a:rPr>
              <a:t>（通常取分量式）</a:t>
            </a:r>
            <a:r>
              <a:rPr lang="zh-CN" altLang="en-US" sz="240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；  </a:t>
            </a:r>
          </a:p>
        </p:txBody>
      </p:sp>
      <p:sp>
        <p:nvSpPr>
          <p:cNvPr id="506887" name="Text Box 7">
            <a:extLst>
              <a:ext uri="{FF2B5EF4-FFF2-40B4-BE49-F238E27FC236}">
                <a16:creationId xmlns:a16="http://schemas.microsoft.com/office/drawing/2014/main" id="{14131C78-C840-BFF6-8F7E-81F282299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188" y="2552700"/>
            <a:ext cx="7358062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(5) </a:t>
            </a:r>
            <a:r>
              <a:rPr lang="zh-CN" altLang="en-US" sz="240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讨论结果的物理意义，判断其是否合理和正确。</a:t>
            </a:r>
          </a:p>
        </p:txBody>
      </p:sp>
      <p:sp>
        <p:nvSpPr>
          <p:cNvPr id="506894" name="Rectangle 14">
            <a:extLst>
              <a:ext uri="{FF2B5EF4-FFF2-40B4-BE49-F238E27FC236}">
                <a16:creationId xmlns:a16="http://schemas.microsoft.com/office/drawing/2014/main" id="{BAE862C5-15DB-1FB6-1C18-6BED21CCC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75" y="3194050"/>
            <a:ext cx="5219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88900" indent="-88900">
              <a:buClr>
                <a:srgbClr val="00FFCC"/>
              </a:buClr>
              <a:buSzPct val="80000"/>
              <a:buFont typeface="Wingdings" pitchFamily="2" charset="2"/>
              <a:buChar char="u"/>
              <a:defRPr/>
            </a:pPr>
            <a:r>
              <a:rPr kumimoji="1" lang="en-US" altLang="zh-CN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应用牛顿第二定律时应注意</a:t>
            </a:r>
          </a:p>
        </p:txBody>
      </p:sp>
      <p:graphicFrame>
        <p:nvGraphicFramePr>
          <p:cNvPr id="506895" name="Object 2">
            <a:extLst>
              <a:ext uri="{FF2B5EF4-FFF2-40B4-BE49-F238E27FC236}">
                <a16:creationId xmlns:a16="http://schemas.microsoft.com/office/drawing/2014/main" id="{1E17BFD0-F3E6-2212-4185-03CFA18AB6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3113" y="3124200"/>
          <a:ext cx="2503487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93782" imgH="716225" progId="Equation.3">
                  <p:embed/>
                </p:oleObj>
              </mc:Choice>
              <mc:Fallback>
                <p:oleObj name="公式" r:id="rId2" imgW="3093782" imgH="71622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113" y="3124200"/>
                        <a:ext cx="2503487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FF">
                                <a:alpha val="25098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FFFFFF">
                                <a:alpha val="27058"/>
                              </a:srgbClr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6896" name="Rectangle 16">
            <a:extLst>
              <a:ext uri="{FF2B5EF4-FFF2-40B4-BE49-F238E27FC236}">
                <a16:creationId xmlns:a16="http://schemas.microsoft.com/office/drawing/2014/main" id="{049D68BC-8484-DCF8-5242-19D722FA3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" y="3754438"/>
            <a:ext cx="8001000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342900" indent="-342900">
              <a:lnSpc>
                <a:spcPct val="120000"/>
              </a:lnSpc>
              <a:buFont typeface="Monotype Sorts" pitchFamily="2" charset="2"/>
              <a:buAutoNum type="arabicParenBoth"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这是一个瞬时关系式，即等式两边的各物理量都是同一</a:t>
            </a:r>
          </a:p>
          <a:p>
            <a:pPr marL="342900" indent="-342900">
              <a:lnSpc>
                <a:spcPct val="120000"/>
              </a:lnSpc>
              <a:buFont typeface="Monotype Sorts" pitchFamily="2" charset="2"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   时刻的物理量；      </a:t>
            </a:r>
          </a:p>
        </p:txBody>
      </p:sp>
      <p:sp>
        <p:nvSpPr>
          <p:cNvPr id="506897" name="Rectangle 17">
            <a:extLst>
              <a:ext uri="{FF2B5EF4-FFF2-40B4-BE49-F238E27FC236}">
                <a16:creationId xmlns:a16="http://schemas.microsoft.com/office/drawing/2014/main" id="{5DB71C1B-5629-3D30-85A8-87C33C009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" y="4770438"/>
            <a:ext cx="55165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(2)    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是作用在质点上作用力的矢量和；</a:t>
            </a:r>
          </a:p>
        </p:txBody>
      </p:sp>
      <p:graphicFrame>
        <p:nvGraphicFramePr>
          <p:cNvPr id="506898" name="Object 3">
            <a:extLst>
              <a:ext uri="{FF2B5EF4-FFF2-40B4-BE49-F238E27FC236}">
                <a16:creationId xmlns:a16="http://schemas.microsoft.com/office/drawing/2014/main" id="{FEF931DC-A952-96E9-671E-7003B78DCA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00150" y="4827588"/>
          <a:ext cx="266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20949" imgH="258858" progId="Equation.3">
                  <p:embed/>
                </p:oleObj>
              </mc:Choice>
              <mc:Fallback>
                <p:oleObj name="公式" r:id="rId4" imgW="220949" imgH="258858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150" y="4827588"/>
                        <a:ext cx="2667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6899" name="Rectangle 19">
            <a:extLst>
              <a:ext uri="{FF2B5EF4-FFF2-40B4-BE49-F238E27FC236}">
                <a16:creationId xmlns:a16="http://schemas.microsoft.com/office/drawing/2014/main" id="{B44B89B6-7CE7-958A-3826-138CCA056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88" y="5302250"/>
            <a:ext cx="49037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(3)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在一般情况下力    是一个变力；</a:t>
            </a:r>
          </a:p>
        </p:txBody>
      </p:sp>
      <p:graphicFrame>
        <p:nvGraphicFramePr>
          <p:cNvPr id="506900" name="Object 4">
            <a:extLst>
              <a:ext uri="{FF2B5EF4-FFF2-40B4-BE49-F238E27FC236}">
                <a16:creationId xmlns:a16="http://schemas.microsoft.com/office/drawing/2014/main" id="{4BA96E06-0BD3-B0C7-F594-3D8CD419F5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75038" y="5362575"/>
          <a:ext cx="266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20949" imgH="258858" progId="Equation.3">
                  <p:embed/>
                </p:oleObj>
              </mc:Choice>
              <mc:Fallback>
                <p:oleObj name="公式" r:id="rId6" imgW="220949" imgH="25885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5038" y="5362575"/>
                        <a:ext cx="2667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6901" name="Rectangle 21">
            <a:extLst>
              <a:ext uri="{FF2B5EF4-FFF2-40B4-BE49-F238E27FC236}">
                <a16:creationId xmlns:a16="http://schemas.microsoft.com/office/drawing/2014/main" id="{073D2D74-1C6D-AC22-165E-C7CCA4A12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88" y="5764213"/>
            <a:ext cx="5499100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342900" indent="-342900">
              <a:lnSpc>
                <a:spcPct val="130000"/>
              </a:lnSpc>
              <a:buClr>
                <a:srgbClr val="FF9900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(4)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实际应用时常采用其分量式。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6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6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6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6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6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6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068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068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06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06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06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06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06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06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06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6882" grpId="0"/>
      <p:bldP spid="506883" grpId="0"/>
      <p:bldP spid="506884" grpId="0"/>
      <p:bldP spid="506885" grpId="0"/>
      <p:bldP spid="506886" grpId="0"/>
      <p:bldP spid="506887" grpId="0"/>
      <p:bldP spid="506894" grpId="0" autoUpdateAnimBg="0"/>
      <p:bldP spid="506896" grpId="0" autoUpdateAnimBg="0"/>
      <p:bldP spid="506897" grpId="0"/>
      <p:bldP spid="506899" grpId="0"/>
      <p:bldP spid="50690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6" name="Rectangle 2">
            <a:extLst>
              <a:ext uri="{FF2B5EF4-FFF2-40B4-BE49-F238E27FC236}">
                <a16:creationId xmlns:a16="http://schemas.microsoft.com/office/drawing/2014/main" id="{CA0205DD-880B-868D-8679-FF6A7DF20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9825" y="2373313"/>
            <a:ext cx="3813175" cy="2160587"/>
          </a:xfrm>
          <a:prstGeom prst="rect">
            <a:avLst/>
          </a:prstGeom>
          <a:solidFill>
            <a:srgbClr val="006699">
              <a:alpha val="20000"/>
            </a:srgbClr>
          </a:solidFill>
          <a:ln w="9525" algn="ctr">
            <a:solidFill>
              <a:srgbClr val="B2B2B2">
                <a:alpha val="39999"/>
              </a:srgbClr>
            </a:solidFill>
            <a:miter lim="800000"/>
            <a:headEnd/>
            <a:tailEnd/>
          </a:ln>
          <a:effectLst>
            <a:outerShdw dist="35921" dir="2700000" algn="ctr" rotWithShape="0">
              <a:srgbClr val="0099CC">
                <a:alpha val="20000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zh-CN" altLang="en-GB" sz="4000" b="0">
              <a:solidFill>
                <a:srgbClr val="006699"/>
              </a:solidFill>
              <a:effectDag name="">
                <a:cont type="tree" name="">
                  <a:effect ref="fillLine"/>
                  <a:outerShdw dist="38100" dir="13500000" algn="br">
                    <a:srgbClr val="4CB2E5"/>
                  </a:outerShdw>
                </a:cont>
                <a:cont type="tree" name="">
                  <a:effect ref="fillLine"/>
                  <a:outerShdw dist="38100" dir="2700000" algn="tl">
                    <a:srgbClr val="003D5B"/>
                  </a:outerShdw>
                </a:cont>
                <a:effect ref="fillLine"/>
              </a:effectDag>
              <a:latin typeface="Times New Roman" pitchFamily="18" charset="0"/>
              <a:ea typeface="楷体_GB2312" pitchFamily="49" charset="-122"/>
            </a:endParaRPr>
          </a:p>
          <a:p>
            <a:pPr algn="ctr" eaLnBrk="1" hangingPunct="1">
              <a:defRPr/>
            </a:pPr>
            <a:endParaRPr lang="zh-CN" altLang="en-GB" sz="4000" b="0">
              <a:solidFill>
                <a:srgbClr val="006699"/>
              </a:solidFill>
              <a:effectDag name="">
                <a:cont type="tree" name="">
                  <a:effect ref="fillLine"/>
                  <a:outerShdw dist="38100" dir="13500000" algn="br">
                    <a:srgbClr val="4CB2E5"/>
                  </a:outerShdw>
                </a:cont>
                <a:cont type="tree" name="">
                  <a:effect ref="fillLine"/>
                  <a:outerShdw dist="38100" dir="2700000" algn="tl">
                    <a:srgbClr val="003D5B"/>
                  </a:outerShdw>
                </a:cont>
                <a:effect ref="fillLine"/>
              </a:effectDag>
              <a:latin typeface="Times New Roman" pitchFamily="18" charset="0"/>
              <a:ea typeface="楷体_GB2312" pitchFamily="49" charset="-122"/>
            </a:endParaRPr>
          </a:p>
          <a:p>
            <a:pPr algn="ctr" eaLnBrk="1" hangingPunct="1">
              <a:defRPr/>
            </a:pPr>
            <a:endParaRPr lang="zh-CN" altLang="en-GB" sz="4000" b="0">
              <a:solidFill>
                <a:srgbClr val="006699"/>
              </a:solidFill>
              <a:effectDag name="">
                <a:cont type="tree" name="">
                  <a:effect ref="fillLine"/>
                  <a:outerShdw dist="38100" dir="13500000" algn="br">
                    <a:srgbClr val="4CB2E5"/>
                  </a:outerShdw>
                </a:cont>
                <a:cont type="tree" name="">
                  <a:effect ref="fillLine"/>
                  <a:outerShdw dist="38100" dir="2700000" algn="tl">
                    <a:srgbClr val="003D5B"/>
                  </a:outerShdw>
                </a:cont>
                <a:effect ref="fillLine"/>
              </a:effectDag>
              <a:latin typeface="Times New Roman" pitchFamily="18" charset="0"/>
              <a:ea typeface="楷体_GB2312" pitchFamily="49" charset="-122"/>
            </a:endParaRPr>
          </a:p>
          <a:p>
            <a:pPr algn="ctr" eaLnBrk="1" hangingPunct="1">
              <a:defRPr/>
            </a:pPr>
            <a:r>
              <a:rPr lang="en-US" altLang="zh-CN" sz="4000" b="0">
                <a:solidFill>
                  <a:srgbClr val="006699"/>
                </a:solidFill>
                <a:effectDag name="">
                  <a:cont type="tree" name="">
                    <a:effect ref="fillLine"/>
                    <a:outerShdw dist="38100" dir="13500000" algn="br">
                      <a:srgbClr val="4CB2E5"/>
                    </a:outerShdw>
                  </a:cont>
                  <a:cont type="tree" name="">
                    <a:effect ref="fillLine"/>
                    <a:outerShdw dist="38100" dir="2700000" algn="tl">
                      <a:srgbClr val="003D5B"/>
                    </a:outerShdw>
                  </a:cont>
                  <a:effect ref="fillLine"/>
                </a:effectDag>
                <a:latin typeface="Times New Roman" pitchFamily="18" charset="0"/>
                <a:ea typeface="楷体_GB2312" pitchFamily="49" charset="-122"/>
              </a:rPr>
              <a:t> </a:t>
            </a:r>
          </a:p>
        </p:txBody>
      </p:sp>
      <p:sp>
        <p:nvSpPr>
          <p:cNvPr id="513027" name="Rectangle 3">
            <a:extLst>
              <a:ext uri="{FF2B5EF4-FFF2-40B4-BE49-F238E27FC236}">
                <a16:creationId xmlns:a16="http://schemas.microsoft.com/office/drawing/2014/main" id="{C4C9EB2A-E662-0849-1D80-5C7E7C4D2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258763"/>
            <a:ext cx="8231187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有一质量为</a:t>
            </a:r>
            <a:r>
              <a:rPr kumimoji="1" lang="en-US" altLang="zh-CN" i="1" dirty="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m</a:t>
            </a:r>
            <a:r>
              <a:rPr kumimoji="1"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的均匀细棒长为</a:t>
            </a:r>
            <a:r>
              <a:rPr kumimoji="1" lang="en-US" altLang="zh-CN" i="1" dirty="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l</a:t>
            </a:r>
            <a:r>
              <a:rPr kumimoji="1"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，将其一端固定并作为转轴，另一端绕转轴在光滑水平面上以匀角速度</a:t>
            </a:r>
            <a:r>
              <a:rPr kumimoji="1" lang="zh-CN" altLang="en-US" i="1" dirty="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</a:t>
            </a:r>
            <a:r>
              <a:rPr kumimoji="1"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旋转。</a:t>
            </a:r>
          </a:p>
        </p:txBody>
      </p:sp>
      <p:sp>
        <p:nvSpPr>
          <p:cNvPr id="513028" name="Text Box 4">
            <a:extLst>
              <a:ext uri="{FF2B5EF4-FFF2-40B4-BE49-F238E27FC236}">
                <a16:creationId xmlns:a16="http://schemas.microsoft.com/office/drawing/2014/main" id="{03AA6081-267A-EC9E-BF0C-9D9A1AD5D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" y="1784350"/>
            <a:ext cx="44577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选微元</a:t>
            </a:r>
            <a:r>
              <a:rPr kumimoji="1" lang="en-US" altLang="zh-CN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d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x</a:t>
            </a:r>
            <a:endParaRPr kumimoji="1" lang="en-US" altLang="zh-CN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aphicFrame>
        <p:nvGraphicFramePr>
          <p:cNvPr id="513029" name="Object 2">
            <a:extLst>
              <a:ext uri="{FF2B5EF4-FFF2-40B4-BE49-F238E27FC236}">
                <a16:creationId xmlns:a16="http://schemas.microsoft.com/office/drawing/2014/main" id="{6375D27F-8051-6464-72A9-6412A19823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2400" y="3259138"/>
          <a:ext cx="28178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81269" imgH="327688" progId="Equation.3">
                  <p:embed/>
                </p:oleObj>
              </mc:Choice>
              <mc:Fallback>
                <p:oleObj name="公式" r:id="rId2" imgW="2781269" imgH="327688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3259138"/>
                        <a:ext cx="28178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30" name="Object 3">
            <a:extLst>
              <a:ext uri="{FF2B5EF4-FFF2-40B4-BE49-F238E27FC236}">
                <a16:creationId xmlns:a16="http://schemas.microsoft.com/office/drawing/2014/main" id="{38F395F5-3188-58E4-3BAC-EA494FF25D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60513" y="3898900"/>
          <a:ext cx="1181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43062" imgH="289782" progId="Equation.3">
                  <p:embed/>
                </p:oleObj>
              </mc:Choice>
              <mc:Fallback>
                <p:oleObj name="公式" r:id="rId4" imgW="1143062" imgH="28978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0513" y="3898900"/>
                        <a:ext cx="11811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31" name="Object 4">
            <a:extLst>
              <a:ext uri="{FF2B5EF4-FFF2-40B4-BE49-F238E27FC236}">
                <a16:creationId xmlns:a16="http://schemas.microsoft.com/office/drawing/2014/main" id="{11F76E04-10AD-7D7E-F205-078FBF6124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9238" y="3698875"/>
          <a:ext cx="850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815122" imgH="685800" progId="Equation.3">
                  <p:embed/>
                </p:oleObj>
              </mc:Choice>
              <mc:Fallback>
                <p:oleObj name="公式" r:id="rId6" imgW="815122" imgH="685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9238" y="3698875"/>
                        <a:ext cx="8509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32" name="Object 5">
            <a:extLst>
              <a:ext uri="{FF2B5EF4-FFF2-40B4-BE49-F238E27FC236}">
                <a16:creationId xmlns:a16="http://schemas.microsoft.com/office/drawing/2014/main" id="{761CDCE9-2033-D328-C20C-12ADDA7C6F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6750" y="4497388"/>
          <a:ext cx="1117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081853" imgH="365594" progId="Equation.3">
                  <p:embed/>
                </p:oleObj>
              </mc:Choice>
              <mc:Fallback>
                <p:oleObj name="公式" r:id="rId8" imgW="1081853" imgH="36559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0" y="4497388"/>
                        <a:ext cx="1117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33" name="Object 6">
            <a:extLst>
              <a:ext uri="{FF2B5EF4-FFF2-40B4-BE49-F238E27FC236}">
                <a16:creationId xmlns:a16="http://schemas.microsoft.com/office/drawing/2014/main" id="{72CB4F4A-D41A-167E-6BDF-FF79B4DF62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2763" y="4989513"/>
          <a:ext cx="2057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019393" imgH="685800" progId="Equation.3">
                  <p:embed/>
                </p:oleObj>
              </mc:Choice>
              <mc:Fallback>
                <p:oleObj name="公式" r:id="rId10" imgW="2019393" imgH="685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2763" y="4989513"/>
                        <a:ext cx="20574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34" name="Object 7">
            <a:extLst>
              <a:ext uri="{FF2B5EF4-FFF2-40B4-BE49-F238E27FC236}">
                <a16:creationId xmlns:a16="http://schemas.microsoft.com/office/drawing/2014/main" id="{19754A71-914A-A25F-9026-E3D4C5ACAC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31925" y="5726113"/>
          <a:ext cx="27289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689704" imgH="685800" progId="Equation.3">
                  <p:embed/>
                </p:oleObj>
              </mc:Choice>
              <mc:Fallback>
                <p:oleObj name="公式" r:id="rId12" imgW="2689704" imgH="685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1925" y="5726113"/>
                        <a:ext cx="2728913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035" name="Rectangle 11">
            <a:extLst>
              <a:ext uri="{FF2B5EF4-FFF2-40B4-BE49-F238E27FC236}">
                <a16:creationId xmlns:a16="http://schemas.microsoft.com/office/drawing/2014/main" id="{92D7C093-F39C-0405-E010-A68EA8C54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1200150"/>
            <a:ext cx="5284787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距离固定端为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l/</a:t>
            </a:r>
            <a:r>
              <a:rPr kumimoji="1" lang="en-US" altLang="zh-CN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2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、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l/</a:t>
            </a:r>
            <a:r>
              <a:rPr kumimoji="1" lang="en-US" altLang="zh-CN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4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处的张力。</a:t>
            </a:r>
          </a:p>
        </p:txBody>
      </p:sp>
      <p:sp>
        <p:nvSpPr>
          <p:cNvPr id="513036" name="Rectangle 12">
            <a:extLst>
              <a:ext uri="{FF2B5EF4-FFF2-40B4-BE49-F238E27FC236}">
                <a16:creationId xmlns:a16="http://schemas.microsoft.com/office/drawing/2014/main" id="{E6CFC1DC-F13F-06B2-61CF-8270C17D2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450" y="314325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例</a:t>
            </a:r>
          </a:p>
        </p:txBody>
      </p:sp>
      <p:sp>
        <p:nvSpPr>
          <p:cNvPr id="513037" name="Rectangle 13">
            <a:extLst>
              <a:ext uri="{FF2B5EF4-FFF2-40B4-BE49-F238E27FC236}">
                <a16:creationId xmlns:a16="http://schemas.microsoft.com/office/drawing/2014/main" id="{6276ADA6-B61E-4445-1981-9E5FA1F41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1743075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解</a:t>
            </a:r>
          </a:p>
        </p:txBody>
      </p:sp>
      <p:sp>
        <p:nvSpPr>
          <p:cNvPr id="513038" name="Rectangle 14">
            <a:extLst>
              <a:ext uri="{FF2B5EF4-FFF2-40B4-BE49-F238E27FC236}">
                <a16:creationId xmlns:a16="http://schemas.microsoft.com/office/drawing/2014/main" id="{92BF7F4E-7DA3-065C-909C-76C5C721E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613" y="1260475"/>
            <a:ext cx="49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</a:rPr>
              <a:t>求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2813E66D-14F1-5123-7ED2-C0AE0B49C8D9}"/>
              </a:ext>
            </a:extLst>
          </p:cNvPr>
          <p:cNvGrpSpPr>
            <a:grpSpLocks/>
          </p:cNvGrpSpPr>
          <p:nvPr/>
        </p:nvGrpSpPr>
        <p:grpSpPr bwMode="auto">
          <a:xfrm>
            <a:off x="5238750" y="2738438"/>
            <a:ext cx="3300413" cy="1609725"/>
            <a:chOff x="3300" y="1725"/>
            <a:chExt cx="2079" cy="1014"/>
          </a:xfrm>
        </p:grpSpPr>
        <p:sp>
          <p:nvSpPr>
            <p:cNvPr id="513040" name="Rectangle 16">
              <a:extLst>
                <a:ext uri="{FF2B5EF4-FFF2-40B4-BE49-F238E27FC236}">
                  <a16:creationId xmlns:a16="http://schemas.microsoft.com/office/drawing/2014/main" id="{47FA00DA-D691-7272-3944-F629272E741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13" y="2148"/>
              <a:ext cx="1548" cy="79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rgbClr val="00FF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041" name="Line 17">
              <a:extLst>
                <a:ext uri="{FF2B5EF4-FFF2-40B4-BE49-F238E27FC236}">
                  <a16:creationId xmlns:a16="http://schemas.microsoft.com/office/drawing/2014/main" id="{F1D14AF1-12BA-8C56-4C3A-0B49C299648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10" y="1928"/>
              <a:ext cx="0" cy="648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042" name="Line 18">
              <a:extLst>
                <a:ext uri="{FF2B5EF4-FFF2-40B4-BE49-F238E27FC236}">
                  <a16:creationId xmlns:a16="http://schemas.microsoft.com/office/drawing/2014/main" id="{C49FB3A7-2A86-8085-5AC3-8A11282C944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165" y="2015"/>
              <a:ext cx="0" cy="129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043" name="Line 19">
              <a:extLst>
                <a:ext uri="{FF2B5EF4-FFF2-40B4-BE49-F238E27FC236}">
                  <a16:creationId xmlns:a16="http://schemas.microsoft.com/office/drawing/2014/main" id="{82FCB0F2-2ACE-376B-673F-8D5DCF9DB03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10" y="2058"/>
              <a:ext cx="1555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lg"/>
              <a:tailEnd type="triangle" w="med" len="lg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044" name="Arc 20">
              <a:extLst>
                <a:ext uri="{FF2B5EF4-FFF2-40B4-BE49-F238E27FC236}">
                  <a16:creationId xmlns:a16="http://schemas.microsoft.com/office/drawing/2014/main" id="{3D6B5C4D-526A-E821-D769-8493F80E18C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79" y="1852"/>
              <a:ext cx="278" cy="173"/>
            </a:xfrm>
            <a:custGeom>
              <a:avLst/>
              <a:gdLst>
                <a:gd name="G0" fmla="+- 16941 0 0"/>
                <a:gd name="G1" fmla="+- 0 0 0"/>
                <a:gd name="G2" fmla="+- 21600 0 0"/>
                <a:gd name="T0" fmla="*/ 34753 w 34753"/>
                <a:gd name="T1" fmla="*/ 12219 h 21600"/>
                <a:gd name="T2" fmla="*/ 0 w 34753"/>
                <a:gd name="T3" fmla="*/ 13401 h 21600"/>
                <a:gd name="T4" fmla="*/ 16941 w 34753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753" h="21600" fill="none" extrusionOk="0">
                  <a:moveTo>
                    <a:pt x="34752" y="12218"/>
                  </a:moveTo>
                  <a:cubicBezTo>
                    <a:pt x="30724" y="18090"/>
                    <a:pt x="24061" y="21599"/>
                    <a:pt x="16941" y="21600"/>
                  </a:cubicBezTo>
                  <a:cubicBezTo>
                    <a:pt x="10337" y="21600"/>
                    <a:pt x="4097" y="18579"/>
                    <a:pt x="0" y="13400"/>
                  </a:cubicBezTo>
                </a:path>
                <a:path w="34753" h="21600" stroke="0" extrusionOk="0">
                  <a:moveTo>
                    <a:pt x="34752" y="12218"/>
                  </a:moveTo>
                  <a:cubicBezTo>
                    <a:pt x="30724" y="18090"/>
                    <a:pt x="24061" y="21599"/>
                    <a:pt x="16941" y="21600"/>
                  </a:cubicBezTo>
                  <a:cubicBezTo>
                    <a:pt x="10337" y="21600"/>
                    <a:pt x="4097" y="18579"/>
                    <a:pt x="0" y="13400"/>
                  </a:cubicBezTo>
                  <a:lnTo>
                    <a:pt x="16941" y="0"/>
                  </a:lnTo>
                  <a:close/>
                </a:path>
              </a:pathLst>
            </a:custGeom>
            <a:noFill/>
            <a:ln w="28575" cap="rnd">
              <a:solidFill>
                <a:srgbClr val="FFFF00"/>
              </a:solidFill>
              <a:round/>
              <a:headEnd type="triangle" w="med" len="lg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045" name="Line 21">
              <a:extLst>
                <a:ext uri="{FF2B5EF4-FFF2-40B4-BE49-F238E27FC236}">
                  <a16:creationId xmlns:a16="http://schemas.microsoft.com/office/drawing/2014/main" id="{94215095-BD0D-7922-AFD9-09CF443B73E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339" y="2239"/>
              <a:ext cx="204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20532" name="Object 16">
              <a:extLst>
                <a:ext uri="{FF2B5EF4-FFF2-40B4-BE49-F238E27FC236}">
                  <a16:creationId xmlns:a16="http://schemas.microsoft.com/office/drawing/2014/main" id="{C6B8D075-0429-565B-98DD-8B1BB7F98DD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36" y="1725"/>
            <a:ext cx="176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342869" imgH="304745" progId="Equation.3">
                    <p:embed/>
                  </p:oleObj>
                </mc:Choice>
                <mc:Fallback>
                  <p:oleObj name="公式" r:id="rId14" imgW="342869" imgH="304745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6" y="1725"/>
                          <a:ext cx="176" cy="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33" name="Object 17">
              <a:extLst>
                <a:ext uri="{FF2B5EF4-FFF2-40B4-BE49-F238E27FC236}">
                  <a16:creationId xmlns:a16="http://schemas.microsoft.com/office/drawing/2014/main" id="{37225099-ACCE-BF40-890B-BF0044F2BC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34" y="2587"/>
            <a:ext cx="14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266731" imgH="289782" progId="Equation.3">
                    <p:embed/>
                  </p:oleObj>
                </mc:Choice>
                <mc:Fallback>
                  <p:oleObj name="公式" r:id="rId16" imgW="266731" imgH="289782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4" y="2587"/>
                          <a:ext cx="14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34" name="Object 18">
              <a:extLst>
                <a:ext uri="{FF2B5EF4-FFF2-40B4-BE49-F238E27FC236}">
                  <a16:creationId xmlns:a16="http://schemas.microsoft.com/office/drawing/2014/main" id="{466B1BEE-5C11-C0D3-DA76-5ADC465A085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00" y="1893"/>
            <a:ext cx="134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251304" imgH="213471" progId="Equation.3">
                    <p:embed/>
                  </p:oleObj>
                </mc:Choice>
                <mc:Fallback>
                  <p:oleObj name="公式" r:id="rId18" imgW="251304" imgH="213471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0" y="1893"/>
                          <a:ext cx="134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35" name="Object 19">
              <a:extLst>
                <a:ext uri="{FF2B5EF4-FFF2-40B4-BE49-F238E27FC236}">
                  <a16:creationId xmlns:a16="http://schemas.microsoft.com/office/drawing/2014/main" id="{F9AA0584-880F-0C44-F449-DE4091A147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11" y="1831"/>
            <a:ext cx="86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114456" imgH="304745" progId="Equation.3">
                    <p:embed/>
                  </p:oleObj>
                </mc:Choice>
                <mc:Fallback>
                  <p:oleObj name="公式" r:id="rId20" imgW="114456" imgH="304745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1" y="1831"/>
                          <a:ext cx="86" cy="1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36" name="Object 20">
              <a:extLst>
                <a:ext uri="{FF2B5EF4-FFF2-40B4-BE49-F238E27FC236}">
                  <a16:creationId xmlns:a16="http://schemas.microsoft.com/office/drawing/2014/main" id="{99B518AC-7DDA-C4F2-01C3-F6AE66CEEA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18" y="1853"/>
            <a:ext cx="180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282158" imgH="205989" progId="Equation.3">
                    <p:embed/>
                  </p:oleObj>
                </mc:Choice>
                <mc:Fallback>
                  <p:oleObj name="公式" r:id="rId22" imgW="282158" imgH="205989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8" y="1853"/>
                          <a:ext cx="180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7">
            <a:extLst>
              <a:ext uri="{FF2B5EF4-FFF2-40B4-BE49-F238E27FC236}">
                <a16:creationId xmlns:a16="http://schemas.microsoft.com/office/drawing/2014/main" id="{2DCB3A3F-96AF-1E30-CFC7-C83C7E44AB2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218363" y="2586038"/>
            <a:ext cx="1012825" cy="512762"/>
            <a:chOff x="3559" y="740"/>
            <a:chExt cx="709" cy="359"/>
          </a:xfrm>
        </p:grpSpPr>
        <p:sp>
          <p:nvSpPr>
            <p:cNvPr id="513052" name="Line 28">
              <a:extLst>
                <a:ext uri="{FF2B5EF4-FFF2-40B4-BE49-F238E27FC236}">
                  <a16:creationId xmlns:a16="http://schemas.microsoft.com/office/drawing/2014/main" id="{EF5BD5E8-4BF1-48B3-3635-803FCBAD4B7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559" y="873"/>
              <a:ext cx="453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lg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20524" name="Object 14">
              <a:extLst>
                <a:ext uri="{FF2B5EF4-FFF2-40B4-BE49-F238E27FC236}">
                  <a16:creationId xmlns:a16="http://schemas.microsoft.com/office/drawing/2014/main" id="{0766959E-D767-9B57-63F6-5A20C717F61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84" y="740"/>
            <a:ext cx="184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251304" imgH="327688" progId="Equation.3">
                    <p:embed/>
                  </p:oleObj>
                </mc:Choice>
                <mc:Fallback>
                  <p:oleObj name="公式" r:id="rId24" imgW="251304" imgH="327688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4" y="740"/>
                          <a:ext cx="184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25" name="Object 15">
              <a:extLst>
                <a:ext uri="{FF2B5EF4-FFF2-40B4-BE49-F238E27FC236}">
                  <a16:creationId xmlns:a16="http://schemas.microsoft.com/office/drawing/2014/main" id="{61568587-382E-414B-8E75-C4CB21DEC1C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48" y="868"/>
            <a:ext cx="168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228413" imgH="327688" progId="Equation.3">
                    <p:embed/>
                  </p:oleObj>
                </mc:Choice>
                <mc:Fallback>
                  <p:oleObj name="公式" r:id="rId26" imgW="228413" imgH="327688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8" y="868"/>
                          <a:ext cx="168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31">
            <a:extLst>
              <a:ext uri="{FF2B5EF4-FFF2-40B4-BE49-F238E27FC236}">
                <a16:creationId xmlns:a16="http://schemas.microsoft.com/office/drawing/2014/main" id="{5F5C2D2F-F6D9-CBA5-C355-A559D3D76AD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369050" y="4997450"/>
            <a:ext cx="1519238" cy="1258888"/>
            <a:chOff x="3117" y="2582"/>
            <a:chExt cx="1176" cy="974"/>
          </a:xfrm>
        </p:grpSpPr>
        <p:sp>
          <p:nvSpPr>
            <p:cNvPr id="513056" name="Rectangle 32">
              <a:extLst>
                <a:ext uri="{FF2B5EF4-FFF2-40B4-BE49-F238E27FC236}">
                  <a16:creationId xmlns:a16="http://schemas.microsoft.com/office/drawing/2014/main" id="{70924B70-FBE8-B67C-D840-73829DBFF10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30" y="2915"/>
              <a:ext cx="186" cy="96"/>
            </a:xfrm>
            <a:prstGeom prst="rect">
              <a:avLst/>
            </a:prstGeom>
            <a:solidFill>
              <a:srgbClr val="FF9900"/>
            </a:solidFill>
            <a:ln w="12700">
              <a:solidFill>
                <a:srgbClr val="00FF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20511" name="Group 33">
              <a:extLst>
                <a:ext uri="{FF2B5EF4-FFF2-40B4-BE49-F238E27FC236}">
                  <a16:creationId xmlns:a16="http://schemas.microsoft.com/office/drawing/2014/main" id="{E142BD46-FD5C-B679-83CF-67ECBB74DA6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614" y="2582"/>
              <a:ext cx="326" cy="340"/>
              <a:chOff x="3622" y="2414"/>
              <a:chExt cx="326" cy="340"/>
            </a:xfrm>
          </p:grpSpPr>
          <p:sp>
            <p:nvSpPr>
              <p:cNvPr id="513058" name="Line 34">
                <a:extLst>
                  <a:ext uri="{FF2B5EF4-FFF2-40B4-BE49-F238E27FC236}">
                    <a16:creationId xmlns:a16="http://schemas.microsoft.com/office/drawing/2014/main" id="{AF3391EC-D009-B290-E67B-B6800E3D828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3624" y="2414"/>
                <a:ext cx="0" cy="340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 type="none" w="sm" len="sm"/>
                <a:tailEnd type="triangle" w="med" len="lg"/>
              </a:ln>
              <a:effectLst/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20522" name="Object 13">
                <a:extLst>
                  <a:ext uri="{FF2B5EF4-FFF2-40B4-BE49-F238E27FC236}">
                    <a16:creationId xmlns:a16="http://schemas.microsoft.com/office/drawing/2014/main" id="{ADD39B85-24F3-9803-EDC2-E52184DEF37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701" y="2467"/>
              <a:ext cx="247" cy="1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8" imgW="457324" imgH="358112" progId="Equation.3">
                      <p:embed/>
                    </p:oleObj>
                  </mc:Choice>
                  <mc:Fallback>
                    <p:oleObj name="公式" r:id="rId28" imgW="457324" imgH="358112" progId="Equation.3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01" y="2467"/>
                            <a:ext cx="247" cy="19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0512" name="Group 36">
              <a:extLst>
                <a:ext uri="{FF2B5EF4-FFF2-40B4-BE49-F238E27FC236}">
                  <a16:creationId xmlns:a16="http://schemas.microsoft.com/office/drawing/2014/main" id="{58437BD1-091C-6DC6-B5EF-56D743B8FF1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718" y="2963"/>
              <a:ext cx="575" cy="283"/>
              <a:chOff x="3902" y="2971"/>
              <a:chExt cx="575" cy="283"/>
            </a:xfrm>
          </p:grpSpPr>
          <p:sp>
            <p:nvSpPr>
              <p:cNvPr id="513061" name="Line 37">
                <a:extLst>
                  <a:ext uri="{FF2B5EF4-FFF2-40B4-BE49-F238E27FC236}">
                    <a16:creationId xmlns:a16="http://schemas.microsoft.com/office/drawing/2014/main" id="{926C99B5-5C32-CC85-6A65-8308C55431F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902" y="2971"/>
                <a:ext cx="340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 type="none" w="sm" len="sm"/>
                <a:tailEnd type="triangle" w="med" len="lg"/>
              </a:ln>
              <a:effectLst/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20520" name="Object 12">
                <a:extLst>
                  <a:ext uri="{FF2B5EF4-FFF2-40B4-BE49-F238E27FC236}">
                    <a16:creationId xmlns:a16="http://schemas.microsoft.com/office/drawing/2014/main" id="{62262ED1-D2B8-8270-963B-5DA3185DC92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956" y="3067"/>
              <a:ext cx="521" cy="1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0" imgW="1028607" imgH="343149" progId="Equation.3">
                      <p:embed/>
                    </p:oleObj>
                  </mc:Choice>
                  <mc:Fallback>
                    <p:oleObj name="公式" r:id="rId30" imgW="1028607" imgH="343149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56" y="3067"/>
                            <a:ext cx="521" cy="1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0513" name="Group 39">
              <a:extLst>
                <a:ext uri="{FF2B5EF4-FFF2-40B4-BE49-F238E27FC236}">
                  <a16:creationId xmlns:a16="http://schemas.microsoft.com/office/drawing/2014/main" id="{88238C8F-4BED-B4BD-A821-AF82AF34ADF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117" y="2955"/>
              <a:ext cx="408" cy="287"/>
              <a:chOff x="2893" y="2955"/>
              <a:chExt cx="408" cy="287"/>
            </a:xfrm>
          </p:grpSpPr>
          <p:sp>
            <p:nvSpPr>
              <p:cNvPr id="513064" name="Line 40">
                <a:extLst>
                  <a:ext uri="{FF2B5EF4-FFF2-40B4-BE49-F238E27FC236}">
                    <a16:creationId xmlns:a16="http://schemas.microsoft.com/office/drawing/2014/main" id="{9C5F1A03-B788-3CDB-C55D-A8CDAD1F89F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893" y="2955"/>
                <a:ext cx="408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 type="none" w="sm" len="sm"/>
                <a:tailEnd type="triangle" w="med" len="lg"/>
              </a:ln>
              <a:effectLst/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20518" name="Object 11">
                <a:extLst>
                  <a:ext uri="{FF2B5EF4-FFF2-40B4-BE49-F238E27FC236}">
                    <a16:creationId xmlns:a16="http://schemas.microsoft.com/office/drawing/2014/main" id="{F6F1930A-B96E-3D9B-5C50-4198DDE791B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37" y="3038"/>
              <a:ext cx="177" cy="2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2" imgW="289622" imgH="343149" progId="Equation.3">
                      <p:embed/>
                    </p:oleObj>
                  </mc:Choice>
                  <mc:Fallback>
                    <p:oleObj name="公式" r:id="rId32" imgW="289622" imgH="343149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37" y="3038"/>
                            <a:ext cx="177" cy="2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0514" name="Group 42">
              <a:extLst>
                <a:ext uri="{FF2B5EF4-FFF2-40B4-BE49-F238E27FC236}">
                  <a16:creationId xmlns:a16="http://schemas.microsoft.com/office/drawing/2014/main" id="{7DBFF33E-DEF6-061D-1CB4-BD82D786F75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465" y="2989"/>
              <a:ext cx="367" cy="567"/>
              <a:chOff x="3465" y="2981"/>
              <a:chExt cx="367" cy="567"/>
            </a:xfrm>
          </p:grpSpPr>
          <p:sp>
            <p:nvSpPr>
              <p:cNvPr id="513067" name="Line 43">
                <a:extLst>
                  <a:ext uri="{FF2B5EF4-FFF2-40B4-BE49-F238E27FC236}">
                    <a16:creationId xmlns:a16="http://schemas.microsoft.com/office/drawing/2014/main" id="{78F08289-B28B-BC23-1A2E-396A4589E33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622" y="2981"/>
                <a:ext cx="0" cy="340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 type="none" w="sm" len="sm"/>
                <a:tailEnd type="triangle" w="med" len="lg"/>
              </a:ln>
              <a:effectLst/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20516" name="Object 10">
                <a:extLst>
                  <a:ext uri="{FF2B5EF4-FFF2-40B4-BE49-F238E27FC236}">
                    <a16:creationId xmlns:a16="http://schemas.microsoft.com/office/drawing/2014/main" id="{DA49D675-1D81-133C-C429-C3DCE131F39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465" y="3332"/>
              <a:ext cx="367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4" imgW="670809" imgH="381055" progId="Equation.3">
                      <p:embed/>
                    </p:oleObj>
                  </mc:Choice>
                  <mc:Fallback>
                    <p:oleObj name="公式" r:id="rId34" imgW="670809" imgH="381055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65" y="3332"/>
                            <a:ext cx="367" cy="2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513069" name="Text Box 45">
            <a:extLst>
              <a:ext uri="{FF2B5EF4-FFF2-40B4-BE49-F238E27FC236}">
                <a16:creationId xmlns:a16="http://schemas.microsoft.com/office/drawing/2014/main" id="{61BFFB9E-E9A6-5B1D-8B3D-5D4C10DE7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750" y="2217738"/>
            <a:ext cx="29464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建立如图自然坐标</a:t>
            </a:r>
          </a:p>
        </p:txBody>
      </p:sp>
      <p:sp>
        <p:nvSpPr>
          <p:cNvPr id="513070" name="Text Box 46">
            <a:extLst>
              <a:ext uri="{FF2B5EF4-FFF2-40B4-BE49-F238E27FC236}">
                <a16:creationId xmlns:a16="http://schemas.microsoft.com/office/drawing/2014/main" id="{C5009030-BCFB-C1B4-AFB6-0F45621AA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400" y="2611438"/>
            <a:ext cx="1828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400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rPr>
              <a:t>列方程</a:t>
            </a:r>
          </a:p>
        </p:txBody>
      </p:sp>
      <p:sp>
        <p:nvSpPr>
          <p:cNvPr id="513071" name="Text Box 47">
            <a:extLst>
              <a:ext uri="{FF2B5EF4-FFF2-40B4-BE49-F238E27FC236}">
                <a16:creationId xmlns:a16="http://schemas.microsoft.com/office/drawing/2014/main" id="{039E08CA-57F0-9445-CA18-29C7367AC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6450" y="1784350"/>
            <a:ext cx="44577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，对其受力分析</a:t>
            </a: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,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如图</a:t>
            </a:r>
          </a:p>
        </p:txBody>
      </p:sp>
      <p:grpSp>
        <p:nvGrpSpPr>
          <p:cNvPr id="9" name="Group 48">
            <a:extLst>
              <a:ext uri="{FF2B5EF4-FFF2-40B4-BE49-F238E27FC236}">
                <a16:creationId xmlns:a16="http://schemas.microsoft.com/office/drawing/2014/main" id="{7CBE8C88-A238-6F73-514D-365AD5E8ECF7}"/>
              </a:ext>
            </a:extLst>
          </p:cNvPr>
          <p:cNvGrpSpPr>
            <a:grpSpLocks/>
          </p:cNvGrpSpPr>
          <p:nvPr/>
        </p:nvGrpSpPr>
        <p:grpSpPr bwMode="auto">
          <a:xfrm>
            <a:off x="5741988" y="3409950"/>
            <a:ext cx="1989137" cy="639763"/>
            <a:chOff x="3617" y="2148"/>
            <a:chExt cx="1253" cy="403"/>
          </a:xfrm>
        </p:grpSpPr>
        <p:sp>
          <p:nvSpPr>
            <p:cNvPr id="513073" name="Rectangle 49">
              <a:extLst>
                <a:ext uri="{FF2B5EF4-FFF2-40B4-BE49-F238E27FC236}">
                  <a16:creationId xmlns:a16="http://schemas.microsoft.com/office/drawing/2014/main" id="{F7F6843C-C9C9-413B-688E-D16A0755856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91" y="2148"/>
              <a:ext cx="209" cy="79"/>
            </a:xfrm>
            <a:prstGeom prst="rect">
              <a:avLst/>
            </a:prstGeom>
            <a:solidFill>
              <a:srgbClr val="FFFF66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20503" name="Group 50">
              <a:extLst>
                <a:ext uri="{FF2B5EF4-FFF2-40B4-BE49-F238E27FC236}">
                  <a16:creationId xmlns:a16="http://schemas.microsoft.com/office/drawing/2014/main" id="{04B459F1-81DB-C883-328D-870E9C21D57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617" y="2245"/>
              <a:ext cx="1253" cy="306"/>
              <a:chOff x="2422" y="1400"/>
              <a:chExt cx="1392" cy="340"/>
            </a:xfrm>
          </p:grpSpPr>
          <p:sp>
            <p:nvSpPr>
              <p:cNvPr id="513075" name="Line 51">
                <a:extLst>
                  <a:ext uri="{FF2B5EF4-FFF2-40B4-BE49-F238E27FC236}">
                    <a16:creationId xmlns:a16="http://schemas.microsoft.com/office/drawing/2014/main" id="{E6FDC225-74CE-520E-ECC5-184DF610388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286" y="1400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3076" name="Line 52">
                <a:extLst>
                  <a:ext uri="{FF2B5EF4-FFF2-40B4-BE49-F238E27FC236}">
                    <a16:creationId xmlns:a16="http://schemas.microsoft.com/office/drawing/2014/main" id="{7DDD7D60-8088-CE96-89B9-293F5E86CED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526" y="1400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3077" name="Line 53">
                <a:extLst>
                  <a:ext uri="{FF2B5EF4-FFF2-40B4-BE49-F238E27FC236}">
                    <a16:creationId xmlns:a16="http://schemas.microsoft.com/office/drawing/2014/main" id="{23859DED-AA97-334A-FD78-BFCD5A35961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422" y="1544"/>
                <a:ext cx="864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 type="triangle" w="med" len="lg"/>
                <a:tailEnd type="triangle" w="med" len="lg"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3078" name="Line 54">
                <a:extLst>
                  <a:ext uri="{FF2B5EF4-FFF2-40B4-BE49-F238E27FC236}">
                    <a16:creationId xmlns:a16="http://schemas.microsoft.com/office/drawing/2014/main" id="{096B1488-56E2-9B4F-6499-82BD8620A52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526" y="1544"/>
                <a:ext cx="288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 type="triangle" w="med" len="lg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20508" name="Object 8">
                <a:extLst>
                  <a:ext uri="{FF2B5EF4-FFF2-40B4-BE49-F238E27FC236}">
                    <a16:creationId xmlns:a16="http://schemas.microsoft.com/office/drawing/2014/main" id="{D9E8E49E-A291-50E2-CA89-EF5C1874C56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08" y="1580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6" imgW="190593" imgH="205989" progId="Equation.3">
                      <p:embed/>
                    </p:oleObj>
                  </mc:Choice>
                  <mc:Fallback>
                    <p:oleObj name="公式" r:id="rId36" imgW="190593" imgH="205989" progId="Equation.3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08" y="1580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09" name="Object 9">
                <a:extLst>
                  <a:ext uri="{FF2B5EF4-FFF2-40B4-BE49-F238E27FC236}">
                    <a16:creationId xmlns:a16="http://schemas.microsoft.com/office/drawing/2014/main" id="{BE1B498B-13F3-F112-975D-491D433CD06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60" y="1524"/>
              <a:ext cx="248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8" imgW="358296" imgH="304745" progId="Equation.3">
                      <p:embed/>
                    </p:oleObj>
                  </mc:Choice>
                  <mc:Fallback>
                    <p:oleObj name="公式" r:id="rId38" imgW="358296" imgH="304745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60" y="1524"/>
                            <a:ext cx="248" cy="2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3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3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1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3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3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3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3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13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1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1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1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13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13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13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13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1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26" grpId="0" animBg="1"/>
      <p:bldP spid="513027" grpId="0"/>
      <p:bldP spid="513028" grpId="0"/>
      <p:bldP spid="513035" grpId="0"/>
      <p:bldP spid="513036" grpId="0"/>
      <p:bldP spid="513037" grpId="0"/>
      <p:bldP spid="513038" grpId="0"/>
      <p:bldP spid="513069" grpId="0"/>
      <p:bldP spid="513070" grpId="0"/>
      <p:bldP spid="51307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50" name="Text Box 2">
            <a:extLst>
              <a:ext uri="{FF2B5EF4-FFF2-40B4-BE49-F238E27FC236}">
                <a16:creationId xmlns:a16="http://schemas.microsoft.com/office/drawing/2014/main" id="{59EB610A-2563-9F50-B021-91CC2C121F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0013" y="600075"/>
            <a:ext cx="176688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bg1"/>
              </a:buClr>
              <a:buFont typeface="Wingdings" pitchFamily="2" charset="2"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即</a:t>
            </a:r>
          </a:p>
        </p:txBody>
      </p:sp>
      <p:sp>
        <p:nvSpPr>
          <p:cNvPr id="514051" name="Text Box 3">
            <a:extLst>
              <a:ext uri="{FF2B5EF4-FFF2-40B4-BE49-F238E27FC236}">
                <a16:creationId xmlns:a16="http://schemas.microsoft.com/office/drawing/2014/main" id="{8A882462-AC65-6E91-77AF-DA4E27230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50" y="1563688"/>
            <a:ext cx="5995988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bg1"/>
              </a:buClr>
              <a:buFont typeface="Wingdings" pitchFamily="2" charset="2"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考虑到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x = l</a:t>
            </a:r>
            <a:r>
              <a:rPr kumimoji="1" lang="en-US" altLang="zh-CN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时，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F</a:t>
            </a:r>
            <a:r>
              <a:rPr kumimoji="1" lang="en-US" altLang="zh-CN" baseline="-25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</a:t>
            </a:r>
            <a:r>
              <a:rPr kumimoji="1" lang="en-US" altLang="zh-CN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l</a:t>
            </a:r>
            <a:r>
              <a:rPr kumimoji="1" lang="en-US" altLang="zh-CN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) 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= </a:t>
            </a:r>
            <a:r>
              <a:rPr kumimoji="1" lang="en-US" altLang="zh-CN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0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，则代入</a:t>
            </a: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(1)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式</a:t>
            </a:r>
          </a:p>
        </p:txBody>
      </p:sp>
      <p:graphicFrame>
        <p:nvGraphicFramePr>
          <p:cNvPr id="514052" name="Object 2">
            <a:extLst>
              <a:ext uri="{FF2B5EF4-FFF2-40B4-BE49-F238E27FC236}">
                <a16:creationId xmlns:a16="http://schemas.microsoft.com/office/drawing/2014/main" id="{0F96CC29-8412-73A8-C71F-F382DBB529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81275" y="473075"/>
          <a:ext cx="377031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733738" imgH="723706" progId="Equation.3">
                  <p:embed/>
                </p:oleObj>
              </mc:Choice>
              <mc:Fallback>
                <p:oleObj name="公式" r:id="rId2" imgW="3733738" imgH="72370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1275" y="473075"/>
                        <a:ext cx="3770313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053" name="Object 3">
            <a:extLst>
              <a:ext uri="{FF2B5EF4-FFF2-40B4-BE49-F238E27FC236}">
                <a16:creationId xmlns:a16="http://schemas.microsoft.com/office/drawing/2014/main" id="{8BC1D660-7DFB-E2E2-7609-60774BC885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8700" y="2166938"/>
          <a:ext cx="27035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666813" imgH="685800" progId="Equation.3">
                  <p:embed/>
                </p:oleObj>
              </mc:Choice>
              <mc:Fallback>
                <p:oleObj name="公式" r:id="rId4" imgW="2666813" imgH="685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8700" y="2166938"/>
                        <a:ext cx="2703513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054" name="Object 4">
            <a:extLst>
              <a:ext uri="{FF2B5EF4-FFF2-40B4-BE49-F238E27FC236}">
                <a16:creationId xmlns:a16="http://schemas.microsoft.com/office/drawing/2014/main" id="{93D51002-D834-9BE3-BB13-79238F99E1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1263" y="3217863"/>
          <a:ext cx="2297112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263233" imgH="723706" progId="Equation.3">
                  <p:embed/>
                </p:oleObj>
              </mc:Choice>
              <mc:Fallback>
                <p:oleObj name="公式" r:id="rId6" imgW="2263233" imgH="72370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1263" y="3217863"/>
                        <a:ext cx="2297112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055" name="Text Box 7">
            <a:extLst>
              <a:ext uri="{FF2B5EF4-FFF2-40B4-BE49-F238E27FC236}">
                <a16:creationId xmlns:a16="http://schemas.microsoft.com/office/drawing/2014/main" id="{FBBC92A9-622D-9DF1-2260-01A41B062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2875" y="2311400"/>
            <a:ext cx="1208088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bg1"/>
              </a:buClr>
              <a:buFont typeface="Wingdings" pitchFamily="2" charset="2"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则</a:t>
            </a:r>
          </a:p>
        </p:txBody>
      </p:sp>
      <p:sp>
        <p:nvSpPr>
          <p:cNvPr id="514056" name="Text Box 8">
            <a:extLst>
              <a:ext uri="{FF2B5EF4-FFF2-40B4-BE49-F238E27FC236}">
                <a16:creationId xmlns:a16="http://schemas.microsoft.com/office/drawing/2014/main" id="{29A69471-A597-05C3-9B01-431CA7E31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370263"/>
            <a:ext cx="3976688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bg1"/>
              </a:buClr>
              <a:buFont typeface="Wingdings" pitchFamily="2" charset="2"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距固定端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x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处棒中的张力为</a:t>
            </a:r>
          </a:p>
        </p:txBody>
      </p:sp>
      <p:sp>
        <p:nvSpPr>
          <p:cNvPr id="514057" name="Rectangle 9">
            <a:extLst>
              <a:ext uri="{FF2B5EF4-FFF2-40B4-BE49-F238E27FC236}">
                <a16:creationId xmlns:a16="http://schemas.microsoft.com/office/drawing/2014/main" id="{E0B52A56-5A7E-2D22-7CCF-D710AFB99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488" y="4464050"/>
            <a:ext cx="326231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  <a:buFont typeface="Wingdings" pitchFamily="2" charset="2"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距固定端为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l/</a:t>
            </a:r>
            <a:r>
              <a:rPr kumimoji="1" lang="en-US" altLang="zh-CN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2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处的张力</a:t>
            </a:r>
          </a:p>
        </p:txBody>
      </p:sp>
      <p:sp>
        <p:nvSpPr>
          <p:cNvPr id="514058" name="Rectangle 10">
            <a:extLst>
              <a:ext uri="{FF2B5EF4-FFF2-40B4-BE49-F238E27FC236}">
                <a16:creationId xmlns:a16="http://schemas.microsoft.com/office/drawing/2014/main" id="{D5A762A5-8253-7B1C-6389-671A9DB96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75" y="5541963"/>
            <a:ext cx="578326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buClr>
                <a:schemeClr val="bg1"/>
              </a:buClr>
              <a:buFont typeface="Wingdings" pitchFamily="2" charset="2"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距固定端为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l/</a:t>
            </a:r>
            <a:r>
              <a:rPr kumimoji="1" lang="en-US" altLang="zh-CN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4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处的张力</a:t>
            </a:r>
          </a:p>
        </p:txBody>
      </p:sp>
      <p:graphicFrame>
        <p:nvGraphicFramePr>
          <p:cNvPr id="514059" name="Object 5">
            <a:extLst>
              <a:ext uri="{FF2B5EF4-FFF2-40B4-BE49-F238E27FC236}">
                <a16:creationId xmlns:a16="http://schemas.microsoft.com/office/drawing/2014/main" id="{26613019-1587-4246-B8E8-BD8C5EA3C8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7113" y="4311650"/>
          <a:ext cx="2906712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872833" imgH="723706" progId="Equation.3">
                  <p:embed/>
                </p:oleObj>
              </mc:Choice>
              <mc:Fallback>
                <p:oleObj name="公式" r:id="rId8" imgW="2872833" imgH="72370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7113" y="4311650"/>
                        <a:ext cx="2906712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060" name="Object 6">
            <a:extLst>
              <a:ext uri="{FF2B5EF4-FFF2-40B4-BE49-F238E27FC236}">
                <a16:creationId xmlns:a16="http://schemas.microsoft.com/office/drawing/2014/main" id="{C2AD7E4F-A592-B68C-6A73-61DF80F0C1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5525" y="5389563"/>
          <a:ext cx="303371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994753" imgH="723706" progId="Equation.3">
                  <p:embed/>
                </p:oleObj>
              </mc:Choice>
              <mc:Fallback>
                <p:oleObj name="公式" r:id="rId10" imgW="2994753" imgH="72370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5525" y="5389563"/>
                        <a:ext cx="3033713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4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4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4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4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4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4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4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4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14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14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14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050" grpId="0"/>
      <p:bldP spid="514051" grpId="0"/>
      <p:bldP spid="514055" grpId="0"/>
      <p:bldP spid="514056" grpId="0"/>
      <p:bldP spid="514057" grpId="0"/>
      <p:bldP spid="51405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908" name="Text Box 4">
            <a:extLst>
              <a:ext uri="{FF2B5EF4-FFF2-40B4-BE49-F238E27FC236}">
                <a16:creationId xmlns:a16="http://schemas.microsoft.com/office/drawing/2014/main" id="{92AE8CB7-879C-4EDD-915C-809AC7CB6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06375"/>
            <a:ext cx="83756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400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例  细绳栓一质量为</a:t>
            </a:r>
            <a:r>
              <a:rPr kumimoji="1" lang="en-US" altLang="zh-CN" sz="2400" i="1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m </a:t>
            </a:r>
            <a:r>
              <a:rPr kumimoji="1" lang="zh-CN" altLang="en-US" sz="2400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的小球，在铅直平面内绕定点 </a:t>
            </a:r>
            <a:r>
              <a:rPr kumimoji="1" lang="en-US" altLang="zh-CN" sz="2400" i="1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O </a:t>
            </a:r>
            <a:r>
              <a:rPr kumimoji="1" lang="zh-CN" altLang="en-US" sz="2400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作半径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2400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为 </a:t>
            </a:r>
            <a:r>
              <a:rPr kumimoji="1" lang="en-US" altLang="zh-CN" sz="2400" i="1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R </a:t>
            </a:r>
            <a:r>
              <a:rPr kumimoji="1" lang="zh-CN" altLang="zh-CN" sz="2400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的圆周运动。</a:t>
            </a:r>
            <a:endParaRPr kumimoji="1" lang="zh-CN" altLang="en-US" sz="2400">
              <a:solidFill>
                <a:srgbClr val="FFFF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07909" name="Text Box 5">
            <a:extLst>
              <a:ext uri="{FF2B5EF4-FFF2-40B4-BE49-F238E27FC236}">
                <a16:creationId xmlns:a16="http://schemas.microsoft.com/office/drawing/2014/main" id="{5BC8670E-9713-F280-D658-8D4EB3FAA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739775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400" i="1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t = 0</a:t>
            </a:r>
            <a:r>
              <a:rPr kumimoji="1" lang="en-US" altLang="zh-CN" sz="2400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400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时，小球在最低点以初速度</a:t>
            </a:r>
            <a:endParaRPr kumimoji="1" lang="zh-CN" altLang="en-US" sz="2400" b="0">
              <a:solidFill>
                <a:srgbClr val="FFFF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07910" name="Object 2">
            <a:extLst>
              <a:ext uri="{FF2B5EF4-FFF2-40B4-BE49-F238E27FC236}">
                <a16:creationId xmlns:a16="http://schemas.microsoft.com/office/drawing/2014/main" id="{C964D1DA-2270-B8A8-D231-4BC110863B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2800" y="663575"/>
          <a:ext cx="515938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9384" imgH="190528" progId="Equation.3">
                  <p:embed/>
                </p:oleObj>
              </mc:Choice>
              <mc:Fallback>
                <p:oleObj name="公式" r:id="rId2" imgW="129384" imgH="190528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663575"/>
                        <a:ext cx="515938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7911" name="Text Box 7">
            <a:extLst>
              <a:ext uri="{FF2B5EF4-FFF2-40B4-BE49-F238E27FC236}">
                <a16:creationId xmlns:a16="http://schemas.microsoft.com/office/drawing/2014/main" id="{B1AC7925-8845-3FA7-A09E-34D202041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39775"/>
            <a:ext cx="1103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运动，</a:t>
            </a:r>
            <a:endParaRPr kumimoji="1" lang="zh-CN" altLang="en-US" sz="2400" b="0">
              <a:solidFill>
                <a:srgbClr val="FFFF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07912" name="Text Box 8">
            <a:extLst>
              <a:ext uri="{FF2B5EF4-FFF2-40B4-BE49-F238E27FC236}">
                <a16:creationId xmlns:a16="http://schemas.microsoft.com/office/drawing/2014/main" id="{6F9000B0-9282-BDA8-6105-751EC1BEA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1217613"/>
            <a:ext cx="5418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求：</a:t>
            </a:r>
            <a:r>
              <a:rPr kumimoji="1" lang="en-US" altLang="zh-CN" sz="2400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• </a:t>
            </a:r>
            <a:r>
              <a:rPr kumimoji="1" lang="zh-CN" altLang="en-US" sz="2400">
                <a:solidFill>
                  <a:srgbClr val="CCECFF"/>
                </a:solidFill>
                <a:latin typeface="Times New Roman" panose="02020603050405020304" pitchFamily="18" charset="0"/>
                <a:ea typeface="楷体_GB2312" pitchFamily="49" charset="-122"/>
              </a:rPr>
              <a:t>小球运动</a:t>
            </a:r>
            <a:r>
              <a:rPr kumimoji="1" lang="zh-CN" altLang="en-US" sz="2400">
                <a:latin typeface="Times New Roman" panose="02020603050405020304" pitchFamily="18" charset="0"/>
                <a:ea typeface="楷体_GB2312" pitchFamily="49" charset="-122"/>
              </a:rPr>
              <a:t>速率</a:t>
            </a:r>
            <a:r>
              <a:rPr kumimoji="1" lang="zh-CN" altLang="en-US" sz="2400">
                <a:solidFill>
                  <a:srgbClr val="CCECFF"/>
                </a:solidFill>
                <a:latin typeface="Times New Roman" panose="02020603050405020304" pitchFamily="18" charset="0"/>
                <a:ea typeface="楷体_GB2312" pitchFamily="49" charset="-122"/>
              </a:rPr>
              <a:t>与</a:t>
            </a:r>
            <a:r>
              <a:rPr kumimoji="1" lang="zh-CN" altLang="en-US" sz="2400">
                <a:latin typeface="Times New Roman" panose="02020603050405020304" pitchFamily="18" charset="0"/>
                <a:ea typeface="楷体_GB2312" pitchFamily="49" charset="-122"/>
              </a:rPr>
              <a:t>位置</a:t>
            </a:r>
            <a:r>
              <a:rPr kumimoji="1" lang="zh-CN" altLang="en-US" sz="2400">
                <a:solidFill>
                  <a:srgbClr val="CCECFF"/>
                </a:solidFill>
                <a:latin typeface="Times New Roman" panose="02020603050405020304" pitchFamily="18" charset="0"/>
                <a:ea typeface="楷体_GB2312" pitchFamily="49" charset="-122"/>
              </a:rPr>
              <a:t>的关系</a:t>
            </a:r>
            <a:r>
              <a:rPr kumimoji="1" lang="en-US" altLang="zh-CN" sz="2400">
                <a:solidFill>
                  <a:srgbClr val="CCECFF"/>
                </a:solidFill>
                <a:latin typeface="Times New Roman" panose="02020603050405020304" pitchFamily="18" charset="0"/>
                <a:ea typeface="楷体_GB2312" pitchFamily="49" charset="-122"/>
              </a:rPr>
              <a:t>?        </a:t>
            </a:r>
            <a:endParaRPr kumimoji="1" lang="en-US" altLang="zh-CN" sz="2400" b="0">
              <a:solidFill>
                <a:srgbClr val="FFFF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07913" name="Text Box 9">
            <a:extLst>
              <a:ext uri="{FF2B5EF4-FFF2-40B4-BE49-F238E27FC236}">
                <a16:creationId xmlns:a16="http://schemas.microsoft.com/office/drawing/2014/main" id="{BC9DBB0A-6659-DC06-6078-CD80B6289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730375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latin typeface="Times New Roman" panose="02020603050405020304" pitchFamily="18" charset="0"/>
                <a:ea typeface="楷体_GB2312" pitchFamily="49" charset="-122"/>
              </a:rPr>
              <a:t>解：</a:t>
            </a:r>
            <a:endParaRPr kumimoji="1" lang="zh-CN" altLang="en-US" sz="2400" b="0">
              <a:solidFill>
                <a:srgbClr val="FFFF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07914" name="Object 3">
            <a:extLst>
              <a:ext uri="{FF2B5EF4-FFF2-40B4-BE49-F238E27FC236}">
                <a16:creationId xmlns:a16="http://schemas.microsoft.com/office/drawing/2014/main" id="{A834564E-CD9B-AECD-06F8-2482C3E9FB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9650" y="2174875"/>
          <a:ext cx="247650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84767" imgH="167585" progId="Equation.3">
                  <p:embed/>
                </p:oleObj>
              </mc:Choice>
              <mc:Fallback>
                <p:oleObj name="Equation" r:id="rId4" imgW="784767" imgH="16758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9650" y="2174875"/>
                        <a:ext cx="2476500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7915" name="Text Box 11">
            <a:extLst>
              <a:ext uri="{FF2B5EF4-FFF2-40B4-BE49-F238E27FC236}">
                <a16:creationId xmlns:a16="http://schemas.microsoft.com/office/drawing/2014/main" id="{2C90C8D7-D19F-A1CA-F05D-79BF94D78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730375"/>
            <a:ext cx="541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rgbClr val="CCECFF"/>
                </a:solidFill>
                <a:latin typeface="Times New Roman" panose="02020603050405020304" pitchFamily="18" charset="0"/>
                <a:ea typeface="楷体_GB2312" pitchFamily="49" charset="-122"/>
              </a:rPr>
              <a:t>在任意位置点 </a:t>
            </a:r>
            <a:r>
              <a:rPr kumimoji="1" lang="en-US" altLang="zh-CN" sz="2400" i="1">
                <a:solidFill>
                  <a:srgbClr val="CCECFF"/>
                </a:solidFill>
                <a:latin typeface="Times New Roman" panose="02020603050405020304" pitchFamily="18" charset="0"/>
                <a:ea typeface="楷体_GB2312" pitchFamily="49" charset="-122"/>
              </a:rPr>
              <a:t>B </a:t>
            </a:r>
            <a:r>
              <a:rPr kumimoji="1" lang="zh-CN" altLang="en-US" sz="2400">
                <a:solidFill>
                  <a:srgbClr val="CCECFF"/>
                </a:solidFill>
                <a:latin typeface="Times New Roman" panose="02020603050405020304" pitchFamily="18" charset="0"/>
                <a:ea typeface="楷体_GB2312" pitchFamily="49" charset="-122"/>
              </a:rPr>
              <a:t>，根据牛顿定律</a:t>
            </a:r>
            <a:endParaRPr kumimoji="1" lang="zh-CN" altLang="en-US" sz="2400" b="0">
              <a:solidFill>
                <a:srgbClr val="CCEC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07916" name="Object 4">
            <a:extLst>
              <a:ext uri="{FF2B5EF4-FFF2-40B4-BE49-F238E27FC236}">
                <a16:creationId xmlns:a16="http://schemas.microsoft.com/office/drawing/2014/main" id="{38CEDA5A-0DDD-5E0A-1797-88D96AE607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3548063"/>
          <a:ext cx="31242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089816" imgH="358112" progId="Equation.3">
                  <p:embed/>
                </p:oleObj>
              </mc:Choice>
              <mc:Fallback>
                <p:oleObj name="公式" r:id="rId6" imgW="1089816" imgH="358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548063"/>
                        <a:ext cx="31242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7917" name="Object 5">
            <a:extLst>
              <a:ext uri="{FF2B5EF4-FFF2-40B4-BE49-F238E27FC236}">
                <a16:creationId xmlns:a16="http://schemas.microsoft.com/office/drawing/2014/main" id="{7FF55783-9102-CC65-D4B3-84335F3816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2481263"/>
          <a:ext cx="28956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234627" imgH="381055" progId="Equation.3">
                  <p:embed/>
                </p:oleObj>
              </mc:Choice>
              <mc:Fallback>
                <p:oleObj name="公式" r:id="rId8" imgW="1234627" imgH="38105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481263"/>
                        <a:ext cx="28956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7918" name="Oval 14">
            <a:extLst>
              <a:ext uri="{FF2B5EF4-FFF2-40B4-BE49-F238E27FC236}">
                <a16:creationId xmlns:a16="http://schemas.microsoft.com/office/drawing/2014/main" id="{0AFC8689-ACCE-CEB2-268C-D4C5D5988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1349375"/>
            <a:ext cx="1981200" cy="19812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07919" name="Line 15">
            <a:extLst>
              <a:ext uri="{FF2B5EF4-FFF2-40B4-BE49-F238E27FC236}">
                <a16:creationId xmlns:a16="http://schemas.microsoft.com/office/drawing/2014/main" id="{A8D67A6F-9108-40F1-FF43-23C848937D4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2339975"/>
            <a:ext cx="0" cy="99060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07920" name="Oval 16">
            <a:extLst>
              <a:ext uri="{FF2B5EF4-FFF2-40B4-BE49-F238E27FC236}">
                <a16:creationId xmlns:a16="http://schemas.microsoft.com/office/drawing/2014/main" id="{CD2827CC-7C16-FA5F-47FB-F31A0AC9E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254375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07921" name="Rectangle 17">
            <a:extLst>
              <a:ext uri="{FF2B5EF4-FFF2-40B4-BE49-F238E27FC236}">
                <a16:creationId xmlns:a16="http://schemas.microsoft.com/office/drawing/2014/main" id="{C96C56F0-79EC-160A-FEBB-ED15004C5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330575"/>
            <a:ext cx="42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</a:p>
        </p:txBody>
      </p:sp>
      <p:sp>
        <p:nvSpPr>
          <p:cNvPr id="507922" name="Rectangle 18">
            <a:extLst>
              <a:ext uri="{FF2B5EF4-FFF2-40B4-BE49-F238E27FC236}">
                <a16:creationId xmlns:a16="http://schemas.microsoft.com/office/drawing/2014/main" id="{D6B2D957-2C65-37EB-E1AE-224A8A16F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568575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</a:p>
        </p:txBody>
      </p:sp>
      <p:sp>
        <p:nvSpPr>
          <p:cNvPr id="507923" name="Line 19">
            <a:extLst>
              <a:ext uri="{FF2B5EF4-FFF2-40B4-BE49-F238E27FC236}">
                <a16:creationId xmlns:a16="http://schemas.microsoft.com/office/drawing/2014/main" id="{6A628699-33A7-EA1C-86A9-FC38A324CAE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2339975"/>
            <a:ext cx="762000" cy="60960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07924" name="Rectangle 20">
            <a:extLst>
              <a:ext uri="{FF2B5EF4-FFF2-40B4-BE49-F238E27FC236}">
                <a16:creationId xmlns:a16="http://schemas.microsoft.com/office/drawing/2014/main" id="{01EB6870-BBAE-E0FA-3DC5-4C6D73941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2797175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>
                <a:solidFill>
                  <a:srgbClr val="CCECFF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</a:p>
        </p:txBody>
      </p:sp>
      <p:sp>
        <p:nvSpPr>
          <p:cNvPr id="507925" name="Line 21">
            <a:extLst>
              <a:ext uri="{FF2B5EF4-FFF2-40B4-BE49-F238E27FC236}">
                <a16:creationId xmlns:a16="http://schemas.microsoft.com/office/drawing/2014/main" id="{9B466CF2-BD07-0593-389E-210D614DFC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7600" y="2187575"/>
            <a:ext cx="609600" cy="7620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07926" name="Line 22">
            <a:extLst>
              <a:ext uri="{FF2B5EF4-FFF2-40B4-BE49-F238E27FC236}">
                <a16:creationId xmlns:a16="http://schemas.microsoft.com/office/drawing/2014/main" id="{9CF2C0A1-89E7-DE54-FB06-6CCF2C94E06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3330575"/>
            <a:ext cx="9906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07927" name="Object 6">
            <a:extLst>
              <a:ext uri="{FF2B5EF4-FFF2-40B4-BE49-F238E27FC236}">
                <a16:creationId xmlns:a16="http://schemas.microsoft.com/office/drawing/2014/main" id="{1F20F230-D216-9E43-78C2-22D6138B0D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4800" y="3025775"/>
          <a:ext cx="515938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9384" imgH="190528" progId="Equation.3">
                  <p:embed/>
                </p:oleObj>
              </mc:Choice>
              <mc:Fallback>
                <p:oleObj name="公式" r:id="rId10" imgW="129384" imgH="190528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3025775"/>
                        <a:ext cx="515938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7928" name="Object 7">
            <a:extLst>
              <a:ext uri="{FF2B5EF4-FFF2-40B4-BE49-F238E27FC236}">
                <a16:creationId xmlns:a16="http://schemas.microsoft.com/office/drawing/2014/main" id="{58283AEA-9512-6D3D-4999-FF09472B30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1730375"/>
          <a:ext cx="355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76138" imgH="99254" progId="Equation.3">
                  <p:embed/>
                </p:oleObj>
              </mc:Choice>
              <mc:Fallback>
                <p:oleObj name="公式" r:id="rId12" imgW="76138" imgH="99254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1730375"/>
                        <a:ext cx="355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7929" name="Text Box 25">
            <a:extLst>
              <a:ext uri="{FF2B5EF4-FFF2-40B4-BE49-F238E27FC236}">
                <a16:creationId xmlns:a16="http://schemas.microsoft.com/office/drawing/2014/main" id="{E9D5AA9A-8DE5-B85C-659D-1CC61CBCF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786063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rgbClr val="CCECFF"/>
                </a:solidFill>
                <a:latin typeface="Times New Roman" panose="02020603050405020304" pitchFamily="18" charset="0"/>
                <a:ea typeface="楷体_GB2312" pitchFamily="49" charset="-122"/>
              </a:rPr>
              <a:t>法向：</a:t>
            </a:r>
          </a:p>
        </p:txBody>
      </p:sp>
      <p:sp>
        <p:nvSpPr>
          <p:cNvPr id="507930" name="Text Box 26">
            <a:extLst>
              <a:ext uri="{FF2B5EF4-FFF2-40B4-BE49-F238E27FC236}">
                <a16:creationId xmlns:a16="http://schemas.microsoft.com/office/drawing/2014/main" id="{7CD4666F-0C92-8FA6-FE1F-DC5B0CDF2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776663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rgbClr val="CCECFF"/>
                </a:solidFill>
                <a:latin typeface="Times New Roman" panose="02020603050405020304" pitchFamily="18" charset="0"/>
                <a:ea typeface="楷体_GB2312" pitchFamily="49" charset="-122"/>
              </a:rPr>
              <a:t>切向：</a:t>
            </a:r>
          </a:p>
        </p:txBody>
      </p:sp>
      <p:sp>
        <p:nvSpPr>
          <p:cNvPr id="507931" name="Rectangle 27">
            <a:extLst>
              <a:ext uri="{FF2B5EF4-FFF2-40B4-BE49-F238E27FC236}">
                <a16:creationId xmlns:a16="http://schemas.microsoft.com/office/drawing/2014/main" id="{EF061492-F318-AB77-D6A4-B00D41989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035175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O</a:t>
            </a:r>
          </a:p>
        </p:txBody>
      </p:sp>
      <p:graphicFrame>
        <p:nvGraphicFramePr>
          <p:cNvPr id="507932" name="Object 8">
            <a:extLst>
              <a:ext uri="{FF2B5EF4-FFF2-40B4-BE49-F238E27FC236}">
                <a16:creationId xmlns:a16="http://schemas.microsoft.com/office/drawing/2014/main" id="{CFEE5ACC-0333-5270-8712-1C3B31A3B0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0200" y="3548063"/>
          <a:ext cx="157638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33462" imgH="358112" progId="Equation.3">
                  <p:embed/>
                </p:oleObj>
              </mc:Choice>
              <mc:Fallback>
                <p:oleObj name="Equation" r:id="rId14" imgW="533462" imgH="35811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3548063"/>
                        <a:ext cx="1576388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7933" name="AutoShape 29">
            <a:extLst>
              <a:ext uri="{FF2B5EF4-FFF2-40B4-BE49-F238E27FC236}">
                <a16:creationId xmlns:a16="http://schemas.microsoft.com/office/drawing/2014/main" id="{48BDB1CA-B950-B6CE-A329-2E4B4CC8DC5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572000" y="3852863"/>
            <a:ext cx="685800" cy="38100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07934" name="Text Box 30">
            <a:extLst>
              <a:ext uri="{FF2B5EF4-FFF2-40B4-BE49-F238E27FC236}">
                <a16:creationId xmlns:a16="http://schemas.microsoft.com/office/drawing/2014/main" id="{37A6057A-CAA6-7233-8206-A49B315B7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568575"/>
            <a:ext cx="396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</a:t>
            </a:r>
            <a:endParaRPr kumimoji="1" lang="en-US" altLang="zh-CN" sz="24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07935" name="AutoShape 31">
            <a:extLst>
              <a:ext uri="{FF2B5EF4-FFF2-40B4-BE49-F238E27FC236}">
                <a16:creationId xmlns:a16="http://schemas.microsoft.com/office/drawing/2014/main" id="{ECBDD0F9-11DD-29F5-C81C-ED3CA1E7572C}"/>
              </a:ext>
            </a:extLst>
          </p:cNvPr>
          <p:cNvSpPr>
            <a:spLocks/>
          </p:cNvSpPr>
          <p:nvPr/>
        </p:nvSpPr>
        <p:spPr bwMode="auto">
          <a:xfrm>
            <a:off x="228600" y="3025775"/>
            <a:ext cx="381000" cy="1600200"/>
          </a:xfrm>
          <a:prstGeom prst="leftBrace">
            <a:avLst>
              <a:gd name="adj1" fmla="val 35000"/>
              <a:gd name="adj2" fmla="val 50000"/>
            </a:avLst>
          </a:prstGeom>
          <a:noFill/>
          <a:ln w="22225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07936" name="Object 9">
            <a:extLst>
              <a:ext uri="{FF2B5EF4-FFF2-40B4-BE49-F238E27FC236}">
                <a16:creationId xmlns:a16="http://schemas.microsoft.com/office/drawing/2014/main" id="{E7D22D81-CA3E-2530-1233-702B3682E9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8363" y="4756150"/>
          <a:ext cx="342900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120171" imgH="167585" progId="Equation.3">
                  <p:embed/>
                </p:oleObj>
              </mc:Choice>
              <mc:Fallback>
                <p:oleObj name="公式" r:id="rId16" imgW="1120171" imgH="16758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363" y="4756150"/>
                        <a:ext cx="3429000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7937" name="AutoShape 33">
            <a:extLst>
              <a:ext uri="{FF2B5EF4-FFF2-40B4-BE49-F238E27FC236}">
                <a16:creationId xmlns:a16="http://schemas.microsoft.com/office/drawing/2014/main" id="{49CBAED1-E6F6-2064-A0DF-50D83A058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310063"/>
            <a:ext cx="609600" cy="5334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 w="9525">
            <a:noFill/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07938" name="Rectangle 34">
            <a:extLst>
              <a:ext uri="{FF2B5EF4-FFF2-40B4-BE49-F238E27FC236}">
                <a16:creationId xmlns:a16="http://schemas.microsoft.com/office/drawing/2014/main" id="{58A63CB7-E443-8888-904B-4E1A023DE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621213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400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统一变量、建立微分方程</a:t>
            </a:r>
          </a:p>
        </p:txBody>
      </p:sp>
      <p:graphicFrame>
        <p:nvGraphicFramePr>
          <p:cNvPr id="507939" name="Object 10">
            <a:extLst>
              <a:ext uri="{FF2B5EF4-FFF2-40B4-BE49-F238E27FC236}">
                <a16:creationId xmlns:a16="http://schemas.microsoft.com/office/drawing/2014/main" id="{A77FA0FA-3267-DA61-3D1B-2D1B386B4A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34200" y="3548063"/>
          <a:ext cx="192563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62847" imgH="358112" progId="Equation.3">
                  <p:embed/>
                </p:oleObj>
              </mc:Choice>
              <mc:Fallback>
                <p:oleObj name="Equation" r:id="rId18" imgW="662847" imgH="358112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3548063"/>
                        <a:ext cx="1925638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7941" name="Object 11">
            <a:extLst>
              <a:ext uri="{FF2B5EF4-FFF2-40B4-BE49-F238E27FC236}">
                <a16:creationId xmlns:a16="http://schemas.microsoft.com/office/drawing/2014/main" id="{BC3AFC71-927B-81CB-1312-F49BBC2CE5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81563" y="5257800"/>
          <a:ext cx="3810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577496" imgH="266839" progId="Equation.3">
                  <p:embed/>
                </p:oleObj>
              </mc:Choice>
              <mc:Fallback>
                <p:oleObj name="公式" r:id="rId20" imgW="1577496" imgH="26683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1563" y="5257800"/>
                        <a:ext cx="38100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99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7942" name="Rectangle 38">
            <a:extLst>
              <a:ext uri="{FF2B5EF4-FFF2-40B4-BE49-F238E27FC236}">
                <a16:creationId xmlns:a16="http://schemas.microsoft.com/office/drawing/2014/main" id="{078D370E-0312-2BDA-2758-A43CDB5CE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75" y="6108700"/>
            <a:ext cx="723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•</a:t>
            </a:r>
            <a:r>
              <a:rPr kumimoji="1" lang="en-US" altLang="zh-CN" sz="2400">
                <a:solidFill>
                  <a:srgbClr val="CCECFF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zh-CN" altLang="en-US" sz="2400">
                <a:solidFill>
                  <a:srgbClr val="CCECFF"/>
                </a:solidFill>
                <a:latin typeface="Times New Roman" panose="02020603050405020304" pitchFamily="18" charset="0"/>
                <a:ea typeface="楷体_GB2312" pitchFamily="49" charset="-122"/>
              </a:rPr>
              <a:t>求：小球在任一点所受绳子</a:t>
            </a:r>
            <a:r>
              <a:rPr kumimoji="1" lang="zh-CN" altLang="en-US" sz="2400">
                <a:latin typeface="Times New Roman" panose="02020603050405020304" pitchFamily="18" charset="0"/>
                <a:ea typeface="楷体_GB2312" pitchFamily="49" charset="-122"/>
              </a:rPr>
              <a:t>张力</a:t>
            </a:r>
            <a:r>
              <a:rPr kumimoji="1" lang="zh-CN" altLang="en-US" sz="2400">
                <a:solidFill>
                  <a:srgbClr val="CCECFF"/>
                </a:solidFill>
                <a:latin typeface="Times New Roman" panose="02020603050405020304" pitchFamily="18" charset="0"/>
                <a:ea typeface="楷体_GB2312" pitchFamily="49" charset="-122"/>
              </a:rPr>
              <a:t>与</a:t>
            </a:r>
            <a:r>
              <a:rPr kumimoji="1" lang="zh-CN" altLang="en-US" sz="2400">
                <a:latin typeface="Times New Roman" panose="02020603050405020304" pitchFamily="18" charset="0"/>
                <a:ea typeface="楷体_GB2312" pitchFamily="49" charset="-122"/>
              </a:rPr>
              <a:t>速率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的关系</a:t>
            </a: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?</a:t>
            </a:r>
          </a:p>
        </p:txBody>
      </p:sp>
      <p:graphicFrame>
        <p:nvGraphicFramePr>
          <p:cNvPr id="507943" name="Object 12">
            <a:extLst>
              <a:ext uri="{FF2B5EF4-FFF2-40B4-BE49-F238E27FC236}">
                <a16:creationId xmlns:a16="http://schemas.microsoft.com/office/drawing/2014/main" id="{C6FD4768-074F-B301-E7EF-AB4FC795EB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1963" y="5105400"/>
          <a:ext cx="35814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333656" imgH="457366" progId="Equation.3">
                  <p:embed/>
                </p:oleObj>
              </mc:Choice>
              <mc:Fallback>
                <p:oleObj name="公式" r:id="rId22" imgW="1333656" imgH="457366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3" y="5105400"/>
                        <a:ext cx="35814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7944" name="Freeform 40">
            <a:extLst>
              <a:ext uri="{FF2B5EF4-FFF2-40B4-BE49-F238E27FC236}">
                <a16:creationId xmlns:a16="http://schemas.microsoft.com/office/drawing/2014/main" id="{258DE049-7467-EB0A-3D50-3CEC64D39EC8}"/>
              </a:ext>
            </a:extLst>
          </p:cNvPr>
          <p:cNvSpPr>
            <a:spLocks/>
          </p:cNvSpPr>
          <p:nvPr/>
        </p:nvSpPr>
        <p:spPr bwMode="auto">
          <a:xfrm>
            <a:off x="4079875" y="2989263"/>
            <a:ext cx="938213" cy="2801937"/>
          </a:xfrm>
          <a:custGeom>
            <a:avLst/>
            <a:gdLst/>
            <a:ahLst/>
            <a:cxnLst>
              <a:cxn ang="0">
                <a:pos x="591" y="1765"/>
              </a:cxn>
              <a:cxn ang="0">
                <a:pos x="318" y="1004"/>
              </a:cxn>
              <a:cxn ang="0">
                <a:pos x="0" y="0"/>
              </a:cxn>
            </a:cxnLst>
            <a:rect l="0" t="0" r="r" b="b"/>
            <a:pathLst>
              <a:path w="591" h="1765">
                <a:moveTo>
                  <a:pt x="591" y="1765"/>
                </a:moveTo>
                <a:lnTo>
                  <a:pt x="318" y="1004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300"/>
                                        <p:tgtEl>
                                          <p:spTgt spid="50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79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7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7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300"/>
                                        <p:tgtEl>
                                          <p:spTgt spid="507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79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07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79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07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7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79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79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7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7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2" dur="500"/>
                                        <p:tgtEl>
                                          <p:spTgt spid="507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7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7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9" dur="500"/>
                                        <p:tgtEl>
                                          <p:spTgt spid="507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7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8" dur="300"/>
                                        <p:tgtEl>
                                          <p:spTgt spid="507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507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42" dur="300"/>
                                        <p:tgtEl>
                                          <p:spTgt spid="507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7" dur="500"/>
                                        <p:tgtEl>
                                          <p:spTgt spid="507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7908" grpId="0" autoUpdateAnimBg="0"/>
      <p:bldP spid="507909" grpId="0" autoUpdateAnimBg="0"/>
      <p:bldP spid="507911" grpId="0" build="p" autoUpdateAnimBg="0" advAuto="0"/>
      <p:bldP spid="507912" grpId="0" build="p" autoUpdateAnimBg="0"/>
      <p:bldP spid="507913" grpId="0" build="p" autoUpdateAnimBg="0"/>
      <p:bldP spid="507915" grpId="0" build="p" autoUpdateAnimBg="0"/>
      <p:bldP spid="507918" grpId="0" animBg="1"/>
      <p:bldP spid="507920" grpId="0" animBg="1"/>
      <p:bldP spid="507921" grpId="0" build="p" autoUpdateAnimBg="0" advAuto="0"/>
      <p:bldP spid="507922" grpId="0" build="p" autoUpdateAnimBg="0"/>
      <p:bldP spid="507924" grpId="0" build="p" autoUpdateAnimBg="0" advAuto="0"/>
      <p:bldP spid="507929" grpId="0" build="p" autoUpdateAnimBg="0"/>
      <p:bldP spid="507930" grpId="0" build="p" autoUpdateAnimBg="0"/>
      <p:bldP spid="507931" grpId="0" build="p" autoUpdateAnimBg="0" advAuto="0"/>
      <p:bldP spid="507933" grpId="0" animBg="1"/>
      <p:bldP spid="507934" grpId="0" build="p" autoUpdateAnimBg="0"/>
      <p:bldP spid="507935" grpId="0" animBg="1"/>
      <p:bldP spid="507937" grpId="0" animBg="1"/>
      <p:bldP spid="507938" grpId="0" autoUpdateAnimBg="0"/>
      <p:bldP spid="507942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8" name="Rectangle 2">
            <a:extLst>
              <a:ext uri="{FF2B5EF4-FFF2-40B4-BE49-F238E27FC236}">
                <a16:creationId xmlns:a16="http://schemas.microsoft.com/office/drawing/2014/main" id="{A8A08115-D834-CF38-9B60-4E5DBCF4A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25" y="1971675"/>
            <a:ext cx="3006725" cy="2540000"/>
          </a:xfrm>
          <a:prstGeom prst="rect">
            <a:avLst/>
          </a:prstGeom>
          <a:solidFill>
            <a:srgbClr val="006699">
              <a:alpha val="20000"/>
            </a:srgbClr>
          </a:solidFill>
          <a:ln w="9525" algn="ctr">
            <a:solidFill>
              <a:srgbClr val="00CCFF">
                <a:alpha val="50000"/>
              </a:srgbClr>
            </a:solidFill>
            <a:miter lim="800000"/>
            <a:headEnd/>
            <a:tailEnd/>
          </a:ln>
          <a:effectLst>
            <a:outerShdw dist="35921" dir="2700000" algn="ctr" rotWithShape="0">
              <a:srgbClr val="0099CC">
                <a:alpha val="20000"/>
              </a:srgbClr>
            </a:outerShdw>
          </a:effectLst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endParaRPr lang="zh-CN" altLang="en-GB" sz="4000" b="0">
              <a:solidFill>
                <a:srgbClr val="006699"/>
              </a:solidFill>
              <a:effectDag name="">
                <a:cont type="tree" name="">
                  <a:effect ref="fillLine"/>
                  <a:outerShdw dist="38100" dir="13500000" algn="br">
                    <a:srgbClr val="4CB2E5"/>
                  </a:outerShdw>
                </a:cont>
                <a:cont type="tree" name="">
                  <a:effect ref="fillLine"/>
                  <a:outerShdw dist="38100" dir="2700000" algn="tl">
                    <a:srgbClr val="003D5B"/>
                  </a:outerShdw>
                </a:cont>
                <a:effect ref="fillLine"/>
              </a:effectDag>
              <a:latin typeface="Times New Roman" pitchFamily="18" charset="0"/>
              <a:ea typeface="楷体_GB2312" pitchFamily="49" charset="-122"/>
            </a:endParaRPr>
          </a:p>
          <a:p>
            <a:pPr algn="ctr" eaLnBrk="1" hangingPunct="1">
              <a:defRPr/>
            </a:pPr>
            <a:endParaRPr lang="zh-CN" altLang="en-GB" sz="4000" b="0">
              <a:solidFill>
                <a:srgbClr val="006699"/>
              </a:solidFill>
              <a:effectDag name="">
                <a:cont type="tree" name="">
                  <a:effect ref="fillLine"/>
                  <a:outerShdw dist="38100" dir="13500000" algn="br">
                    <a:srgbClr val="4CB2E5"/>
                  </a:outerShdw>
                </a:cont>
                <a:cont type="tree" name="">
                  <a:effect ref="fillLine"/>
                  <a:outerShdw dist="38100" dir="2700000" algn="tl">
                    <a:srgbClr val="003D5B"/>
                  </a:outerShdw>
                </a:cont>
                <a:effect ref="fillLine"/>
              </a:effectDag>
              <a:latin typeface="Times New Roman" pitchFamily="18" charset="0"/>
              <a:ea typeface="楷体_GB2312" pitchFamily="49" charset="-122"/>
            </a:endParaRPr>
          </a:p>
          <a:p>
            <a:pPr algn="ctr" eaLnBrk="1" hangingPunct="1">
              <a:defRPr/>
            </a:pPr>
            <a:endParaRPr lang="zh-CN" altLang="en-GB" sz="4000" b="0">
              <a:solidFill>
                <a:srgbClr val="006699"/>
              </a:solidFill>
              <a:effectDag name="">
                <a:cont type="tree" name="">
                  <a:effect ref="fillLine"/>
                  <a:outerShdw dist="38100" dir="13500000" algn="br">
                    <a:srgbClr val="4CB2E5"/>
                  </a:outerShdw>
                </a:cont>
                <a:cont type="tree" name="">
                  <a:effect ref="fillLine"/>
                  <a:outerShdw dist="38100" dir="2700000" algn="tl">
                    <a:srgbClr val="003D5B"/>
                  </a:outerShdw>
                </a:cont>
                <a:effect ref="fillLine"/>
              </a:effectDag>
              <a:latin typeface="Times New Roman" pitchFamily="18" charset="0"/>
              <a:ea typeface="楷体_GB2312" pitchFamily="49" charset="-122"/>
            </a:endParaRPr>
          </a:p>
          <a:p>
            <a:pPr algn="ctr" eaLnBrk="1" hangingPunct="1">
              <a:defRPr/>
            </a:pPr>
            <a:r>
              <a:rPr lang="en-US" altLang="zh-CN" sz="4000" b="0">
                <a:solidFill>
                  <a:srgbClr val="006699"/>
                </a:solidFill>
                <a:effectDag name="">
                  <a:cont type="tree" name="">
                    <a:effect ref="fillLine"/>
                    <a:outerShdw dist="38100" dir="13500000" algn="br">
                      <a:srgbClr val="4CB2E5"/>
                    </a:outerShdw>
                  </a:cont>
                  <a:cont type="tree" name="">
                    <a:effect ref="fillLine"/>
                    <a:outerShdw dist="38100" dir="2700000" algn="tl">
                      <a:srgbClr val="003D5B"/>
                    </a:outerShdw>
                  </a:cont>
                  <a:effect ref="fillLine"/>
                </a:effectDag>
                <a:latin typeface="Times New Roman" pitchFamily="18" charset="0"/>
                <a:ea typeface="楷体_GB2312" pitchFamily="49" charset="-122"/>
              </a:rPr>
              <a:t> </a:t>
            </a:r>
          </a:p>
        </p:txBody>
      </p:sp>
      <p:sp>
        <p:nvSpPr>
          <p:cNvPr id="510979" name="Arc 3">
            <a:extLst>
              <a:ext uri="{FF2B5EF4-FFF2-40B4-BE49-F238E27FC236}">
                <a16:creationId xmlns:a16="http://schemas.microsoft.com/office/drawing/2014/main" id="{B715C05B-A64F-33CC-04C5-C9F697F2A236}"/>
              </a:ext>
            </a:extLst>
          </p:cNvPr>
          <p:cNvSpPr>
            <a:spLocks noChangeAspect="1"/>
          </p:cNvSpPr>
          <p:nvPr/>
        </p:nvSpPr>
        <p:spPr bwMode="auto">
          <a:xfrm>
            <a:off x="6189663" y="2471738"/>
            <a:ext cx="2317750" cy="1169987"/>
          </a:xfrm>
          <a:custGeom>
            <a:avLst/>
            <a:gdLst>
              <a:gd name="G0" fmla="+- 21597 0 0"/>
              <a:gd name="G1" fmla="+- 36 0 0"/>
              <a:gd name="G2" fmla="+- 21600 0 0"/>
              <a:gd name="T0" fmla="*/ 43197 w 43197"/>
              <a:gd name="T1" fmla="*/ 0 h 21636"/>
              <a:gd name="T2" fmla="*/ 0 w 43197"/>
              <a:gd name="T3" fmla="*/ 385 h 21636"/>
              <a:gd name="T4" fmla="*/ 21597 w 43197"/>
              <a:gd name="T5" fmla="*/ 36 h 216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197" h="21636" fill="none" extrusionOk="0">
                <a:moveTo>
                  <a:pt x="43196" y="0"/>
                </a:moveTo>
                <a:cubicBezTo>
                  <a:pt x="43196" y="12"/>
                  <a:pt x="43197" y="24"/>
                  <a:pt x="43197" y="36"/>
                </a:cubicBezTo>
                <a:cubicBezTo>
                  <a:pt x="43197" y="11965"/>
                  <a:pt x="33526" y="21636"/>
                  <a:pt x="21597" y="21636"/>
                </a:cubicBezTo>
                <a:cubicBezTo>
                  <a:pt x="9803" y="21636"/>
                  <a:pt x="190" y="12176"/>
                  <a:pt x="-1" y="385"/>
                </a:cubicBezTo>
              </a:path>
              <a:path w="43197" h="21636" stroke="0" extrusionOk="0">
                <a:moveTo>
                  <a:pt x="43196" y="0"/>
                </a:moveTo>
                <a:cubicBezTo>
                  <a:pt x="43196" y="12"/>
                  <a:pt x="43197" y="24"/>
                  <a:pt x="43197" y="36"/>
                </a:cubicBezTo>
                <a:cubicBezTo>
                  <a:pt x="43197" y="11965"/>
                  <a:pt x="33526" y="21636"/>
                  <a:pt x="21597" y="21636"/>
                </a:cubicBezTo>
                <a:cubicBezTo>
                  <a:pt x="9803" y="21636"/>
                  <a:pt x="190" y="12176"/>
                  <a:pt x="-1" y="385"/>
                </a:cubicBezTo>
                <a:lnTo>
                  <a:pt x="21597" y="36"/>
                </a:lnTo>
                <a:close/>
              </a:path>
            </a:pathLst>
          </a:custGeom>
          <a:noFill/>
          <a:ln w="57150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0980" name="Text Box 4">
            <a:extLst>
              <a:ext uri="{FF2B5EF4-FFF2-40B4-BE49-F238E27FC236}">
                <a16:creationId xmlns:a16="http://schemas.microsoft.com/office/drawing/2014/main" id="{D921D520-DE69-773A-2DF0-98571429E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275" y="298450"/>
            <a:ext cx="8340725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质量为</a:t>
            </a:r>
            <a:r>
              <a:rPr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m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的小球最初位于半径为</a:t>
            </a:r>
            <a:r>
              <a:rPr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R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的光滑圆弧面的顶端</a:t>
            </a:r>
            <a:r>
              <a:rPr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点，然后小球沿光滑圆弧面从静止开始下滑。</a:t>
            </a:r>
          </a:p>
        </p:txBody>
      </p:sp>
      <p:graphicFrame>
        <p:nvGraphicFramePr>
          <p:cNvPr id="510981" name="Object 2">
            <a:extLst>
              <a:ext uri="{FF2B5EF4-FFF2-40B4-BE49-F238E27FC236}">
                <a16:creationId xmlns:a16="http://schemas.microsoft.com/office/drawing/2014/main" id="{03D2914D-F0C7-3869-51F3-C1F64F8069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8700" y="2495550"/>
          <a:ext cx="27924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81269" imgH="708743" progId="Equation.3">
                  <p:embed/>
                </p:oleObj>
              </mc:Choice>
              <mc:Fallback>
                <p:oleObj name="公式" r:id="rId2" imgW="2781269" imgH="708743" progId="Equation.3">
                  <p:embed/>
                  <p:pic>
                    <p:nvPicPr>
                      <p:cNvPr id="510981" name="Object 2">
                        <a:extLst>
                          <a:ext uri="{FF2B5EF4-FFF2-40B4-BE49-F238E27FC236}">
                            <a16:creationId xmlns:a16="http://schemas.microsoft.com/office/drawing/2014/main" id="{03D2914D-F0C7-3869-51F3-C1F64F8069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700" y="2495550"/>
                        <a:ext cx="2792413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0982" name="Object 3">
            <a:extLst>
              <a:ext uri="{FF2B5EF4-FFF2-40B4-BE49-F238E27FC236}">
                <a16:creationId xmlns:a16="http://schemas.microsoft.com/office/drawing/2014/main" id="{BD485E71-DF10-1BD0-D7E8-73CB704CEB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3429000"/>
          <a:ext cx="330041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284376" imgH="746649" progId="Equation.3">
                  <p:embed/>
                </p:oleObj>
              </mc:Choice>
              <mc:Fallback>
                <p:oleObj name="公式" r:id="rId4" imgW="3284376" imgH="746649" progId="Equation.3">
                  <p:embed/>
                  <p:pic>
                    <p:nvPicPr>
                      <p:cNvPr id="510982" name="Object 3">
                        <a:extLst>
                          <a:ext uri="{FF2B5EF4-FFF2-40B4-BE49-F238E27FC236}">
                            <a16:creationId xmlns:a16="http://schemas.microsoft.com/office/drawing/2014/main" id="{BD485E71-DF10-1BD0-D7E8-73CB704CEB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429000"/>
                        <a:ext cx="3300413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0983" name="Object 4">
            <a:extLst>
              <a:ext uri="{FF2B5EF4-FFF2-40B4-BE49-F238E27FC236}">
                <a16:creationId xmlns:a16="http://schemas.microsoft.com/office/drawing/2014/main" id="{ADB441FB-B64A-D109-3AC0-298488A950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33650" y="4743450"/>
          <a:ext cx="1663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46169" imgH="708743" progId="Equation.3">
                  <p:embed/>
                </p:oleObj>
              </mc:Choice>
              <mc:Fallback>
                <p:oleObj name="公式" r:id="rId6" imgW="1646169" imgH="708743" progId="Equation.3">
                  <p:embed/>
                  <p:pic>
                    <p:nvPicPr>
                      <p:cNvPr id="510983" name="Object 4">
                        <a:extLst>
                          <a:ext uri="{FF2B5EF4-FFF2-40B4-BE49-F238E27FC236}">
                            <a16:creationId xmlns:a16="http://schemas.microsoft.com/office/drawing/2014/main" id="{ADB441FB-B64A-D109-3AC0-298488A950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650" y="4743450"/>
                        <a:ext cx="16637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0984" name="Object 5">
            <a:extLst>
              <a:ext uri="{FF2B5EF4-FFF2-40B4-BE49-F238E27FC236}">
                <a16:creationId xmlns:a16="http://schemas.microsoft.com/office/drawing/2014/main" id="{44943659-8FDA-9566-9303-AE88BC92D9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2213" y="5938838"/>
          <a:ext cx="222091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209987" imgH="327688" progId="Equation.3">
                  <p:embed/>
                </p:oleObj>
              </mc:Choice>
              <mc:Fallback>
                <p:oleObj name="公式" r:id="rId8" imgW="2209987" imgH="327688" progId="Equation.3">
                  <p:embed/>
                  <p:pic>
                    <p:nvPicPr>
                      <p:cNvPr id="510984" name="Object 5">
                        <a:extLst>
                          <a:ext uri="{FF2B5EF4-FFF2-40B4-BE49-F238E27FC236}">
                            <a16:creationId xmlns:a16="http://schemas.microsoft.com/office/drawing/2014/main" id="{44943659-8FDA-9566-9303-AE88BC92D9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2213" y="5938838"/>
                        <a:ext cx="2220912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0985" name="Rectangle 9">
            <a:extLst>
              <a:ext uri="{FF2B5EF4-FFF2-40B4-BE49-F238E27FC236}">
                <a16:creationId xmlns:a16="http://schemas.microsoft.com/office/drawing/2014/main" id="{44B08EFA-4F13-9A4E-B870-C2A900F06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75" y="339725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</a:p>
        </p:txBody>
      </p:sp>
      <p:sp>
        <p:nvSpPr>
          <p:cNvPr id="510986" name="Rectangle 10">
            <a:extLst>
              <a:ext uri="{FF2B5EF4-FFF2-40B4-BE49-F238E27FC236}">
                <a16:creationId xmlns:a16="http://schemas.microsoft.com/office/drawing/2014/main" id="{82FC9DC7-5469-7C7B-07A3-AC9A5D7F4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75" y="1868488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510987" name="Rectangle 11">
            <a:extLst>
              <a:ext uri="{FF2B5EF4-FFF2-40B4-BE49-F238E27FC236}">
                <a16:creationId xmlns:a16="http://schemas.microsoft.com/office/drawing/2014/main" id="{99A64C3C-4D70-5303-7E7B-4D82361BB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738" y="1319213"/>
            <a:ext cx="49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</a:t>
            </a:r>
          </a:p>
        </p:txBody>
      </p:sp>
      <p:sp>
        <p:nvSpPr>
          <p:cNvPr id="510988" name="Text Box 12">
            <a:extLst>
              <a:ext uri="{FF2B5EF4-FFF2-40B4-BE49-F238E27FC236}">
                <a16:creationId xmlns:a16="http://schemas.microsoft.com/office/drawing/2014/main" id="{5B9DDACE-65CB-64DE-1EFE-E76C8E4B45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275" y="1250950"/>
            <a:ext cx="7007225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小球在任一位置时的速度和对圆弧面的作用力。</a:t>
            </a:r>
          </a:p>
        </p:txBody>
      </p:sp>
      <p:sp>
        <p:nvSpPr>
          <p:cNvPr id="510989" name="Text Box 13">
            <a:extLst>
              <a:ext uri="{FF2B5EF4-FFF2-40B4-BE49-F238E27FC236}">
                <a16:creationId xmlns:a16="http://schemas.microsoft.com/office/drawing/2014/main" id="{60C07276-14AF-E98E-B375-A3F45E12D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450" y="1808163"/>
            <a:ext cx="63500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/>
              <a:t>受力如图所示</a:t>
            </a:r>
          </a:p>
        </p:txBody>
      </p:sp>
      <p:sp>
        <p:nvSpPr>
          <p:cNvPr id="510990" name="Text Box 14">
            <a:extLst>
              <a:ext uri="{FF2B5EF4-FFF2-40B4-BE49-F238E27FC236}">
                <a16:creationId xmlns:a16="http://schemas.microsoft.com/office/drawing/2014/main" id="{520BE27F-108E-00EC-2BCB-A93F7526A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0850" y="1808163"/>
            <a:ext cx="25273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/>
              <a:t>建立自然坐标</a:t>
            </a:r>
          </a:p>
        </p:txBody>
      </p:sp>
      <p:sp>
        <p:nvSpPr>
          <p:cNvPr id="510991" name="Text Box 15">
            <a:extLst>
              <a:ext uri="{FF2B5EF4-FFF2-40B4-BE49-F238E27FC236}">
                <a16:creationId xmlns:a16="http://schemas.microsoft.com/office/drawing/2014/main" id="{EC378E63-8DF8-D128-5F34-C3E1725C4D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0" y="2506663"/>
            <a:ext cx="1828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/>
              <a:t>列方程</a:t>
            </a:r>
          </a:p>
        </p:txBody>
      </p:sp>
      <p:sp>
        <p:nvSpPr>
          <p:cNvPr id="510992" name="Text Box 16">
            <a:extLst>
              <a:ext uri="{FF2B5EF4-FFF2-40B4-BE49-F238E27FC236}">
                <a16:creationId xmlns:a16="http://schemas.microsoft.com/office/drawing/2014/main" id="{2C59348B-E5B0-5A23-861D-CB677A4E8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4638675"/>
            <a:ext cx="17795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/>
              <a:t>变量代换</a:t>
            </a:r>
          </a:p>
        </p:txBody>
      </p:sp>
      <p:graphicFrame>
        <p:nvGraphicFramePr>
          <p:cNvPr id="510993" name="Object 6">
            <a:extLst>
              <a:ext uri="{FF2B5EF4-FFF2-40B4-BE49-F238E27FC236}">
                <a16:creationId xmlns:a16="http://schemas.microsoft.com/office/drawing/2014/main" id="{366C95D2-56F4-DB0B-4FE5-5EE9E20555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41925" y="4756150"/>
          <a:ext cx="939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922113" imgH="708743" progId="Equation.3">
                  <p:embed/>
                </p:oleObj>
              </mc:Choice>
              <mc:Fallback>
                <p:oleObj name="公式" r:id="rId10" imgW="922113" imgH="708743" progId="Equation.3">
                  <p:embed/>
                  <p:pic>
                    <p:nvPicPr>
                      <p:cNvPr id="510993" name="Object 6">
                        <a:extLst>
                          <a:ext uri="{FF2B5EF4-FFF2-40B4-BE49-F238E27FC236}">
                            <a16:creationId xmlns:a16="http://schemas.microsoft.com/office/drawing/2014/main" id="{366C95D2-56F4-DB0B-4FE5-5EE9E20555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1925" y="4756150"/>
                        <a:ext cx="9398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0994" name="Object 7">
            <a:extLst>
              <a:ext uri="{FF2B5EF4-FFF2-40B4-BE49-F238E27FC236}">
                <a16:creationId xmlns:a16="http://schemas.microsoft.com/office/drawing/2014/main" id="{467BBFB9-0C33-83B7-A66A-835CCD9794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40213" y="4743450"/>
          <a:ext cx="927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914649" imgH="708743" progId="Equation.3">
                  <p:embed/>
                </p:oleObj>
              </mc:Choice>
              <mc:Fallback>
                <p:oleObj name="公式" r:id="rId12" imgW="914649" imgH="708743" progId="Equation.3">
                  <p:embed/>
                  <p:pic>
                    <p:nvPicPr>
                      <p:cNvPr id="510994" name="Object 7">
                        <a:extLst>
                          <a:ext uri="{FF2B5EF4-FFF2-40B4-BE49-F238E27FC236}">
                            <a16:creationId xmlns:a16="http://schemas.microsoft.com/office/drawing/2014/main" id="{467BBFB9-0C33-83B7-A66A-835CCD9794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0213" y="4743450"/>
                        <a:ext cx="9271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0995" name="Text Box 19">
            <a:extLst>
              <a:ext uri="{FF2B5EF4-FFF2-40B4-BE49-F238E27FC236}">
                <a16:creationId xmlns:a16="http://schemas.microsoft.com/office/drawing/2014/main" id="{37401AED-0233-D58E-9ED0-87D423BD0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" y="5786438"/>
            <a:ext cx="269557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/>
              <a:t>分离变量</a:t>
            </a:r>
          </a:p>
        </p:txBody>
      </p:sp>
      <p:grpSp>
        <p:nvGrpSpPr>
          <p:cNvPr id="2" name="Group 20">
            <a:extLst>
              <a:ext uri="{FF2B5EF4-FFF2-40B4-BE49-F238E27FC236}">
                <a16:creationId xmlns:a16="http://schemas.microsoft.com/office/drawing/2014/main" id="{8A7F1F20-0661-90DC-9E0C-61DBD312AA27}"/>
              </a:ext>
            </a:extLst>
          </p:cNvPr>
          <p:cNvGrpSpPr>
            <a:grpSpLocks/>
          </p:cNvGrpSpPr>
          <p:nvPr/>
        </p:nvGrpSpPr>
        <p:grpSpPr bwMode="auto">
          <a:xfrm>
            <a:off x="6621463" y="2516188"/>
            <a:ext cx="747712" cy="906462"/>
            <a:chOff x="1393" y="1360"/>
            <a:chExt cx="471" cy="571"/>
          </a:xfrm>
        </p:grpSpPr>
        <p:sp>
          <p:nvSpPr>
            <p:cNvPr id="510997" name="Line 21">
              <a:extLst>
                <a:ext uri="{FF2B5EF4-FFF2-40B4-BE49-F238E27FC236}">
                  <a16:creationId xmlns:a16="http://schemas.microsoft.com/office/drawing/2014/main" id="{8DB92EEB-AB8D-0DCA-B1E4-433001D099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8" y="1360"/>
              <a:ext cx="416" cy="49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0998" name="Freeform 22">
              <a:extLst>
                <a:ext uri="{FF2B5EF4-FFF2-40B4-BE49-F238E27FC236}">
                  <a16:creationId xmlns:a16="http://schemas.microsoft.com/office/drawing/2014/main" id="{8E2B3428-5E9F-9B49-6ED4-829E6ECC323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689" y="1375"/>
              <a:ext cx="42" cy="109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8" y="96"/>
                </a:cxn>
                <a:cxn ang="0">
                  <a:pos x="56" y="144"/>
                </a:cxn>
              </a:cxnLst>
              <a:rect l="0" t="0" r="r" b="b"/>
              <a:pathLst>
                <a:path w="56" h="144">
                  <a:moveTo>
                    <a:pt x="8" y="0"/>
                  </a:moveTo>
                  <a:cubicBezTo>
                    <a:pt x="4" y="36"/>
                    <a:pt x="0" y="72"/>
                    <a:pt x="8" y="96"/>
                  </a:cubicBezTo>
                  <a:cubicBezTo>
                    <a:pt x="16" y="120"/>
                    <a:pt x="36" y="132"/>
                    <a:pt x="56" y="144"/>
                  </a:cubicBezTo>
                </a:path>
              </a:pathLst>
            </a:custGeom>
            <a:noFill/>
            <a:ln w="28575" cmpd="sng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4137" name="Object 15">
              <a:extLst>
                <a:ext uri="{FF2B5EF4-FFF2-40B4-BE49-F238E27FC236}">
                  <a16:creationId xmlns:a16="http://schemas.microsoft.com/office/drawing/2014/main" id="{E48382DE-ABF3-0431-59FA-A563D3049B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1" y="1425"/>
            <a:ext cx="115" cy="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28413" imgH="198009" progId="Equation.3">
                    <p:embed/>
                  </p:oleObj>
                </mc:Choice>
                <mc:Fallback>
                  <p:oleObj name="公式" r:id="rId14" imgW="228413" imgH="198009" progId="Equation.3">
                    <p:embed/>
                    <p:pic>
                      <p:nvPicPr>
                        <p:cNvPr id="4137" name="Object 15">
                          <a:extLst>
                            <a:ext uri="{FF2B5EF4-FFF2-40B4-BE49-F238E27FC236}">
                              <a16:creationId xmlns:a16="http://schemas.microsoft.com/office/drawing/2014/main" id="{E48382DE-ABF3-0431-59FA-A563D3049B0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1" y="1425"/>
                          <a:ext cx="115" cy="1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1000" name="Oval 24">
              <a:extLst>
                <a:ext uri="{FF2B5EF4-FFF2-40B4-BE49-F238E27FC236}">
                  <a16:creationId xmlns:a16="http://schemas.microsoft.com/office/drawing/2014/main" id="{8B43CCB8-1363-A0A3-8599-38B34CC30CA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93" y="1795"/>
              <a:ext cx="136" cy="13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defRPr/>
              </a:pPr>
              <a:endParaRPr lang="zh-CN" altLang="zh-CN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grpSp>
        <p:nvGrpSpPr>
          <p:cNvPr id="3" name="Group 25">
            <a:extLst>
              <a:ext uri="{FF2B5EF4-FFF2-40B4-BE49-F238E27FC236}">
                <a16:creationId xmlns:a16="http://schemas.microsoft.com/office/drawing/2014/main" id="{40F2BFE6-3A36-E09B-DBC8-36408B7B2DC0}"/>
              </a:ext>
            </a:extLst>
          </p:cNvPr>
          <p:cNvGrpSpPr>
            <a:grpSpLocks/>
          </p:cNvGrpSpPr>
          <p:nvPr/>
        </p:nvGrpSpPr>
        <p:grpSpPr bwMode="auto">
          <a:xfrm>
            <a:off x="5861050" y="2166938"/>
            <a:ext cx="1517650" cy="533400"/>
            <a:chOff x="3692" y="1365"/>
            <a:chExt cx="956" cy="336"/>
          </a:xfrm>
        </p:grpSpPr>
        <p:sp>
          <p:nvSpPr>
            <p:cNvPr id="511002" name="Line 26">
              <a:extLst>
                <a:ext uri="{FF2B5EF4-FFF2-40B4-BE49-F238E27FC236}">
                  <a16:creationId xmlns:a16="http://schemas.microsoft.com/office/drawing/2014/main" id="{6BAD478F-0F4E-38E9-2F7F-615148721D0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968" y="1584"/>
              <a:ext cx="680" cy="1"/>
            </a:xfrm>
            <a:prstGeom prst="line">
              <a:avLst/>
            </a:prstGeom>
            <a:noFill/>
            <a:ln w="19050">
              <a:solidFill>
                <a:srgbClr val="FFFF99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1003" name="Oval 27">
              <a:extLst>
                <a:ext uri="{FF2B5EF4-FFF2-40B4-BE49-F238E27FC236}">
                  <a16:creationId xmlns:a16="http://schemas.microsoft.com/office/drawing/2014/main" id="{279F31FD-476A-44B5-A47A-92CD3EF3EBA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21" y="1547"/>
              <a:ext cx="136" cy="13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defRPr/>
              </a:pPr>
              <a:endParaRPr lang="zh-CN" altLang="zh-CN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graphicFrame>
          <p:nvGraphicFramePr>
            <p:cNvPr id="4133" name="Object 13">
              <a:extLst>
                <a:ext uri="{FF2B5EF4-FFF2-40B4-BE49-F238E27FC236}">
                  <a16:creationId xmlns:a16="http://schemas.microsoft.com/office/drawing/2014/main" id="{47A587F5-ECD8-1813-CCFD-6483A17E3F6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00" y="1365"/>
            <a:ext cx="116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228413" imgH="251377" progId="Equation.3">
                    <p:embed/>
                  </p:oleObj>
                </mc:Choice>
                <mc:Fallback>
                  <p:oleObj name="公式" r:id="rId16" imgW="228413" imgH="251377" progId="Equation.3">
                    <p:embed/>
                    <p:pic>
                      <p:nvPicPr>
                        <p:cNvPr id="4133" name="Object 13">
                          <a:extLst>
                            <a:ext uri="{FF2B5EF4-FFF2-40B4-BE49-F238E27FC236}">
                              <a16:creationId xmlns:a16="http://schemas.microsoft.com/office/drawing/2014/main" id="{47A587F5-ECD8-1813-CCFD-6483A17E3F6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0" y="1365"/>
                          <a:ext cx="116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34" name="Object 14">
              <a:extLst>
                <a:ext uri="{FF2B5EF4-FFF2-40B4-BE49-F238E27FC236}">
                  <a16:creationId xmlns:a16="http://schemas.microsoft.com/office/drawing/2014/main" id="{E89D686E-25AB-D58B-5A87-38804687DA2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92" y="1573"/>
            <a:ext cx="116" cy="1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228413" imgH="251377" progId="Equation.3">
                    <p:embed/>
                  </p:oleObj>
                </mc:Choice>
                <mc:Fallback>
                  <p:oleObj name="公式" r:id="rId18" imgW="228413" imgH="251377" progId="Equation.3">
                    <p:embed/>
                    <p:pic>
                      <p:nvPicPr>
                        <p:cNvPr id="4134" name="Object 14">
                          <a:extLst>
                            <a:ext uri="{FF2B5EF4-FFF2-40B4-BE49-F238E27FC236}">
                              <a16:creationId xmlns:a16="http://schemas.microsoft.com/office/drawing/2014/main" id="{E89D686E-25AB-D58B-5A87-38804687DA2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2" y="1573"/>
                          <a:ext cx="116" cy="1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1006" name="Oval 30">
            <a:extLst>
              <a:ext uri="{FF2B5EF4-FFF2-40B4-BE49-F238E27FC236}">
                <a16:creationId xmlns:a16="http://schemas.microsoft.com/office/drawing/2014/main" id="{6822EF89-35A6-B5B8-1AB8-96A7F1701D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39013" y="2479675"/>
            <a:ext cx="53975" cy="539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" name="Group 31">
            <a:extLst>
              <a:ext uri="{FF2B5EF4-FFF2-40B4-BE49-F238E27FC236}">
                <a16:creationId xmlns:a16="http://schemas.microsoft.com/office/drawing/2014/main" id="{74003F29-A9F7-4FFB-AE81-92D088F8BDA0}"/>
              </a:ext>
            </a:extLst>
          </p:cNvPr>
          <p:cNvGrpSpPr>
            <a:grpSpLocks/>
          </p:cNvGrpSpPr>
          <p:nvPr/>
        </p:nvGrpSpPr>
        <p:grpSpPr bwMode="auto">
          <a:xfrm>
            <a:off x="6600825" y="2838450"/>
            <a:ext cx="687388" cy="1530350"/>
            <a:chOff x="4215" y="1717"/>
            <a:chExt cx="433" cy="964"/>
          </a:xfrm>
        </p:grpSpPr>
        <p:sp>
          <p:nvSpPr>
            <p:cNvPr id="511008" name="Line 32">
              <a:extLst>
                <a:ext uri="{FF2B5EF4-FFF2-40B4-BE49-F238E27FC236}">
                  <a16:creationId xmlns:a16="http://schemas.microsoft.com/office/drawing/2014/main" id="{66427350-654A-2914-8352-4B77443F03E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268" y="2032"/>
              <a:ext cx="0" cy="475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1009" name="Line 33">
              <a:extLst>
                <a:ext uri="{FF2B5EF4-FFF2-40B4-BE49-F238E27FC236}">
                  <a16:creationId xmlns:a16="http://schemas.microsoft.com/office/drawing/2014/main" id="{219BAD17-DFF3-E38D-03F2-D5D570F66F0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309" y="1717"/>
              <a:ext cx="219" cy="256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4129" name="Object 11">
              <a:extLst>
                <a:ext uri="{FF2B5EF4-FFF2-40B4-BE49-F238E27FC236}">
                  <a16:creationId xmlns:a16="http://schemas.microsoft.com/office/drawing/2014/main" id="{67E63DF0-9B83-B579-68C3-8B2C7916203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77" y="1841"/>
            <a:ext cx="171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342869" imgH="381055" progId="Equation.3">
                    <p:embed/>
                  </p:oleObj>
                </mc:Choice>
                <mc:Fallback>
                  <p:oleObj name="公式" r:id="rId20" imgW="342869" imgH="381055" progId="Equation.3">
                    <p:embed/>
                    <p:pic>
                      <p:nvPicPr>
                        <p:cNvPr id="4129" name="Object 11">
                          <a:extLst>
                            <a:ext uri="{FF2B5EF4-FFF2-40B4-BE49-F238E27FC236}">
                              <a16:creationId xmlns:a16="http://schemas.microsoft.com/office/drawing/2014/main" id="{67E63DF0-9B83-B579-68C3-8B2C7916203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7" y="1841"/>
                          <a:ext cx="171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30" name="Object 12">
              <a:extLst>
                <a:ext uri="{FF2B5EF4-FFF2-40B4-BE49-F238E27FC236}">
                  <a16:creationId xmlns:a16="http://schemas.microsoft.com/office/drawing/2014/main" id="{4A4130FB-EE77-D3DA-C9BF-65092D0321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15" y="2529"/>
            <a:ext cx="20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419007" imgH="304745" progId="Equation.3">
                    <p:embed/>
                  </p:oleObj>
                </mc:Choice>
                <mc:Fallback>
                  <p:oleObj name="公式" r:id="rId22" imgW="419007" imgH="304745" progId="Equation.3">
                    <p:embed/>
                    <p:pic>
                      <p:nvPicPr>
                        <p:cNvPr id="4130" name="Object 12">
                          <a:extLst>
                            <a:ext uri="{FF2B5EF4-FFF2-40B4-BE49-F238E27FC236}">
                              <a16:creationId xmlns:a16="http://schemas.microsoft.com/office/drawing/2014/main" id="{4A4130FB-EE77-D3DA-C9BF-65092D0321C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5" y="2529"/>
                          <a:ext cx="20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36">
            <a:extLst>
              <a:ext uri="{FF2B5EF4-FFF2-40B4-BE49-F238E27FC236}">
                <a16:creationId xmlns:a16="http://schemas.microsoft.com/office/drawing/2014/main" id="{C12395FF-75C1-0709-3F22-DA3DBE7E11D7}"/>
              </a:ext>
            </a:extLst>
          </p:cNvPr>
          <p:cNvGrpSpPr>
            <a:grpSpLocks/>
          </p:cNvGrpSpPr>
          <p:nvPr/>
        </p:nvGrpSpPr>
        <p:grpSpPr bwMode="auto">
          <a:xfrm>
            <a:off x="6635750" y="2678113"/>
            <a:ext cx="822325" cy="1430337"/>
            <a:chOff x="4267" y="1867"/>
            <a:chExt cx="518" cy="901"/>
          </a:xfrm>
        </p:grpSpPr>
        <p:sp>
          <p:nvSpPr>
            <p:cNvPr id="511013" name="Freeform 37">
              <a:extLst>
                <a:ext uri="{FF2B5EF4-FFF2-40B4-BE49-F238E27FC236}">
                  <a16:creationId xmlns:a16="http://schemas.microsoft.com/office/drawing/2014/main" id="{01EBF5B3-EB3E-3FBF-6BC5-DA89EDCAB63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307" y="2425"/>
              <a:ext cx="110" cy="43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96" y="48"/>
                </a:cxn>
                <a:cxn ang="0">
                  <a:pos x="144" y="0"/>
                </a:cxn>
              </a:cxnLst>
              <a:rect l="0" t="0" r="r" b="b"/>
              <a:pathLst>
                <a:path w="144" h="56">
                  <a:moveTo>
                    <a:pt x="0" y="48"/>
                  </a:moveTo>
                  <a:cubicBezTo>
                    <a:pt x="36" y="52"/>
                    <a:pt x="72" y="56"/>
                    <a:pt x="96" y="48"/>
                  </a:cubicBezTo>
                  <a:cubicBezTo>
                    <a:pt x="120" y="40"/>
                    <a:pt x="132" y="20"/>
                    <a:pt x="144" y="0"/>
                  </a:cubicBezTo>
                </a:path>
              </a:pathLst>
            </a:custGeom>
            <a:noFill/>
            <a:ln w="28575" cmpd="sng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1014" name="Line 38">
              <a:extLst>
                <a:ext uri="{FF2B5EF4-FFF2-40B4-BE49-F238E27FC236}">
                  <a16:creationId xmlns:a16="http://schemas.microsoft.com/office/drawing/2014/main" id="{53935022-5602-6EBF-6E62-94E27CA8259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267" y="2326"/>
              <a:ext cx="365" cy="27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1015" name="Line 39">
              <a:extLst>
                <a:ext uri="{FF2B5EF4-FFF2-40B4-BE49-F238E27FC236}">
                  <a16:creationId xmlns:a16="http://schemas.microsoft.com/office/drawing/2014/main" id="{057A1AE5-A666-B2F1-C6C5-8501CBA51D1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116436" flipH="1">
              <a:off x="4272" y="1867"/>
              <a:ext cx="354" cy="46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triangle" w="med" len="lg"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4124" name="Object 8">
              <a:extLst>
                <a:ext uri="{FF2B5EF4-FFF2-40B4-BE49-F238E27FC236}">
                  <a16:creationId xmlns:a16="http://schemas.microsoft.com/office/drawing/2014/main" id="{9952B712-F4CA-E586-1D64-464B8AA2505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58" y="1876"/>
            <a:ext cx="12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251304" imgH="350631" progId="Equation.3">
                    <p:embed/>
                  </p:oleObj>
                </mc:Choice>
                <mc:Fallback>
                  <p:oleObj name="公式" r:id="rId24" imgW="251304" imgH="350631" progId="Equation.3">
                    <p:embed/>
                    <p:pic>
                      <p:nvPicPr>
                        <p:cNvPr id="4124" name="Object 8">
                          <a:extLst>
                            <a:ext uri="{FF2B5EF4-FFF2-40B4-BE49-F238E27FC236}">
                              <a16:creationId xmlns:a16="http://schemas.microsoft.com/office/drawing/2014/main" id="{9952B712-F4CA-E586-1D64-464B8AA2505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8" y="1876"/>
                          <a:ext cx="127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5" name="Object 9">
              <a:extLst>
                <a:ext uri="{FF2B5EF4-FFF2-40B4-BE49-F238E27FC236}">
                  <a16:creationId xmlns:a16="http://schemas.microsoft.com/office/drawing/2014/main" id="{E980093B-7E0B-DD2D-B9CE-A92A87C3DD8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76" y="2585"/>
            <a:ext cx="109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213484" imgH="365594" progId="Equation.3">
                    <p:embed/>
                  </p:oleObj>
                </mc:Choice>
                <mc:Fallback>
                  <p:oleObj name="公式" r:id="rId26" imgW="213484" imgH="365594" progId="Equation.3">
                    <p:embed/>
                    <p:pic>
                      <p:nvPicPr>
                        <p:cNvPr id="4125" name="Object 9">
                          <a:extLst>
                            <a:ext uri="{FF2B5EF4-FFF2-40B4-BE49-F238E27FC236}">
                              <a16:creationId xmlns:a16="http://schemas.microsoft.com/office/drawing/2014/main" id="{E980093B-7E0B-DD2D-B9CE-A92A87C3DD8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76" y="2585"/>
                          <a:ext cx="109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6" name="Object 10">
              <a:extLst>
                <a:ext uri="{FF2B5EF4-FFF2-40B4-BE49-F238E27FC236}">
                  <a16:creationId xmlns:a16="http://schemas.microsoft.com/office/drawing/2014/main" id="{53CE2811-BC5D-6F3C-6767-40B3A36B04F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37" y="2521"/>
            <a:ext cx="116" cy="1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228413" imgH="198009" progId="Equation.3">
                    <p:embed/>
                  </p:oleObj>
                </mc:Choice>
                <mc:Fallback>
                  <p:oleObj name="公式" r:id="rId28" imgW="228413" imgH="198009" progId="Equation.3">
                    <p:embed/>
                    <p:pic>
                      <p:nvPicPr>
                        <p:cNvPr id="4126" name="Object 10">
                          <a:extLst>
                            <a:ext uri="{FF2B5EF4-FFF2-40B4-BE49-F238E27FC236}">
                              <a16:creationId xmlns:a16="http://schemas.microsoft.com/office/drawing/2014/main" id="{53CE2811-BC5D-6F3C-6767-40B3A36B04F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7" y="2521"/>
                          <a:ext cx="116" cy="1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0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0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10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10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10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10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10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10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10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10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10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10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10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10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10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10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510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10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0978" grpId="0" animBg="1"/>
      <p:bldP spid="510980" grpId="0"/>
      <p:bldP spid="510985" grpId="0"/>
      <p:bldP spid="510986" grpId="0"/>
      <p:bldP spid="510987" grpId="0"/>
      <p:bldP spid="510988" grpId="0"/>
      <p:bldP spid="510989" grpId="0"/>
      <p:bldP spid="510990" grpId="0"/>
      <p:bldP spid="510991" grpId="0"/>
      <p:bldP spid="510992" grpId="0"/>
      <p:bldP spid="510995" grpId="0"/>
      <p:bldP spid="51100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2" name="Rectangle 2">
            <a:extLst>
              <a:ext uri="{FF2B5EF4-FFF2-40B4-BE49-F238E27FC236}">
                <a16:creationId xmlns:a16="http://schemas.microsoft.com/office/drawing/2014/main" id="{5575D5CE-1119-5790-E23E-23378C84E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75" y="4464050"/>
            <a:ext cx="256381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buClr>
                <a:schemeClr val="bg1"/>
              </a:buClr>
              <a:buFont typeface="Monotype Sorts" pitchFamily="2" charset="2"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由</a:t>
            </a: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(2)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式有</a:t>
            </a:r>
          </a:p>
        </p:txBody>
      </p:sp>
      <p:graphicFrame>
        <p:nvGraphicFramePr>
          <p:cNvPr id="512003" name="Object 2">
            <a:extLst>
              <a:ext uri="{FF2B5EF4-FFF2-40B4-BE49-F238E27FC236}">
                <a16:creationId xmlns:a16="http://schemas.microsoft.com/office/drawing/2014/main" id="{7C18096D-AC55-9408-AE52-F838AD9979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35250" y="2208213"/>
          <a:ext cx="1790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75553" imgH="708743" progId="Equation.3">
                  <p:embed/>
                </p:oleObj>
              </mc:Choice>
              <mc:Fallback>
                <p:oleObj name="公式" r:id="rId2" imgW="1775553" imgH="708743" progId="Equation.3">
                  <p:embed/>
                  <p:pic>
                    <p:nvPicPr>
                      <p:cNvPr id="512003" name="Object 2">
                        <a:extLst>
                          <a:ext uri="{FF2B5EF4-FFF2-40B4-BE49-F238E27FC236}">
                            <a16:creationId xmlns:a16="http://schemas.microsoft.com/office/drawing/2014/main" id="{7C18096D-AC55-9408-AE52-F838AD9979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5250" y="2208213"/>
                        <a:ext cx="17907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04" name="Object 3">
            <a:extLst>
              <a:ext uri="{FF2B5EF4-FFF2-40B4-BE49-F238E27FC236}">
                <a16:creationId xmlns:a16="http://schemas.microsoft.com/office/drawing/2014/main" id="{A7A3FE56-1556-FCA6-E959-7068D2EBE9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86050" y="3492500"/>
          <a:ext cx="18145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98444" imgH="388537" progId="Equation.3">
                  <p:embed/>
                </p:oleObj>
              </mc:Choice>
              <mc:Fallback>
                <p:oleObj name="公式" r:id="rId4" imgW="1798444" imgH="388537" progId="Equation.3">
                  <p:embed/>
                  <p:pic>
                    <p:nvPicPr>
                      <p:cNvPr id="512004" name="Object 3">
                        <a:extLst>
                          <a:ext uri="{FF2B5EF4-FFF2-40B4-BE49-F238E27FC236}">
                            <a16:creationId xmlns:a16="http://schemas.microsoft.com/office/drawing/2014/main" id="{A7A3FE56-1556-FCA6-E959-7068D2EBE9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6050" y="3492500"/>
                        <a:ext cx="18145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05" name="Object 4">
            <a:extLst>
              <a:ext uri="{FF2B5EF4-FFF2-40B4-BE49-F238E27FC236}">
                <a16:creationId xmlns:a16="http://schemas.microsoft.com/office/drawing/2014/main" id="{3739A1B4-29EF-8430-09C9-5A2D144D05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27325" y="4354513"/>
          <a:ext cx="32750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261484" imgH="708743" progId="Equation.3">
                  <p:embed/>
                </p:oleObj>
              </mc:Choice>
              <mc:Fallback>
                <p:oleObj name="公式" r:id="rId6" imgW="3261484" imgH="708743" progId="Equation.3">
                  <p:embed/>
                  <p:pic>
                    <p:nvPicPr>
                      <p:cNvPr id="512005" name="Object 4">
                        <a:extLst>
                          <a:ext uri="{FF2B5EF4-FFF2-40B4-BE49-F238E27FC236}">
                            <a16:creationId xmlns:a16="http://schemas.microsoft.com/office/drawing/2014/main" id="{3739A1B4-29EF-8430-09C9-5A2D144D05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7325" y="4354513"/>
                        <a:ext cx="3275013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06" name="Object 5">
            <a:extLst>
              <a:ext uri="{FF2B5EF4-FFF2-40B4-BE49-F238E27FC236}">
                <a16:creationId xmlns:a16="http://schemas.microsoft.com/office/drawing/2014/main" id="{4184A8FC-C610-9310-1EF1-F328EA8EB2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9125" y="5332413"/>
          <a:ext cx="1447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432684" imgH="327688" progId="Equation.3">
                  <p:embed/>
                </p:oleObj>
              </mc:Choice>
              <mc:Fallback>
                <p:oleObj name="公式" r:id="rId8" imgW="1432684" imgH="327688" progId="Equation.3">
                  <p:embed/>
                  <p:pic>
                    <p:nvPicPr>
                      <p:cNvPr id="512006" name="Object 5">
                        <a:extLst>
                          <a:ext uri="{FF2B5EF4-FFF2-40B4-BE49-F238E27FC236}">
                            <a16:creationId xmlns:a16="http://schemas.microsoft.com/office/drawing/2014/main" id="{4184A8FC-C610-9310-1EF1-F328EA8EB2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9125" y="5332413"/>
                        <a:ext cx="1447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07" name="Text Box 7">
            <a:extLst>
              <a:ext uri="{FF2B5EF4-FFF2-40B4-BE49-F238E27FC236}">
                <a16:creationId xmlns:a16="http://schemas.microsoft.com/office/drawing/2014/main" id="{5C81664F-582C-EBD3-A688-0BCEAEAD3B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469900"/>
            <a:ext cx="43497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/>
              <a:t>利用初始条件，积分 </a:t>
            </a:r>
          </a:p>
        </p:txBody>
      </p:sp>
      <p:graphicFrame>
        <p:nvGraphicFramePr>
          <p:cNvPr id="512008" name="Object 6">
            <a:extLst>
              <a:ext uri="{FF2B5EF4-FFF2-40B4-BE49-F238E27FC236}">
                <a16:creationId xmlns:a16="http://schemas.microsoft.com/office/drawing/2014/main" id="{18E34024-1E0A-A3C3-0947-A22A70E275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14500" y="1212850"/>
          <a:ext cx="2805113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788733" imgH="579065" progId="Equation.3">
                  <p:embed/>
                </p:oleObj>
              </mc:Choice>
              <mc:Fallback>
                <p:oleObj name="公式" r:id="rId10" imgW="2788733" imgH="579065" progId="Equation.3">
                  <p:embed/>
                  <p:pic>
                    <p:nvPicPr>
                      <p:cNvPr id="512008" name="Object 6">
                        <a:extLst>
                          <a:ext uri="{FF2B5EF4-FFF2-40B4-BE49-F238E27FC236}">
                            <a16:creationId xmlns:a16="http://schemas.microsoft.com/office/drawing/2014/main" id="{18E34024-1E0A-A3C3-0947-A22A70E275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1212850"/>
                        <a:ext cx="2805113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09" name="Text Box 9">
            <a:extLst>
              <a:ext uri="{FF2B5EF4-FFF2-40B4-BE49-F238E27FC236}">
                <a16:creationId xmlns:a16="http://schemas.microsoft.com/office/drawing/2014/main" id="{A3C11B3A-CC52-5371-A71B-94F29451EB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50" y="2373313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/>
              <a:t>即</a:t>
            </a:r>
          </a:p>
        </p:txBody>
      </p:sp>
      <p:sp>
        <p:nvSpPr>
          <p:cNvPr id="512010" name="Text Box 10">
            <a:extLst>
              <a:ext uri="{FF2B5EF4-FFF2-40B4-BE49-F238E27FC236}">
                <a16:creationId xmlns:a16="http://schemas.microsoft.com/office/drawing/2014/main" id="{19E87763-0FB9-A60A-5868-E314095F4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50" y="3402013"/>
            <a:ext cx="2160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/>
              <a:t>由此可得 </a:t>
            </a:r>
          </a:p>
        </p:txBody>
      </p:sp>
      <p:grpSp>
        <p:nvGrpSpPr>
          <p:cNvPr id="5131" name="Group 11">
            <a:extLst>
              <a:ext uri="{FF2B5EF4-FFF2-40B4-BE49-F238E27FC236}">
                <a16:creationId xmlns:a16="http://schemas.microsoft.com/office/drawing/2014/main" id="{451C8359-2145-F390-0B73-F085FD8D538B}"/>
              </a:ext>
            </a:extLst>
          </p:cNvPr>
          <p:cNvGrpSpPr>
            <a:grpSpLocks/>
          </p:cNvGrpSpPr>
          <p:nvPr/>
        </p:nvGrpSpPr>
        <p:grpSpPr bwMode="auto">
          <a:xfrm>
            <a:off x="5372100" y="1317625"/>
            <a:ext cx="2665413" cy="2244725"/>
            <a:chOff x="3384" y="830"/>
            <a:chExt cx="1679" cy="1414"/>
          </a:xfrm>
        </p:grpSpPr>
        <p:sp>
          <p:nvSpPr>
            <p:cNvPr id="512012" name="Arc 12">
              <a:extLst>
                <a:ext uri="{FF2B5EF4-FFF2-40B4-BE49-F238E27FC236}">
                  <a16:creationId xmlns:a16="http://schemas.microsoft.com/office/drawing/2014/main" id="{31F50E9F-5635-C0B8-4A09-4B2878BE4B1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603" y="1034"/>
              <a:ext cx="1460" cy="737"/>
            </a:xfrm>
            <a:custGeom>
              <a:avLst/>
              <a:gdLst>
                <a:gd name="G0" fmla="+- 21597 0 0"/>
                <a:gd name="G1" fmla="+- 36 0 0"/>
                <a:gd name="G2" fmla="+- 21600 0 0"/>
                <a:gd name="T0" fmla="*/ 43197 w 43197"/>
                <a:gd name="T1" fmla="*/ 0 h 21636"/>
                <a:gd name="T2" fmla="*/ 0 w 43197"/>
                <a:gd name="T3" fmla="*/ 385 h 21636"/>
                <a:gd name="T4" fmla="*/ 21597 w 43197"/>
                <a:gd name="T5" fmla="*/ 36 h 21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197" h="21636" fill="none" extrusionOk="0">
                  <a:moveTo>
                    <a:pt x="43196" y="0"/>
                  </a:moveTo>
                  <a:cubicBezTo>
                    <a:pt x="43196" y="12"/>
                    <a:pt x="43197" y="24"/>
                    <a:pt x="43197" y="36"/>
                  </a:cubicBezTo>
                  <a:cubicBezTo>
                    <a:pt x="43197" y="11965"/>
                    <a:pt x="33526" y="21636"/>
                    <a:pt x="21597" y="21636"/>
                  </a:cubicBezTo>
                  <a:cubicBezTo>
                    <a:pt x="9803" y="21636"/>
                    <a:pt x="190" y="12176"/>
                    <a:pt x="-1" y="385"/>
                  </a:cubicBezTo>
                </a:path>
                <a:path w="43197" h="21636" stroke="0" extrusionOk="0">
                  <a:moveTo>
                    <a:pt x="43196" y="0"/>
                  </a:moveTo>
                  <a:cubicBezTo>
                    <a:pt x="43196" y="12"/>
                    <a:pt x="43197" y="24"/>
                    <a:pt x="43197" y="36"/>
                  </a:cubicBezTo>
                  <a:cubicBezTo>
                    <a:pt x="43197" y="11965"/>
                    <a:pt x="33526" y="21636"/>
                    <a:pt x="21597" y="21636"/>
                  </a:cubicBezTo>
                  <a:cubicBezTo>
                    <a:pt x="9803" y="21636"/>
                    <a:pt x="190" y="12176"/>
                    <a:pt x="-1" y="385"/>
                  </a:cubicBezTo>
                  <a:lnTo>
                    <a:pt x="21597" y="36"/>
                  </a:lnTo>
                  <a:close/>
                </a:path>
              </a:pathLst>
            </a:custGeom>
            <a:noFill/>
            <a:ln w="57150">
              <a:solidFill>
                <a:srgbClr val="FFFF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5133" name="Group 13">
              <a:extLst>
                <a:ext uri="{FF2B5EF4-FFF2-40B4-BE49-F238E27FC236}">
                  <a16:creationId xmlns:a16="http://schemas.microsoft.com/office/drawing/2014/main" id="{C933035C-D1FC-DDBC-7CBC-44C6D8615A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91" y="1139"/>
              <a:ext cx="531" cy="921"/>
              <a:chOff x="3891" y="1139"/>
              <a:chExt cx="531" cy="921"/>
            </a:xfrm>
          </p:grpSpPr>
          <p:sp>
            <p:nvSpPr>
              <p:cNvPr id="512014" name="Freeform 14">
                <a:extLst>
                  <a:ext uri="{FF2B5EF4-FFF2-40B4-BE49-F238E27FC236}">
                    <a16:creationId xmlns:a16="http://schemas.microsoft.com/office/drawing/2014/main" id="{8CB99BF9-1FA8-0E92-14AD-DD93B83F49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31" y="1718"/>
                <a:ext cx="110" cy="43"/>
              </a:xfrm>
              <a:custGeom>
                <a:avLst/>
                <a:gdLst/>
                <a:ahLst/>
                <a:cxnLst>
                  <a:cxn ang="0">
                    <a:pos x="0" y="48"/>
                  </a:cxn>
                  <a:cxn ang="0">
                    <a:pos x="96" y="48"/>
                  </a:cxn>
                  <a:cxn ang="0">
                    <a:pos x="144" y="0"/>
                  </a:cxn>
                </a:cxnLst>
                <a:rect l="0" t="0" r="r" b="b"/>
                <a:pathLst>
                  <a:path w="144" h="56">
                    <a:moveTo>
                      <a:pt x="0" y="48"/>
                    </a:moveTo>
                    <a:cubicBezTo>
                      <a:pt x="36" y="52"/>
                      <a:pt x="72" y="56"/>
                      <a:pt x="96" y="48"/>
                    </a:cubicBezTo>
                    <a:cubicBezTo>
                      <a:pt x="120" y="40"/>
                      <a:pt x="132" y="20"/>
                      <a:pt x="144" y="0"/>
                    </a:cubicBezTo>
                  </a:path>
                </a:pathLst>
              </a:custGeom>
              <a:noFill/>
              <a:ln w="28575" cmpd="sng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2015" name="Line 15">
                <a:extLst>
                  <a:ext uri="{FF2B5EF4-FFF2-40B4-BE49-F238E27FC236}">
                    <a16:creationId xmlns:a16="http://schemas.microsoft.com/office/drawing/2014/main" id="{571A9746-AC62-709F-EE6F-BA2A22936A7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891" y="1619"/>
                <a:ext cx="365" cy="272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lg"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2016" name="Line 16">
                <a:extLst>
                  <a:ext uri="{FF2B5EF4-FFF2-40B4-BE49-F238E27FC236}">
                    <a16:creationId xmlns:a16="http://schemas.microsoft.com/office/drawing/2014/main" id="{46D0262A-4B4E-4BC3-9B36-97DD0D973BF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138431" flipH="1">
                <a:off x="3905" y="1139"/>
                <a:ext cx="354" cy="462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 type="triangle" w="med" len="lg"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5153" name="Object 12">
                <a:extLst>
                  <a:ext uri="{FF2B5EF4-FFF2-40B4-BE49-F238E27FC236}">
                    <a16:creationId xmlns:a16="http://schemas.microsoft.com/office/drawing/2014/main" id="{E8FCA3E0-9040-B66E-73F1-00EC677E22C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294" y="1154"/>
              <a:ext cx="128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2" imgW="251304" imgH="350631" progId="Equation.3">
                      <p:embed/>
                    </p:oleObj>
                  </mc:Choice>
                  <mc:Fallback>
                    <p:oleObj name="公式" r:id="rId12" imgW="251304" imgH="350631" progId="Equation.3">
                      <p:embed/>
                      <p:pic>
                        <p:nvPicPr>
                          <p:cNvPr id="5153" name="Object 12">
                            <a:extLst>
                              <a:ext uri="{FF2B5EF4-FFF2-40B4-BE49-F238E27FC236}">
                                <a16:creationId xmlns:a16="http://schemas.microsoft.com/office/drawing/2014/main" id="{E8FCA3E0-9040-B66E-73F1-00EC677E22C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94" y="1154"/>
                            <a:ext cx="128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54" name="Object 13">
                <a:extLst>
                  <a:ext uri="{FF2B5EF4-FFF2-40B4-BE49-F238E27FC236}">
                    <a16:creationId xmlns:a16="http://schemas.microsoft.com/office/drawing/2014/main" id="{6DF7AD88-3F54-BF65-6C2A-01A56354FEB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00" y="1878"/>
              <a:ext cx="110" cy="1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4" imgW="213484" imgH="365594" progId="Equation.3">
                      <p:embed/>
                    </p:oleObj>
                  </mc:Choice>
                  <mc:Fallback>
                    <p:oleObj name="公式" r:id="rId14" imgW="213484" imgH="365594" progId="Equation.3">
                      <p:embed/>
                      <p:pic>
                        <p:nvPicPr>
                          <p:cNvPr id="5154" name="Object 13">
                            <a:extLst>
                              <a:ext uri="{FF2B5EF4-FFF2-40B4-BE49-F238E27FC236}">
                                <a16:creationId xmlns:a16="http://schemas.microsoft.com/office/drawing/2014/main" id="{6DF7AD88-3F54-BF65-6C2A-01A56354FEB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00" y="1878"/>
                            <a:ext cx="110" cy="1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55" name="Object 14">
                <a:extLst>
                  <a:ext uri="{FF2B5EF4-FFF2-40B4-BE49-F238E27FC236}">
                    <a16:creationId xmlns:a16="http://schemas.microsoft.com/office/drawing/2014/main" id="{CE1029D0-1784-8800-E387-94A73D9D744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949" y="1805"/>
              <a:ext cx="140" cy="1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6" imgW="274196" imgH="236414" progId="Equation.3">
                      <p:embed/>
                    </p:oleObj>
                  </mc:Choice>
                  <mc:Fallback>
                    <p:oleObj name="公式" r:id="rId16" imgW="274196" imgH="236414" progId="Equation.3">
                      <p:embed/>
                      <p:pic>
                        <p:nvPicPr>
                          <p:cNvPr id="5155" name="Object 14">
                            <a:extLst>
                              <a:ext uri="{FF2B5EF4-FFF2-40B4-BE49-F238E27FC236}">
                                <a16:creationId xmlns:a16="http://schemas.microsoft.com/office/drawing/2014/main" id="{CE1029D0-1784-8800-E387-94A73D9D744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49" y="1805"/>
                            <a:ext cx="140" cy="12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134" name="Group 20">
              <a:extLst>
                <a:ext uri="{FF2B5EF4-FFF2-40B4-BE49-F238E27FC236}">
                  <a16:creationId xmlns:a16="http://schemas.microsoft.com/office/drawing/2014/main" id="{C7EF7331-1D00-C602-4CC5-8627CEDAAF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63" y="1065"/>
              <a:ext cx="471" cy="571"/>
              <a:chOff x="1393" y="1360"/>
              <a:chExt cx="471" cy="571"/>
            </a:xfrm>
          </p:grpSpPr>
          <p:sp>
            <p:nvSpPr>
              <p:cNvPr id="512021" name="Line 21">
                <a:extLst>
                  <a:ext uri="{FF2B5EF4-FFF2-40B4-BE49-F238E27FC236}">
                    <a16:creationId xmlns:a16="http://schemas.microsoft.com/office/drawing/2014/main" id="{967AFDDF-36D4-4192-BA15-859DD885D0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48" y="1360"/>
                <a:ext cx="416" cy="496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2022" name="Freeform 22">
                <a:extLst>
                  <a:ext uri="{FF2B5EF4-FFF2-40B4-BE49-F238E27FC236}">
                    <a16:creationId xmlns:a16="http://schemas.microsoft.com/office/drawing/2014/main" id="{089EA259-88F9-70F3-814C-7BEA0034B4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689" y="1375"/>
                <a:ext cx="42" cy="109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96"/>
                  </a:cxn>
                  <a:cxn ang="0">
                    <a:pos x="56" y="144"/>
                  </a:cxn>
                </a:cxnLst>
                <a:rect l="0" t="0" r="r" b="b"/>
                <a:pathLst>
                  <a:path w="56" h="144">
                    <a:moveTo>
                      <a:pt x="8" y="0"/>
                    </a:moveTo>
                    <a:cubicBezTo>
                      <a:pt x="4" y="36"/>
                      <a:pt x="0" y="72"/>
                      <a:pt x="8" y="96"/>
                    </a:cubicBezTo>
                    <a:cubicBezTo>
                      <a:pt x="16" y="120"/>
                      <a:pt x="36" y="132"/>
                      <a:pt x="56" y="144"/>
                    </a:cubicBezTo>
                  </a:path>
                </a:pathLst>
              </a:custGeom>
              <a:noFill/>
              <a:ln w="28575" cmpd="sng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5148" name="Object 11">
                <a:extLst>
                  <a:ext uri="{FF2B5EF4-FFF2-40B4-BE49-F238E27FC236}">
                    <a16:creationId xmlns:a16="http://schemas.microsoft.com/office/drawing/2014/main" id="{5BDFC434-3368-882C-CFCA-5541B1AF2DA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519" y="1416"/>
              <a:ext cx="140" cy="1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8" imgW="274196" imgH="236414" progId="Equation.3">
                      <p:embed/>
                    </p:oleObj>
                  </mc:Choice>
                  <mc:Fallback>
                    <p:oleObj name="公式" r:id="rId18" imgW="274196" imgH="236414" progId="Equation.3">
                      <p:embed/>
                      <p:pic>
                        <p:nvPicPr>
                          <p:cNvPr id="5148" name="Object 11">
                            <a:extLst>
                              <a:ext uri="{FF2B5EF4-FFF2-40B4-BE49-F238E27FC236}">
                                <a16:creationId xmlns:a16="http://schemas.microsoft.com/office/drawing/2014/main" id="{5BDFC434-3368-882C-CFCA-5541B1AF2DA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19" y="1416"/>
                            <a:ext cx="140" cy="12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12024" name="Oval 24">
                <a:extLst>
                  <a:ext uri="{FF2B5EF4-FFF2-40B4-BE49-F238E27FC236}">
                    <a16:creationId xmlns:a16="http://schemas.microsoft.com/office/drawing/2014/main" id="{7098518C-D5DA-BFB3-2A85-8E71EE9423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93" y="1795"/>
                <a:ext cx="136" cy="13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defRPr/>
                </a:pPr>
                <a:endParaRPr lang="zh-CN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</p:grpSp>
        <p:grpSp>
          <p:nvGrpSpPr>
            <p:cNvPr id="5135" name="Group 25">
              <a:extLst>
                <a:ext uri="{FF2B5EF4-FFF2-40B4-BE49-F238E27FC236}">
                  <a16:creationId xmlns:a16="http://schemas.microsoft.com/office/drawing/2014/main" id="{C0A50324-4A71-A075-7E75-166C0DF35B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4" y="830"/>
              <a:ext cx="968" cy="360"/>
              <a:chOff x="3680" y="1353"/>
              <a:chExt cx="968" cy="360"/>
            </a:xfrm>
          </p:grpSpPr>
          <p:sp>
            <p:nvSpPr>
              <p:cNvPr id="512026" name="Line 26">
                <a:extLst>
                  <a:ext uri="{FF2B5EF4-FFF2-40B4-BE49-F238E27FC236}">
                    <a16:creationId xmlns:a16="http://schemas.microsoft.com/office/drawing/2014/main" id="{B4425054-3F45-2047-908C-6D7116C9A88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968" y="1584"/>
                <a:ext cx="680" cy="1"/>
              </a:xfrm>
              <a:prstGeom prst="line">
                <a:avLst/>
              </a:prstGeom>
              <a:noFill/>
              <a:ln w="19050">
                <a:solidFill>
                  <a:srgbClr val="FFFF99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2027" name="Oval 27">
                <a:extLst>
                  <a:ext uri="{FF2B5EF4-FFF2-40B4-BE49-F238E27FC236}">
                    <a16:creationId xmlns:a16="http://schemas.microsoft.com/office/drawing/2014/main" id="{0BBF45E1-4E1F-9C35-30FF-0F058DAE75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921" y="1547"/>
                <a:ext cx="136" cy="13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defRPr/>
                </a:pPr>
                <a:endParaRPr lang="zh-CN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graphicFrame>
            <p:nvGraphicFramePr>
              <p:cNvPr id="5144" name="Object 9">
                <a:extLst>
                  <a:ext uri="{FF2B5EF4-FFF2-40B4-BE49-F238E27FC236}">
                    <a16:creationId xmlns:a16="http://schemas.microsoft.com/office/drawing/2014/main" id="{DCA9E756-2D7E-DFF5-7DFE-4BD49D2C57A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288" y="1353"/>
              <a:ext cx="140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0" imgW="274196" imgH="304745" progId="Equation.3">
                      <p:embed/>
                    </p:oleObj>
                  </mc:Choice>
                  <mc:Fallback>
                    <p:oleObj name="公式" r:id="rId20" imgW="274196" imgH="304745" progId="Equation.3">
                      <p:embed/>
                      <p:pic>
                        <p:nvPicPr>
                          <p:cNvPr id="5144" name="Object 9">
                            <a:extLst>
                              <a:ext uri="{FF2B5EF4-FFF2-40B4-BE49-F238E27FC236}">
                                <a16:creationId xmlns:a16="http://schemas.microsoft.com/office/drawing/2014/main" id="{DCA9E756-2D7E-DFF5-7DFE-4BD49D2C57A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88" y="1353"/>
                            <a:ext cx="140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45" name="Object 10">
                <a:extLst>
                  <a:ext uri="{FF2B5EF4-FFF2-40B4-BE49-F238E27FC236}">
                    <a16:creationId xmlns:a16="http://schemas.microsoft.com/office/drawing/2014/main" id="{59E6F35B-983C-744B-5AE3-5242C721DE8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680" y="1561"/>
              <a:ext cx="140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2" imgW="274196" imgH="304745" progId="Equation.3">
                      <p:embed/>
                    </p:oleObj>
                  </mc:Choice>
                  <mc:Fallback>
                    <p:oleObj name="公式" r:id="rId22" imgW="274196" imgH="304745" progId="Equation.3">
                      <p:embed/>
                      <p:pic>
                        <p:nvPicPr>
                          <p:cNvPr id="5145" name="Object 10">
                            <a:extLst>
                              <a:ext uri="{FF2B5EF4-FFF2-40B4-BE49-F238E27FC236}">
                                <a16:creationId xmlns:a16="http://schemas.microsoft.com/office/drawing/2014/main" id="{59E6F35B-983C-744B-5AE3-5242C721DE8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80" y="1561"/>
                            <a:ext cx="140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12030" name="Oval 30">
              <a:extLst>
                <a:ext uri="{FF2B5EF4-FFF2-40B4-BE49-F238E27FC236}">
                  <a16:creationId xmlns:a16="http://schemas.microsoft.com/office/drawing/2014/main" id="{FF81DEAE-78D3-6333-C511-594C658E4DC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27" y="1039"/>
              <a:ext cx="34" cy="3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5137" name="Group 31">
              <a:extLst>
                <a:ext uri="{FF2B5EF4-FFF2-40B4-BE49-F238E27FC236}">
                  <a16:creationId xmlns:a16="http://schemas.microsoft.com/office/drawing/2014/main" id="{A37C5530-EFC3-9E9C-DB7E-C49174BC98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37" y="1268"/>
              <a:ext cx="456" cy="976"/>
              <a:chOff x="4191" y="1717"/>
              <a:chExt cx="456" cy="976"/>
            </a:xfrm>
          </p:grpSpPr>
          <p:sp>
            <p:nvSpPr>
              <p:cNvPr id="512032" name="Line 32">
                <a:extLst>
                  <a:ext uri="{FF2B5EF4-FFF2-40B4-BE49-F238E27FC236}">
                    <a16:creationId xmlns:a16="http://schemas.microsoft.com/office/drawing/2014/main" id="{57D30354-2E96-3ABC-3099-1841090909D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268" y="2032"/>
                <a:ext cx="0" cy="475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2033" name="Line 33">
                <a:extLst>
                  <a:ext uri="{FF2B5EF4-FFF2-40B4-BE49-F238E27FC236}">
                    <a16:creationId xmlns:a16="http://schemas.microsoft.com/office/drawing/2014/main" id="{E534FD08-A5D5-BB10-9826-C949FF0BEA3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4309" y="1717"/>
                <a:ext cx="219" cy="256"/>
              </a:xfrm>
              <a:prstGeom prst="line">
                <a:avLst/>
              </a:prstGeom>
              <a:noFill/>
              <a:ln w="44450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5140" name="Object 7">
                <a:extLst>
                  <a:ext uri="{FF2B5EF4-FFF2-40B4-BE49-F238E27FC236}">
                    <a16:creationId xmlns:a16="http://schemas.microsoft.com/office/drawing/2014/main" id="{6F061E63-A966-4779-4C6A-BF6C69FCC4A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77" y="1841"/>
              <a:ext cx="170" cy="1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4" imgW="342869" imgH="381055" progId="Equation.3">
                      <p:embed/>
                    </p:oleObj>
                  </mc:Choice>
                  <mc:Fallback>
                    <p:oleObj name="公式" r:id="rId24" imgW="342869" imgH="381055" progId="Equation.3">
                      <p:embed/>
                      <p:pic>
                        <p:nvPicPr>
                          <p:cNvPr id="5140" name="Object 7">
                            <a:extLst>
                              <a:ext uri="{FF2B5EF4-FFF2-40B4-BE49-F238E27FC236}">
                                <a16:creationId xmlns:a16="http://schemas.microsoft.com/office/drawing/2014/main" id="{6F061E63-A966-4779-4C6A-BF6C69FCC4A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77" y="1841"/>
                            <a:ext cx="170" cy="1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41" name="Object 8">
                <a:extLst>
                  <a:ext uri="{FF2B5EF4-FFF2-40B4-BE49-F238E27FC236}">
                    <a16:creationId xmlns:a16="http://schemas.microsoft.com/office/drawing/2014/main" id="{145AEA5C-22B8-8C72-801C-B8B493D9C2E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191" y="2517"/>
              <a:ext cx="255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6" imgW="518036" imgH="350631" progId="Equation.3">
                      <p:embed/>
                    </p:oleObj>
                  </mc:Choice>
                  <mc:Fallback>
                    <p:oleObj name="公式" r:id="rId26" imgW="518036" imgH="350631" progId="Equation.3">
                      <p:embed/>
                      <p:pic>
                        <p:nvPicPr>
                          <p:cNvPr id="5141" name="Object 8">
                            <a:extLst>
                              <a:ext uri="{FF2B5EF4-FFF2-40B4-BE49-F238E27FC236}">
                                <a16:creationId xmlns:a16="http://schemas.microsoft.com/office/drawing/2014/main" id="{145AEA5C-22B8-8C72-801C-B8B493D9C2E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91" y="2517"/>
                            <a:ext cx="255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2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2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1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02" grpId="0"/>
      <p:bldP spid="512007" grpId="0"/>
      <p:bldP spid="512009" grpId="0"/>
      <p:bldP spid="5120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Text Box 2">
            <a:extLst>
              <a:ext uri="{FF2B5EF4-FFF2-40B4-BE49-F238E27FC236}">
                <a16:creationId xmlns:a16="http://schemas.microsoft.com/office/drawing/2014/main" id="{7F17C431-98CB-04BE-2862-FEA4AD588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50825"/>
            <a:ext cx="76962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以初速度</a:t>
            </a:r>
            <a:r>
              <a:rPr kumimoji="1" lang="en-US" altLang="zh-CN" i="1">
                <a:latin typeface="Bookman Old Style" panose="02050604050505020204" pitchFamily="18" charset="0"/>
              </a:rPr>
              <a:t>v</a:t>
            </a:r>
            <a:r>
              <a:rPr kumimoji="1" lang="en-US" altLang="zh-CN" sz="2000" baseline="-25000">
                <a:latin typeface="Times New Roman" panose="02020603050405020304" pitchFamily="18" charset="0"/>
              </a:rPr>
              <a:t>0</a:t>
            </a:r>
            <a:r>
              <a:rPr kumimoji="1"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竖直向上抛出一质量为</a:t>
            </a:r>
            <a:r>
              <a:rPr kumimoji="1"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的小球，小球除受重力外，还受一个大小为</a:t>
            </a:r>
            <a:r>
              <a:rPr kumimoji="1"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αm</a:t>
            </a:r>
            <a:r>
              <a:rPr kumimoji="1" lang="en-US" altLang="zh-CN" i="1">
                <a:latin typeface="Bookman Old Style" panose="02050604050505020204" pitchFamily="18" charset="0"/>
              </a:rPr>
              <a:t>v </a:t>
            </a:r>
            <a:r>
              <a:rPr kumimoji="1" lang="en-US" altLang="zh-CN" sz="2000" baseline="30000">
                <a:latin typeface="Times New Roman" panose="02020603050405020304" pitchFamily="18" charset="0"/>
              </a:rPr>
              <a:t>2</a:t>
            </a:r>
            <a:r>
              <a:rPr kumimoji="1"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的粘滞阻力。</a:t>
            </a:r>
          </a:p>
        </p:txBody>
      </p:sp>
      <p:sp>
        <p:nvSpPr>
          <p:cNvPr id="489475" name="Rectangle 3">
            <a:extLst>
              <a:ext uri="{FF2B5EF4-FFF2-40B4-BE49-F238E27FC236}">
                <a16:creationId xmlns:a16="http://schemas.microsoft.com/office/drawing/2014/main" id="{CB676313-DDAC-BF74-51BF-E8438E949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7526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489476" name="Text Box 4">
            <a:extLst>
              <a:ext uri="{FF2B5EF4-FFF2-40B4-BE49-F238E27FC236}">
                <a16:creationId xmlns:a16="http://schemas.microsoft.com/office/drawing/2014/main" id="{AD75F1FE-779F-C80B-E504-ACA1C8EB8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286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</a:p>
        </p:txBody>
      </p:sp>
      <p:sp>
        <p:nvSpPr>
          <p:cNvPr id="489477" name="Oval 5">
            <a:extLst>
              <a:ext uri="{FF2B5EF4-FFF2-40B4-BE49-F238E27FC236}">
                <a16:creationId xmlns:a16="http://schemas.microsoft.com/office/drawing/2014/main" id="{D493735E-C361-9AE2-03AE-AF18DB08B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5424488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</a:pPr>
            <a:endParaRPr lang="zh-CN" altLang="en-US"/>
          </a:p>
        </p:txBody>
      </p:sp>
      <p:sp>
        <p:nvSpPr>
          <p:cNvPr id="489478" name="Line 6">
            <a:extLst>
              <a:ext uri="{FF2B5EF4-FFF2-40B4-BE49-F238E27FC236}">
                <a16:creationId xmlns:a16="http://schemas.microsoft.com/office/drawing/2014/main" id="{CC5A3E3A-D07F-F435-384A-69356038B8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5600" y="4510088"/>
            <a:ext cx="0" cy="99060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9479" name="Line 7">
            <a:extLst>
              <a:ext uri="{FF2B5EF4-FFF2-40B4-BE49-F238E27FC236}">
                <a16:creationId xmlns:a16="http://schemas.microsoft.com/office/drawing/2014/main" id="{65D89A9F-B250-6DBB-1874-FD129A3B9A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5486400"/>
            <a:ext cx="0" cy="9906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9480" name="Line 8">
            <a:extLst>
              <a:ext uri="{FF2B5EF4-FFF2-40B4-BE49-F238E27FC236}">
                <a16:creationId xmlns:a16="http://schemas.microsoft.com/office/drawing/2014/main" id="{746FC5F2-277A-A2E5-030F-1242C709EF0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5500688"/>
            <a:ext cx="0" cy="533400"/>
          </a:xfrm>
          <a:prstGeom prst="line">
            <a:avLst/>
          </a:prstGeom>
          <a:noFill/>
          <a:ln w="38100">
            <a:solidFill>
              <a:srgbClr val="66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9481" name="Line 9">
            <a:extLst>
              <a:ext uri="{FF2B5EF4-FFF2-40B4-BE49-F238E27FC236}">
                <a16:creationId xmlns:a16="http://schemas.microsoft.com/office/drawing/2014/main" id="{909C535F-BF38-B05D-603E-B9B0DDA1B79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5500688"/>
            <a:ext cx="954088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9482" name="Line 10">
            <a:extLst>
              <a:ext uri="{FF2B5EF4-FFF2-40B4-BE49-F238E27FC236}">
                <a16:creationId xmlns:a16="http://schemas.microsoft.com/office/drawing/2014/main" id="{EE0011DF-BCCA-863B-F811-BE9365E43A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3443288"/>
            <a:ext cx="0" cy="2133600"/>
          </a:xfrm>
          <a:prstGeom prst="line">
            <a:avLst/>
          </a:prstGeom>
          <a:noFill/>
          <a:ln w="19050">
            <a:solidFill>
              <a:schemeClr val="hlink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9483" name="Line 11">
            <a:extLst>
              <a:ext uri="{FF2B5EF4-FFF2-40B4-BE49-F238E27FC236}">
                <a16:creationId xmlns:a16="http://schemas.microsoft.com/office/drawing/2014/main" id="{CF787270-3507-C42C-C6EC-152650C94D49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3443288"/>
            <a:ext cx="0" cy="20574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9484" name="Line 12">
            <a:extLst>
              <a:ext uri="{FF2B5EF4-FFF2-40B4-BE49-F238E27FC236}">
                <a16:creationId xmlns:a16="http://schemas.microsoft.com/office/drawing/2014/main" id="{7C88C89A-8D59-51F9-3776-ADACD5BD70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3367088"/>
            <a:ext cx="0" cy="21336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89485" name="Object 2">
            <a:extLst>
              <a:ext uri="{FF2B5EF4-FFF2-40B4-BE49-F238E27FC236}">
                <a16:creationId xmlns:a16="http://schemas.microsoft.com/office/drawing/2014/main" id="{AAE862D4-FA30-33D1-A3CC-D3BF7D8BB6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1557338"/>
          <a:ext cx="3619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604353" imgH="807498" progId="Equation.3">
                  <p:embed/>
                </p:oleObj>
              </mc:Choice>
              <mc:Fallback>
                <p:oleObj name="公式" r:id="rId2" imgW="3604353" imgH="807498" progId="Equation.3">
                  <p:embed/>
                  <p:pic>
                    <p:nvPicPr>
                      <p:cNvPr id="489485" name="Object 2">
                        <a:extLst>
                          <a:ext uri="{FF2B5EF4-FFF2-40B4-BE49-F238E27FC236}">
                            <a16:creationId xmlns:a16="http://schemas.microsoft.com/office/drawing/2014/main" id="{AAE862D4-FA30-33D1-A3CC-D3BF7D8BB6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557338"/>
                        <a:ext cx="36195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9486" name="Object 3">
            <a:extLst>
              <a:ext uri="{FF2B5EF4-FFF2-40B4-BE49-F238E27FC236}">
                <a16:creationId xmlns:a16="http://schemas.microsoft.com/office/drawing/2014/main" id="{2C82473F-3834-456C-F589-625A92BBDB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2514600"/>
          <a:ext cx="2903537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903189" imgH="883809" progId="Equation.3">
                  <p:embed/>
                </p:oleObj>
              </mc:Choice>
              <mc:Fallback>
                <p:oleObj name="公式" r:id="rId4" imgW="2903189" imgH="883809" progId="Equation.3">
                  <p:embed/>
                  <p:pic>
                    <p:nvPicPr>
                      <p:cNvPr id="489486" name="Object 3">
                        <a:extLst>
                          <a:ext uri="{FF2B5EF4-FFF2-40B4-BE49-F238E27FC236}">
                            <a16:creationId xmlns:a16="http://schemas.microsoft.com/office/drawing/2014/main" id="{2C82473F-3834-456C-F589-625A92BBDB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514600"/>
                        <a:ext cx="2903537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9487" name="Object 4">
            <a:extLst>
              <a:ext uri="{FF2B5EF4-FFF2-40B4-BE49-F238E27FC236}">
                <a16:creationId xmlns:a16="http://schemas.microsoft.com/office/drawing/2014/main" id="{F357CE0E-91D2-D1A0-762E-73925C6127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3505200"/>
          <a:ext cx="1704975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83989" imgH="937177" progId="Equation.3">
                  <p:embed/>
                </p:oleObj>
              </mc:Choice>
              <mc:Fallback>
                <p:oleObj name="Equation" r:id="rId6" imgW="1683989" imgH="937177" progId="Equation.3">
                  <p:embed/>
                  <p:pic>
                    <p:nvPicPr>
                      <p:cNvPr id="489487" name="Object 4">
                        <a:extLst>
                          <a:ext uri="{FF2B5EF4-FFF2-40B4-BE49-F238E27FC236}">
                            <a16:creationId xmlns:a16="http://schemas.microsoft.com/office/drawing/2014/main" id="{F357CE0E-91D2-D1A0-762E-73925C6127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505200"/>
                        <a:ext cx="1704975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9488" name="Object 5">
            <a:extLst>
              <a:ext uri="{FF2B5EF4-FFF2-40B4-BE49-F238E27FC236}">
                <a16:creationId xmlns:a16="http://schemas.microsoft.com/office/drawing/2014/main" id="{C3CB8407-77FD-D920-B8A3-DD46367B81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3505200"/>
          <a:ext cx="2973388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941507" imgH="937177" progId="Equation.3">
                  <p:embed/>
                </p:oleObj>
              </mc:Choice>
              <mc:Fallback>
                <p:oleObj name="Equation" r:id="rId8" imgW="2941507" imgH="937177" progId="Equation.3">
                  <p:embed/>
                  <p:pic>
                    <p:nvPicPr>
                      <p:cNvPr id="489488" name="Object 5">
                        <a:extLst>
                          <a:ext uri="{FF2B5EF4-FFF2-40B4-BE49-F238E27FC236}">
                            <a16:creationId xmlns:a16="http://schemas.microsoft.com/office/drawing/2014/main" id="{C3CB8407-77FD-D920-B8A3-DD46367B81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505200"/>
                        <a:ext cx="2973388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9489" name="Object 6">
            <a:extLst>
              <a:ext uri="{FF2B5EF4-FFF2-40B4-BE49-F238E27FC236}">
                <a16:creationId xmlns:a16="http://schemas.microsoft.com/office/drawing/2014/main" id="{3B876789-293B-B7C2-A85B-D26E86C96323}"/>
              </a:ext>
            </a:extLst>
          </p:cNvPr>
          <p:cNvGraphicFramePr>
            <a:graphicFrameLocks/>
          </p:cNvGraphicFramePr>
          <p:nvPr/>
        </p:nvGraphicFramePr>
        <p:xfrm>
          <a:off x="889000" y="4648200"/>
          <a:ext cx="43370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312982" imgH="807498" progId="Equation.3">
                  <p:embed/>
                </p:oleObj>
              </mc:Choice>
              <mc:Fallback>
                <p:oleObj name="公式" r:id="rId10" imgW="4312982" imgH="807498" progId="Equation.3">
                  <p:embed/>
                  <p:pic>
                    <p:nvPicPr>
                      <p:cNvPr id="489489" name="Object 6">
                        <a:extLst>
                          <a:ext uri="{FF2B5EF4-FFF2-40B4-BE49-F238E27FC236}">
                            <a16:creationId xmlns:a16="http://schemas.microsoft.com/office/drawing/2014/main" id="{3B876789-293B-B7C2-A85B-D26E86C9632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00" y="4648200"/>
                        <a:ext cx="43370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9490" name="Object 7">
            <a:extLst>
              <a:ext uri="{FF2B5EF4-FFF2-40B4-BE49-F238E27FC236}">
                <a16:creationId xmlns:a16="http://schemas.microsoft.com/office/drawing/2014/main" id="{AA468D32-3067-A223-50E5-5F019C3F04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5825" y="5562600"/>
          <a:ext cx="2924175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903189" imgH="937177" progId="Equation.3">
                  <p:embed/>
                </p:oleObj>
              </mc:Choice>
              <mc:Fallback>
                <p:oleObj name="Equation" r:id="rId12" imgW="2903189" imgH="937177" progId="Equation.3">
                  <p:embed/>
                  <p:pic>
                    <p:nvPicPr>
                      <p:cNvPr id="489490" name="Object 7">
                        <a:extLst>
                          <a:ext uri="{FF2B5EF4-FFF2-40B4-BE49-F238E27FC236}">
                            <a16:creationId xmlns:a16="http://schemas.microsoft.com/office/drawing/2014/main" id="{AA468D32-3067-A223-50E5-5F019C3F04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25" y="5562600"/>
                        <a:ext cx="2924175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9491" name="Object 8">
            <a:extLst>
              <a:ext uri="{FF2B5EF4-FFF2-40B4-BE49-F238E27FC236}">
                <a16:creationId xmlns:a16="http://schemas.microsoft.com/office/drawing/2014/main" id="{DF36CC04-B1D6-C11A-DC41-31466A4451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99288" y="5603875"/>
          <a:ext cx="31591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05049" imgH="403999" progId="Equation.3">
                  <p:embed/>
                </p:oleObj>
              </mc:Choice>
              <mc:Fallback>
                <p:oleObj name="Equation" r:id="rId14" imgW="305049" imgH="403999" progId="Equation.3">
                  <p:embed/>
                  <p:pic>
                    <p:nvPicPr>
                      <p:cNvPr id="489491" name="Object 8">
                        <a:extLst>
                          <a:ext uri="{FF2B5EF4-FFF2-40B4-BE49-F238E27FC236}">
                            <a16:creationId xmlns:a16="http://schemas.microsoft.com/office/drawing/2014/main" id="{DF36CC04-B1D6-C11A-DC41-31466A4451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9288" y="5603875"/>
                        <a:ext cx="315912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9492" name="Object 9">
            <a:extLst>
              <a:ext uri="{FF2B5EF4-FFF2-40B4-BE49-F238E27FC236}">
                <a16:creationId xmlns:a16="http://schemas.microsoft.com/office/drawing/2014/main" id="{CF43C79B-66F7-FFF6-15C9-842715A560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67225" y="2514600"/>
          <a:ext cx="274002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728022" imgH="937177" progId="Equation.3">
                  <p:embed/>
                </p:oleObj>
              </mc:Choice>
              <mc:Fallback>
                <p:oleObj name="公式" r:id="rId16" imgW="2728022" imgH="937177" progId="Equation.3">
                  <p:embed/>
                  <p:pic>
                    <p:nvPicPr>
                      <p:cNvPr id="489492" name="Object 9">
                        <a:extLst>
                          <a:ext uri="{FF2B5EF4-FFF2-40B4-BE49-F238E27FC236}">
                            <a16:creationId xmlns:a16="http://schemas.microsoft.com/office/drawing/2014/main" id="{CF43C79B-66F7-FFF6-15C9-842715A560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7225" y="2514600"/>
                        <a:ext cx="2740025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9493" name="Line 21">
            <a:extLst>
              <a:ext uri="{FF2B5EF4-FFF2-40B4-BE49-F238E27FC236}">
                <a16:creationId xmlns:a16="http://schemas.microsoft.com/office/drawing/2014/main" id="{38B80000-540E-0049-C089-71B3FE7B7B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4188" y="3448050"/>
            <a:ext cx="9144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89494" name="Object 10">
            <a:extLst>
              <a:ext uri="{FF2B5EF4-FFF2-40B4-BE49-F238E27FC236}">
                <a16:creationId xmlns:a16="http://schemas.microsoft.com/office/drawing/2014/main" id="{791DF5B7-A399-D0BA-830F-A4ADCD9445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61088" y="4751388"/>
          <a:ext cx="31591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05049" imgH="418961" progId="Equation.3">
                  <p:embed/>
                </p:oleObj>
              </mc:Choice>
              <mc:Fallback>
                <p:oleObj name="Equation" r:id="rId18" imgW="305049" imgH="418961" progId="Equation.3">
                  <p:embed/>
                  <p:pic>
                    <p:nvPicPr>
                      <p:cNvPr id="489494" name="Object 10">
                        <a:extLst>
                          <a:ext uri="{FF2B5EF4-FFF2-40B4-BE49-F238E27FC236}">
                            <a16:creationId xmlns:a16="http://schemas.microsoft.com/office/drawing/2014/main" id="{791DF5B7-A399-D0BA-830F-A4ADCD9445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1088" y="4751388"/>
                        <a:ext cx="315912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9495" name="Object 11">
            <a:extLst>
              <a:ext uri="{FF2B5EF4-FFF2-40B4-BE49-F238E27FC236}">
                <a16:creationId xmlns:a16="http://schemas.microsoft.com/office/drawing/2014/main" id="{AAF75EDD-1FB7-60B6-8613-41AD0536B1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08713" y="5713413"/>
          <a:ext cx="496887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80216" imgH="289782" progId="Equation.3">
                  <p:embed/>
                </p:oleObj>
              </mc:Choice>
              <mc:Fallback>
                <p:oleObj name="Equation" r:id="rId20" imgW="480216" imgH="289782" progId="Equation.3">
                  <p:embed/>
                  <p:pic>
                    <p:nvPicPr>
                      <p:cNvPr id="489495" name="Object 11">
                        <a:extLst>
                          <a:ext uri="{FF2B5EF4-FFF2-40B4-BE49-F238E27FC236}">
                            <a16:creationId xmlns:a16="http://schemas.microsoft.com/office/drawing/2014/main" id="{AAF75EDD-1FB7-60B6-8613-41AD0536B1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8713" y="5713413"/>
                        <a:ext cx="496887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9496" name="Object 12">
            <a:extLst>
              <a:ext uri="{FF2B5EF4-FFF2-40B4-BE49-F238E27FC236}">
                <a16:creationId xmlns:a16="http://schemas.microsoft.com/office/drawing/2014/main" id="{D546DF04-0E83-7870-149F-E8E5AAACD5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67575" y="4359275"/>
          <a:ext cx="3524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42869" imgH="274320" progId="Equation.3">
                  <p:embed/>
                </p:oleObj>
              </mc:Choice>
              <mc:Fallback>
                <p:oleObj name="Equation" r:id="rId22" imgW="342869" imgH="274320" progId="Equation.3">
                  <p:embed/>
                  <p:pic>
                    <p:nvPicPr>
                      <p:cNvPr id="489496" name="Object 12">
                        <a:extLst>
                          <a:ext uri="{FF2B5EF4-FFF2-40B4-BE49-F238E27FC236}">
                            <a16:creationId xmlns:a16="http://schemas.microsoft.com/office/drawing/2014/main" id="{D546DF04-0E83-7870-149F-E8E5AAACD5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7575" y="4359275"/>
                        <a:ext cx="352425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9497" name="Object 13">
            <a:extLst>
              <a:ext uri="{FF2B5EF4-FFF2-40B4-BE49-F238E27FC236}">
                <a16:creationId xmlns:a16="http://schemas.microsoft.com/office/drawing/2014/main" id="{A6D7A229-9885-5845-5F3B-491239FD7D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9500" y="3503613"/>
          <a:ext cx="241300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28413" imgH="289782" progId="Equation.3">
                  <p:embed/>
                </p:oleObj>
              </mc:Choice>
              <mc:Fallback>
                <p:oleObj name="Equation" r:id="rId24" imgW="228413" imgH="289782" progId="Equation.3">
                  <p:embed/>
                  <p:pic>
                    <p:nvPicPr>
                      <p:cNvPr id="489497" name="Object 13">
                        <a:extLst>
                          <a:ext uri="{FF2B5EF4-FFF2-40B4-BE49-F238E27FC236}">
                            <a16:creationId xmlns:a16="http://schemas.microsoft.com/office/drawing/2014/main" id="{A6D7A229-9885-5845-5F3B-491239FD7D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0" y="3503613"/>
                        <a:ext cx="241300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9498" name="Text Box 26">
            <a:extLst>
              <a:ext uri="{FF2B5EF4-FFF2-40B4-BE49-F238E27FC236}">
                <a16:creationId xmlns:a16="http://schemas.microsoft.com/office/drawing/2014/main" id="{52058D5A-034B-0099-6223-D379F8FBB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128713"/>
            <a:ext cx="5334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</a:t>
            </a:r>
          </a:p>
        </p:txBody>
      </p:sp>
      <p:sp>
        <p:nvSpPr>
          <p:cNvPr id="489499" name="Text Box 27">
            <a:extLst>
              <a:ext uri="{FF2B5EF4-FFF2-40B4-BE49-F238E27FC236}">
                <a16:creationId xmlns:a16="http://schemas.microsoft.com/office/drawing/2014/main" id="{E45EAA33-B9DE-012F-CC3F-4CF80422C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146175"/>
            <a:ext cx="35814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小球上升的最大高度。</a:t>
            </a:r>
          </a:p>
        </p:txBody>
      </p:sp>
      <p:graphicFrame>
        <p:nvGraphicFramePr>
          <p:cNvPr id="489500" name="Object 14">
            <a:extLst>
              <a:ext uri="{FF2B5EF4-FFF2-40B4-BE49-F238E27FC236}">
                <a16:creationId xmlns:a16="http://schemas.microsoft.com/office/drawing/2014/main" id="{15B386C5-BEF5-904B-B65D-22FE28A3C1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1484313"/>
          <a:ext cx="2171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2156242" imgH="807498" progId="Equation.3">
                  <p:embed/>
                </p:oleObj>
              </mc:Choice>
              <mc:Fallback>
                <p:oleObj name="公式" r:id="rId26" imgW="2156242" imgH="807498" progId="Equation.3">
                  <p:embed/>
                  <p:pic>
                    <p:nvPicPr>
                      <p:cNvPr id="489500" name="Object 14">
                        <a:extLst>
                          <a:ext uri="{FF2B5EF4-FFF2-40B4-BE49-F238E27FC236}">
                            <a16:creationId xmlns:a16="http://schemas.microsoft.com/office/drawing/2014/main" id="{15B386C5-BEF5-904B-B65D-22FE28A3C1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1484313"/>
                        <a:ext cx="21717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9501" name="AutoShape 29">
            <a:extLst>
              <a:ext uri="{FF2B5EF4-FFF2-40B4-BE49-F238E27FC236}">
                <a16:creationId xmlns:a16="http://schemas.microsoft.com/office/drawing/2014/main" id="{FEA9AB91-32D3-59D0-393D-A3443E508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2852738"/>
            <a:ext cx="503238" cy="215900"/>
          </a:xfrm>
          <a:prstGeom prst="rightArrow">
            <a:avLst>
              <a:gd name="adj1" fmla="val 50000"/>
              <a:gd name="adj2" fmla="val 58272"/>
            </a:avLst>
          </a:prstGeom>
          <a:solidFill>
            <a:srgbClr val="FFCCFF">
              <a:alpha val="49019"/>
            </a:srgbClr>
          </a:solidFill>
          <a:ln w="9525">
            <a:solidFill>
              <a:srgbClr val="FFCCFF">
                <a:alpha val="50195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</a:pP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48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9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8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89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89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89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89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8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89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89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89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489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89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48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89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489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89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8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894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894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895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895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89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89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89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89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89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89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48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474" grpId="0" build="p" autoUpdateAnimBg="0"/>
      <p:bldP spid="489475" grpId="0" autoUpdateAnimBg="0"/>
      <p:bldP spid="489476" grpId="0" autoUpdateAnimBg="0"/>
      <p:bldP spid="489477" grpId="0" animBg="1"/>
      <p:bldP spid="489498" grpId="0" build="p" autoUpdateAnimBg="0"/>
      <p:bldP spid="489499" grpId="0" build="p" autoUpdateAnimBg="0"/>
      <p:bldP spid="489501" grpId="0" animBg="1"/>
    </p:bldLst>
  </p:timing>
</p:sld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1817</TotalTime>
  <Words>1102</Words>
  <Application>Microsoft Office PowerPoint</Application>
  <PresentationFormat>全屏显示(4:3)</PresentationFormat>
  <Paragraphs>162</Paragraphs>
  <Slides>20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Monotype Sorts</vt:lpstr>
      <vt:lpstr>仿宋_GB2312</vt:lpstr>
      <vt:lpstr>黑体</vt:lpstr>
      <vt:lpstr>楷体_GB2312</vt:lpstr>
      <vt:lpstr>宋体</vt:lpstr>
      <vt:lpstr>Arial</vt:lpstr>
      <vt:lpstr>Bookman Old Style</vt:lpstr>
      <vt:lpstr>Calibri</vt:lpstr>
      <vt:lpstr>Times New Roman</vt:lpstr>
      <vt:lpstr>Wingdings</vt:lpstr>
      <vt:lpstr>1_默认设计模板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xjtu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大学物理电子教案</dc:title>
  <dc:subject>绪论</dc:subject>
  <dc:creator>zhaosm</dc:creator>
  <cp:lastModifiedBy>davidly .</cp:lastModifiedBy>
  <cp:revision>128</cp:revision>
  <dcterms:created xsi:type="dcterms:W3CDTF">2002-06-18T00:43:24Z</dcterms:created>
  <dcterms:modified xsi:type="dcterms:W3CDTF">2025-03-04T11:55:00Z</dcterms:modified>
</cp:coreProperties>
</file>