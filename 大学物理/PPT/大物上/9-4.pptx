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2"/>
  </p:notesMasterIdLst>
  <p:sldIdLst>
    <p:sldId id="440" r:id="rId2"/>
    <p:sldId id="461" r:id="rId3"/>
    <p:sldId id="452" r:id="rId4"/>
    <p:sldId id="453" r:id="rId5"/>
    <p:sldId id="454" r:id="rId6"/>
    <p:sldId id="455" r:id="rId7"/>
    <p:sldId id="456" r:id="rId8"/>
    <p:sldId id="444" r:id="rId9"/>
    <p:sldId id="445" r:id="rId10"/>
    <p:sldId id="446" r:id="rId11"/>
    <p:sldId id="447" r:id="rId12"/>
    <p:sldId id="553" r:id="rId13"/>
    <p:sldId id="466" r:id="rId14"/>
    <p:sldId id="467" r:id="rId15"/>
    <p:sldId id="468" r:id="rId16"/>
    <p:sldId id="469" r:id="rId17"/>
    <p:sldId id="470" r:id="rId18"/>
    <p:sldId id="471" r:id="rId19"/>
    <p:sldId id="472" r:id="rId20"/>
    <p:sldId id="473" r:id="rId21"/>
    <p:sldId id="417" r:id="rId22"/>
    <p:sldId id="418" r:id="rId23"/>
    <p:sldId id="419" r:id="rId24"/>
    <p:sldId id="420" r:id="rId25"/>
    <p:sldId id="421" r:id="rId26"/>
    <p:sldId id="422" r:id="rId27"/>
    <p:sldId id="423" r:id="rId28"/>
    <p:sldId id="424" r:id="rId29"/>
    <p:sldId id="479" r:id="rId30"/>
    <p:sldId id="480" r:id="rId31"/>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bg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bg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bg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bg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bg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chemeClr val="bg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chemeClr val="bg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chemeClr val="bg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chemeClr val="bg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170">
          <p15:clr>
            <a:srgbClr val="A4A3A4"/>
          </p15:clr>
        </p15:guide>
        <p15:guide id="2" pos="5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FFFF"/>
    <a:srgbClr val="FFFF66"/>
    <a:srgbClr val="66FF33"/>
    <a:srgbClr val="CCECFF"/>
    <a:srgbClr val="FFFFFF"/>
    <a:srgbClr val="FF0000"/>
    <a:srgbClr val="003366"/>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7" autoAdjust="0"/>
    <p:restoredTop sz="94621" autoAdjust="0"/>
  </p:normalViewPr>
  <p:slideViewPr>
    <p:cSldViewPr snapToGrid="0" showGuides="1">
      <p:cViewPr varScale="1">
        <p:scale>
          <a:sx n="78" d="100"/>
          <a:sy n="78" d="100"/>
        </p:scale>
        <p:origin x="1522" y="67"/>
      </p:cViewPr>
      <p:guideLst>
        <p:guide orient="horz" pos="4170"/>
        <p:guide pos="52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F1779757-0A87-EA7F-340B-985F5AAF139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kumimoji="1" sz="1200" b="0">
                <a:solidFill>
                  <a:schemeClr val="tx1"/>
                </a:solidFill>
              </a:defRPr>
            </a:lvl1pPr>
          </a:lstStyle>
          <a:p>
            <a:pPr>
              <a:defRPr/>
            </a:pPr>
            <a:endParaRPr lang="en-US" altLang="zh-CN"/>
          </a:p>
        </p:txBody>
      </p:sp>
      <p:sp>
        <p:nvSpPr>
          <p:cNvPr id="181251" name="Rectangle 3">
            <a:extLst>
              <a:ext uri="{FF2B5EF4-FFF2-40B4-BE49-F238E27FC236}">
                <a16:creationId xmlns:a16="http://schemas.microsoft.com/office/drawing/2014/main" id="{90B6F8FC-231B-FBA4-1E10-A3F11535909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defRPr>
            </a:lvl1pPr>
          </a:lstStyle>
          <a:p>
            <a:pPr>
              <a:defRPr/>
            </a:pPr>
            <a:endParaRPr lang="en-US" altLang="zh-CN"/>
          </a:p>
        </p:txBody>
      </p:sp>
      <p:sp>
        <p:nvSpPr>
          <p:cNvPr id="2052" name="Rectangle 4">
            <a:extLst>
              <a:ext uri="{FF2B5EF4-FFF2-40B4-BE49-F238E27FC236}">
                <a16:creationId xmlns:a16="http://schemas.microsoft.com/office/drawing/2014/main" id="{5831D9AD-FAFD-11BB-2829-69DF29AD287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3" name="Rectangle 5">
            <a:extLst>
              <a:ext uri="{FF2B5EF4-FFF2-40B4-BE49-F238E27FC236}">
                <a16:creationId xmlns:a16="http://schemas.microsoft.com/office/drawing/2014/main" id="{BCD78D89-DDE2-36E4-61A2-C5502762E7A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81254" name="Rectangle 6">
            <a:extLst>
              <a:ext uri="{FF2B5EF4-FFF2-40B4-BE49-F238E27FC236}">
                <a16:creationId xmlns:a16="http://schemas.microsoft.com/office/drawing/2014/main" id="{CB748EC4-6A8E-C078-6B21-542B8D62E38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1" sz="1200" b="0">
                <a:solidFill>
                  <a:schemeClr val="tx1"/>
                </a:solidFill>
              </a:defRPr>
            </a:lvl1pPr>
          </a:lstStyle>
          <a:p>
            <a:pPr>
              <a:defRPr/>
            </a:pPr>
            <a:endParaRPr lang="en-US" altLang="zh-CN"/>
          </a:p>
        </p:txBody>
      </p:sp>
      <p:sp>
        <p:nvSpPr>
          <p:cNvPr id="181255" name="Rectangle 7">
            <a:extLst>
              <a:ext uri="{FF2B5EF4-FFF2-40B4-BE49-F238E27FC236}">
                <a16:creationId xmlns:a16="http://schemas.microsoft.com/office/drawing/2014/main" id="{040178EF-2F09-711B-7491-6D83DDF3BC9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defRPr>
            </a:lvl1pPr>
          </a:lstStyle>
          <a:p>
            <a:pPr>
              <a:defRPr/>
            </a:pPr>
            <a:fld id="{CDBF77F2-2E14-47D7-B498-4C4D03D5778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16A342B6-539B-875C-C83C-733198763B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fld id="{AD22879A-B0D5-4624-922D-2DBEA8F45F5D}" type="slidenum">
              <a:rPr lang="en-US" altLang="zh-CN" sz="1200" b="0" smtClean="0">
                <a:solidFill>
                  <a:schemeClr val="tx1"/>
                </a:solidFill>
              </a:rPr>
              <a:pPr/>
              <a:t>1</a:t>
            </a:fld>
            <a:endParaRPr lang="en-US" altLang="zh-CN" sz="1200" b="0">
              <a:solidFill>
                <a:schemeClr val="tx1"/>
              </a:solidFill>
            </a:endParaRPr>
          </a:p>
        </p:txBody>
      </p:sp>
      <p:sp>
        <p:nvSpPr>
          <p:cNvPr id="4099" name="Rectangle 2">
            <a:extLst>
              <a:ext uri="{FF2B5EF4-FFF2-40B4-BE49-F238E27FC236}">
                <a16:creationId xmlns:a16="http://schemas.microsoft.com/office/drawing/2014/main" id="{712259ED-C47D-25B7-FC80-B3C5FB56B1F7}"/>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58AD9BD2-89EB-2EFB-250F-3D5F4F9D16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2A978D6D-EEF1-E065-48B2-2634E3D40D45}"/>
              </a:ext>
            </a:extLst>
          </p:cNvPr>
          <p:cNvSpPr>
            <a:spLocks noGrp="1" noRot="1" noChangeAspect="1" noChangeArrowheads="1" noTextEdit="1"/>
          </p:cNvSpPr>
          <p:nvPr>
            <p:ph type="sldImg"/>
          </p:nvPr>
        </p:nvSpPr>
        <p:spPr>
          <a:ln/>
        </p:spPr>
      </p:sp>
      <p:sp>
        <p:nvSpPr>
          <p:cNvPr id="24579" name="备注占位符 2">
            <a:extLst>
              <a:ext uri="{FF2B5EF4-FFF2-40B4-BE49-F238E27FC236}">
                <a16:creationId xmlns:a16="http://schemas.microsoft.com/office/drawing/2014/main" id="{5030BAC8-BDB1-1CF2-EEA1-69C6E5CC4C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80" name="灯片编号占位符 3">
            <a:extLst>
              <a:ext uri="{FF2B5EF4-FFF2-40B4-BE49-F238E27FC236}">
                <a16:creationId xmlns:a16="http://schemas.microsoft.com/office/drawing/2014/main" id="{3E049CF6-1E45-FAB9-D4DB-2718F551B0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fld id="{9B588D75-60B1-4510-A050-F34E86481181}" type="slidenum">
              <a:rPr lang="en-US" altLang="zh-CN" sz="1200" b="0" smtClean="0">
                <a:solidFill>
                  <a:schemeClr val="tx1"/>
                </a:solidFill>
              </a:rPr>
              <a:pPr/>
              <a:t>12</a:t>
            </a:fld>
            <a:endParaRPr lang="en-US" altLang="zh-CN" sz="1200" b="0">
              <a:solidFill>
                <a:schemeClr val="tx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639627589"/>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24295884"/>
      </p:ext>
    </p:extLst>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970485087"/>
      </p:ext>
    </p:extLst>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7117279"/>
      </p:ext>
    </p:extLst>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87884683"/>
      </p:ext>
    </p:extLst>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44528883"/>
      </p:ext>
    </p:extLst>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9985005"/>
      </p:ext>
    </p:extLst>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25431584"/>
      </p:ext>
    </p:extLst>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53186107"/>
      </p:ext>
    </p:extLst>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50758512"/>
      </p:ext>
    </p:extLst>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34243957"/>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2">
            <a:extLst>
              <a:ext uri="{FF2B5EF4-FFF2-40B4-BE49-F238E27FC236}">
                <a16:creationId xmlns:a16="http://schemas.microsoft.com/office/drawing/2014/main" id="{FFAC9C82-7984-4072-5189-0886603EEAE3}"/>
              </a:ext>
            </a:extLst>
          </p:cNvPr>
          <p:cNvSpPr>
            <a:spLocks noChangeArrowheads="1"/>
          </p:cNvSpPr>
          <p:nvPr userDrawn="1"/>
        </p:nvSpPr>
        <p:spPr bwMode="auto">
          <a:xfrm>
            <a:off x="-1588" y="0"/>
            <a:ext cx="9237663" cy="6873875"/>
          </a:xfrm>
          <a:prstGeom prst="bevel">
            <a:avLst>
              <a:gd name="adj" fmla="val 1273"/>
            </a:avLst>
          </a:prstGeom>
          <a:solidFill>
            <a:srgbClr val="003366"/>
          </a:solidFill>
          <a:ln w="9525">
            <a:solidFill>
              <a:srgbClr val="006699"/>
            </a:solidFill>
            <a:miter lim="800000"/>
            <a:headEnd/>
            <a:tailEnd/>
          </a:ln>
        </p:spPr>
        <p:txBody>
          <a:bodyPr wrap="none" anchor="ctr"/>
          <a:lstStyle>
            <a:lvl1pPr algn="just">
              <a:defRPr sz="2400" b="1">
                <a:solidFill>
                  <a:schemeClr val="bg1"/>
                </a:solidFill>
                <a:latin typeface="Times New Roman" panose="02020603050405020304" pitchFamily="18" charset="0"/>
                <a:ea typeface="宋体" panose="02010600030101010101" pitchFamily="2" charset="-122"/>
              </a:defRPr>
            </a:lvl1pPr>
            <a:lvl2pPr marL="742950" indent="-285750" algn="just">
              <a:defRPr sz="2400" b="1">
                <a:solidFill>
                  <a:schemeClr val="bg1"/>
                </a:solidFill>
                <a:latin typeface="Times New Roman" panose="02020603050405020304" pitchFamily="18" charset="0"/>
                <a:ea typeface="宋体" panose="02010600030101010101" pitchFamily="2" charset="-122"/>
              </a:defRPr>
            </a:lvl2pPr>
            <a:lvl3pPr marL="1143000" indent="-228600" algn="just">
              <a:defRPr sz="2400" b="1">
                <a:solidFill>
                  <a:schemeClr val="bg1"/>
                </a:solidFill>
                <a:latin typeface="Times New Roman" panose="02020603050405020304" pitchFamily="18" charset="0"/>
                <a:ea typeface="宋体" panose="02010600030101010101" pitchFamily="2" charset="-122"/>
              </a:defRPr>
            </a:lvl3pPr>
            <a:lvl4pPr marL="1600200" indent="-228600" algn="just">
              <a:defRPr sz="2400" b="1">
                <a:solidFill>
                  <a:schemeClr val="bg1"/>
                </a:solidFill>
                <a:latin typeface="Times New Roman" panose="02020603050405020304" pitchFamily="18" charset="0"/>
                <a:ea typeface="宋体" panose="02010600030101010101" pitchFamily="2" charset="-122"/>
              </a:defRPr>
            </a:lvl4pPr>
            <a:lvl5pPr marL="2057400" indent="-228600" algn="just">
              <a:defRPr sz="2400" b="1">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1027" name="Rectangle 3">
            <a:extLst>
              <a:ext uri="{FF2B5EF4-FFF2-40B4-BE49-F238E27FC236}">
                <a16:creationId xmlns:a16="http://schemas.microsoft.com/office/drawing/2014/main" id="{B7F7C9A6-D29C-94B3-6289-320607E17682}"/>
              </a:ext>
            </a:extLst>
          </p:cNvPr>
          <p:cNvSpPr>
            <a:spLocks noChangeArrowheads="1"/>
          </p:cNvSpPr>
          <p:nvPr/>
        </p:nvSpPr>
        <p:spPr bwMode="auto">
          <a:xfrm>
            <a:off x="250825" y="265113"/>
            <a:ext cx="8626475" cy="6330950"/>
          </a:xfrm>
          <a:prstGeom prst="rect">
            <a:avLst/>
          </a:prstGeom>
          <a:noFill/>
          <a:ln w="12700">
            <a:solidFill>
              <a:srgbClr val="003366">
                <a:alpha val="50195"/>
              </a:srgbClr>
            </a:solidFill>
            <a:miter lim="800000"/>
            <a:headEnd/>
            <a:tailEnd/>
          </a:ln>
        </p:spPr>
        <p:txBody>
          <a:bodyPr wrap="none" anchor="ctr"/>
          <a:lstStyle>
            <a:lvl1pPr algn="just">
              <a:defRPr sz="2400" b="1">
                <a:solidFill>
                  <a:schemeClr val="bg1"/>
                </a:solidFill>
                <a:latin typeface="Times New Roman" panose="02020603050405020304" pitchFamily="18" charset="0"/>
                <a:ea typeface="宋体" panose="02010600030101010101" pitchFamily="2" charset="-122"/>
              </a:defRPr>
            </a:lvl1pPr>
            <a:lvl2pPr marL="742950" indent="-285750" algn="just">
              <a:defRPr sz="2400" b="1">
                <a:solidFill>
                  <a:schemeClr val="bg1"/>
                </a:solidFill>
                <a:latin typeface="Times New Roman" panose="02020603050405020304" pitchFamily="18" charset="0"/>
                <a:ea typeface="宋体" panose="02010600030101010101" pitchFamily="2" charset="-122"/>
              </a:defRPr>
            </a:lvl2pPr>
            <a:lvl3pPr marL="1143000" indent="-228600" algn="just">
              <a:defRPr sz="2400" b="1">
                <a:solidFill>
                  <a:schemeClr val="bg1"/>
                </a:solidFill>
                <a:latin typeface="Times New Roman" panose="02020603050405020304" pitchFamily="18" charset="0"/>
                <a:ea typeface="宋体" panose="02010600030101010101" pitchFamily="2" charset="-122"/>
              </a:defRPr>
            </a:lvl3pPr>
            <a:lvl4pPr marL="1600200" indent="-228600" algn="just">
              <a:defRPr sz="2400" b="1">
                <a:solidFill>
                  <a:schemeClr val="bg1"/>
                </a:solidFill>
                <a:latin typeface="Times New Roman" panose="02020603050405020304" pitchFamily="18" charset="0"/>
                <a:ea typeface="宋体" panose="02010600030101010101" pitchFamily="2" charset="-122"/>
              </a:defRPr>
            </a:lvl4pPr>
            <a:lvl5pPr marL="2057400" indent="-228600" algn="just">
              <a:defRPr sz="2400" b="1">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1028" name="AutoShape 4">
            <a:hlinkClick r:id="" action="ppaction://hlinkshowjump?jump=previousslide" highlightClick="1"/>
            <a:extLst>
              <a:ext uri="{FF2B5EF4-FFF2-40B4-BE49-F238E27FC236}">
                <a16:creationId xmlns:a16="http://schemas.microsoft.com/office/drawing/2014/main" id="{ECD6C6A2-4E88-9FD5-BB1E-DA03B63DBC6F}"/>
              </a:ext>
            </a:extLst>
          </p:cNvPr>
          <p:cNvSpPr>
            <a:spLocks noChangeAspect="1" noChangeArrowheads="1"/>
          </p:cNvSpPr>
          <p:nvPr userDrawn="1"/>
        </p:nvSpPr>
        <p:spPr bwMode="auto">
          <a:xfrm>
            <a:off x="7345363" y="6629400"/>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algn="just">
              <a:defRPr sz="2400" b="1">
                <a:solidFill>
                  <a:schemeClr val="bg1"/>
                </a:solidFill>
                <a:latin typeface="Times New Roman" panose="02020603050405020304" pitchFamily="18" charset="0"/>
                <a:ea typeface="宋体" panose="02010600030101010101" pitchFamily="2" charset="-122"/>
              </a:defRPr>
            </a:lvl1pPr>
            <a:lvl2pPr marL="742950" indent="-285750" algn="just">
              <a:defRPr sz="2400" b="1">
                <a:solidFill>
                  <a:schemeClr val="bg1"/>
                </a:solidFill>
                <a:latin typeface="Times New Roman" panose="02020603050405020304" pitchFamily="18" charset="0"/>
                <a:ea typeface="宋体" panose="02010600030101010101" pitchFamily="2" charset="-122"/>
              </a:defRPr>
            </a:lvl2pPr>
            <a:lvl3pPr marL="1143000" indent="-228600" algn="just">
              <a:defRPr sz="2400" b="1">
                <a:solidFill>
                  <a:schemeClr val="bg1"/>
                </a:solidFill>
                <a:latin typeface="Times New Roman" panose="02020603050405020304" pitchFamily="18" charset="0"/>
                <a:ea typeface="宋体" panose="02010600030101010101" pitchFamily="2" charset="-122"/>
              </a:defRPr>
            </a:lvl3pPr>
            <a:lvl4pPr marL="1600200" indent="-228600" algn="just">
              <a:defRPr sz="2400" b="1">
                <a:solidFill>
                  <a:schemeClr val="bg1"/>
                </a:solidFill>
                <a:latin typeface="Times New Roman" panose="02020603050405020304" pitchFamily="18" charset="0"/>
                <a:ea typeface="宋体" panose="02010600030101010101" pitchFamily="2" charset="-122"/>
              </a:defRPr>
            </a:lvl4pPr>
            <a:lvl5pPr marL="2057400" indent="-228600" algn="just">
              <a:defRPr sz="2400" b="1">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1029" name="AutoShape 5">
            <a:hlinkClick r:id="" action="ppaction://hlinkshowjump?jump=firstslide" highlightClick="1"/>
            <a:extLst>
              <a:ext uri="{FF2B5EF4-FFF2-40B4-BE49-F238E27FC236}">
                <a16:creationId xmlns:a16="http://schemas.microsoft.com/office/drawing/2014/main" id="{172D5C49-CA85-9379-CB71-F5B3A5ECA24F}"/>
              </a:ext>
            </a:extLst>
          </p:cNvPr>
          <p:cNvSpPr>
            <a:spLocks noChangeAspect="1" noChangeArrowheads="1"/>
          </p:cNvSpPr>
          <p:nvPr userDrawn="1"/>
        </p:nvSpPr>
        <p:spPr bwMode="auto">
          <a:xfrm>
            <a:off x="7812088" y="6629400"/>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algn="just">
              <a:defRPr sz="2400" b="1">
                <a:solidFill>
                  <a:schemeClr val="bg1"/>
                </a:solidFill>
                <a:latin typeface="Times New Roman" panose="02020603050405020304" pitchFamily="18" charset="0"/>
                <a:ea typeface="宋体" panose="02010600030101010101" pitchFamily="2" charset="-122"/>
              </a:defRPr>
            </a:lvl1pPr>
            <a:lvl2pPr marL="742950" indent="-285750" algn="just">
              <a:defRPr sz="2400" b="1">
                <a:solidFill>
                  <a:schemeClr val="bg1"/>
                </a:solidFill>
                <a:latin typeface="Times New Roman" panose="02020603050405020304" pitchFamily="18" charset="0"/>
                <a:ea typeface="宋体" panose="02010600030101010101" pitchFamily="2" charset="-122"/>
              </a:defRPr>
            </a:lvl2pPr>
            <a:lvl3pPr marL="1143000" indent="-228600" algn="just">
              <a:defRPr sz="2400" b="1">
                <a:solidFill>
                  <a:schemeClr val="bg1"/>
                </a:solidFill>
                <a:latin typeface="Times New Roman" panose="02020603050405020304" pitchFamily="18" charset="0"/>
                <a:ea typeface="宋体" panose="02010600030101010101" pitchFamily="2" charset="-122"/>
              </a:defRPr>
            </a:lvl3pPr>
            <a:lvl4pPr marL="1600200" indent="-228600" algn="just">
              <a:defRPr sz="2400" b="1">
                <a:solidFill>
                  <a:schemeClr val="bg1"/>
                </a:solidFill>
                <a:latin typeface="Times New Roman" panose="02020603050405020304" pitchFamily="18" charset="0"/>
                <a:ea typeface="宋体" panose="02010600030101010101" pitchFamily="2" charset="-122"/>
              </a:defRPr>
            </a:lvl4pPr>
            <a:lvl5pPr marL="2057400" indent="-228600" algn="just">
              <a:defRPr sz="2400" b="1">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1030" name="AutoShape 6">
            <a:hlinkClick r:id="" action="ppaction://hlinkshowjump?jump=nextslide" highlightClick="1"/>
            <a:extLst>
              <a:ext uri="{FF2B5EF4-FFF2-40B4-BE49-F238E27FC236}">
                <a16:creationId xmlns:a16="http://schemas.microsoft.com/office/drawing/2014/main" id="{7E35A66F-3826-48E9-86F2-928C0643044D}"/>
              </a:ext>
            </a:extLst>
          </p:cNvPr>
          <p:cNvSpPr>
            <a:spLocks noChangeAspect="1" noChangeArrowheads="1"/>
          </p:cNvSpPr>
          <p:nvPr userDrawn="1"/>
        </p:nvSpPr>
        <p:spPr bwMode="auto">
          <a:xfrm>
            <a:off x="8280400" y="6629400"/>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algn="just">
              <a:defRPr sz="2400" b="1">
                <a:solidFill>
                  <a:schemeClr val="bg1"/>
                </a:solidFill>
                <a:latin typeface="Times New Roman" panose="02020603050405020304" pitchFamily="18" charset="0"/>
                <a:ea typeface="宋体" panose="02010600030101010101" pitchFamily="2" charset="-122"/>
              </a:defRPr>
            </a:lvl1pPr>
            <a:lvl2pPr marL="742950" indent="-285750" algn="just">
              <a:defRPr sz="2400" b="1">
                <a:solidFill>
                  <a:schemeClr val="bg1"/>
                </a:solidFill>
                <a:latin typeface="Times New Roman" panose="02020603050405020304" pitchFamily="18" charset="0"/>
                <a:ea typeface="宋体" panose="02010600030101010101" pitchFamily="2" charset="-122"/>
              </a:defRPr>
            </a:lvl2pPr>
            <a:lvl3pPr marL="1143000" indent="-228600" algn="just">
              <a:defRPr sz="2400" b="1">
                <a:solidFill>
                  <a:schemeClr val="bg1"/>
                </a:solidFill>
                <a:latin typeface="Times New Roman" panose="02020603050405020304" pitchFamily="18" charset="0"/>
                <a:ea typeface="宋体" panose="02010600030101010101" pitchFamily="2" charset="-122"/>
              </a:defRPr>
            </a:lvl3pPr>
            <a:lvl4pPr marL="1600200" indent="-228600" algn="just">
              <a:defRPr sz="2400" b="1">
                <a:solidFill>
                  <a:schemeClr val="bg1"/>
                </a:solidFill>
                <a:latin typeface="Times New Roman" panose="02020603050405020304" pitchFamily="18" charset="0"/>
                <a:ea typeface="宋体" panose="02010600030101010101" pitchFamily="2" charset="-122"/>
              </a:defRPr>
            </a:lvl4pPr>
            <a:lvl5pPr marL="2057400" indent="-228600" algn="just">
              <a:defRPr sz="2400" b="1">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emf"/><Relationship Id="rId18" Type="http://schemas.openxmlformats.org/officeDocument/2006/relationships/oleObject" Target="../embeddings/oleObject9.bin"/><Relationship Id="rId3" Type="http://schemas.openxmlformats.org/officeDocument/2006/relationships/image" Target="../media/image2.emf"/><Relationship Id="rId21" Type="http://schemas.openxmlformats.org/officeDocument/2006/relationships/image" Target="../media/image11.emf"/><Relationship Id="rId7" Type="http://schemas.openxmlformats.org/officeDocument/2006/relationships/image" Target="../media/image4.emf"/><Relationship Id="rId12" Type="http://schemas.openxmlformats.org/officeDocument/2006/relationships/oleObject" Target="../embeddings/oleObject6.bin"/><Relationship Id="rId17" Type="http://schemas.openxmlformats.org/officeDocument/2006/relationships/image" Target="../media/image9.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6.emf"/><Relationship Id="rId5" Type="http://schemas.openxmlformats.org/officeDocument/2006/relationships/image" Target="../media/image3.emf"/><Relationship Id="rId15" Type="http://schemas.openxmlformats.org/officeDocument/2006/relationships/image" Target="../media/image8.emf"/><Relationship Id="rId23" Type="http://schemas.openxmlformats.org/officeDocument/2006/relationships/image" Target="../media/image12.emf"/><Relationship Id="rId10" Type="http://schemas.openxmlformats.org/officeDocument/2006/relationships/oleObject" Target="../embeddings/oleObject5.bin"/><Relationship Id="rId19" Type="http://schemas.openxmlformats.org/officeDocument/2006/relationships/image" Target="../media/image10.emf"/><Relationship Id="rId4" Type="http://schemas.openxmlformats.org/officeDocument/2006/relationships/oleObject" Target="../embeddings/oleObject2.bin"/><Relationship Id="rId9" Type="http://schemas.openxmlformats.org/officeDocument/2006/relationships/image" Target="../media/image5.emf"/><Relationship Id="rId14" Type="http://schemas.openxmlformats.org/officeDocument/2006/relationships/oleObject" Target="../embeddings/oleObject7.bin"/><Relationship Id="rId22" Type="http://schemas.openxmlformats.org/officeDocument/2006/relationships/oleObject" Target="../embeddings/oleObject11.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8.emf"/><Relationship Id="rId18" Type="http://schemas.openxmlformats.org/officeDocument/2006/relationships/oleObject" Target="../embeddings/oleObject20.bin"/><Relationship Id="rId26" Type="http://schemas.openxmlformats.org/officeDocument/2006/relationships/oleObject" Target="../embeddings/oleObject23.bin"/><Relationship Id="rId39" Type="http://schemas.openxmlformats.org/officeDocument/2006/relationships/image" Target="../media/image32.emf"/><Relationship Id="rId3" Type="http://schemas.openxmlformats.org/officeDocument/2006/relationships/image" Target="../media/image13.emf"/><Relationship Id="rId21" Type="http://schemas.openxmlformats.org/officeDocument/2006/relationships/image" Target="../media/image22.emf"/><Relationship Id="rId34" Type="http://schemas.openxmlformats.org/officeDocument/2006/relationships/oleObject" Target="../embeddings/oleObject27.bin"/><Relationship Id="rId7" Type="http://schemas.openxmlformats.org/officeDocument/2006/relationships/image" Target="../media/image15.emf"/><Relationship Id="rId12" Type="http://schemas.openxmlformats.org/officeDocument/2006/relationships/oleObject" Target="../embeddings/oleObject17.bin"/><Relationship Id="rId17" Type="http://schemas.openxmlformats.org/officeDocument/2006/relationships/image" Target="../media/image20.emf"/><Relationship Id="rId25" Type="http://schemas.openxmlformats.org/officeDocument/2006/relationships/image" Target="../media/image25.emf"/><Relationship Id="rId33" Type="http://schemas.openxmlformats.org/officeDocument/2006/relationships/image" Target="../media/image29.emf"/><Relationship Id="rId38" Type="http://schemas.openxmlformats.org/officeDocument/2006/relationships/oleObject" Target="../embeddings/oleObject29.bin"/><Relationship Id="rId2" Type="http://schemas.openxmlformats.org/officeDocument/2006/relationships/oleObject" Target="../embeddings/oleObject12.bin"/><Relationship Id="rId16" Type="http://schemas.openxmlformats.org/officeDocument/2006/relationships/oleObject" Target="../embeddings/oleObject19.bin"/><Relationship Id="rId20" Type="http://schemas.openxmlformats.org/officeDocument/2006/relationships/oleObject" Target="../embeddings/oleObject21.bin"/><Relationship Id="rId29" Type="http://schemas.openxmlformats.org/officeDocument/2006/relationships/image" Target="../media/image27.emf"/><Relationship Id="rId1" Type="http://schemas.openxmlformats.org/officeDocument/2006/relationships/slideLayout" Target="../slideLayouts/slideLayout7.xml"/><Relationship Id="rId6" Type="http://schemas.openxmlformats.org/officeDocument/2006/relationships/oleObject" Target="../embeddings/oleObject14.bin"/><Relationship Id="rId11" Type="http://schemas.openxmlformats.org/officeDocument/2006/relationships/image" Target="../media/image17.emf"/><Relationship Id="rId24" Type="http://schemas.openxmlformats.org/officeDocument/2006/relationships/image" Target="../media/image24.emf"/><Relationship Id="rId32" Type="http://schemas.openxmlformats.org/officeDocument/2006/relationships/oleObject" Target="../embeddings/oleObject26.bin"/><Relationship Id="rId37" Type="http://schemas.openxmlformats.org/officeDocument/2006/relationships/image" Target="../media/image31.emf"/><Relationship Id="rId5" Type="http://schemas.openxmlformats.org/officeDocument/2006/relationships/image" Target="../media/image14.emf"/><Relationship Id="rId15" Type="http://schemas.openxmlformats.org/officeDocument/2006/relationships/image" Target="../media/image19.emf"/><Relationship Id="rId23" Type="http://schemas.openxmlformats.org/officeDocument/2006/relationships/oleObject" Target="../embeddings/oleObject22.bin"/><Relationship Id="rId28" Type="http://schemas.openxmlformats.org/officeDocument/2006/relationships/oleObject" Target="../embeddings/oleObject24.bin"/><Relationship Id="rId36" Type="http://schemas.openxmlformats.org/officeDocument/2006/relationships/oleObject" Target="../embeddings/oleObject28.bin"/><Relationship Id="rId10" Type="http://schemas.openxmlformats.org/officeDocument/2006/relationships/oleObject" Target="../embeddings/oleObject16.bin"/><Relationship Id="rId19" Type="http://schemas.openxmlformats.org/officeDocument/2006/relationships/image" Target="../media/image21.emf"/><Relationship Id="rId31" Type="http://schemas.openxmlformats.org/officeDocument/2006/relationships/image" Target="../media/image28.emf"/><Relationship Id="rId4" Type="http://schemas.openxmlformats.org/officeDocument/2006/relationships/oleObject" Target="../embeddings/oleObject13.bin"/><Relationship Id="rId9" Type="http://schemas.openxmlformats.org/officeDocument/2006/relationships/image" Target="../media/image16.emf"/><Relationship Id="rId14" Type="http://schemas.openxmlformats.org/officeDocument/2006/relationships/oleObject" Target="../embeddings/oleObject18.bin"/><Relationship Id="rId22" Type="http://schemas.openxmlformats.org/officeDocument/2006/relationships/image" Target="../media/image23.emf"/><Relationship Id="rId27" Type="http://schemas.openxmlformats.org/officeDocument/2006/relationships/image" Target="../media/image26.emf"/><Relationship Id="rId30" Type="http://schemas.openxmlformats.org/officeDocument/2006/relationships/oleObject" Target="../embeddings/oleObject25.bin"/><Relationship Id="rId35" Type="http://schemas.openxmlformats.org/officeDocument/2006/relationships/image" Target="../media/image30.emf"/></Relationships>
</file>

<file path=ppt/slides/_rels/slide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5.emf"/><Relationship Id="rId5" Type="http://schemas.openxmlformats.org/officeDocument/2006/relationships/oleObject" Target="../embeddings/oleObject31.bin"/><Relationship Id="rId10" Type="http://schemas.openxmlformats.org/officeDocument/2006/relationships/image" Target="../media/image37.emf"/><Relationship Id="rId4" Type="http://schemas.openxmlformats.org/officeDocument/2006/relationships/image" Target="../media/image34.emf"/><Relationship Id="rId9" Type="http://schemas.openxmlformats.org/officeDocument/2006/relationships/oleObject" Target="../embeddings/oleObject33.bin"/></Relationships>
</file>

<file path=ppt/slides/_rels/slide5.xml.rels><?xml version="1.0" encoding="UTF-8" standalone="yes"?>
<Relationships xmlns="http://schemas.openxmlformats.org/package/2006/relationships"><Relationship Id="rId3" Type="http://schemas.openxmlformats.org/officeDocument/2006/relationships/image" Target="../media/image38.emf"/><Relationship Id="rId7" Type="http://schemas.openxmlformats.org/officeDocument/2006/relationships/image" Target="../media/image40.emf"/><Relationship Id="rId2" Type="http://schemas.openxmlformats.org/officeDocument/2006/relationships/oleObject" Target="../embeddings/oleObject34.bin"/><Relationship Id="rId1" Type="http://schemas.openxmlformats.org/officeDocument/2006/relationships/slideLayout" Target="../slideLayouts/slideLayout7.xml"/><Relationship Id="rId6" Type="http://schemas.openxmlformats.org/officeDocument/2006/relationships/oleObject" Target="../embeddings/oleObject36.bin"/><Relationship Id="rId5" Type="http://schemas.openxmlformats.org/officeDocument/2006/relationships/image" Target="../media/image39.emf"/><Relationship Id="rId4" Type="http://schemas.openxmlformats.org/officeDocument/2006/relationships/oleObject" Target="../embeddings/oleObject35.bin"/></Relationships>
</file>

<file path=ppt/slides/_rels/slide6.x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image" Target="../media/image47.e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oleObject" Target="../embeddings/oleObject41.bin"/><Relationship Id="rId17" Type="http://schemas.openxmlformats.org/officeDocument/2006/relationships/image" Target="../media/image50.emf"/><Relationship Id="rId2" Type="http://schemas.openxmlformats.org/officeDocument/2006/relationships/image" Target="../media/image41.wmf"/><Relationship Id="rId16"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image" Target="../media/image43.emf"/><Relationship Id="rId11" Type="http://schemas.openxmlformats.org/officeDocument/2006/relationships/image" Target="../media/image46.emf"/><Relationship Id="rId5" Type="http://schemas.openxmlformats.org/officeDocument/2006/relationships/oleObject" Target="../embeddings/oleObject38.bin"/><Relationship Id="rId15" Type="http://schemas.openxmlformats.org/officeDocument/2006/relationships/image" Target="../media/image49.emf"/><Relationship Id="rId10" Type="http://schemas.openxmlformats.org/officeDocument/2006/relationships/image" Target="../media/image45.emf"/><Relationship Id="rId4" Type="http://schemas.openxmlformats.org/officeDocument/2006/relationships/image" Target="../media/image42.emf"/><Relationship Id="rId9" Type="http://schemas.openxmlformats.org/officeDocument/2006/relationships/oleObject" Target="../embeddings/oleObject40.bin"/><Relationship Id="rId14" Type="http://schemas.openxmlformats.org/officeDocument/2006/relationships/image" Target="../media/image48.emf"/></Relationships>
</file>

<file path=ppt/slides/_rels/slide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57.emf"/><Relationship Id="rId18" Type="http://schemas.openxmlformats.org/officeDocument/2006/relationships/image" Target="../media/image60.emf"/><Relationship Id="rId3" Type="http://schemas.openxmlformats.org/officeDocument/2006/relationships/image" Target="../media/image52.emf"/><Relationship Id="rId7" Type="http://schemas.openxmlformats.org/officeDocument/2006/relationships/image" Target="../media/image54.emf"/><Relationship Id="rId12" Type="http://schemas.openxmlformats.org/officeDocument/2006/relationships/oleObject" Target="../embeddings/oleObject48.bin"/><Relationship Id="rId17" Type="http://schemas.openxmlformats.org/officeDocument/2006/relationships/oleObject" Target="../embeddings/oleObject50.bin"/><Relationship Id="rId2" Type="http://schemas.openxmlformats.org/officeDocument/2006/relationships/oleObject" Target="../embeddings/oleObject43.bin"/><Relationship Id="rId16" Type="http://schemas.openxmlformats.org/officeDocument/2006/relationships/image" Target="../media/image59.emf"/><Relationship Id="rId1" Type="http://schemas.openxmlformats.org/officeDocument/2006/relationships/slideLayout" Target="../slideLayouts/slideLayout7.xml"/><Relationship Id="rId6" Type="http://schemas.openxmlformats.org/officeDocument/2006/relationships/oleObject" Target="../embeddings/oleObject45.bin"/><Relationship Id="rId11" Type="http://schemas.openxmlformats.org/officeDocument/2006/relationships/image" Target="../media/image56.emf"/><Relationship Id="rId5" Type="http://schemas.openxmlformats.org/officeDocument/2006/relationships/image" Target="../media/image53.emf"/><Relationship Id="rId15" Type="http://schemas.openxmlformats.org/officeDocument/2006/relationships/image" Target="../media/image58.emf"/><Relationship Id="rId10" Type="http://schemas.openxmlformats.org/officeDocument/2006/relationships/oleObject" Target="../embeddings/oleObject47.bin"/><Relationship Id="rId19" Type="http://schemas.openxmlformats.org/officeDocument/2006/relationships/image" Target="../media/image61.emf"/><Relationship Id="rId4" Type="http://schemas.openxmlformats.org/officeDocument/2006/relationships/oleObject" Target="../embeddings/oleObject44.bin"/><Relationship Id="rId9" Type="http://schemas.openxmlformats.org/officeDocument/2006/relationships/image" Target="../media/image55.emf"/><Relationship Id="rId14" Type="http://schemas.openxmlformats.org/officeDocument/2006/relationships/oleObject" Target="../embeddings/oleObject49.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67.emf"/><Relationship Id="rId18" Type="http://schemas.openxmlformats.org/officeDocument/2006/relationships/oleObject" Target="../embeddings/oleObject59.bin"/><Relationship Id="rId3" Type="http://schemas.openxmlformats.org/officeDocument/2006/relationships/image" Target="../media/image62.emf"/><Relationship Id="rId7" Type="http://schemas.openxmlformats.org/officeDocument/2006/relationships/image" Target="../media/image64.emf"/><Relationship Id="rId12" Type="http://schemas.openxmlformats.org/officeDocument/2006/relationships/oleObject" Target="../embeddings/oleObject56.bin"/><Relationship Id="rId17" Type="http://schemas.openxmlformats.org/officeDocument/2006/relationships/image" Target="../media/image69.emf"/><Relationship Id="rId2" Type="http://schemas.openxmlformats.org/officeDocument/2006/relationships/oleObject" Target="../embeddings/oleObject51.bin"/><Relationship Id="rId16" Type="http://schemas.openxmlformats.org/officeDocument/2006/relationships/oleObject" Target="../embeddings/oleObject58.bin"/><Relationship Id="rId1" Type="http://schemas.openxmlformats.org/officeDocument/2006/relationships/slideLayout" Target="../slideLayouts/slideLayout7.xml"/><Relationship Id="rId6" Type="http://schemas.openxmlformats.org/officeDocument/2006/relationships/oleObject" Target="../embeddings/oleObject53.bin"/><Relationship Id="rId11" Type="http://schemas.openxmlformats.org/officeDocument/2006/relationships/image" Target="../media/image66.emf"/><Relationship Id="rId5" Type="http://schemas.openxmlformats.org/officeDocument/2006/relationships/image" Target="../media/image63.emf"/><Relationship Id="rId15" Type="http://schemas.openxmlformats.org/officeDocument/2006/relationships/image" Target="../media/image68.emf"/><Relationship Id="rId10" Type="http://schemas.openxmlformats.org/officeDocument/2006/relationships/oleObject" Target="../embeddings/oleObject55.bin"/><Relationship Id="rId19" Type="http://schemas.openxmlformats.org/officeDocument/2006/relationships/image" Target="../media/image70.emf"/><Relationship Id="rId4" Type="http://schemas.openxmlformats.org/officeDocument/2006/relationships/oleObject" Target="../embeddings/oleObject52.bin"/><Relationship Id="rId9" Type="http://schemas.openxmlformats.org/officeDocument/2006/relationships/image" Target="../media/image65.emf"/><Relationship Id="rId14" Type="http://schemas.openxmlformats.org/officeDocument/2006/relationships/oleObject" Target="../embeddings/oleObject57.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oleObject" Target="../embeddings/oleObject65.bin"/><Relationship Id="rId18" Type="http://schemas.openxmlformats.org/officeDocument/2006/relationships/image" Target="../media/image79.emf"/><Relationship Id="rId26" Type="http://schemas.openxmlformats.org/officeDocument/2006/relationships/oleObject" Target="../embeddings/oleObject71.bin"/><Relationship Id="rId39" Type="http://schemas.openxmlformats.org/officeDocument/2006/relationships/oleObject" Target="../embeddings/oleObject76.bin"/><Relationship Id="rId3" Type="http://schemas.openxmlformats.org/officeDocument/2006/relationships/image" Target="../media/image71.emf"/><Relationship Id="rId21" Type="http://schemas.openxmlformats.org/officeDocument/2006/relationships/image" Target="../media/image81.emf"/><Relationship Id="rId34" Type="http://schemas.openxmlformats.org/officeDocument/2006/relationships/image" Target="../media/image88.emf"/><Relationship Id="rId7" Type="http://schemas.openxmlformats.org/officeDocument/2006/relationships/image" Target="../media/image73.emf"/><Relationship Id="rId12" Type="http://schemas.openxmlformats.org/officeDocument/2006/relationships/image" Target="../media/image76.emf"/><Relationship Id="rId17" Type="http://schemas.openxmlformats.org/officeDocument/2006/relationships/oleObject" Target="../embeddings/oleObject67.bin"/><Relationship Id="rId25" Type="http://schemas.openxmlformats.org/officeDocument/2006/relationships/image" Target="../media/image83.emf"/><Relationship Id="rId33" Type="http://schemas.openxmlformats.org/officeDocument/2006/relationships/image" Target="../media/image87.emf"/><Relationship Id="rId38" Type="http://schemas.openxmlformats.org/officeDocument/2006/relationships/image" Target="../media/image91.png"/><Relationship Id="rId2" Type="http://schemas.openxmlformats.org/officeDocument/2006/relationships/oleObject" Target="../embeddings/oleObject60.bin"/><Relationship Id="rId16" Type="http://schemas.openxmlformats.org/officeDocument/2006/relationships/image" Target="../media/image78.emf"/><Relationship Id="rId20" Type="http://schemas.openxmlformats.org/officeDocument/2006/relationships/image" Target="../media/image80.emf"/><Relationship Id="rId29" Type="http://schemas.openxmlformats.org/officeDocument/2006/relationships/image" Target="../media/image85.emf"/><Relationship Id="rId1" Type="http://schemas.openxmlformats.org/officeDocument/2006/relationships/slideLayout" Target="../slideLayouts/slideLayout7.xml"/><Relationship Id="rId6" Type="http://schemas.openxmlformats.org/officeDocument/2006/relationships/oleObject" Target="../embeddings/oleObject62.bin"/><Relationship Id="rId11" Type="http://schemas.openxmlformats.org/officeDocument/2006/relationships/image" Target="../media/image75.emf"/><Relationship Id="rId24" Type="http://schemas.openxmlformats.org/officeDocument/2006/relationships/oleObject" Target="../embeddings/oleObject70.bin"/><Relationship Id="rId32" Type="http://schemas.openxmlformats.org/officeDocument/2006/relationships/oleObject" Target="../embeddings/oleObject74.bin"/><Relationship Id="rId37" Type="http://schemas.openxmlformats.org/officeDocument/2006/relationships/image" Target="../media/image90.emf"/><Relationship Id="rId40" Type="http://schemas.openxmlformats.org/officeDocument/2006/relationships/image" Target="../media/image92.emf"/><Relationship Id="rId5" Type="http://schemas.openxmlformats.org/officeDocument/2006/relationships/image" Target="../media/image72.emf"/><Relationship Id="rId15" Type="http://schemas.openxmlformats.org/officeDocument/2006/relationships/oleObject" Target="../embeddings/oleObject66.bin"/><Relationship Id="rId23" Type="http://schemas.openxmlformats.org/officeDocument/2006/relationships/image" Target="../media/image82.emf"/><Relationship Id="rId28" Type="http://schemas.openxmlformats.org/officeDocument/2006/relationships/oleObject" Target="../embeddings/oleObject72.bin"/><Relationship Id="rId36" Type="http://schemas.openxmlformats.org/officeDocument/2006/relationships/image" Target="../media/image89.emf"/><Relationship Id="rId10" Type="http://schemas.openxmlformats.org/officeDocument/2006/relationships/oleObject" Target="../embeddings/oleObject64.bin"/><Relationship Id="rId19" Type="http://schemas.openxmlformats.org/officeDocument/2006/relationships/oleObject" Target="../embeddings/oleObject68.bin"/><Relationship Id="rId31" Type="http://schemas.openxmlformats.org/officeDocument/2006/relationships/image" Target="../media/image86.emf"/><Relationship Id="rId4" Type="http://schemas.openxmlformats.org/officeDocument/2006/relationships/oleObject" Target="../embeddings/oleObject61.bin"/><Relationship Id="rId9" Type="http://schemas.openxmlformats.org/officeDocument/2006/relationships/image" Target="../media/image74.emf"/><Relationship Id="rId14" Type="http://schemas.openxmlformats.org/officeDocument/2006/relationships/image" Target="../media/image77.emf"/><Relationship Id="rId22" Type="http://schemas.openxmlformats.org/officeDocument/2006/relationships/oleObject" Target="../embeddings/oleObject69.bin"/><Relationship Id="rId27" Type="http://schemas.openxmlformats.org/officeDocument/2006/relationships/image" Target="../media/image84.emf"/><Relationship Id="rId30" Type="http://schemas.openxmlformats.org/officeDocument/2006/relationships/oleObject" Target="../embeddings/oleObject73.bin"/><Relationship Id="rId35" Type="http://schemas.openxmlformats.org/officeDocument/2006/relationships/oleObject" Target="../embeddings/oleObject75.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0.bin"/><Relationship Id="rId13" Type="http://schemas.openxmlformats.org/officeDocument/2006/relationships/image" Target="../media/image98.emf"/><Relationship Id="rId3" Type="http://schemas.openxmlformats.org/officeDocument/2006/relationships/image" Target="../media/image93.emf"/><Relationship Id="rId7" Type="http://schemas.openxmlformats.org/officeDocument/2006/relationships/image" Target="../media/image95.emf"/><Relationship Id="rId12" Type="http://schemas.openxmlformats.org/officeDocument/2006/relationships/oleObject" Target="../embeddings/oleObject82.bin"/><Relationship Id="rId17" Type="http://schemas.openxmlformats.org/officeDocument/2006/relationships/image" Target="../media/image100.emf"/><Relationship Id="rId2" Type="http://schemas.openxmlformats.org/officeDocument/2006/relationships/oleObject" Target="../embeddings/oleObject77.bin"/><Relationship Id="rId16" Type="http://schemas.openxmlformats.org/officeDocument/2006/relationships/oleObject" Target="../embeddings/oleObject84.bin"/><Relationship Id="rId1" Type="http://schemas.openxmlformats.org/officeDocument/2006/relationships/slideLayout" Target="../slideLayouts/slideLayout7.xml"/><Relationship Id="rId6" Type="http://schemas.openxmlformats.org/officeDocument/2006/relationships/oleObject" Target="../embeddings/oleObject79.bin"/><Relationship Id="rId11" Type="http://schemas.openxmlformats.org/officeDocument/2006/relationships/image" Target="../media/image97.emf"/><Relationship Id="rId5" Type="http://schemas.openxmlformats.org/officeDocument/2006/relationships/image" Target="../media/image94.emf"/><Relationship Id="rId15" Type="http://schemas.openxmlformats.org/officeDocument/2006/relationships/image" Target="../media/image99.emf"/><Relationship Id="rId10" Type="http://schemas.openxmlformats.org/officeDocument/2006/relationships/oleObject" Target="../embeddings/oleObject81.bin"/><Relationship Id="rId4" Type="http://schemas.openxmlformats.org/officeDocument/2006/relationships/oleObject" Target="../embeddings/oleObject78.bin"/><Relationship Id="rId9" Type="http://schemas.openxmlformats.org/officeDocument/2006/relationships/image" Target="../media/image96.emf"/><Relationship Id="rId14" Type="http://schemas.openxmlformats.org/officeDocument/2006/relationships/oleObject" Target="../embeddings/oleObject83.bin"/></Relationships>
</file>

<file path=ppt/slides/_rels/slide1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image" Target="../media/image107.emf"/><Relationship Id="rId18" Type="http://schemas.openxmlformats.org/officeDocument/2006/relationships/oleObject" Target="../embeddings/oleObject93.bin"/><Relationship Id="rId3" Type="http://schemas.openxmlformats.org/officeDocument/2006/relationships/image" Target="../media/image102.emf"/><Relationship Id="rId21" Type="http://schemas.openxmlformats.org/officeDocument/2006/relationships/image" Target="../media/image111.emf"/><Relationship Id="rId7" Type="http://schemas.openxmlformats.org/officeDocument/2006/relationships/image" Target="../media/image104.emf"/><Relationship Id="rId12" Type="http://schemas.openxmlformats.org/officeDocument/2006/relationships/oleObject" Target="../embeddings/oleObject90.bin"/><Relationship Id="rId17" Type="http://schemas.openxmlformats.org/officeDocument/2006/relationships/image" Target="../media/image109.emf"/><Relationship Id="rId25" Type="http://schemas.openxmlformats.org/officeDocument/2006/relationships/image" Target="../media/image113.emf"/><Relationship Id="rId2" Type="http://schemas.openxmlformats.org/officeDocument/2006/relationships/oleObject" Target="../embeddings/oleObject85.bin"/><Relationship Id="rId16" Type="http://schemas.openxmlformats.org/officeDocument/2006/relationships/oleObject" Target="../embeddings/oleObject92.bin"/><Relationship Id="rId20" Type="http://schemas.openxmlformats.org/officeDocument/2006/relationships/oleObject" Target="../embeddings/oleObject94.bin"/><Relationship Id="rId1" Type="http://schemas.openxmlformats.org/officeDocument/2006/relationships/slideLayout" Target="../slideLayouts/slideLayout7.xml"/><Relationship Id="rId6" Type="http://schemas.openxmlformats.org/officeDocument/2006/relationships/oleObject" Target="../embeddings/oleObject87.bin"/><Relationship Id="rId11" Type="http://schemas.openxmlformats.org/officeDocument/2006/relationships/image" Target="../media/image106.emf"/><Relationship Id="rId24" Type="http://schemas.openxmlformats.org/officeDocument/2006/relationships/oleObject" Target="../embeddings/oleObject96.bin"/><Relationship Id="rId5" Type="http://schemas.openxmlformats.org/officeDocument/2006/relationships/image" Target="../media/image103.emf"/><Relationship Id="rId15" Type="http://schemas.openxmlformats.org/officeDocument/2006/relationships/image" Target="../media/image108.emf"/><Relationship Id="rId23" Type="http://schemas.openxmlformats.org/officeDocument/2006/relationships/image" Target="../media/image112.emf"/><Relationship Id="rId10" Type="http://schemas.openxmlformats.org/officeDocument/2006/relationships/oleObject" Target="../embeddings/oleObject89.bin"/><Relationship Id="rId19" Type="http://schemas.openxmlformats.org/officeDocument/2006/relationships/image" Target="../media/image110.emf"/><Relationship Id="rId4" Type="http://schemas.openxmlformats.org/officeDocument/2006/relationships/oleObject" Target="../embeddings/oleObject86.bin"/><Relationship Id="rId9" Type="http://schemas.openxmlformats.org/officeDocument/2006/relationships/image" Target="../media/image105.emf"/><Relationship Id="rId14" Type="http://schemas.openxmlformats.org/officeDocument/2006/relationships/oleObject" Target="../embeddings/oleObject91.bin"/><Relationship Id="rId22" Type="http://schemas.openxmlformats.org/officeDocument/2006/relationships/oleObject" Target="../embeddings/oleObject95.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119.emf"/><Relationship Id="rId3" Type="http://schemas.openxmlformats.org/officeDocument/2006/relationships/image" Target="../media/image114.emf"/><Relationship Id="rId7" Type="http://schemas.openxmlformats.org/officeDocument/2006/relationships/image" Target="../media/image116.emf"/><Relationship Id="rId12" Type="http://schemas.openxmlformats.org/officeDocument/2006/relationships/oleObject" Target="../embeddings/oleObject102.bin"/><Relationship Id="rId2" Type="http://schemas.openxmlformats.org/officeDocument/2006/relationships/oleObject" Target="../embeddings/oleObject97.bin"/><Relationship Id="rId1" Type="http://schemas.openxmlformats.org/officeDocument/2006/relationships/slideLayout" Target="../slideLayouts/slideLayout7.xml"/><Relationship Id="rId6" Type="http://schemas.openxmlformats.org/officeDocument/2006/relationships/oleObject" Target="../embeddings/oleObject99.bin"/><Relationship Id="rId11" Type="http://schemas.openxmlformats.org/officeDocument/2006/relationships/image" Target="../media/image118.emf"/><Relationship Id="rId5" Type="http://schemas.openxmlformats.org/officeDocument/2006/relationships/image" Target="../media/image115.emf"/><Relationship Id="rId15" Type="http://schemas.openxmlformats.org/officeDocument/2006/relationships/image" Target="../media/image120.emf"/><Relationship Id="rId10" Type="http://schemas.openxmlformats.org/officeDocument/2006/relationships/oleObject" Target="../embeddings/oleObject101.bin"/><Relationship Id="rId4" Type="http://schemas.openxmlformats.org/officeDocument/2006/relationships/oleObject" Target="../embeddings/oleObject98.bin"/><Relationship Id="rId9" Type="http://schemas.openxmlformats.org/officeDocument/2006/relationships/image" Target="../media/image117.emf"/><Relationship Id="rId14" Type="http://schemas.openxmlformats.org/officeDocument/2006/relationships/oleObject" Target="../embeddings/oleObject103.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07.bin"/><Relationship Id="rId3" Type="http://schemas.openxmlformats.org/officeDocument/2006/relationships/image" Target="../media/image121.emf"/><Relationship Id="rId7" Type="http://schemas.openxmlformats.org/officeDocument/2006/relationships/image" Target="../media/image123.emf"/><Relationship Id="rId2" Type="http://schemas.openxmlformats.org/officeDocument/2006/relationships/oleObject" Target="../embeddings/oleObject104.bin"/><Relationship Id="rId1" Type="http://schemas.openxmlformats.org/officeDocument/2006/relationships/slideLayout" Target="../slideLayouts/slideLayout7.xml"/><Relationship Id="rId6" Type="http://schemas.openxmlformats.org/officeDocument/2006/relationships/oleObject" Target="../embeddings/oleObject106.bin"/><Relationship Id="rId11" Type="http://schemas.openxmlformats.org/officeDocument/2006/relationships/image" Target="../media/image125.emf"/><Relationship Id="rId5" Type="http://schemas.openxmlformats.org/officeDocument/2006/relationships/image" Target="../media/image122.emf"/><Relationship Id="rId10" Type="http://schemas.openxmlformats.org/officeDocument/2006/relationships/oleObject" Target="../embeddings/oleObject108.bin"/><Relationship Id="rId4" Type="http://schemas.openxmlformats.org/officeDocument/2006/relationships/oleObject" Target="../embeddings/oleObject105.bin"/><Relationship Id="rId9" Type="http://schemas.openxmlformats.org/officeDocument/2006/relationships/image" Target="../media/image124.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12.bin"/><Relationship Id="rId3" Type="http://schemas.openxmlformats.org/officeDocument/2006/relationships/image" Target="../media/image126.emf"/><Relationship Id="rId7" Type="http://schemas.openxmlformats.org/officeDocument/2006/relationships/image" Target="../media/image128.emf"/><Relationship Id="rId2" Type="http://schemas.openxmlformats.org/officeDocument/2006/relationships/oleObject" Target="../embeddings/oleObject109.bin"/><Relationship Id="rId1" Type="http://schemas.openxmlformats.org/officeDocument/2006/relationships/slideLayout" Target="../slideLayouts/slideLayout7.xml"/><Relationship Id="rId6" Type="http://schemas.openxmlformats.org/officeDocument/2006/relationships/oleObject" Target="../embeddings/oleObject111.bin"/><Relationship Id="rId5" Type="http://schemas.openxmlformats.org/officeDocument/2006/relationships/image" Target="../media/image127.emf"/><Relationship Id="rId4" Type="http://schemas.openxmlformats.org/officeDocument/2006/relationships/oleObject" Target="../embeddings/oleObject110.bin"/><Relationship Id="rId9" Type="http://schemas.openxmlformats.org/officeDocument/2006/relationships/image" Target="../media/image129.emf"/></Relationships>
</file>

<file path=ppt/slides/_rels/slide17.xml.rels><?xml version="1.0" encoding="UTF-8" standalone="yes"?>
<Relationships xmlns="http://schemas.openxmlformats.org/package/2006/relationships"><Relationship Id="rId13" Type="http://schemas.openxmlformats.org/officeDocument/2006/relationships/image" Target="../media/image135.emf"/><Relationship Id="rId18" Type="http://schemas.openxmlformats.org/officeDocument/2006/relationships/oleObject" Target="../embeddings/oleObject121.bin"/><Relationship Id="rId26" Type="http://schemas.openxmlformats.org/officeDocument/2006/relationships/oleObject" Target="../embeddings/oleObject125.bin"/><Relationship Id="rId39" Type="http://schemas.openxmlformats.org/officeDocument/2006/relationships/image" Target="../media/image148.emf"/><Relationship Id="rId3" Type="http://schemas.openxmlformats.org/officeDocument/2006/relationships/image" Target="../media/image130.emf"/><Relationship Id="rId21" Type="http://schemas.openxmlformats.org/officeDocument/2006/relationships/image" Target="../media/image139.emf"/><Relationship Id="rId34" Type="http://schemas.openxmlformats.org/officeDocument/2006/relationships/oleObject" Target="../embeddings/oleObject129.bin"/><Relationship Id="rId42" Type="http://schemas.openxmlformats.org/officeDocument/2006/relationships/image" Target="../media/image150.emf"/><Relationship Id="rId47" Type="http://schemas.openxmlformats.org/officeDocument/2006/relationships/oleObject" Target="../embeddings/oleObject135.bin"/><Relationship Id="rId50" Type="http://schemas.openxmlformats.org/officeDocument/2006/relationships/image" Target="../media/image154.emf"/><Relationship Id="rId7" Type="http://schemas.openxmlformats.org/officeDocument/2006/relationships/image" Target="../media/image132.emf"/><Relationship Id="rId12" Type="http://schemas.openxmlformats.org/officeDocument/2006/relationships/oleObject" Target="../embeddings/oleObject118.bin"/><Relationship Id="rId17" Type="http://schemas.openxmlformats.org/officeDocument/2006/relationships/image" Target="../media/image137.emf"/><Relationship Id="rId25" Type="http://schemas.openxmlformats.org/officeDocument/2006/relationships/image" Target="../media/image141.emf"/><Relationship Id="rId33" Type="http://schemas.openxmlformats.org/officeDocument/2006/relationships/image" Target="../media/image145.emf"/><Relationship Id="rId38" Type="http://schemas.openxmlformats.org/officeDocument/2006/relationships/oleObject" Target="../embeddings/oleObject131.bin"/><Relationship Id="rId46" Type="http://schemas.openxmlformats.org/officeDocument/2006/relationships/image" Target="../media/image152.emf"/><Relationship Id="rId2" Type="http://schemas.openxmlformats.org/officeDocument/2006/relationships/oleObject" Target="../embeddings/oleObject113.bin"/><Relationship Id="rId16" Type="http://schemas.openxmlformats.org/officeDocument/2006/relationships/oleObject" Target="../embeddings/oleObject120.bin"/><Relationship Id="rId20" Type="http://schemas.openxmlformats.org/officeDocument/2006/relationships/oleObject" Target="../embeddings/oleObject122.bin"/><Relationship Id="rId29" Type="http://schemas.openxmlformats.org/officeDocument/2006/relationships/image" Target="../media/image143.emf"/><Relationship Id="rId41" Type="http://schemas.openxmlformats.org/officeDocument/2006/relationships/image" Target="../media/image149.emf"/><Relationship Id="rId1" Type="http://schemas.openxmlformats.org/officeDocument/2006/relationships/slideLayout" Target="../slideLayouts/slideLayout7.xml"/><Relationship Id="rId6" Type="http://schemas.openxmlformats.org/officeDocument/2006/relationships/oleObject" Target="../embeddings/oleObject115.bin"/><Relationship Id="rId11" Type="http://schemas.openxmlformats.org/officeDocument/2006/relationships/image" Target="../media/image134.emf"/><Relationship Id="rId24" Type="http://schemas.openxmlformats.org/officeDocument/2006/relationships/oleObject" Target="../embeddings/oleObject124.bin"/><Relationship Id="rId32" Type="http://schemas.openxmlformats.org/officeDocument/2006/relationships/oleObject" Target="../embeddings/oleObject128.bin"/><Relationship Id="rId37" Type="http://schemas.openxmlformats.org/officeDocument/2006/relationships/image" Target="../media/image147.emf"/><Relationship Id="rId40" Type="http://schemas.openxmlformats.org/officeDocument/2006/relationships/oleObject" Target="../embeddings/oleObject132.bin"/><Relationship Id="rId45" Type="http://schemas.openxmlformats.org/officeDocument/2006/relationships/oleObject" Target="../embeddings/oleObject134.bin"/><Relationship Id="rId5" Type="http://schemas.openxmlformats.org/officeDocument/2006/relationships/image" Target="../media/image131.emf"/><Relationship Id="rId15" Type="http://schemas.openxmlformats.org/officeDocument/2006/relationships/image" Target="../media/image136.emf"/><Relationship Id="rId23" Type="http://schemas.openxmlformats.org/officeDocument/2006/relationships/image" Target="../media/image140.emf"/><Relationship Id="rId28" Type="http://schemas.openxmlformats.org/officeDocument/2006/relationships/oleObject" Target="../embeddings/oleObject126.bin"/><Relationship Id="rId36" Type="http://schemas.openxmlformats.org/officeDocument/2006/relationships/oleObject" Target="../embeddings/oleObject130.bin"/><Relationship Id="rId49" Type="http://schemas.openxmlformats.org/officeDocument/2006/relationships/oleObject" Target="../embeddings/oleObject136.bin"/><Relationship Id="rId10" Type="http://schemas.openxmlformats.org/officeDocument/2006/relationships/oleObject" Target="../embeddings/oleObject117.bin"/><Relationship Id="rId19" Type="http://schemas.openxmlformats.org/officeDocument/2006/relationships/image" Target="../media/image138.emf"/><Relationship Id="rId31" Type="http://schemas.openxmlformats.org/officeDocument/2006/relationships/image" Target="../media/image144.emf"/><Relationship Id="rId44" Type="http://schemas.openxmlformats.org/officeDocument/2006/relationships/image" Target="../media/image151.emf"/><Relationship Id="rId4" Type="http://schemas.openxmlformats.org/officeDocument/2006/relationships/oleObject" Target="../embeddings/oleObject114.bin"/><Relationship Id="rId9" Type="http://schemas.openxmlformats.org/officeDocument/2006/relationships/image" Target="../media/image133.emf"/><Relationship Id="rId14" Type="http://schemas.openxmlformats.org/officeDocument/2006/relationships/oleObject" Target="../embeddings/oleObject119.bin"/><Relationship Id="rId22" Type="http://schemas.openxmlformats.org/officeDocument/2006/relationships/oleObject" Target="../embeddings/oleObject123.bin"/><Relationship Id="rId27" Type="http://schemas.openxmlformats.org/officeDocument/2006/relationships/image" Target="../media/image142.emf"/><Relationship Id="rId30" Type="http://schemas.openxmlformats.org/officeDocument/2006/relationships/oleObject" Target="../embeddings/oleObject127.bin"/><Relationship Id="rId35" Type="http://schemas.openxmlformats.org/officeDocument/2006/relationships/image" Target="../media/image146.emf"/><Relationship Id="rId43" Type="http://schemas.openxmlformats.org/officeDocument/2006/relationships/oleObject" Target="../embeddings/oleObject133.bin"/><Relationship Id="rId48" Type="http://schemas.openxmlformats.org/officeDocument/2006/relationships/image" Target="../media/image153.emf"/><Relationship Id="rId8" Type="http://schemas.openxmlformats.org/officeDocument/2006/relationships/oleObject" Target="../embeddings/oleObject116.bin"/></Relationships>
</file>

<file path=ppt/slides/_rels/slide18.xml.rels><?xml version="1.0" encoding="UTF-8" standalone="yes"?>
<Relationships xmlns="http://schemas.openxmlformats.org/package/2006/relationships"><Relationship Id="rId8" Type="http://schemas.openxmlformats.org/officeDocument/2006/relationships/image" Target="../media/image158.emf"/><Relationship Id="rId3" Type="http://schemas.openxmlformats.org/officeDocument/2006/relationships/image" Target="../media/image155.emf"/><Relationship Id="rId7" Type="http://schemas.openxmlformats.org/officeDocument/2006/relationships/oleObject" Target="../embeddings/oleObject139.bin"/><Relationship Id="rId2" Type="http://schemas.openxmlformats.org/officeDocument/2006/relationships/oleObject" Target="../embeddings/oleObject137.bin"/><Relationship Id="rId1" Type="http://schemas.openxmlformats.org/officeDocument/2006/relationships/slideLayout" Target="../slideLayouts/slideLayout7.xml"/><Relationship Id="rId6" Type="http://schemas.openxmlformats.org/officeDocument/2006/relationships/image" Target="../media/image157.emf"/><Relationship Id="rId5" Type="http://schemas.openxmlformats.org/officeDocument/2006/relationships/image" Target="../media/image156.emf"/><Relationship Id="rId10" Type="http://schemas.openxmlformats.org/officeDocument/2006/relationships/image" Target="../media/image159.emf"/><Relationship Id="rId4" Type="http://schemas.openxmlformats.org/officeDocument/2006/relationships/oleObject" Target="../embeddings/oleObject138.bin"/><Relationship Id="rId9" Type="http://schemas.openxmlformats.org/officeDocument/2006/relationships/oleObject" Target="../embeddings/oleObject140.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44.bin"/><Relationship Id="rId13" Type="http://schemas.openxmlformats.org/officeDocument/2006/relationships/image" Target="../media/image165.emf"/><Relationship Id="rId3" Type="http://schemas.openxmlformats.org/officeDocument/2006/relationships/image" Target="../media/image160.emf"/><Relationship Id="rId7" Type="http://schemas.openxmlformats.org/officeDocument/2006/relationships/image" Target="../media/image162.emf"/><Relationship Id="rId12" Type="http://schemas.openxmlformats.org/officeDocument/2006/relationships/oleObject" Target="../embeddings/oleObject146.bin"/><Relationship Id="rId17" Type="http://schemas.openxmlformats.org/officeDocument/2006/relationships/image" Target="../media/image167.emf"/><Relationship Id="rId2" Type="http://schemas.openxmlformats.org/officeDocument/2006/relationships/oleObject" Target="../embeddings/oleObject141.bin"/><Relationship Id="rId16" Type="http://schemas.openxmlformats.org/officeDocument/2006/relationships/oleObject" Target="../embeddings/oleObject148.bin"/><Relationship Id="rId1" Type="http://schemas.openxmlformats.org/officeDocument/2006/relationships/slideLayout" Target="../slideLayouts/slideLayout7.xml"/><Relationship Id="rId6" Type="http://schemas.openxmlformats.org/officeDocument/2006/relationships/oleObject" Target="../embeddings/oleObject143.bin"/><Relationship Id="rId11" Type="http://schemas.openxmlformats.org/officeDocument/2006/relationships/image" Target="../media/image164.emf"/><Relationship Id="rId5" Type="http://schemas.openxmlformats.org/officeDocument/2006/relationships/image" Target="../media/image161.emf"/><Relationship Id="rId15" Type="http://schemas.openxmlformats.org/officeDocument/2006/relationships/image" Target="../media/image166.emf"/><Relationship Id="rId10" Type="http://schemas.openxmlformats.org/officeDocument/2006/relationships/oleObject" Target="../embeddings/oleObject145.bin"/><Relationship Id="rId4" Type="http://schemas.openxmlformats.org/officeDocument/2006/relationships/oleObject" Target="../embeddings/oleObject142.bin"/><Relationship Id="rId9" Type="http://schemas.openxmlformats.org/officeDocument/2006/relationships/image" Target="../media/image163.emf"/><Relationship Id="rId14" Type="http://schemas.openxmlformats.org/officeDocument/2006/relationships/oleObject" Target="../embeddings/oleObject147.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image" Target="../media/image173.emf"/><Relationship Id="rId3" Type="http://schemas.openxmlformats.org/officeDocument/2006/relationships/image" Target="../media/image168.emf"/><Relationship Id="rId7" Type="http://schemas.openxmlformats.org/officeDocument/2006/relationships/image" Target="../media/image170.emf"/><Relationship Id="rId12" Type="http://schemas.openxmlformats.org/officeDocument/2006/relationships/oleObject" Target="../embeddings/oleObject154.bin"/><Relationship Id="rId2" Type="http://schemas.openxmlformats.org/officeDocument/2006/relationships/oleObject" Target="../embeddings/oleObject149.bin"/><Relationship Id="rId1" Type="http://schemas.openxmlformats.org/officeDocument/2006/relationships/slideLayout" Target="../slideLayouts/slideLayout7.xml"/><Relationship Id="rId6" Type="http://schemas.openxmlformats.org/officeDocument/2006/relationships/oleObject" Target="../embeddings/oleObject151.bin"/><Relationship Id="rId11" Type="http://schemas.openxmlformats.org/officeDocument/2006/relationships/image" Target="../media/image172.emf"/><Relationship Id="rId5" Type="http://schemas.openxmlformats.org/officeDocument/2006/relationships/image" Target="../media/image169.emf"/><Relationship Id="rId10" Type="http://schemas.openxmlformats.org/officeDocument/2006/relationships/oleObject" Target="../embeddings/oleObject153.bin"/><Relationship Id="rId4" Type="http://schemas.openxmlformats.org/officeDocument/2006/relationships/oleObject" Target="../embeddings/oleObject150.bin"/><Relationship Id="rId9" Type="http://schemas.openxmlformats.org/officeDocument/2006/relationships/image" Target="../media/image171.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58.bin"/><Relationship Id="rId13" Type="http://schemas.openxmlformats.org/officeDocument/2006/relationships/image" Target="../media/image179.emf"/><Relationship Id="rId18" Type="http://schemas.openxmlformats.org/officeDocument/2006/relationships/oleObject" Target="../embeddings/oleObject163.bin"/><Relationship Id="rId26" Type="http://schemas.openxmlformats.org/officeDocument/2006/relationships/oleObject" Target="../embeddings/oleObject167.bin"/><Relationship Id="rId3" Type="http://schemas.openxmlformats.org/officeDocument/2006/relationships/image" Target="../media/image174.emf"/><Relationship Id="rId21" Type="http://schemas.openxmlformats.org/officeDocument/2006/relationships/image" Target="../media/image183.emf"/><Relationship Id="rId7" Type="http://schemas.openxmlformats.org/officeDocument/2006/relationships/image" Target="../media/image176.emf"/><Relationship Id="rId12" Type="http://schemas.openxmlformats.org/officeDocument/2006/relationships/oleObject" Target="../embeddings/oleObject160.bin"/><Relationship Id="rId17" Type="http://schemas.openxmlformats.org/officeDocument/2006/relationships/image" Target="../media/image181.emf"/><Relationship Id="rId25" Type="http://schemas.openxmlformats.org/officeDocument/2006/relationships/image" Target="../media/image185.emf"/><Relationship Id="rId2" Type="http://schemas.openxmlformats.org/officeDocument/2006/relationships/oleObject" Target="../embeddings/oleObject155.bin"/><Relationship Id="rId16" Type="http://schemas.openxmlformats.org/officeDocument/2006/relationships/oleObject" Target="../embeddings/oleObject162.bin"/><Relationship Id="rId20" Type="http://schemas.openxmlformats.org/officeDocument/2006/relationships/oleObject" Target="../embeddings/oleObject164.bin"/><Relationship Id="rId29" Type="http://schemas.openxmlformats.org/officeDocument/2006/relationships/image" Target="../media/image187.emf"/><Relationship Id="rId1" Type="http://schemas.openxmlformats.org/officeDocument/2006/relationships/slideLayout" Target="../slideLayouts/slideLayout7.xml"/><Relationship Id="rId6" Type="http://schemas.openxmlformats.org/officeDocument/2006/relationships/oleObject" Target="../embeddings/oleObject157.bin"/><Relationship Id="rId11" Type="http://schemas.openxmlformats.org/officeDocument/2006/relationships/image" Target="../media/image178.emf"/><Relationship Id="rId24" Type="http://schemas.openxmlformats.org/officeDocument/2006/relationships/oleObject" Target="../embeddings/oleObject166.bin"/><Relationship Id="rId5" Type="http://schemas.openxmlformats.org/officeDocument/2006/relationships/image" Target="../media/image175.emf"/><Relationship Id="rId15" Type="http://schemas.openxmlformats.org/officeDocument/2006/relationships/image" Target="../media/image180.emf"/><Relationship Id="rId23" Type="http://schemas.openxmlformats.org/officeDocument/2006/relationships/image" Target="../media/image184.emf"/><Relationship Id="rId28" Type="http://schemas.openxmlformats.org/officeDocument/2006/relationships/oleObject" Target="../embeddings/oleObject168.bin"/><Relationship Id="rId10" Type="http://schemas.openxmlformats.org/officeDocument/2006/relationships/oleObject" Target="../embeddings/oleObject159.bin"/><Relationship Id="rId19" Type="http://schemas.openxmlformats.org/officeDocument/2006/relationships/image" Target="../media/image182.emf"/><Relationship Id="rId4" Type="http://schemas.openxmlformats.org/officeDocument/2006/relationships/oleObject" Target="../embeddings/oleObject156.bin"/><Relationship Id="rId9" Type="http://schemas.openxmlformats.org/officeDocument/2006/relationships/image" Target="../media/image177.emf"/><Relationship Id="rId14" Type="http://schemas.openxmlformats.org/officeDocument/2006/relationships/oleObject" Target="../embeddings/oleObject161.bin"/><Relationship Id="rId22" Type="http://schemas.openxmlformats.org/officeDocument/2006/relationships/oleObject" Target="../embeddings/oleObject165.bin"/><Relationship Id="rId27" Type="http://schemas.openxmlformats.org/officeDocument/2006/relationships/image" Target="../media/image186.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72.bin"/><Relationship Id="rId13" Type="http://schemas.openxmlformats.org/officeDocument/2006/relationships/image" Target="../media/image193.emf"/><Relationship Id="rId18" Type="http://schemas.openxmlformats.org/officeDocument/2006/relationships/oleObject" Target="../embeddings/oleObject177.bin"/><Relationship Id="rId3" Type="http://schemas.openxmlformats.org/officeDocument/2006/relationships/image" Target="../media/image188.emf"/><Relationship Id="rId21" Type="http://schemas.openxmlformats.org/officeDocument/2006/relationships/image" Target="../media/image197.emf"/><Relationship Id="rId7" Type="http://schemas.openxmlformats.org/officeDocument/2006/relationships/image" Target="../media/image190.emf"/><Relationship Id="rId12" Type="http://schemas.openxmlformats.org/officeDocument/2006/relationships/oleObject" Target="../embeddings/oleObject174.bin"/><Relationship Id="rId17" Type="http://schemas.openxmlformats.org/officeDocument/2006/relationships/image" Target="../media/image195.emf"/><Relationship Id="rId2" Type="http://schemas.openxmlformats.org/officeDocument/2006/relationships/oleObject" Target="../embeddings/oleObject169.bin"/><Relationship Id="rId16" Type="http://schemas.openxmlformats.org/officeDocument/2006/relationships/oleObject" Target="../embeddings/oleObject176.bin"/><Relationship Id="rId20" Type="http://schemas.openxmlformats.org/officeDocument/2006/relationships/oleObject" Target="../embeddings/oleObject178.bin"/><Relationship Id="rId1" Type="http://schemas.openxmlformats.org/officeDocument/2006/relationships/slideLayout" Target="../slideLayouts/slideLayout7.xml"/><Relationship Id="rId6" Type="http://schemas.openxmlformats.org/officeDocument/2006/relationships/oleObject" Target="../embeddings/oleObject171.bin"/><Relationship Id="rId11" Type="http://schemas.openxmlformats.org/officeDocument/2006/relationships/image" Target="../media/image192.emf"/><Relationship Id="rId5" Type="http://schemas.openxmlformats.org/officeDocument/2006/relationships/image" Target="../media/image189.emf"/><Relationship Id="rId15" Type="http://schemas.openxmlformats.org/officeDocument/2006/relationships/image" Target="../media/image194.emf"/><Relationship Id="rId10" Type="http://schemas.openxmlformats.org/officeDocument/2006/relationships/oleObject" Target="../embeddings/oleObject173.bin"/><Relationship Id="rId19" Type="http://schemas.openxmlformats.org/officeDocument/2006/relationships/image" Target="../media/image196.emf"/><Relationship Id="rId4" Type="http://schemas.openxmlformats.org/officeDocument/2006/relationships/oleObject" Target="../embeddings/oleObject170.bin"/><Relationship Id="rId9" Type="http://schemas.openxmlformats.org/officeDocument/2006/relationships/image" Target="../media/image191.emf"/><Relationship Id="rId14" Type="http://schemas.openxmlformats.org/officeDocument/2006/relationships/oleObject" Target="../embeddings/oleObject175.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82.bin"/><Relationship Id="rId13" Type="http://schemas.openxmlformats.org/officeDocument/2006/relationships/image" Target="../media/image203.emf"/><Relationship Id="rId18" Type="http://schemas.openxmlformats.org/officeDocument/2006/relationships/oleObject" Target="../embeddings/oleObject187.bin"/><Relationship Id="rId3" Type="http://schemas.openxmlformats.org/officeDocument/2006/relationships/image" Target="../media/image198.emf"/><Relationship Id="rId21" Type="http://schemas.openxmlformats.org/officeDocument/2006/relationships/image" Target="../media/image207.emf"/><Relationship Id="rId7" Type="http://schemas.openxmlformats.org/officeDocument/2006/relationships/image" Target="../media/image200.emf"/><Relationship Id="rId12" Type="http://schemas.openxmlformats.org/officeDocument/2006/relationships/oleObject" Target="../embeddings/oleObject184.bin"/><Relationship Id="rId17" Type="http://schemas.openxmlformats.org/officeDocument/2006/relationships/image" Target="../media/image205.emf"/><Relationship Id="rId2" Type="http://schemas.openxmlformats.org/officeDocument/2006/relationships/oleObject" Target="../embeddings/oleObject179.bin"/><Relationship Id="rId16" Type="http://schemas.openxmlformats.org/officeDocument/2006/relationships/oleObject" Target="../embeddings/oleObject186.bin"/><Relationship Id="rId20" Type="http://schemas.openxmlformats.org/officeDocument/2006/relationships/oleObject" Target="../embeddings/oleObject188.bin"/><Relationship Id="rId1" Type="http://schemas.openxmlformats.org/officeDocument/2006/relationships/slideLayout" Target="../slideLayouts/slideLayout7.xml"/><Relationship Id="rId6" Type="http://schemas.openxmlformats.org/officeDocument/2006/relationships/oleObject" Target="../embeddings/oleObject181.bin"/><Relationship Id="rId11" Type="http://schemas.openxmlformats.org/officeDocument/2006/relationships/image" Target="../media/image202.emf"/><Relationship Id="rId5" Type="http://schemas.openxmlformats.org/officeDocument/2006/relationships/image" Target="../media/image199.emf"/><Relationship Id="rId15" Type="http://schemas.openxmlformats.org/officeDocument/2006/relationships/image" Target="../media/image204.emf"/><Relationship Id="rId23" Type="http://schemas.openxmlformats.org/officeDocument/2006/relationships/image" Target="../media/image208.emf"/><Relationship Id="rId10" Type="http://schemas.openxmlformats.org/officeDocument/2006/relationships/oleObject" Target="../embeddings/oleObject183.bin"/><Relationship Id="rId19" Type="http://schemas.openxmlformats.org/officeDocument/2006/relationships/image" Target="../media/image206.emf"/><Relationship Id="rId4" Type="http://schemas.openxmlformats.org/officeDocument/2006/relationships/oleObject" Target="../embeddings/oleObject180.bin"/><Relationship Id="rId9" Type="http://schemas.openxmlformats.org/officeDocument/2006/relationships/image" Target="../media/image201.emf"/><Relationship Id="rId14" Type="http://schemas.openxmlformats.org/officeDocument/2006/relationships/oleObject" Target="../embeddings/oleObject185.bin"/><Relationship Id="rId22" Type="http://schemas.openxmlformats.org/officeDocument/2006/relationships/oleObject" Target="../embeddings/oleObject189.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93.bin"/><Relationship Id="rId13" Type="http://schemas.openxmlformats.org/officeDocument/2006/relationships/image" Target="../media/image214.emf"/><Relationship Id="rId18" Type="http://schemas.openxmlformats.org/officeDocument/2006/relationships/oleObject" Target="../embeddings/oleObject198.bin"/><Relationship Id="rId3" Type="http://schemas.openxmlformats.org/officeDocument/2006/relationships/image" Target="../media/image209.emf"/><Relationship Id="rId7" Type="http://schemas.openxmlformats.org/officeDocument/2006/relationships/image" Target="../media/image211.emf"/><Relationship Id="rId12" Type="http://schemas.openxmlformats.org/officeDocument/2006/relationships/oleObject" Target="../embeddings/oleObject195.bin"/><Relationship Id="rId17" Type="http://schemas.openxmlformats.org/officeDocument/2006/relationships/image" Target="../media/image216.emf"/><Relationship Id="rId2" Type="http://schemas.openxmlformats.org/officeDocument/2006/relationships/oleObject" Target="../embeddings/oleObject190.bin"/><Relationship Id="rId16" Type="http://schemas.openxmlformats.org/officeDocument/2006/relationships/oleObject" Target="../embeddings/oleObject197.bin"/><Relationship Id="rId1" Type="http://schemas.openxmlformats.org/officeDocument/2006/relationships/slideLayout" Target="../slideLayouts/slideLayout7.xml"/><Relationship Id="rId6" Type="http://schemas.openxmlformats.org/officeDocument/2006/relationships/oleObject" Target="../embeddings/oleObject192.bin"/><Relationship Id="rId11" Type="http://schemas.openxmlformats.org/officeDocument/2006/relationships/image" Target="../media/image213.emf"/><Relationship Id="rId5" Type="http://schemas.openxmlformats.org/officeDocument/2006/relationships/image" Target="../media/image210.emf"/><Relationship Id="rId15" Type="http://schemas.openxmlformats.org/officeDocument/2006/relationships/image" Target="../media/image215.emf"/><Relationship Id="rId10" Type="http://schemas.openxmlformats.org/officeDocument/2006/relationships/oleObject" Target="../embeddings/oleObject194.bin"/><Relationship Id="rId19" Type="http://schemas.openxmlformats.org/officeDocument/2006/relationships/image" Target="../media/image217.emf"/><Relationship Id="rId4" Type="http://schemas.openxmlformats.org/officeDocument/2006/relationships/oleObject" Target="../embeddings/oleObject191.bin"/><Relationship Id="rId9" Type="http://schemas.openxmlformats.org/officeDocument/2006/relationships/image" Target="../media/image212.emf"/><Relationship Id="rId14" Type="http://schemas.openxmlformats.org/officeDocument/2006/relationships/oleObject" Target="../embeddings/oleObject196.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02.bin"/><Relationship Id="rId13" Type="http://schemas.openxmlformats.org/officeDocument/2006/relationships/image" Target="../media/image223.emf"/><Relationship Id="rId18" Type="http://schemas.openxmlformats.org/officeDocument/2006/relationships/oleObject" Target="../embeddings/oleObject207.bin"/><Relationship Id="rId26" Type="http://schemas.openxmlformats.org/officeDocument/2006/relationships/oleObject" Target="../embeddings/oleObject211.bin"/><Relationship Id="rId3" Type="http://schemas.openxmlformats.org/officeDocument/2006/relationships/image" Target="../media/image218.emf"/><Relationship Id="rId21" Type="http://schemas.openxmlformats.org/officeDocument/2006/relationships/image" Target="../media/image227.emf"/><Relationship Id="rId34" Type="http://schemas.openxmlformats.org/officeDocument/2006/relationships/oleObject" Target="../embeddings/oleObject215.bin"/><Relationship Id="rId7" Type="http://schemas.openxmlformats.org/officeDocument/2006/relationships/image" Target="../media/image220.emf"/><Relationship Id="rId12" Type="http://schemas.openxmlformats.org/officeDocument/2006/relationships/oleObject" Target="../embeddings/oleObject204.bin"/><Relationship Id="rId17" Type="http://schemas.openxmlformats.org/officeDocument/2006/relationships/image" Target="../media/image225.emf"/><Relationship Id="rId25" Type="http://schemas.openxmlformats.org/officeDocument/2006/relationships/image" Target="../media/image229.emf"/><Relationship Id="rId33" Type="http://schemas.openxmlformats.org/officeDocument/2006/relationships/image" Target="../media/image233.emf"/><Relationship Id="rId2" Type="http://schemas.openxmlformats.org/officeDocument/2006/relationships/oleObject" Target="../embeddings/oleObject199.bin"/><Relationship Id="rId16" Type="http://schemas.openxmlformats.org/officeDocument/2006/relationships/oleObject" Target="../embeddings/oleObject206.bin"/><Relationship Id="rId20" Type="http://schemas.openxmlformats.org/officeDocument/2006/relationships/oleObject" Target="../embeddings/oleObject208.bin"/><Relationship Id="rId29" Type="http://schemas.openxmlformats.org/officeDocument/2006/relationships/image" Target="../media/image231.emf"/><Relationship Id="rId1" Type="http://schemas.openxmlformats.org/officeDocument/2006/relationships/slideLayout" Target="../slideLayouts/slideLayout7.xml"/><Relationship Id="rId6" Type="http://schemas.openxmlformats.org/officeDocument/2006/relationships/oleObject" Target="../embeddings/oleObject201.bin"/><Relationship Id="rId11" Type="http://schemas.openxmlformats.org/officeDocument/2006/relationships/image" Target="../media/image222.emf"/><Relationship Id="rId24" Type="http://schemas.openxmlformats.org/officeDocument/2006/relationships/oleObject" Target="../embeddings/oleObject210.bin"/><Relationship Id="rId32" Type="http://schemas.openxmlformats.org/officeDocument/2006/relationships/oleObject" Target="../embeddings/oleObject214.bin"/><Relationship Id="rId5" Type="http://schemas.openxmlformats.org/officeDocument/2006/relationships/image" Target="../media/image219.emf"/><Relationship Id="rId15" Type="http://schemas.openxmlformats.org/officeDocument/2006/relationships/image" Target="../media/image224.emf"/><Relationship Id="rId23" Type="http://schemas.openxmlformats.org/officeDocument/2006/relationships/image" Target="../media/image228.emf"/><Relationship Id="rId28" Type="http://schemas.openxmlformats.org/officeDocument/2006/relationships/oleObject" Target="../embeddings/oleObject212.bin"/><Relationship Id="rId10" Type="http://schemas.openxmlformats.org/officeDocument/2006/relationships/oleObject" Target="../embeddings/oleObject203.bin"/><Relationship Id="rId19" Type="http://schemas.openxmlformats.org/officeDocument/2006/relationships/image" Target="../media/image226.emf"/><Relationship Id="rId31" Type="http://schemas.openxmlformats.org/officeDocument/2006/relationships/image" Target="../media/image232.emf"/><Relationship Id="rId4" Type="http://schemas.openxmlformats.org/officeDocument/2006/relationships/oleObject" Target="../embeddings/oleObject200.bin"/><Relationship Id="rId9" Type="http://schemas.openxmlformats.org/officeDocument/2006/relationships/image" Target="../media/image221.emf"/><Relationship Id="rId14" Type="http://schemas.openxmlformats.org/officeDocument/2006/relationships/oleObject" Target="../embeddings/oleObject205.bin"/><Relationship Id="rId22" Type="http://schemas.openxmlformats.org/officeDocument/2006/relationships/oleObject" Target="../embeddings/oleObject209.bin"/><Relationship Id="rId27" Type="http://schemas.openxmlformats.org/officeDocument/2006/relationships/image" Target="../media/image230.emf"/><Relationship Id="rId30" Type="http://schemas.openxmlformats.org/officeDocument/2006/relationships/oleObject" Target="../embeddings/oleObject213.bin"/><Relationship Id="rId35" Type="http://schemas.openxmlformats.org/officeDocument/2006/relationships/image" Target="../media/image234.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19.bin"/><Relationship Id="rId3" Type="http://schemas.openxmlformats.org/officeDocument/2006/relationships/image" Target="../media/image235.emf"/><Relationship Id="rId7" Type="http://schemas.openxmlformats.org/officeDocument/2006/relationships/image" Target="../media/image237.emf"/><Relationship Id="rId2" Type="http://schemas.openxmlformats.org/officeDocument/2006/relationships/oleObject" Target="../embeddings/oleObject216.bin"/><Relationship Id="rId1" Type="http://schemas.openxmlformats.org/officeDocument/2006/relationships/slideLayout" Target="../slideLayouts/slideLayout7.xml"/><Relationship Id="rId6" Type="http://schemas.openxmlformats.org/officeDocument/2006/relationships/oleObject" Target="../embeddings/oleObject218.bin"/><Relationship Id="rId11" Type="http://schemas.openxmlformats.org/officeDocument/2006/relationships/image" Target="../media/image239.emf"/><Relationship Id="rId5" Type="http://schemas.openxmlformats.org/officeDocument/2006/relationships/image" Target="../media/image236.emf"/><Relationship Id="rId10" Type="http://schemas.openxmlformats.org/officeDocument/2006/relationships/oleObject" Target="../embeddings/oleObject220.bin"/><Relationship Id="rId4" Type="http://schemas.openxmlformats.org/officeDocument/2006/relationships/oleObject" Target="../embeddings/oleObject217.bin"/><Relationship Id="rId9" Type="http://schemas.openxmlformats.org/officeDocument/2006/relationships/image" Target="../media/image238.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24.bin"/><Relationship Id="rId13" Type="http://schemas.openxmlformats.org/officeDocument/2006/relationships/image" Target="../media/image245.emf"/><Relationship Id="rId18" Type="http://schemas.openxmlformats.org/officeDocument/2006/relationships/oleObject" Target="../embeddings/oleObject229.bin"/><Relationship Id="rId26" Type="http://schemas.openxmlformats.org/officeDocument/2006/relationships/oleObject" Target="../embeddings/oleObject233.bin"/><Relationship Id="rId3" Type="http://schemas.openxmlformats.org/officeDocument/2006/relationships/image" Target="../media/image240.emf"/><Relationship Id="rId21" Type="http://schemas.openxmlformats.org/officeDocument/2006/relationships/image" Target="../media/image249.emf"/><Relationship Id="rId34" Type="http://schemas.openxmlformats.org/officeDocument/2006/relationships/oleObject" Target="../embeddings/oleObject237.bin"/><Relationship Id="rId7" Type="http://schemas.openxmlformats.org/officeDocument/2006/relationships/image" Target="../media/image242.emf"/><Relationship Id="rId12" Type="http://schemas.openxmlformats.org/officeDocument/2006/relationships/oleObject" Target="../embeddings/oleObject226.bin"/><Relationship Id="rId17" Type="http://schemas.openxmlformats.org/officeDocument/2006/relationships/image" Target="../media/image247.emf"/><Relationship Id="rId25" Type="http://schemas.openxmlformats.org/officeDocument/2006/relationships/image" Target="../media/image251.emf"/><Relationship Id="rId33" Type="http://schemas.openxmlformats.org/officeDocument/2006/relationships/image" Target="../media/image255.emf"/><Relationship Id="rId2" Type="http://schemas.openxmlformats.org/officeDocument/2006/relationships/oleObject" Target="../embeddings/oleObject221.bin"/><Relationship Id="rId16" Type="http://schemas.openxmlformats.org/officeDocument/2006/relationships/oleObject" Target="../embeddings/oleObject228.bin"/><Relationship Id="rId20" Type="http://schemas.openxmlformats.org/officeDocument/2006/relationships/oleObject" Target="../embeddings/oleObject230.bin"/><Relationship Id="rId29" Type="http://schemas.openxmlformats.org/officeDocument/2006/relationships/image" Target="../media/image253.emf"/><Relationship Id="rId1" Type="http://schemas.openxmlformats.org/officeDocument/2006/relationships/slideLayout" Target="../slideLayouts/slideLayout7.xml"/><Relationship Id="rId6" Type="http://schemas.openxmlformats.org/officeDocument/2006/relationships/oleObject" Target="../embeddings/oleObject223.bin"/><Relationship Id="rId11" Type="http://schemas.openxmlformats.org/officeDocument/2006/relationships/image" Target="../media/image244.emf"/><Relationship Id="rId24" Type="http://schemas.openxmlformats.org/officeDocument/2006/relationships/oleObject" Target="../embeddings/oleObject232.bin"/><Relationship Id="rId32" Type="http://schemas.openxmlformats.org/officeDocument/2006/relationships/oleObject" Target="../embeddings/oleObject236.bin"/><Relationship Id="rId5" Type="http://schemas.openxmlformats.org/officeDocument/2006/relationships/image" Target="../media/image241.emf"/><Relationship Id="rId15" Type="http://schemas.openxmlformats.org/officeDocument/2006/relationships/image" Target="../media/image246.emf"/><Relationship Id="rId23" Type="http://schemas.openxmlformats.org/officeDocument/2006/relationships/image" Target="../media/image250.emf"/><Relationship Id="rId28" Type="http://schemas.openxmlformats.org/officeDocument/2006/relationships/oleObject" Target="../embeddings/oleObject234.bin"/><Relationship Id="rId10" Type="http://schemas.openxmlformats.org/officeDocument/2006/relationships/oleObject" Target="../embeddings/oleObject225.bin"/><Relationship Id="rId19" Type="http://schemas.openxmlformats.org/officeDocument/2006/relationships/image" Target="../media/image248.emf"/><Relationship Id="rId31" Type="http://schemas.openxmlformats.org/officeDocument/2006/relationships/image" Target="../media/image254.emf"/><Relationship Id="rId4" Type="http://schemas.openxmlformats.org/officeDocument/2006/relationships/oleObject" Target="../embeddings/oleObject222.bin"/><Relationship Id="rId9" Type="http://schemas.openxmlformats.org/officeDocument/2006/relationships/image" Target="../media/image243.emf"/><Relationship Id="rId14" Type="http://schemas.openxmlformats.org/officeDocument/2006/relationships/oleObject" Target="../embeddings/oleObject227.bin"/><Relationship Id="rId22" Type="http://schemas.openxmlformats.org/officeDocument/2006/relationships/oleObject" Target="../embeddings/oleObject231.bin"/><Relationship Id="rId27" Type="http://schemas.openxmlformats.org/officeDocument/2006/relationships/image" Target="../media/image252.emf"/><Relationship Id="rId30" Type="http://schemas.openxmlformats.org/officeDocument/2006/relationships/oleObject" Target="../embeddings/oleObject235.bin"/><Relationship Id="rId35" Type="http://schemas.openxmlformats.org/officeDocument/2006/relationships/image" Target="../media/image256.emf"/></Relationships>
</file>

<file path=ppt/slides/_rels/slide28.xml.rels><?xml version="1.0" encoding="UTF-8" standalone="yes"?>
<Relationships xmlns="http://schemas.openxmlformats.org/package/2006/relationships"><Relationship Id="rId8" Type="http://schemas.openxmlformats.org/officeDocument/2006/relationships/image" Target="../media/image260.emf"/><Relationship Id="rId3" Type="http://schemas.openxmlformats.org/officeDocument/2006/relationships/image" Target="../media/image257.emf"/><Relationship Id="rId7" Type="http://schemas.openxmlformats.org/officeDocument/2006/relationships/image" Target="../media/image259.emf"/><Relationship Id="rId2" Type="http://schemas.openxmlformats.org/officeDocument/2006/relationships/oleObject" Target="../embeddings/oleObject224.bin"/><Relationship Id="rId1" Type="http://schemas.openxmlformats.org/officeDocument/2006/relationships/slideLayout" Target="../slideLayouts/slideLayout7.xml"/><Relationship Id="rId6" Type="http://schemas.openxmlformats.org/officeDocument/2006/relationships/oleObject" Target="../embeddings/oleObject238.bin"/><Relationship Id="rId11" Type="http://schemas.openxmlformats.org/officeDocument/2006/relationships/image" Target="../media/image262.emf"/><Relationship Id="rId5" Type="http://schemas.openxmlformats.org/officeDocument/2006/relationships/image" Target="../media/image258.emf"/><Relationship Id="rId10" Type="http://schemas.openxmlformats.org/officeDocument/2006/relationships/oleObject" Target="../embeddings/oleObject239.bin"/><Relationship Id="rId4" Type="http://schemas.openxmlformats.org/officeDocument/2006/relationships/oleObject" Target="../embeddings/oleObject225.bin"/><Relationship Id="rId9" Type="http://schemas.openxmlformats.org/officeDocument/2006/relationships/image" Target="../media/image261.emf"/></Relationships>
</file>

<file path=ppt/slides/_rels/slide29.xml.rels><?xml version="1.0" encoding="UTF-8" standalone="yes"?>
<Relationships xmlns="http://schemas.openxmlformats.org/package/2006/relationships"><Relationship Id="rId2" Type="http://schemas.openxmlformats.org/officeDocument/2006/relationships/image" Target="../media/image26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11" descr="20069301627253253">
            <a:extLst>
              <a:ext uri="{FF2B5EF4-FFF2-40B4-BE49-F238E27FC236}">
                <a16:creationId xmlns:a16="http://schemas.microsoft.com/office/drawing/2014/main" id="{BCDEA83D-8EFC-03C7-B7C3-BF86CC1362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12">
            <a:extLst>
              <a:ext uri="{FF2B5EF4-FFF2-40B4-BE49-F238E27FC236}">
                <a16:creationId xmlns:a16="http://schemas.microsoft.com/office/drawing/2014/main" id="{E7CD3F4A-48B1-0187-FCBE-19FCD1DB0D1C}"/>
              </a:ext>
            </a:extLst>
          </p:cNvPr>
          <p:cNvSpPr>
            <a:spLocks noChangeArrowheads="1"/>
          </p:cNvSpPr>
          <p:nvPr/>
        </p:nvSpPr>
        <p:spPr bwMode="auto">
          <a:xfrm>
            <a:off x="2124075" y="476250"/>
            <a:ext cx="41798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en-US" altLang="zh-CN" sz="4000">
                <a:solidFill>
                  <a:srgbClr val="FFFF00"/>
                </a:solidFill>
              </a:rPr>
              <a:t>University Physics</a:t>
            </a:r>
          </a:p>
        </p:txBody>
      </p:sp>
    </p:spTree>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21">
            <a:extLst>
              <a:ext uri="{FF2B5EF4-FFF2-40B4-BE49-F238E27FC236}">
                <a16:creationId xmlns:a16="http://schemas.microsoft.com/office/drawing/2014/main" id="{CF215BC9-2BC8-7952-F5FB-A87294F4FA9B}"/>
              </a:ext>
            </a:extLst>
          </p:cNvPr>
          <p:cNvGraphicFramePr>
            <a:graphicFrameLocks noChangeAspect="1"/>
          </p:cNvGraphicFramePr>
          <p:nvPr>
            <p:extLst>
              <p:ext uri="{D42A27DB-BD31-4B8C-83A1-F6EECF244321}">
                <p14:modId xmlns:p14="http://schemas.microsoft.com/office/powerpoint/2010/main" val="672630177"/>
              </p:ext>
            </p:extLst>
          </p:nvPr>
        </p:nvGraphicFramePr>
        <p:xfrm>
          <a:off x="3896697" y="689181"/>
          <a:ext cx="1916112" cy="652463"/>
        </p:xfrm>
        <a:graphic>
          <a:graphicData uri="http://schemas.openxmlformats.org/presentationml/2006/ole">
            <mc:AlternateContent xmlns:mc="http://schemas.openxmlformats.org/markup-compatibility/2006">
              <mc:Choice xmlns:v="urn:schemas-microsoft-com:vml" Requires="v">
                <p:oleObj name="Equation" r:id="rId2" imgW="708629" imgH="205989" progId="Equation.DSMT4">
                  <p:embed/>
                </p:oleObj>
              </mc:Choice>
              <mc:Fallback>
                <p:oleObj name="Equation" r:id="rId2" imgW="708629" imgH="205989" progId="Equation.DSMT4">
                  <p:embed/>
                  <p:pic>
                    <p:nvPicPr>
                      <p:cNvPr id="0"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6697" y="689181"/>
                        <a:ext cx="1916112" cy="652463"/>
                      </a:xfrm>
                      <a:prstGeom prst="rect">
                        <a:avLst/>
                      </a:prstGeom>
                      <a:noFill/>
                      <a:ln w="22225">
                        <a:solidFill>
                          <a:srgbClr val="FF66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Text Box 46">
            <a:extLst>
              <a:ext uri="{FF2B5EF4-FFF2-40B4-BE49-F238E27FC236}">
                <a16:creationId xmlns:a16="http://schemas.microsoft.com/office/drawing/2014/main" id="{9DDC1FDE-9C29-1994-4444-F9280E24F918}"/>
              </a:ext>
            </a:extLst>
          </p:cNvPr>
          <p:cNvSpPr txBox="1">
            <a:spLocks noChangeArrowheads="1"/>
          </p:cNvSpPr>
          <p:nvPr/>
        </p:nvSpPr>
        <p:spPr bwMode="auto">
          <a:xfrm>
            <a:off x="1042167" y="689181"/>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dirty="0">
                <a:solidFill>
                  <a:srgbClr val="FFFF66"/>
                </a:solidFill>
                <a:ea typeface="楷体_GB2312" pitchFamily="49" charset="-122"/>
              </a:rPr>
              <a:t>线圈所受的力矩</a:t>
            </a:r>
          </a:p>
        </p:txBody>
      </p:sp>
      <p:sp>
        <p:nvSpPr>
          <p:cNvPr id="2" name="Text Box 2">
            <a:extLst>
              <a:ext uri="{FF2B5EF4-FFF2-40B4-BE49-F238E27FC236}">
                <a16:creationId xmlns:a16="http://schemas.microsoft.com/office/drawing/2014/main" id="{DD48999B-A6A5-3F39-4C7C-6372DFAF3FCF}"/>
              </a:ext>
            </a:extLst>
          </p:cNvPr>
          <p:cNvSpPr txBox="1">
            <a:spLocks noChangeArrowheads="1"/>
          </p:cNvSpPr>
          <p:nvPr/>
        </p:nvSpPr>
        <p:spPr bwMode="auto">
          <a:xfrm>
            <a:off x="1248696" y="1543590"/>
            <a:ext cx="4275291"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sz="2800" dirty="0">
                <a:solidFill>
                  <a:srgbClr val="FFFF00"/>
                </a:solidFill>
                <a:latin typeface="宋体" panose="02010600030101010101" pitchFamily="2" charset="-122"/>
              </a:rPr>
              <a:t>洛伦兹力</a:t>
            </a:r>
          </a:p>
        </p:txBody>
      </p:sp>
      <p:graphicFrame>
        <p:nvGraphicFramePr>
          <p:cNvPr id="3" name="Object 9">
            <a:extLst>
              <a:ext uri="{FF2B5EF4-FFF2-40B4-BE49-F238E27FC236}">
                <a16:creationId xmlns:a16="http://schemas.microsoft.com/office/drawing/2014/main" id="{DF3F52A5-A50F-D00E-D988-3E7254D2BFA7}"/>
              </a:ext>
            </a:extLst>
          </p:cNvPr>
          <p:cNvGraphicFramePr>
            <a:graphicFrameLocks/>
          </p:cNvGraphicFramePr>
          <p:nvPr>
            <p:extLst>
              <p:ext uri="{D42A27DB-BD31-4B8C-83A1-F6EECF244321}">
                <p14:modId xmlns:p14="http://schemas.microsoft.com/office/powerpoint/2010/main" val="1439441737"/>
              </p:ext>
            </p:extLst>
          </p:nvPr>
        </p:nvGraphicFramePr>
        <p:xfrm>
          <a:off x="3896697" y="1733922"/>
          <a:ext cx="1703388" cy="455613"/>
        </p:xfrm>
        <a:graphic>
          <a:graphicData uri="http://schemas.openxmlformats.org/presentationml/2006/ole">
            <mc:AlternateContent xmlns:mc="http://schemas.openxmlformats.org/markup-compatibility/2006">
              <mc:Choice xmlns:v="urn:schemas-microsoft-com:vml" Requires="v">
                <p:oleObj name="Equation" r:id="rId4" imgW="1661098" imgH="418961" progId="Equation.3">
                  <p:embed/>
                </p:oleObj>
              </mc:Choice>
              <mc:Fallback>
                <p:oleObj name="Equation" r:id="rId4" imgW="1661098" imgH="418961" progId="Equation.3">
                  <p:embed/>
                  <p:pic>
                    <p:nvPicPr>
                      <p:cNvPr id="207890" name="Object 9">
                        <a:extLst>
                          <a:ext uri="{FF2B5EF4-FFF2-40B4-BE49-F238E27FC236}">
                            <a16:creationId xmlns:a16="http://schemas.microsoft.com/office/drawing/2014/main" id="{4E9DF6B0-5AC1-A9A8-7E06-D5F172505D7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6697" y="1733922"/>
                        <a:ext cx="17033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2">
            <a:extLst>
              <a:ext uri="{FF2B5EF4-FFF2-40B4-BE49-F238E27FC236}">
                <a16:creationId xmlns:a16="http://schemas.microsoft.com/office/drawing/2014/main" id="{A12EF047-5872-C169-E179-E7778A3F7333}"/>
              </a:ext>
            </a:extLst>
          </p:cNvPr>
          <p:cNvSpPr txBox="1">
            <a:spLocks noChangeArrowheads="1"/>
          </p:cNvSpPr>
          <p:nvPr/>
        </p:nvSpPr>
        <p:spPr bwMode="auto">
          <a:xfrm>
            <a:off x="1247775" y="2379867"/>
            <a:ext cx="6648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sz="2800" dirty="0">
                <a:solidFill>
                  <a:srgbClr val="FFFF00"/>
                </a:solidFill>
                <a:latin typeface="宋体" panose="02010600030101010101" pitchFamily="2" charset="-122"/>
              </a:rPr>
              <a:t>带电粒子在均匀磁场中的运动</a:t>
            </a:r>
          </a:p>
        </p:txBody>
      </p:sp>
      <p:sp>
        <p:nvSpPr>
          <p:cNvPr id="57" name="Text Box 3">
            <a:extLst>
              <a:ext uri="{FF2B5EF4-FFF2-40B4-BE49-F238E27FC236}">
                <a16:creationId xmlns:a16="http://schemas.microsoft.com/office/drawing/2014/main" id="{F04FA94A-2884-573A-36F6-2FADD7BF6447}"/>
              </a:ext>
            </a:extLst>
          </p:cNvPr>
          <p:cNvSpPr txBox="1">
            <a:spLocks noChangeArrowheads="1"/>
          </p:cNvSpPr>
          <p:nvPr/>
        </p:nvSpPr>
        <p:spPr bwMode="auto">
          <a:xfrm>
            <a:off x="423247" y="2958897"/>
            <a:ext cx="442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FFFF00"/>
                </a:solidFill>
              </a:rPr>
              <a:t>•</a:t>
            </a:r>
            <a:r>
              <a:rPr kumimoji="1" lang="en-US" altLang="zh-CN">
                <a:solidFill>
                  <a:srgbClr val="FFFF00"/>
                </a:solidFill>
                <a:latin typeface="宋体" panose="02010600030101010101" pitchFamily="2" charset="-122"/>
              </a:rPr>
              <a:t> </a:t>
            </a:r>
          </a:p>
        </p:txBody>
      </p:sp>
      <p:graphicFrame>
        <p:nvGraphicFramePr>
          <p:cNvPr id="58" name="Object 2">
            <a:extLst>
              <a:ext uri="{FF2B5EF4-FFF2-40B4-BE49-F238E27FC236}">
                <a16:creationId xmlns:a16="http://schemas.microsoft.com/office/drawing/2014/main" id="{B47E6FBE-B482-3DA3-D4F9-E7016B9CF0C7}"/>
              </a:ext>
            </a:extLst>
          </p:cNvPr>
          <p:cNvGraphicFramePr>
            <a:graphicFrameLocks/>
          </p:cNvGraphicFramePr>
          <p:nvPr>
            <p:extLst>
              <p:ext uri="{D42A27DB-BD31-4B8C-83A1-F6EECF244321}">
                <p14:modId xmlns:p14="http://schemas.microsoft.com/office/powerpoint/2010/main" val="3508525785"/>
              </p:ext>
            </p:extLst>
          </p:nvPr>
        </p:nvGraphicFramePr>
        <p:xfrm>
          <a:off x="810597" y="2985884"/>
          <a:ext cx="863600" cy="431800"/>
        </p:xfrm>
        <a:graphic>
          <a:graphicData uri="http://schemas.openxmlformats.org/presentationml/2006/ole">
            <mc:AlternateContent xmlns:mc="http://schemas.openxmlformats.org/markup-compatibility/2006">
              <mc:Choice xmlns:v="urn:schemas-microsoft-com:vml" Requires="v">
                <p:oleObj name="公式" r:id="rId6" imgW="823084" imgH="396018" progId="Equation.3">
                  <p:embed/>
                </p:oleObj>
              </mc:Choice>
              <mc:Fallback>
                <p:oleObj name="公式" r:id="rId6" imgW="823084" imgH="396018" progId="Equation.3">
                  <p:embed/>
                  <p:pic>
                    <p:nvPicPr>
                      <p:cNvPr id="205828" name="Object 2">
                        <a:extLst>
                          <a:ext uri="{FF2B5EF4-FFF2-40B4-BE49-F238E27FC236}">
                            <a16:creationId xmlns:a16="http://schemas.microsoft.com/office/drawing/2014/main" id="{3AD369DB-DB12-C0D6-FB85-9E47197DC5DC}"/>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0597" y="2985884"/>
                        <a:ext cx="863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Text Box 5">
            <a:extLst>
              <a:ext uri="{FF2B5EF4-FFF2-40B4-BE49-F238E27FC236}">
                <a16:creationId xmlns:a16="http://schemas.microsoft.com/office/drawing/2014/main" id="{3DEC5999-373D-D419-AA6A-3D5D22EFB6B8}"/>
              </a:ext>
            </a:extLst>
          </p:cNvPr>
          <p:cNvSpPr txBox="1">
            <a:spLocks noChangeArrowheads="1"/>
          </p:cNvSpPr>
          <p:nvPr/>
        </p:nvSpPr>
        <p:spPr bwMode="auto">
          <a:xfrm>
            <a:off x="1785322" y="2954134"/>
            <a:ext cx="1246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dirty="0">
                <a:solidFill>
                  <a:srgbClr val="66FFFF"/>
                </a:solidFill>
                <a:latin typeface="宋体" panose="02010600030101010101" pitchFamily="2" charset="-122"/>
              </a:rPr>
              <a:t>情况</a:t>
            </a:r>
          </a:p>
        </p:txBody>
      </p:sp>
      <p:grpSp>
        <p:nvGrpSpPr>
          <p:cNvPr id="60" name="Group 6">
            <a:extLst>
              <a:ext uri="{FF2B5EF4-FFF2-40B4-BE49-F238E27FC236}">
                <a16:creationId xmlns:a16="http://schemas.microsoft.com/office/drawing/2014/main" id="{A4E31A37-D79B-45E9-6EAB-AC931CC26B5B}"/>
              </a:ext>
            </a:extLst>
          </p:cNvPr>
          <p:cNvGrpSpPr>
            <a:grpSpLocks/>
          </p:cNvGrpSpPr>
          <p:nvPr/>
        </p:nvGrpSpPr>
        <p:grpSpPr bwMode="auto">
          <a:xfrm>
            <a:off x="1159847" y="3057322"/>
            <a:ext cx="71438" cy="287337"/>
            <a:chOff x="4176" y="2928"/>
            <a:chExt cx="96" cy="288"/>
          </a:xfrm>
        </p:grpSpPr>
        <p:sp>
          <p:nvSpPr>
            <p:cNvPr id="61" name="Line 7">
              <a:extLst>
                <a:ext uri="{FF2B5EF4-FFF2-40B4-BE49-F238E27FC236}">
                  <a16:creationId xmlns:a16="http://schemas.microsoft.com/office/drawing/2014/main" id="{0A13519A-1690-00B8-D04A-F0443F736FCD}"/>
                </a:ext>
              </a:extLst>
            </p:cNvPr>
            <p:cNvSpPr>
              <a:spLocks noChangeShapeType="1"/>
            </p:cNvSpPr>
            <p:nvPr/>
          </p:nvSpPr>
          <p:spPr bwMode="auto">
            <a:xfrm>
              <a:off x="4176" y="2928"/>
              <a:ext cx="0" cy="288"/>
            </a:xfrm>
            <a:prstGeom prst="line">
              <a:avLst/>
            </a:prstGeom>
            <a:noFill/>
            <a:ln w="28575">
              <a:solidFill>
                <a:srgbClr val="66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8">
              <a:extLst>
                <a:ext uri="{FF2B5EF4-FFF2-40B4-BE49-F238E27FC236}">
                  <a16:creationId xmlns:a16="http://schemas.microsoft.com/office/drawing/2014/main" id="{8CD88CA7-9D0B-7767-2775-327E8253BA14}"/>
                </a:ext>
              </a:extLst>
            </p:cNvPr>
            <p:cNvSpPr>
              <a:spLocks noChangeShapeType="1"/>
            </p:cNvSpPr>
            <p:nvPr/>
          </p:nvSpPr>
          <p:spPr bwMode="auto">
            <a:xfrm>
              <a:off x="4272" y="2928"/>
              <a:ext cx="0" cy="288"/>
            </a:xfrm>
            <a:prstGeom prst="line">
              <a:avLst/>
            </a:prstGeom>
            <a:noFill/>
            <a:ln w="28575">
              <a:solidFill>
                <a:srgbClr val="66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63" name="Object 3">
            <a:extLst>
              <a:ext uri="{FF2B5EF4-FFF2-40B4-BE49-F238E27FC236}">
                <a16:creationId xmlns:a16="http://schemas.microsoft.com/office/drawing/2014/main" id="{A2DF1D10-70C4-DD29-D264-4E77B7F0253A}"/>
              </a:ext>
            </a:extLst>
          </p:cNvPr>
          <p:cNvGraphicFramePr>
            <a:graphicFrameLocks/>
          </p:cNvGraphicFramePr>
          <p:nvPr>
            <p:extLst>
              <p:ext uri="{D42A27DB-BD31-4B8C-83A1-F6EECF244321}">
                <p14:modId xmlns:p14="http://schemas.microsoft.com/office/powerpoint/2010/main" val="3392501055"/>
              </p:ext>
            </p:extLst>
          </p:nvPr>
        </p:nvGraphicFramePr>
        <p:xfrm>
          <a:off x="1112222" y="3565322"/>
          <a:ext cx="1703388" cy="455612"/>
        </p:xfrm>
        <a:graphic>
          <a:graphicData uri="http://schemas.openxmlformats.org/presentationml/2006/ole">
            <mc:AlternateContent xmlns:mc="http://schemas.openxmlformats.org/markup-compatibility/2006">
              <mc:Choice xmlns:v="urn:schemas-microsoft-com:vml" Requires="v">
                <p:oleObj name="Equation" r:id="rId8" imgW="1661098" imgH="418961" progId="Equation.3">
                  <p:embed/>
                </p:oleObj>
              </mc:Choice>
              <mc:Fallback>
                <p:oleObj name="Equation" r:id="rId8" imgW="1661098" imgH="418961" progId="Equation.3">
                  <p:embed/>
                  <p:pic>
                    <p:nvPicPr>
                      <p:cNvPr id="205833" name="Object 3">
                        <a:extLst>
                          <a:ext uri="{FF2B5EF4-FFF2-40B4-BE49-F238E27FC236}">
                            <a16:creationId xmlns:a16="http://schemas.microsoft.com/office/drawing/2014/main" id="{F8D31B5B-3FFD-54C1-1E7D-6234223130A5}"/>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2222" y="3565322"/>
                        <a:ext cx="1703388"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 name="Rectangle 10">
            <a:extLst>
              <a:ext uri="{FF2B5EF4-FFF2-40B4-BE49-F238E27FC236}">
                <a16:creationId xmlns:a16="http://schemas.microsoft.com/office/drawing/2014/main" id="{E3AC7FEB-066F-16A8-289F-F08DC9D6892D}"/>
              </a:ext>
            </a:extLst>
          </p:cNvPr>
          <p:cNvSpPr>
            <a:spLocks noChangeArrowheads="1"/>
          </p:cNvSpPr>
          <p:nvPr/>
        </p:nvSpPr>
        <p:spPr bwMode="auto">
          <a:xfrm>
            <a:off x="3896697" y="3501822"/>
            <a:ext cx="521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带电粒子的运动</a:t>
            </a:r>
            <a:r>
              <a:rPr kumimoji="1" lang="zh-CN" altLang="en-US">
                <a:solidFill>
                  <a:srgbClr val="FF9900"/>
                </a:solidFill>
                <a:latin typeface="宋体" panose="02010600030101010101" pitchFamily="2" charset="-122"/>
              </a:rPr>
              <a:t>不</a:t>
            </a:r>
            <a:r>
              <a:rPr kumimoji="1" lang="zh-CN" altLang="en-US">
                <a:latin typeface="宋体" panose="02010600030101010101" pitchFamily="2" charset="-122"/>
              </a:rPr>
              <a:t>受磁场影响</a:t>
            </a:r>
          </a:p>
        </p:txBody>
      </p:sp>
      <p:graphicFrame>
        <p:nvGraphicFramePr>
          <p:cNvPr id="65" name="Object 4">
            <a:extLst>
              <a:ext uri="{FF2B5EF4-FFF2-40B4-BE49-F238E27FC236}">
                <a16:creationId xmlns:a16="http://schemas.microsoft.com/office/drawing/2014/main" id="{09F872D2-0FC2-93B5-4299-8FB306F4DE86}"/>
              </a:ext>
            </a:extLst>
          </p:cNvPr>
          <p:cNvGraphicFramePr>
            <a:graphicFrameLocks/>
          </p:cNvGraphicFramePr>
          <p:nvPr>
            <p:extLst>
              <p:ext uri="{D42A27DB-BD31-4B8C-83A1-F6EECF244321}">
                <p14:modId xmlns:p14="http://schemas.microsoft.com/office/powerpoint/2010/main" val="1637922654"/>
              </p:ext>
            </p:extLst>
          </p:nvPr>
        </p:nvGraphicFramePr>
        <p:xfrm>
          <a:off x="2837835" y="3630409"/>
          <a:ext cx="482600" cy="317500"/>
        </p:xfrm>
        <a:graphic>
          <a:graphicData uri="http://schemas.openxmlformats.org/presentationml/2006/ole">
            <mc:AlternateContent xmlns:mc="http://schemas.openxmlformats.org/markup-compatibility/2006">
              <mc:Choice xmlns:v="urn:schemas-microsoft-com:vml" Requires="v">
                <p:oleObj name="公式" r:id="rId10" imgW="441898" imgH="281801" progId="Equation.3">
                  <p:embed/>
                </p:oleObj>
              </mc:Choice>
              <mc:Fallback>
                <p:oleObj name="公式" r:id="rId10" imgW="441898" imgH="281801" progId="Equation.3">
                  <p:embed/>
                  <p:pic>
                    <p:nvPicPr>
                      <p:cNvPr id="205835" name="Object 4">
                        <a:extLst>
                          <a:ext uri="{FF2B5EF4-FFF2-40B4-BE49-F238E27FC236}">
                            <a16:creationId xmlns:a16="http://schemas.microsoft.com/office/drawing/2014/main" id="{D3DAC479-1C1E-AE3A-7A99-7F68C7218053}"/>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37835" y="3630409"/>
                        <a:ext cx="4826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 name="Text Box 103">
            <a:extLst>
              <a:ext uri="{FF2B5EF4-FFF2-40B4-BE49-F238E27FC236}">
                <a16:creationId xmlns:a16="http://schemas.microsoft.com/office/drawing/2014/main" id="{11D969B5-987D-A359-045A-C13DA241DE5A}"/>
              </a:ext>
            </a:extLst>
          </p:cNvPr>
          <p:cNvSpPr txBox="1">
            <a:spLocks noChangeArrowheads="1"/>
          </p:cNvSpPr>
          <p:nvPr/>
        </p:nvSpPr>
        <p:spPr bwMode="auto">
          <a:xfrm>
            <a:off x="472459" y="4238862"/>
            <a:ext cx="442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FFFF00"/>
                </a:solidFill>
              </a:rPr>
              <a:t>•</a:t>
            </a:r>
            <a:r>
              <a:rPr kumimoji="1" lang="en-US" altLang="zh-CN" dirty="0">
                <a:solidFill>
                  <a:srgbClr val="FFFF00"/>
                </a:solidFill>
                <a:latin typeface="宋体" panose="02010600030101010101" pitchFamily="2" charset="-122"/>
              </a:rPr>
              <a:t> </a:t>
            </a:r>
          </a:p>
        </p:txBody>
      </p:sp>
      <p:graphicFrame>
        <p:nvGraphicFramePr>
          <p:cNvPr id="67" name="Object 5">
            <a:extLst>
              <a:ext uri="{FF2B5EF4-FFF2-40B4-BE49-F238E27FC236}">
                <a16:creationId xmlns:a16="http://schemas.microsoft.com/office/drawing/2014/main" id="{2DA932EB-9A31-C20F-B325-E4C47FD8BA43}"/>
              </a:ext>
            </a:extLst>
          </p:cNvPr>
          <p:cNvGraphicFramePr>
            <a:graphicFrameLocks/>
          </p:cNvGraphicFramePr>
          <p:nvPr>
            <p:extLst>
              <p:ext uri="{D42A27DB-BD31-4B8C-83A1-F6EECF244321}">
                <p14:modId xmlns:p14="http://schemas.microsoft.com/office/powerpoint/2010/main" val="1390030551"/>
              </p:ext>
            </p:extLst>
          </p:nvPr>
        </p:nvGraphicFramePr>
        <p:xfrm>
          <a:off x="921722" y="4291249"/>
          <a:ext cx="863600" cy="355600"/>
        </p:xfrm>
        <a:graphic>
          <a:graphicData uri="http://schemas.openxmlformats.org/presentationml/2006/ole">
            <mc:AlternateContent xmlns:mc="http://schemas.openxmlformats.org/markup-compatibility/2006">
              <mc:Choice xmlns:v="urn:schemas-microsoft-com:vml" Requires="v">
                <p:oleObj name="Equation" r:id="rId12" imgW="823084" imgH="320206" progId="Equation.3">
                  <p:embed/>
                </p:oleObj>
              </mc:Choice>
              <mc:Fallback>
                <p:oleObj name="Equation" r:id="rId12" imgW="823084" imgH="320206" progId="Equation.3">
                  <p:embed/>
                  <p:pic>
                    <p:nvPicPr>
                      <p:cNvPr id="205928" name="Object 5">
                        <a:extLst>
                          <a:ext uri="{FF2B5EF4-FFF2-40B4-BE49-F238E27FC236}">
                            <a16:creationId xmlns:a16="http://schemas.microsoft.com/office/drawing/2014/main" id="{F47778E8-0A45-2313-31F9-21675645719C}"/>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1722" y="4291249"/>
                        <a:ext cx="8636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 name="Object 10">
            <a:extLst>
              <a:ext uri="{FF2B5EF4-FFF2-40B4-BE49-F238E27FC236}">
                <a16:creationId xmlns:a16="http://schemas.microsoft.com/office/drawing/2014/main" id="{38777945-E23A-B41A-12A7-9F328A7AD42E}"/>
              </a:ext>
            </a:extLst>
          </p:cNvPr>
          <p:cNvGraphicFramePr>
            <a:graphicFrameLocks/>
          </p:cNvGraphicFramePr>
          <p:nvPr>
            <p:extLst>
              <p:ext uri="{D42A27DB-BD31-4B8C-83A1-F6EECF244321}">
                <p14:modId xmlns:p14="http://schemas.microsoft.com/office/powerpoint/2010/main" val="1213296526"/>
              </p:ext>
            </p:extLst>
          </p:nvPr>
        </p:nvGraphicFramePr>
        <p:xfrm>
          <a:off x="1785322" y="4688514"/>
          <a:ext cx="1144587" cy="900113"/>
        </p:xfrm>
        <a:graphic>
          <a:graphicData uri="http://schemas.openxmlformats.org/presentationml/2006/ole">
            <mc:AlternateContent xmlns:mc="http://schemas.openxmlformats.org/markup-compatibility/2006">
              <mc:Choice xmlns:v="urn:schemas-microsoft-com:vml" Requires="v">
                <p:oleObj name="Equation" r:id="rId14" imgW="1104744" imgH="860866" progId="Equation.3">
                  <p:embed/>
                </p:oleObj>
              </mc:Choice>
              <mc:Fallback>
                <p:oleObj name="Equation" r:id="rId14" imgW="1104744" imgH="860866" progId="Equation.3">
                  <p:embed/>
                  <p:pic>
                    <p:nvPicPr>
                      <p:cNvPr id="205935" name="Object 10">
                        <a:extLst>
                          <a:ext uri="{FF2B5EF4-FFF2-40B4-BE49-F238E27FC236}">
                            <a16:creationId xmlns:a16="http://schemas.microsoft.com/office/drawing/2014/main" id="{9DFBD4B0-8A5D-D62E-26BE-F1AECB4386B4}"/>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85322" y="4688514"/>
                        <a:ext cx="1144587"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 name="Text Box 112">
            <a:extLst>
              <a:ext uri="{FF2B5EF4-FFF2-40B4-BE49-F238E27FC236}">
                <a16:creationId xmlns:a16="http://schemas.microsoft.com/office/drawing/2014/main" id="{F5500CFD-D01D-3BDA-6B33-1350907AF2D5}"/>
              </a:ext>
            </a:extLst>
          </p:cNvPr>
          <p:cNvSpPr txBox="1">
            <a:spLocks noChangeArrowheads="1"/>
          </p:cNvSpPr>
          <p:nvPr/>
        </p:nvSpPr>
        <p:spPr bwMode="auto">
          <a:xfrm>
            <a:off x="1834534" y="4253149"/>
            <a:ext cx="1319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66FFFF"/>
                </a:solidFill>
                <a:latin typeface="宋体" panose="02010600030101010101" pitchFamily="2" charset="-122"/>
              </a:rPr>
              <a:t>情况</a:t>
            </a:r>
          </a:p>
        </p:txBody>
      </p:sp>
      <p:graphicFrame>
        <p:nvGraphicFramePr>
          <p:cNvPr id="70" name="Object 12">
            <a:extLst>
              <a:ext uri="{FF2B5EF4-FFF2-40B4-BE49-F238E27FC236}">
                <a16:creationId xmlns:a16="http://schemas.microsoft.com/office/drawing/2014/main" id="{5879A60C-E344-CBDB-43DE-15032C96F8D0}"/>
              </a:ext>
            </a:extLst>
          </p:cNvPr>
          <p:cNvGraphicFramePr>
            <a:graphicFrameLocks/>
          </p:cNvGraphicFramePr>
          <p:nvPr>
            <p:extLst>
              <p:ext uri="{D42A27DB-BD31-4B8C-83A1-F6EECF244321}">
                <p14:modId xmlns:p14="http://schemas.microsoft.com/office/powerpoint/2010/main" val="718145299"/>
              </p:ext>
            </p:extLst>
          </p:nvPr>
        </p:nvGraphicFramePr>
        <p:xfrm>
          <a:off x="1508303" y="5617202"/>
          <a:ext cx="1243013" cy="823912"/>
        </p:xfrm>
        <a:graphic>
          <a:graphicData uri="http://schemas.openxmlformats.org/presentationml/2006/ole">
            <mc:AlternateContent xmlns:mc="http://schemas.openxmlformats.org/markup-compatibility/2006">
              <mc:Choice xmlns:v="urn:schemas-microsoft-com:vml" Requires="v">
                <p:oleObj name="公式" r:id="rId16" imgW="1203773" imgH="785054" progId="Equation.3">
                  <p:embed/>
                </p:oleObj>
              </mc:Choice>
              <mc:Fallback>
                <p:oleObj name="公式" r:id="rId16" imgW="1203773" imgH="785054" progId="Equation.3">
                  <p:embed/>
                  <p:pic>
                    <p:nvPicPr>
                      <p:cNvPr id="205947" name="Object 12">
                        <a:extLst>
                          <a:ext uri="{FF2B5EF4-FFF2-40B4-BE49-F238E27FC236}">
                            <a16:creationId xmlns:a16="http://schemas.microsoft.com/office/drawing/2014/main" id="{18CB08AB-077D-72C8-92A1-F9AEEB852831}"/>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08303" y="5617202"/>
                        <a:ext cx="1243013"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 name="Text Box 125">
            <a:extLst>
              <a:ext uri="{FF2B5EF4-FFF2-40B4-BE49-F238E27FC236}">
                <a16:creationId xmlns:a16="http://schemas.microsoft.com/office/drawing/2014/main" id="{7BD74C24-BCC6-BF94-78D1-D5AE53F6E037}"/>
              </a:ext>
            </a:extLst>
          </p:cNvPr>
          <p:cNvSpPr txBox="1">
            <a:spLocks noChangeArrowheads="1"/>
          </p:cNvSpPr>
          <p:nvPr/>
        </p:nvSpPr>
        <p:spPr bwMode="auto">
          <a:xfrm>
            <a:off x="3512522" y="4977439"/>
            <a:ext cx="316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lang="en-US" altLang="zh-CN" i="1">
                <a:solidFill>
                  <a:srgbClr val="66FFFF"/>
                </a:solidFill>
              </a:rPr>
              <a:t>R </a:t>
            </a:r>
            <a:r>
              <a:rPr lang="zh-CN" altLang="en-US"/>
              <a:t>与      成正比</a:t>
            </a:r>
          </a:p>
        </p:txBody>
      </p:sp>
      <p:graphicFrame>
        <p:nvGraphicFramePr>
          <p:cNvPr id="72" name="Object 14">
            <a:extLst>
              <a:ext uri="{FF2B5EF4-FFF2-40B4-BE49-F238E27FC236}">
                <a16:creationId xmlns:a16="http://schemas.microsoft.com/office/drawing/2014/main" id="{1C3274C8-DB48-597F-BC7A-AB4DB06B2455}"/>
              </a:ext>
            </a:extLst>
          </p:cNvPr>
          <p:cNvGraphicFramePr>
            <a:graphicFrameLocks noChangeAspect="1"/>
          </p:cNvGraphicFramePr>
          <p:nvPr>
            <p:extLst>
              <p:ext uri="{D42A27DB-BD31-4B8C-83A1-F6EECF244321}">
                <p14:modId xmlns:p14="http://schemas.microsoft.com/office/powerpoint/2010/main" val="664300423"/>
              </p:ext>
            </p:extLst>
          </p:nvPr>
        </p:nvGraphicFramePr>
        <p:xfrm>
          <a:off x="4304684" y="5126664"/>
          <a:ext cx="246063" cy="252413"/>
        </p:xfrm>
        <a:graphic>
          <a:graphicData uri="http://schemas.openxmlformats.org/presentationml/2006/ole">
            <mc:AlternateContent xmlns:mc="http://schemas.openxmlformats.org/markup-compatibility/2006">
              <mc:Choice xmlns:v="urn:schemas-microsoft-com:vml" Requires="v">
                <p:oleObj name="公式" r:id="rId18" imgW="190593" imgH="205989" progId="Equation.3">
                  <p:embed/>
                </p:oleObj>
              </mc:Choice>
              <mc:Fallback>
                <p:oleObj name="公式" r:id="rId18" imgW="190593" imgH="205989" progId="Equation.3">
                  <p:embed/>
                  <p:pic>
                    <p:nvPicPr>
                      <p:cNvPr id="205950" name="Object 14">
                        <a:extLst>
                          <a:ext uri="{FF2B5EF4-FFF2-40B4-BE49-F238E27FC236}">
                            <a16:creationId xmlns:a16="http://schemas.microsoft.com/office/drawing/2014/main" id="{FD2356AB-34FF-757F-F024-44A2ADA6B70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04684" y="5126664"/>
                        <a:ext cx="246063" cy="252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 name="Text Box 127">
            <a:extLst>
              <a:ext uri="{FF2B5EF4-FFF2-40B4-BE49-F238E27FC236}">
                <a16:creationId xmlns:a16="http://schemas.microsoft.com/office/drawing/2014/main" id="{5CED3811-3F34-65C9-F777-D6DE64A1CA9C}"/>
              </a:ext>
            </a:extLst>
          </p:cNvPr>
          <p:cNvSpPr txBox="1">
            <a:spLocks noChangeArrowheads="1"/>
          </p:cNvSpPr>
          <p:nvPr/>
        </p:nvSpPr>
        <p:spPr bwMode="auto">
          <a:xfrm>
            <a:off x="4434066" y="5771189"/>
            <a:ext cx="2332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lang="en-US" altLang="zh-CN" i="1">
                <a:solidFill>
                  <a:srgbClr val="66FFFF"/>
                </a:solidFill>
              </a:rPr>
              <a:t>T </a:t>
            </a:r>
            <a:r>
              <a:rPr lang="zh-CN" altLang="en-US"/>
              <a:t>与      无关</a:t>
            </a:r>
          </a:p>
        </p:txBody>
      </p:sp>
      <p:graphicFrame>
        <p:nvGraphicFramePr>
          <p:cNvPr id="74" name="Object 15">
            <a:extLst>
              <a:ext uri="{FF2B5EF4-FFF2-40B4-BE49-F238E27FC236}">
                <a16:creationId xmlns:a16="http://schemas.microsoft.com/office/drawing/2014/main" id="{9FAAF73E-CD6F-5D14-810E-1051FC7E0569}"/>
              </a:ext>
            </a:extLst>
          </p:cNvPr>
          <p:cNvGraphicFramePr>
            <a:graphicFrameLocks noChangeAspect="1"/>
          </p:cNvGraphicFramePr>
          <p:nvPr>
            <p:extLst>
              <p:ext uri="{D42A27DB-BD31-4B8C-83A1-F6EECF244321}">
                <p14:modId xmlns:p14="http://schemas.microsoft.com/office/powerpoint/2010/main" val="4256275921"/>
              </p:ext>
            </p:extLst>
          </p:nvPr>
        </p:nvGraphicFramePr>
        <p:xfrm>
          <a:off x="5189024" y="5873583"/>
          <a:ext cx="246062" cy="252412"/>
        </p:xfrm>
        <a:graphic>
          <a:graphicData uri="http://schemas.openxmlformats.org/presentationml/2006/ole">
            <mc:AlternateContent xmlns:mc="http://schemas.openxmlformats.org/markup-compatibility/2006">
              <mc:Choice xmlns:v="urn:schemas-microsoft-com:vml" Requires="v">
                <p:oleObj name="公式" r:id="rId20" imgW="190593" imgH="205989" progId="Equation.3">
                  <p:embed/>
                </p:oleObj>
              </mc:Choice>
              <mc:Fallback>
                <p:oleObj name="公式" r:id="rId20" imgW="190593" imgH="205989" progId="Equation.3">
                  <p:embed/>
                  <p:pic>
                    <p:nvPicPr>
                      <p:cNvPr id="205952" name="Object 15">
                        <a:extLst>
                          <a:ext uri="{FF2B5EF4-FFF2-40B4-BE49-F238E27FC236}">
                            <a16:creationId xmlns:a16="http://schemas.microsoft.com/office/drawing/2014/main" id="{A176E081-3C70-07E9-1762-F16222E8648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89024" y="5873583"/>
                        <a:ext cx="246062" cy="25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16">
            <a:extLst>
              <a:ext uri="{FF2B5EF4-FFF2-40B4-BE49-F238E27FC236}">
                <a16:creationId xmlns:a16="http://schemas.microsoft.com/office/drawing/2014/main" id="{D7043F9E-9DA5-032A-CEAE-C093641182EA}"/>
              </a:ext>
            </a:extLst>
          </p:cNvPr>
          <p:cNvGraphicFramePr>
            <a:graphicFrameLocks/>
          </p:cNvGraphicFramePr>
          <p:nvPr>
            <p:extLst>
              <p:ext uri="{D42A27DB-BD31-4B8C-83A1-F6EECF244321}">
                <p14:modId xmlns:p14="http://schemas.microsoft.com/office/powerpoint/2010/main" val="3183761629"/>
              </p:ext>
            </p:extLst>
          </p:nvPr>
        </p:nvGraphicFramePr>
        <p:xfrm>
          <a:off x="2815610" y="5588627"/>
          <a:ext cx="977900" cy="900113"/>
        </p:xfrm>
        <a:graphic>
          <a:graphicData uri="http://schemas.openxmlformats.org/presentationml/2006/ole">
            <mc:AlternateContent xmlns:mc="http://schemas.openxmlformats.org/markup-compatibility/2006">
              <mc:Choice xmlns:v="urn:schemas-microsoft-com:vml" Requires="v">
                <p:oleObj name="公式" r:id="rId22" imgW="937042" imgH="860866" progId="Equation.3">
                  <p:embed/>
                </p:oleObj>
              </mc:Choice>
              <mc:Fallback>
                <p:oleObj name="公式" r:id="rId22" imgW="937042" imgH="860866" progId="Equation.3">
                  <p:embed/>
                  <p:pic>
                    <p:nvPicPr>
                      <p:cNvPr id="205953" name="Object 16">
                        <a:extLst>
                          <a:ext uri="{FF2B5EF4-FFF2-40B4-BE49-F238E27FC236}">
                            <a16:creationId xmlns:a16="http://schemas.microsoft.com/office/drawing/2014/main" id="{6B7DCE67-A1FE-6E7C-6F9A-753AD07A024A}"/>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15610" y="5588627"/>
                        <a:ext cx="977900"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iterate type="wd">
                                    <p:tmPct val="100000"/>
                                  </p:iterate>
                                  <p:childTnLst>
                                    <p:set>
                                      <p:cBhvr>
                                        <p:cTn id="6" dur="1" fill="hold">
                                          <p:stCondLst>
                                            <p:cond delay="0"/>
                                          </p:stCondLst>
                                        </p:cTn>
                                        <p:tgtEl>
                                          <p:spTgt spid="20"/>
                                        </p:tgtEl>
                                        <p:attrNameLst>
                                          <p:attrName>style.visibility</p:attrName>
                                        </p:attrNameLst>
                                      </p:cBhvr>
                                      <p:to>
                                        <p:strVal val="visible"/>
                                      </p:to>
                                    </p:set>
                                    <p:animEffect transition="in" filter="slide(fromRight)">
                                      <p:cBhvr>
                                        <p:cTn id="7" dur="3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2000"/>
                                        <p:tgtEl>
                                          <p:spTgt spid="2"/>
                                        </p:tgtEl>
                                      </p:cBhvr>
                                    </p:animEffect>
                                  </p:childTnLst>
                                </p:cTn>
                              </p:par>
                              <p:par>
                                <p:cTn id="19" presetID="22" presetClass="entr" presetSubtype="8"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20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wipe(left)">
                                      <p:cBhvr>
                                        <p:cTn id="30" dur="500"/>
                                        <p:tgtEl>
                                          <p:spTgt spid="57"/>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wipe(left)">
                                      <p:cBhvr>
                                        <p:cTn id="34" dur="2000"/>
                                        <p:tgtEl>
                                          <p:spTgt spid="58"/>
                                        </p:tgtEl>
                                      </p:cBhvr>
                                    </p:animEffect>
                                  </p:childTnLst>
                                </p:cTn>
                              </p:par>
                            </p:childTnLst>
                          </p:cTn>
                        </p:par>
                        <p:par>
                          <p:cTn id="35" fill="hold">
                            <p:stCondLst>
                              <p:cond delay="2500"/>
                            </p:stCondLst>
                            <p:childTnLst>
                              <p:par>
                                <p:cTn id="36" presetID="22" presetClass="entr" presetSubtype="8" fill="hold" nodeType="after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wipe(left)">
                                      <p:cBhvr>
                                        <p:cTn id="38" dur="500"/>
                                        <p:tgtEl>
                                          <p:spTgt spid="59"/>
                                        </p:tgtEl>
                                      </p:cBhvr>
                                    </p:animEffect>
                                  </p:childTnLst>
                                </p:cTn>
                              </p:par>
                              <p:par>
                                <p:cTn id="39" presetID="1" presetClass="entr" presetSubtype="0" fill="hold"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wipe(left)">
                                      <p:cBhvr>
                                        <p:cTn id="45" dur="500"/>
                                        <p:tgtEl>
                                          <p:spTgt spid="6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wipe(left)">
                                      <p:cBhvr>
                                        <p:cTn id="50" dur="500"/>
                                        <p:tgtEl>
                                          <p:spTgt spid="6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wipe(left)">
                                      <p:cBhvr>
                                        <p:cTn id="55" dur="2000"/>
                                        <p:tgtEl>
                                          <p:spTgt spid="6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66"/>
                                        </p:tgtEl>
                                        <p:attrNameLst>
                                          <p:attrName>style.visibility</p:attrName>
                                        </p:attrNameLst>
                                      </p:cBhvr>
                                      <p:to>
                                        <p:strVal val="visible"/>
                                      </p:to>
                                    </p:set>
                                    <p:animEffect transition="in" filter="wipe(left)">
                                      <p:cBhvr>
                                        <p:cTn id="60" dur="500"/>
                                        <p:tgtEl>
                                          <p:spTgt spid="66"/>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67"/>
                                        </p:tgtEl>
                                        <p:attrNameLst>
                                          <p:attrName>style.visibility</p:attrName>
                                        </p:attrNameLst>
                                      </p:cBhvr>
                                      <p:to>
                                        <p:strVal val="visible"/>
                                      </p:to>
                                    </p:set>
                                    <p:animEffect transition="in" filter="wipe(left)">
                                      <p:cBhvr>
                                        <p:cTn id="64" dur="2000"/>
                                        <p:tgtEl>
                                          <p:spTgt spid="67"/>
                                        </p:tgtEl>
                                      </p:cBhvr>
                                    </p:animEffect>
                                  </p:childTnLst>
                                </p:cTn>
                              </p:par>
                            </p:childTnLst>
                          </p:cTn>
                        </p:par>
                        <p:par>
                          <p:cTn id="65" fill="hold">
                            <p:stCondLst>
                              <p:cond delay="2500"/>
                            </p:stCondLst>
                            <p:childTnLst>
                              <p:par>
                                <p:cTn id="66" presetID="22" presetClass="entr" presetSubtype="8" fill="hold" nodeType="afterEffect">
                                  <p:stCondLst>
                                    <p:cond delay="0"/>
                                  </p:stCondLst>
                                  <p:childTnLst>
                                    <p:set>
                                      <p:cBhvr>
                                        <p:cTn id="67" dur="1" fill="hold">
                                          <p:stCondLst>
                                            <p:cond delay="0"/>
                                          </p:stCondLst>
                                        </p:cTn>
                                        <p:tgtEl>
                                          <p:spTgt spid="69"/>
                                        </p:tgtEl>
                                        <p:attrNameLst>
                                          <p:attrName>style.visibility</p:attrName>
                                        </p:attrNameLst>
                                      </p:cBhvr>
                                      <p:to>
                                        <p:strVal val="visible"/>
                                      </p:to>
                                    </p:set>
                                    <p:animEffect transition="in" filter="wipe(left)">
                                      <p:cBhvr>
                                        <p:cTn id="68" dur="500"/>
                                        <p:tgtEl>
                                          <p:spTgt spid="69"/>
                                        </p:tgtEl>
                                      </p:cBhvr>
                                    </p:animEffect>
                                  </p:childTnLst>
                                </p:cTn>
                              </p:par>
                              <p:par>
                                <p:cTn id="69" presetID="22" presetClass="entr" presetSubtype="8" fill="hold" nodeType="withEffect">
                                  <p:stCondLst>
                                    <p:cond delay="0"/>
                                  </p:stCondLst>
                                  <p:childTnLst>
                                    <p:set>
                                      <p:cBhvr>
                                        <p:cTn id="70" dur="1" fill="hold">
                                          <p:stCondLst>
                                            <p:cond delay="0"/>
                                          </p:stCondLst>
                                        </p:cTn>
                                        <p:tgtEl>
                                          <p:spTgt spid="68"/>
                                        </p:tgtEl>
                                        <p:attrNameLst>
                                          <p:attrName>style.visibility</p:attrName>
                                        </p:attrNameLst>
                                      </p:cBhvr>
                                      <p:to>
                                        <p:strVal val="visible"/>
                                      </p:to>
                                    </p:set>
                                    <p:animEffect transition="in" filter="wipe(left)">
                                      <p:cBhvr>
                                        <p:cTn id="71" dur="2000"/>
                                        <p:tgtEl>
                                          <p:spTgt spid="6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72"/>
                                        </p:tgtEl>
                                        <p:attrNameLst>
                                          <p:attrName>style.visibility</p:attrName>
                                        </p:attrNameLst>
                                      </p:cBhvr>
                                      <p:to>
                                        <p:strVal val="visible"/>
                                      </p:to>
                                    </p:set>
                                    <p:animEffect transition="in" filter="wipe(left)">
                                      <p:cBhvr>
                                        <p:cTn id="76" dur="2000"/>
                                        <p:tgtEl>
                                          <p:spTgt spid="72"/>
                                        </p:tgtEl>
                                      </p:cBhvr>
                                    </p:animEffect>
                                  </p:childTnLst>
                                </p:cTn>
                              </p:par>
                              <p:par>
                                <p:cTn id="77" presetID="22" presetClass="entr" presetSubtype="8" fill="hold" nodeType="withEffect">
                                  <p:stCondLst>
                                    <p:cond delay="0"/>
                                  </p:stCondLst>
                                  <p:childTnLst>
                                    <p:set>
                                      <p:cBhvr>
                                        <p:cTn id="78" dur="1" fill="hold">
                                          <p:stCondLst>
                                            <p:cond delay="0"/>
                                          </p:stCondLst>
                                        </p:cTn>
                                        <p:tgtEl>
                                          <p:spTgt spid="71"/>
                                        </p:tgtEl>
                                        <p:attrNameLst>
                                          <p:attrName>style.visibility</p:attrName>
                                        </p:attrNameLst>
                                      </p:cBhvr>
                                      <p:to>
                                        <p:strVal val="visible"/>
                                      </p:to>
                                    </p:set>
                                    <p:animEffect transition="in" filter="wipe(left)">
                                      <p:cBhvr>
                                        <p:cTn id="79" dur="2000"/>
                                        <p:tgtEl>
                                          <p:spTgt spid="71"/>
                                        </p:tgtEl>
                                      </p:cBhvr>
                                    </p:animEffect>
                                  </p:childTnLst>
                                </p:cTn>
                              </p:par>
                            </p:childTnLst>
                          </p:cTn>
                        </p:par>
                        <p:par>
                          <p:cTn id="80" fill="hold">
                            <p:stCondLst>
                              <p:cond delay="2000"/>
                            </p:stCondLst>
                            <p:childTnLst>
                              <p:par>
                                <p:cTn id="81" presetID="22" presetClass="entr" presetSubtype="8" fill="hold" nodeType="afterEffect">
                                  <p:stCondLst>
                                    <p:cond delay="0"/>
                                  </p:stCondLst>
                                  <p:childTnLst>
                                    <p:set>
                                      <p:cBhvr>
                                        <p:cTn id="82" dur="1" fill="hold">
                                          <p:stCondLst>
                                            <p:cond delay="0"/>
                                          </p:stCondLst>
                                        </p:cTn>
                                        <p:tgtEl>
                                          <p:spTgt spid="70"/>
                                        </p:tgtEl>
                                        <p:attrNameLst>
                                          <p:attrName>style.visibility</p:attrName>
                                        </p:attrNameLst>
                                      </p:cBhvr>
                                      <p:to>
                                        <p:strVal val="visible"/>
                                      </p:to>
                                    </p:set>
                                    <p:animEffect transition="in" filter="wipe(left)">
                                      <p:cBhvr>
                                        <p:cTn id="83" dur="2000"/>
                                        <p:tgtEl>
                                          <p:spTgt spid="7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75"/>
                                        </p:tgtEl>
                                        <p:attrNameLst>
                                          <p:attrName>style.visibility</p:attrName>
                                        </p:attrNameLst>
                                      </p:cBhvr>
                                      <p:to>
                                        <p:strVal val="visible"/>
                                      </p:to>
                                    </p:set>
                                    <p:animEffect transition="in" filter="wipe(left)">
                                      <p:cBhvr>
                                        <p:cTn id="88" dur="2000"/>
                                        <p:tgtEl>
                                          <p:spTgt spid="75"/>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74"/>
                                        </p:tgtEl>
                                        <p:attrNameLst>
                                          <p:attrName>style.visibility</p:attrName>
                                        </p:attrNameLst>
                                      </p:cBhvr>
                                      <p:to>
                                        <p:strVal val="visible"/>
                                      </p:to>
                                    </p:set>
                                    <p:animEffect transition="in" filter="wipe(left)">
                                      <p:cBhvr>
                                        <p:cTn id="93" dur="2000"/>
                                        <p:tgtEl>
                                          <p:spTgt spid="74"/>
                                        </p:tgtEl>
                                      </p:cBhvr>
                                    </p:animEffect>
                                  </p:childTnLst>
                                </p:cTn>
                              </p:par>
                              <p:par>
                                <p:cTn id="94" presetID="22" presetClass="entr" presetSubtype="8" fill="hold" nodeType="withEffect">
                                  <p:stCondLst>
                                    <p:cond delay="0"/>
                                  </p:stCondLst>
                                  <p:childTnLst>
                                    <p:set>
                                      <p:cBhvr>
                                        <p:cTn id="95" dur="1" fill="hold">
                                          <p:stCondLst>
                                            <p:cond delay="0"/>
                                          </p:stCondLst>
                                        </p:cTn>
                                        <p:tgtEl>
                                          <p:spTgt spid="73"/>
                                        </p:tgtEl>
                                        <p:attrNameLst>
                                          <p:attrName>style.visibility</p:attrName>
                                        </p:attrNameLst>
                                      </p:cBhvr>
                                      <p:to>
                                        <p:strVal val="visible"/>
                                      </p:to>
                                    </p:set>
                                    <p:animEffect transition="in" filter="wipe(left)">
                                      <p:cBhvr>
                                        <p:cTn id="96"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utoUpdateAnimBg="0"/>
      <p:bldP spid="2" grpId="0" autoUpdateAnimBg="0"/>
      <p:bldP spid="4" grpId="0"/>
      <p:bldP spid="57" grpId="0" autoUpdateAnimBg="0"/>
      <p:bldP spid="59" grpId="0" autoUpdateAnimBg="0"/>
      <p:bldP spid="64" grpId="0"/>
      <p:bldP spid="66" grpId="0" autoUpdateAnimBg="0"/>
      <p:bldP spid="69" grpId="0" autoUpdateAnimBg="0"/>
      <p:bldP spid="71" grpId="0"/>
      <p:bldP spid="7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Text Box 2">
            <a:extLst>
              <a:ext uri="{FF2B5EF4-FFF2-40B4-BE49-F238E27FC236}">
                <a16:creationId xmlns:a16="http://schemas.microsoft.com/office/drawing/2014/main" id="{57F6FF61-9B6B-6422-61A0-10EEB973A469}"/>
              </a:ext>
            </a:extLst>
          </p:cNvPr>
          <p:cNvSpPr txBox="1">
            <a:spLocks noChangeArrowheads="1"/>
          </p:cNvSpPr>
          <p:nvPr/>
        </p:nvSpPr>
        <p:spPr bwMode="auto">
          <a:xfrm>
            <a:off x="0" y="142875"/>
            <a:ext cx="1839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FFFF00"/>
                </a:solidFill>
              </a:rPr>
              <a:t>•</a:t>
            </a:r>
            <a:r>
              <a:rPr kumimoji="1" lang="en-US" altLang="zh-CN">
                <a:latin typeface="宋体" panose="02010600030101010101" pitchFamily="2" charset="-122"/>
              </a:rPr>
              <a:t> </a:t>
            </a:r>
            <a:r>
              <a:rPr kumimoji="1" lang="zh-CN" altLang="en-US">
                <a:solidFill>
                  <a:srgbClr val="66FFFF"/>
                </a:solidFill>
                <a:latin typeface="宋体" panose="02010600030101010101" pitchFamily="2" charset="-122"/>
              </a:rPr>
              <a:t>一般情况 </a:t>
            </a:r>
          </a:p>
        </p:txBody>
      </p:sp>
      <p:sp>
        <p:nvSpPr>
          <p:cNvPr id="264195" name="AutoShape 3">
            <a:extLst>
              <a:ext uri="{FF2B5EF4-FFF2-40B4-BE49-F238E27FC236}">
                <a16:creationId xmlns:a16="http://schemas.microsoft.com/office/drawing/2014/main" id="{9E0D5CEA-CE07-4223-4ABC-B5474D797BFE}"/>
              </a:ext>
            </a:extLst>
          </p:cNvPr>
          <p:cNvSpPr>
            <a:spLocks noChangeArrowheads="1"/>
          </p:cNvSpPr>
          <p:nvPr/>
        </p:nvSpPr>
        <p:spPr bwMode="auto">
          <a:xfrm rot="5398361">
            <a:off x="5915819" y="-556418"/>
            <a:ext cx="1196975" cy="3741737"/>
          </a:xfrm>
          <a:prstGeom prst="can">
            <a:avLst>
              <a:gd name="adj" fmla="val 48627"/>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4196" name="Line 4">
            <a:extLst>
              <a:ext uri="{FF2B5EF4-FFF2-40B4-BE49-F238E27FC236}">
                <a16:creationId xmlns:a16="http://schemas.microsoft.com/office/drawing/2014/main" id="{F1D8BE27-60E9-48B1-DE0C-16A0EAED280D}"/>
              </a:ext>
            </a:extLst>
          </p:cNvPr>
          <p:cNvSpPr>
            <a:spLocks noChangeShapeType="1"/>
          </p:cNvSpPr>
          <p:nvPr/>
        </p:nvSpPr>
        <p:spPr bwMode="auto">
          <a:xfrm flipV="1">
            <a:off x="4865688" y="760413"/>
            <a:ext cx="990600" cy="60960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4197" name="Line 5">
            <a:extLst>
              <a:ext uri="{FF2B5EF4-FFF2-40B4-BE49-F238E27FC236}">
                <a16:creationId xmlns:a16="http://schemas.microsoft.com/office/drawing/2014/main" id="{E80BCB54-B228-0F83-A35F-8E4A7D9206ED}"/>
              </a:ext>
            </a:extLst>
          </p:cNvPr>
          <p:cNvSpPr>
            <a:spLocks noChangeShapeType="1"/>
          </p:cNvSpPr>
          <p:nvPr/>
        </p:nvSpPr>
        <p:spPr bwMode="auto">
          <a:xfrm>
            <a:off x="4341813" y="1370013"/>
            <a:ext cx="4495800" cy="0"/>
          </a:xfrm>
          <a:prstGeom prst="line">
            <a:avLst/>
          </a:prstGeom>
          <a:noFill/>
          <a:ln w="2857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4198" name="Line 6">
            <a:extLst>
              <a:ext uri="{FF2B5EF4-FFF2-40B4-BE49-F238E27FC236}">
                <a16:creationId xmlns:a16="http://schemas.microsoft.com/office/drawing/2014/main" id="{C9B635BE-A87B-1B03-0235-7D70A672BB55}"/>
              </a:ext>
            </a:extLst>
          </p:cNvPr>
          <p:cNvSpPr>
            <a:spLocks noChangeShapeType="1"/>
          </p:cNvSpPr>
          <p:nvPr/>
        </p:nvSpPr>
        <p:spPr bwMode="auto">
          <a:xfrm>
            <a:off x="4941888" y="1370013"/>
            <a:ext cx="914400" cy="0"/>
          </a:xfrm>
          <a:prstGeom prst="line">
            <a:avLst/>
          </a:prstGeom>
          <a:noFill/>
          <a:ln w="38100">
            <a:solidFill>
              <a:srgbClr val="00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4199" name="Line 7">
            <a:extLst>
              <a:ext uri="{FF2B5EF4-FFF2-40B4-BE49-F238E27FC236}">
                <a16:creationId xmlns:a16="http://schemas.microsoft.com/office/drawing/2014/main" id="{2F2A1EC2-F433-4BA2-3FC4-164A0C928AF1}"/>
              </a:ext>
            </a:extLst>
          </p:cNvPr>
          <p:cNvSpPr>
            <a:spLocks noChangeShapeType="1"/>
          </p:cNvSpPr>
          <p:nvPr/>
        </p:nvSpPr>
        <p:spPr bwMode="auto">
          <a:xfrm flipV="1">
            <a:off x="4865688" y="760413"/>
            <a:ext cx="0" cy="609600"/>
          </a:xfrm>
          <a:prstGeom prst="line">
            <a:avLst/>
          </a:prstGeom>
          <a:noFill/>
          <a:ln w="38100">
            <a:solidFill>
              <a:srgbClr val="00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8">
            <a:extLst>
              <a:ext uri="{FF2B5EF4-FFF2-40B4-BE49-F238E27FC236}">
                <a16:creationId xmlns:a16="http://schemas.microsoft.com/office/drawing/2014/main" id="{58841F5B-EE35-0056-198C-2D7C58377F90}"/>
              </a:ext>
            </a:extLst>
          </p:cNvPr>
          <p:cNvGrpSpPr>
            <a:grpSpLocks/>
          </p:cNvGrpSpPr>
          <p:nvPr/>
        </p:nvGrpSpPr>
        <p:grpSpPr bwMode="auto">
          <a:xfrm>
            <a:off x="4822825" y="681038"/>
            <a:ext cx="3282950" cy="1236662"/>
            <a:chOff x="2891" y="280"/>
            <a:chExt cx="2068" cy="779"/>
          </a:xfrm>
        </p:grpSpPr>
        <p:sp>
          <p:nvSpPr>
            <p:cNvPr id="14387" name="Freeform 9">
              <a:extLst>
                <a:ext uri="{FF2B5EF4-FFF2-40B4-BE49-F238E27FC236}">
                  <a16:creationId xmlns:a16="http://schemas.microsoft.com/office/drawing/2014/main" id="{6A81CE56-FC2F-24F4-0827-AD870BE2CDA0}"/>
                </a:ext>
              </a:extLst>
            </p:cNvPr>
            <p:cNvSpPr>
              <a:spLocks/>
            </p:cNvSpPr>
            <p:nvPr/>
          </p:nvSpPr>
          <p:spPr bwMode="auto">
            <a:xfrm>
              <a:off x="2891" y="299"/>
              <a:ext cx="231" cy="378"/>
            </a:xfrm>
            <a:custGeom>
              <a:avLst/>
              <a:gdLst>
                <a:gd name="T0" fmla="*/ 0 w 240"/>
                <a:gd name="T1" fmla="*/ 52 h 432"/>
                <a:gd name="T2" fmla="*/ 53 w 240"/>
                <a:gd name="T3" fmla="*/ 24 h 432"/>
                <a:gd name="T4" fmla="*/ 131 w 240"/>
                <a:gd name="T5" fmla="*/ 0 h 432"/>
                <a:gd name="T6" fmla="*/ 0 60000 65536"/>
                <a:gd name="T7" fmla="*/ 0 60000 65536"/>
                <a:gd name="T8" fmla="*/ 0 60000 65536"/>
                <a:gd name="T9" fmla="*/ 0 w 240"/>
                <a:gd name="T10" fmla="*/ 0 h 432"/>
                <a:gd name="T11" fmla="*/ 240 w 240"/>
                <a:gd name="T12" fmla="*/ 432 h 432"/>
              </a:gdLst>
              <a:ahLst/>
              <a:cxnLst>
                <a:cxn ang="T6">
                  <a:pos x="T0" y="T1"/>
                </a:cxn>
                <a:cxn ang="T7">
                  <a:pos x="T2" y="T3"/>
                </a:cxn>
                <a:cxn ang="T8">
                  <a:pos x="T4" y="T5"/>
                </a:cxn>
              </a:cxnLst>
              <a:rect l="T9" t="T10" r="T11" b="T12"/>
              <a:pathLst>
                <a:path w="240" h="432">
                  <a:moveTo>
                    <a:pt x="0" y="432"/>
                  </a:moveTo>
                  <a:cubicBezTo>
                    <a:pt x="28" y="348"/>
                    <a:pt x="56" y="264"/>
                    <a:pt x="96" y="192"/>
                  </a:cubicBezTo>
                  <a:cubicBezTo>
                    <a:pt x="136" y="120"/>
                    <a:pt x="188" y="60"/>
                    <a:pt x="240" y="0"/>
                  </a:cubicBezTo>
                </a:path>
              </a:pathLst>
            </a:custGeom>
            <a:noFill/>
            <a:ln w="2857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88" name="Freeform 10">
              <a:extLst>
                <a:ext uri="{FF2B5EF4-FFF2-40B4-BE49-F238E27FC236}">
                  <a16:creationId xmlns:a16="http://schemas.microsoft.com/office/drawing/2014/main" id="{EA8185CF-C960-530B-5D52-9826700E3995}"/>
                </a:ext>
              </a:extLst>
            </p:cNvPr>
            <p:cNvSpPr>
              <a:spLocks/>
            </p:cNvSpPr>
            <p:nvPr/>
          </p:nvSpPr>
          <p:spPr bwMode="auto">
            <a:xfrm>
              <a:off x="4061" y="304"/>
              <a:ext cx="555" cy="755"/>
            </a:xfrm>
            <a:custGeom>
              <a:avLst/>
              <a:gdLst>
                <a:gd name="T0" fmla="*/ 0 w 576"/>
                <a:gd name="T1" fmla="*/ 3 h 888"/>
                <a:gd name="T2" fmla="*/ 54 w 576"/>
                <a:gd name="T3" fmla="*/ 6 h 888"/>
                <a:gd name="T4" fmla="*/ 133 w 576"/>
                <a:gd name="T5" fmla="*/ 34 h 888"/>
                <a:gd name="T6" fmla="*/ 212 w 576"/>
                <a:gd name="T7" fmla="*/ 60 h 888"/>
                <a:gd name="T8" fmla="*/ 318 w 576"/>
                <a:gd name="T9" fmla="*/ 67 h 888"/>
                <a:gd name="T10" fmla="*/ 0 60000 65536"/>
                <a:gd name="T11" fmla="*/ 0 60000 65536"/>
                <a:gd name="T12" fmla="*/ 0 60000 65536"/>
                <a:gd name="T13" fmla="*/ 0 60000 65536"/>
                <a:gd name="T14" fmla="*/ 0 60000 65536"/>
                <a:gd name="T15" fmla="*/ 0 w 576"/>
                <a:gd name="T16" fmla="*/ 0 h 888"/>
                <a:gd name="T17" fmla="*/ 576 w 576"/>
                <a:gd name="T18" fmla="*/ 888 h 888"/>
              </a:gdLst>
              <a:ahLst/>
              <a:cxnLst>
                <a:cxn ang="T10">
                  <a:pos x="T0" y="T1"/>
                </a:cxn>
                <a:cxn ang="T11">
                  <a:pos x="T2" y="T3"/>
                </a:cxn>
                <a:cxn ang="T12">
                  <a:pos x="T4" y="T5"/>
                </a:cxn>
                <a:cxn ang="T13">
                  <a:pos x="T6" y="T7"/>
                </a:cxn>
                <a:cxn ang="T14">
                  <a:pos x="T8" y="T9"/>
                </a:cxn>
              </a:cxnLst>
              <a:rect l="T15" t="T16" r="T17" b="T18"/>
              <a:pathLst>
                <a:path w="576" h="888">
                  <a:moveTo>
                    <a:pt x="0" y="24"/>
                  </a:moveTo>
                  <a:cubicBezTo>
                    <a:pt x="28" y="12"/>
                    <a:pt x="56" y="0"/>
                    <a:pt x="96" y="72"/>
                  </a:cubicBezTo>
                  <a:cubicBezTo>
                    <a:pt x="136" y="144"/>
                    <a:pt x="192" y="336"/>
                    <a:pt x="240" y="456"/>
                  </a:cubicBezTo>
                  <a:cubicBezTo>
                    <a:pt x="288" y="576"/>
                    <a:pt x="328" y="720"/>
                    <a:pt x="384" y="792"/>
                  </a:cubicBezTo>
                  <a:cubicBezTo>
                    <a:pt x="440" y="864"/>
                    <a:pt x="508" y="876"/>
                    <a:pt x="576" y="888"/>
                  </a:cubicBezTo>
                </a:path>
              </a:pathLst>
            </a:cu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89" name="Freeform 11">
              <a:extLst>
                <a:ext uri="{FF2B5EF4-FFF2-40B4-BE49-F238E27FC236}">
                  <a16:creationId xmlns:a16="http://schemas.microsoft.com/office/drawing/2014/main" id="{B41F2C40-8C72-0697-24E3-94DA22BAEFCA}"/>
                </a:ext>
              </a:extLst>
            </p:cNvPr>
            <p:cNvSpPr>
              <a:spLocks/>
            </p:cNvSpPr>
            <p:nvPr/>
          </p:nvSpPr>
          <p:spPr bwMode="auto">
            <a:xfrm flipH="1">
              <a:off x="3677" y="304"/>
              <a:ext cx="370" cy="755"/>
            </a:xfrm>
            <a:custGeom>
              <a:avLst/>
              <a:gdLst>
                <a:gd name="T0" fmla="*/ 0 w 576"/>
                <a:gd name="T1" fmla="*/ 3 h 888"/>
                <a:gd name="T2" fmla="*/ 1 w 576"/>
                <a:gd name="T3" fmla="*/ 6 h 888"/>
                <a:gd name="T4" fmla="*/ 1 w 576"/>
                <a:gd name="T5" fmla="*/ 34 h 888"/>
                <a:gd name="T6" fmla="*/ 1 w 576"/>
                <a:gd name="T7" fmla="*/ 60 h 888"/>
                <a:gd name="T8" fmla="*/ 1 w 576"/>
                <a:gd name="T9" fmla="*/ 67 h 888"/>
                <a:gd name="T10" fmla="*/ 0 60000 65536"/>
                <a:gd name="T11" fmla="*/ 0 60000 65536"/>
                <a:gd name="T12" fmla="*/ 0 60000 65536"/>
                <a:gd name="T13" fmla="*/ 0 60000 65536"/>
                <a:gd name="T14" fmla="*/ 0 60000 65536"/>
                <a:gd name="T15" fmla="*/ 0 w 576"/>
                <a:gd name="T16" fmla="*/ 0 h 888"/>
                <a:gd name="T17" fmla="*/ 576 w 576"/>
                <a:gd name="T18" fmla="*/ 888 h 888"/>
              </a:gdLst>
              <a:ahLst/>
              <a:cxnLst>
                <a:cxn ang="T10">
                  <a:pos x="T0" y="T1"/>
                </a:cxn>
                <a:cxn ang="T11">
                  <a:pos x="T2" y="T3"/>
                </a:cxn>
                <a:cxn ang="T12">
                  <a:pos x="T4" y="T5"/>
                </a:cxn>
                <a:cxn ang="T13">
                  <a:pos x="T6" y="T7"/>
                </a:cxn>
                <a:cxn ang="T14">
                  <a:pos x="T8" y="T9"/>
                </a:cxn>
              </a:cxnLst>
              <a:rect l="T15" t="T16" r="T17" b="T18"/>
              <a:pathLst>
                <a:path w="576" h="888">
                  <a:moveTo>
                    <a:pt x="0" y="24"/>
                  </a:moveTo>
                  <a:cubicBezTo>
                    <a:pt x="28" y="12"/>
                    <a:pt x="56" y="0"/>
                    <a:pt x="96" y="72"/>
                  </a:cubicBezTo>
                  <a:cubicBezTo>
                    <a:pt x="136" y="144"/>
                    <a:pt x="192" y="336"/>
                    <a:pt x="240" y="456"/>
                  </a:cubicBezTo>
                  <a:cubicBezTo>
                    <a:pt x="288" y="576"/>
                    <a:pt x="328" y="720"/>
                    <a:pt x="384" y="792"/>
                  </a:cubicBezTo>
                  <a:cubicBezTo>
                    <a:pt x="440" y="864"/>
                    <a:pt x="508" y="876"/>
                    <a:pt x="576" y="888"/>
                  </a:cubicBezTo>
                </a:path>
              </a:pathLst>
            </a:custGeom>
            <a:noFill/>
            <a:ln w="2857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90" name="Freeform 12">
              <a:extLst>
                <a:ext uri="{FF2B5EF4-FFF2-40B4-BE49-F238E27FC236}">
                  <a16:creationId xmlns:a16="http://schemas.microsoft.com/office/drawing/2014/main" id="{A34209CC-C7F1-C4C2-237B-9E14AAB7C8D0}"/>
                </a:ext>
              </a:extLst>
            </p:cNvPr>
            <p:cNvSpPr>
              <a:spLocks/>
            </p:cNvSpPr>
            <p:nvPr/>
          </p:nvSpPr>
          <p:spPr bwMode="auto">
            <a:xfrm flipH="1">
              <a:off x="4589" y="304"/>
              <a:ext cx="370" cy="755"/>
            </a:xfrm>
            <a:custGeom>
              <a:avLst/>
              <a:gdLst>
                <a:gd name="T0" fmla="*/ 0 w 576"/>
                <a:gd name="T1" fmla="*/ 3 h 888"/>
                <a:gd name="T2" fmla="*/ 1 w 576"/>
                <a:gd name="T3" fmla="*/ 6 h 888"/>
                <a:gd name="T4" fmla="*/ 1 w 576"/>
                <a:gd name="T5" fmla="*/ 34 h 888"/>
                <a:gd name="T6" fmla="*/ 1 w 576"/>
                <a:gd name="T7" fmla="*/ 60 h 888"/>
                <a:gd name="T8" fmla="*/ 1 w 576"/>
                <a:gd name="T9" fmla="*/ 67 h 888"/>
                <a:gd name="T10" fmla="*/ 0 60000 65536"/>
                <a:gd name="T11" fmla="*/ 0 60000 65536"/>
                <a:gd name="T12" fmla="*/ 0 60000 65536"/>
                <a:gd name="T13" fmla="*/ 0 60000 65536"/>
                <a:gd name="T14" fmla="*/ 0 60000 65536"/>
                <a:gd name="T15" fmla="*/ 0 w 576"/>
                <a:gd name="T16" fmla="*/ 0 h 888"/>
                <a:gd name="T17" fmla="*/ 576 w 576"/>
                <a:gd name="T18" fmla="*/ 888 h 888"/>
              </a:gdLst>
              <a:ahLst/>
              <a:cxnLst>
                <a:cxn ang="T10">
                  <a:pos x="T0" y="T1"/>
                </a:cxn>
                <a:cxn ang="T11">
                  <a:pos x="T2" y="T3"/>
                </a:cxn>
                <a:cxn ang="T12">
                  <a:pos x="T4" y="T5"/>
                </a:cxn>
                <a:cxn ang="T13">
                  <a:pos x="T6" y="T7"/>
                </a:cxn>
                <a:cxn ang="T14">
                  <a:pos x="T8" y="T9"/>
                </a:cxn>
              </a:cxnLst>
              <a:rect l="T15" t="T16" r="T17" b="T18"/>
              <a:pathLst>
                <a:path w="576" h="888">
                  <a:moveTo>
                    <a:pt x="0" y="24"/>
                  </a:moveTo>
                  <a:cubicBezTo>
                    <a:pt x="28" y="12"/>
                    <a:pt x="56" y="0"/>
                    <a:pt x="96" y="72"/>
                  </a:cubicBezTo>
                  <a:cubicBezTo>
                    <a:pt x="136" y="144"/>
                    <a:pt x="192" y="336"/>
                    <a:pt x="240" y="456"/>
                  </a:cubicBezTo>
                  <a:cubicBezTo>
                    <a:pt x="288" y="576"/>
                    <a:pt x="328" y="720"/>
                    <a:pt x="384" y="792"/>
                  </a:cubicBezTo>
                  <a:cubicBezTo>
                    <a:pt x="440" y="864"/>
                    <a:pt x="508" y="876"/>
                    <a:pt x="576" y="888"/>
                  </a:cubicBezTo>
                </a:path>
              </a:pathLst>
            </a:custGeom>
            <a:noFill/>
            <a:ln w="2857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91" name="Freeform 13">
              <a:extLst>
                <a:ext uri="{FF2B5EF4-FFF2-40B4-BE49-F238E27FC236}">
                  <a16:creationId xmlns:a16="http://schemas.microsoft.com/office/drawing/2014/main" id="{AD76CC2C-64DC-0C04-24FF-71084BBC5020}"/>
                </a:ext>
              </a:extLst>
            </p:cNvPr>
            <p:cNvSpPr>
              <a:spLocks/>
            </p:cNvSpPr>
            <p:nvPr/>
          </p:nvSpPr>
          <p:spPr bwMode="auto">
            <a:xfrm>
              <a:off x="3149" y="280"/>
              <a:ext cx="555" cy="776"/>
            </a:xfrm>
            <a:custGeom>
              <a:avLst/>
              <a:gdLst>
                <a:gd name="T0" fmla="*/ 0 w 576"/>
                <a:gd name="T1" fmla="*/ 3 h 888"/>
                <a:gd name="T2" fmla="*/ 54 w 576"/>
                <a:gd name="T3" fmla="*/ 8 h 888"/>
                <a:gd name="T4" fmla="*/ 133 w 576"/>
                <a:gd name="T5" fmla="*/ 52 h 888"/>
                <a:gd name="T6" fmla="*/ 212 w 576"/>
                <a:gd name="T7" fmla="*/ 91 h 888"/>
                <a:gd name="T8" fmla="*/ 318 w 576"/>
                <a:gd name="T9" fmla="*/ 103 h 888"/>
                <a:gd name="T10" fmla="*/ 0 60000 65536"/>
                <a:gd name="T11" fmla="*/ 0 60000 65536"/>
                <a:gd name="T12" fmla="*/ 0 60000 65536"/>
                <a:gd name="T13" fmla="*/ 0 60000 65536"/>
                <a:gd name="T14" fmla="*/ 0 60000 65536"/>
                <a:gd name="T15" fmla="*/ 0 w 576"/>
                <a:gd name="T16" fmla="*/ 0 h 888"/>
                <a:gd name="T17" fmla="*/ 576 w 576"/>
                <a:gd name="T18" fmla="*/ 888 h 888"/>
              </a:gdLst>
              <a:ahLst/>
              <a:cxnLst>
                <a:cxn ang="T10">
                  <a:pos x="T0" y="T1"/>
                </a:cxn>
                <a:cxn ang="T11">
                  <a:pos x="T2" y="T3"/>
                </a:cxn>
                <a:cxn ang="T12">
                  <a:pos x="T4" y="T5"/>
                </a:cxn>
                <a:cxn ang="T13">
                  <a:pos x="T6" y="T7"/>
                </a:cxn>
                <a:cxn ang="T14">
                  <a:pos x="T8" y="T9"/>
                </a:cxn>
              </a:cxnLst>
              <a:rect l="T15" t="T16" r="T17" b="T18"/>
              <a:pathLst>
                <a:path w="576" h="888">
                  <a:moveTo>
                    <a:pt x="0" y="24"/>
                  </a:moveTo>
                  <a:cubicBezTo>
                    <a:pt x="28" y="12"/>
                    <a:pt x="56" y="0"/>
                    <a:pt x="96" y="72"/>
                  </a:cubicBezTo>
                  <a:cubicBezTo>
                    <a:pt x="136" y="144"/>
                    <a:pt x="192" y="336"/>
                    <a:pt x="240" y="456"/>
                  </a:cubicBezTo>
                  <a:cubicBezTo>
                    <a:pt x="288" y="576"/>
                    <a:pt x="328" y="720"/>
                    <a:pt x="384" y="792"/>
                  </a:cubicBezTo>
                  <a:cubicBezTo>
                    <a:pt x="440" y="864"/>
                    <a:pt x="508" y="876"/>
                    <a:pt x="576" y="888"/>
                  </a:cubicBezTo>
                </a:path>
              </a:pathLst>
            </a:cu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64206" name="Oval 14">
            <a:extLst>
              <a:ext uri="{FF2B5EF4-FFF2-40B4-BE49-F238E27FC236}">
                <a16:creationId xmlns:a16="http://schemas.microsoft.com/office/drawing/2014/main" id="{9A8F4C9E-DE5D-78AF-93CB-6DF3C9276807}"/>
              </a:ext>
            </a:extLst>
          </p:cNvPr>
          <p:cNvSpPr>
            <a:spLocks noChangeArrowheads="1"/>
          </p:cNvSpPr>
          <p:nvPr/>
        </p:nvSpPr>
        <p:spPr bwMode="auto">
          <a:xfrm>
            <a:off x="4713288" y="1217613"/>
            <a:ext cx="304800" cy="304800"/>
          </a:xfrm>
          <a:prstGeom prst="ellipse">
            <a:avLst/>
          </a:prstGeom>
          <a:gradFill rotWithShape="0">
            <a:gsLst>
              <a:gs pos="0">
                <a:srgbClr val="FF99FF"/>
              </a:gs>
              <a:gs pos="100000">
                <a:srgbClr val="764776"/>
              </a:gs>
            </a:gsLst>
            <a:path path="shape">
              <a:fillToRect l="50000" t="50000" r="50000" b="50000"/>
            </a:path>
          </a:gradFill>
          <a:ln w="9525">
            <a:solidFill>
              <a:schemeClr val="folHlink"/>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aphicFrame>
        <p:nvGraphicFramePr>
          <p:cNvPr id="264207" name="Object 2">
            <a:extLst>
              <a:ext uri="{FF2B5EF4-FFF2-40B4-BE49-F238E27FC236}">
                <a16:creationId xmlns:a16="http://schemas.microsoft.com/office/drawing/2014/main" id="{6985E5F2-BA1B-EF68-31C6-2E6DA1BF72C4}"/>
              </a:ext>
            </a:extLst>
          </p:cNvPr>
          <p:cNvGraphicFramePr>
            <a:graphicFrameLocks noChangeAspect="1"/>
          </p:cNvGraphicFramePr>
          <p:nvPr/>
        </p:nvGraphicFramePr>
        <p:xfrm>
          <a:off x="8674100" y="881063"/>
          <a:ext cx="304800" cy="352425"/>
        </p:xfrm>
        <a:graphic>
          <a:graphicData uri="http://schemas.openxmlformats.org/presentationml/2006/ole">
            <mc:AlternateContent xmlns:mc="http://schemas.openxmlformats.org/markup-compatibility/2006">
              <mc:Choice xmlns:v="urn:schemas-microsoft-com:vml" Requires="v">
                <p:oleObj name="Equation" r:id="rId2" imgW="243840" imgH="304745" progId="Equation.3">
                  <p:embed/>
                </p:oleObj>
              </mc:Choice>
              <mc:Fallback>
                <p:oleObj name="Equation" r:id="rId2" imgW="243840" imgH="304745"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4100" y="881063"/>
                        <a:ext cx="304800"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08" name="Object 3">
            <a:extLst>
              <a:ext uri="{FF2B5EF4-FFF2-40B4-BE49-F238E27FC236}">
                <a16:creationId xmlns:a16="http://schemas.microsoft.com/office/drawing/2014/main" id="{469FCA1F-DBE0-004F-4AEF-322AB3A65494}"/>
              </a:ext>
            </a:extLst>
          </p:cNvPr>
          <p:cNvGraphicFramePr>
            <a:graphicFrameLocks noChangeAspect="1"/>
          </p:cNvGraphicFramePr>
          <p:nvPr/>
        </p:nvGraphicFramePr>
        <p:xfrm>
          <a:off x="5262563" y="1385888"/>
          <a:ext cx="368300" cy="422275"/>
        </p:xfrm>
        <a:graphic>
          <a:graphicData uri="http://schemas.openxmlformats.org/presentationml/2006/ole">
            <mc:AlternateContent xmlns:mc="http://schemas.openxmlformats.org/markup-compatibility/2006">
              <mc:Choice xmlns:v="urn:schemas-microsoft-com:vml" Requires="v">
                <p:oleObj name="Equation" r:id="rId4" imgW="319978" imgH="396018" progId="Equation.3">
                  <p:embed/>
                </p:oleObj>
              </mc:Choice>
              <mc:Fallback>
                <p:oleObj name="Equation" r:id="rId4" imgW="319978" imgH="396018"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2563" y="1385888"/>
                        <a:ext cx="368300"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09" name="Object 4">
            <a:extLst>
              <a:ext uri="{FF2B5EF4-FFF2-40B4-BE49-F238E27FC236}">
                <a16:creationId xmlns:a16="http://schemas.microsoft.com/office/drawing/2014/main" id="{849E69EE-0818-36C7-7EA3-27C166D20AFF}"/>
              </a:ext>
            </a:extLst>
          </p:cNvPr>
          <p:cNvGraphicFramePr>
            <a:graphicFrameLocks/>
          </p:cNvGraphicFramePr>
          <p:nvPr/>
        </p:nvGraphicFramePr>
        <p:xfrm>
          <a:off x="4271963" y="658813"/>
          <a:ext cx="366712" cy="417512"/>
        </p:xfrm>
        <a:graphic>
          <a:graphicData uri="http://schemas.openxmlformats.org/presentationml/2006/ole">
            <mc:AlternateContent xmlns:mc="http://schemas.openxmlformats.org/markup-compatibility/2006">
              <mc:Choice xmlns:v="urn:schemas-microsoft-com:vml" Requires="v">
                <p:oleObj name="Equation" r:id="rId6" imgW="327442" imgH="381055" progId="Equation.3">
                  <p:embed/>
                </p:oleObj>
              </mc:Choice>
              <mc:Fallback>
                <p:oleObj name="Equation" r:id="rId6" imgW="327442" imgH="381055"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71963" y="658813"/>
                        <a:ext cx="366712"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10" name="Line 18">
            <a:extLst>
              <a:ext uri="{FF2B5EF4-FFF2-40B4-BE49-F238E27FC236}">
                <a16:creationId xmlns:a16="http://schemas.microsoft.com/office/drawing/2014/main" id="{61C8E7C9-36FE-F12B-9210-715C0C6CB544}"/>
              </a:ext>
            </a:extLst>
          </p:cNvPr>
          <p:cNvSpPr>
            <a:spLocks noChangeShapeType="1"/>
          </p:cNvSpPr>
          <p:nvPr/>
        </p:nvSpPr>
        <p:spPr bwMode="auto">
          <a:xfrm>
            <a:off x="6083300" y="1954213"/>
            <a:ext cx="0" cy="4572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211" name="Line 19">
            <a:extLst>
              <a:ext uri="{FF2B5EF4-FFF2-40B4-BE49-F238E27FC236}">
                <a16:creationId xmlns:a16="http://schemas.microsoft.com/office/drawing/2014/main" id="{CF234070-2FA7-5759-175A-A997F4830726}"/>
              </a:ext>
            </a:extLst>
          </p:cNvPr>
          <p:cNvSpPr>
            <a:spLocks noChangeShapeType="1"/>
          </p:cNvSpPr>
          <p:nvPr/>
        </p:nvSpPr>
        <p:spPr bwMode="auto">
          <a:xfrm>
            <a:off x="7531100" y="1954213"/>
            <a:ext cx="0" cy="4572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212" name="Line 20">
            <a:extLst>
              <a:ext uri="{FF2B5EF4-FFF2-40B4-BE49-F238E27FC236}">
                <a16:creationId xmlns:a16="http://schemas.microsoft.com/office/drawing/2014/main" id="{D08BF94D-327F-ECFF-F580-712483C4B66A}"/>
              </a:ext>
            </a:extLst>
          </p:cNvPr>
          <p:cNvSpPr>
            <a:spLocks noChangeShapeType="1"/>
          </p:cNvSpPr>
          <p:nvPr/>
        </p:nvSpPr>
        <p:spPr bwMode="auto">
          <a:xfrm>
            <a:off x="6083300" y="2101850"/>
            <a:ext cx="1447800" cy="0"/>
          </a:xfrm>
          <a:prstGeom prst="line">
            <a:avLst/>
          </a:prstGeom>
          <a:noFill/>
          <a:ln w="2857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4213" name="Object 5">
            <a:extLst>
              <a:ext uri="{FF2B5EF4-FFF2-40B4-BE49-F238E27FC236}">
                <a16:creationId xmlns:a16="http://schemas.microsoft.com/office/drawing/2014/main" id="{381982A5-4F81-1E75-BF0A-488E58DD1FE3}"/>
              </a:ext>
            </a:extLst>
          </p:cNvPr>
          <p:cNvGraphicFramePr>
            <a:graphicFrameLocks/>
          </p:cNvGraphicFramePr>
          <p:nvPr/>
        </p:nvGraphicFramePr>
        <p:xfrm>
          <a:off x="6710363" y="2182813"/>
          <a:ext cx="215900" cy="315912"/>
        </p:xfrm>
        <a:graphic>
          <a:graphicData uri="http://schemas.openxmlformats.org/presentationml/2006/ole">
            <mc:AlternateContent xmlns:mc="http://schemas.openxmlformats.org/markup-compatibility/2006">
              <mc:Choice xmlns:v="urn:schemas-microsoft-com:vml" Requires="v">
                <p:oleObj name="Equation" r:id="rId8" imgW="175167" imgH="281801" progId="Equation.3">
                  <p:embed/>
                </p:oleObj>
              </mc:Choice>
              <mc:Fallback>
                <p:oleObj name="Equation" r:id="rId8" imgW="175167" imgH="281801"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10363" y="2182813"/>
                        <a:ext cx="2159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4" name="Object 6">
            <a:extLst>
              <a:ext uri="{FF2B5EF4-FFF2-40B4-BE49-F238E27FC236}">
                <a16:creationId xmlns:a16="http://schemas.microsoft.com/office/drawing/2014/main" id="{95FD82DE-523C-EBB6-DE19-67E6383A292D}"/>
              </a:ext>
            </a:extLst>
          </p:cNvPr>
          <p:cNvGraphicFramePr>
            <a:graphicFrameLocks noChangeAspect="1"/>
          </p:cNvGraphicFramePr>
          <p:nvPr/>
        </p:nvGraphicFramePr>
        <p:xfrm>
          <a:off x="5280025" y="1047750"/>
          <a:ext cx="287338" cy="379413"/>
        </p:xfrm>
        <a:graphic>
          <a:graphicData uri="http://schemas.openxmlformats.org/presentationml/2006/ole">
            <mc:AlternateContent xmlns:mc="http://schemas.openxmlformats.org/markup-compatibility/2006">
              <mc:Choice xmlns:v="urn:schemas-microsoft-com:vml" Requires="v">
                <p:oleObj name="Equation" r:id="rId10" imgW="91564" imgH="137160" progId="Equation.3">
                  <p:embed/>
                </p:oleObj>
              </mc:Choice>
              <mc:Fallback>
                <p:oleObj name="Equation" r:id="rId10" imgW="91564" imgH="13716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80025" y="1047750"/>
                        <a:ext cx="287338"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5" name="Object 7">
            <a:extLst>
              <a:ext uri="{FF2B5EF4-FFF2-40B4-BE49-F238E27FC236}">
                <a16:creationId xmlns:a16="http://schemas.microsoft.com/office/drawing/2014/main" id="{739A3FB9-95CF-51DF-AF55-C92ABA9BC654}"/>
              </a:ext>
            </a:extLst>
          </p:cNvPr>
          <p:cNvGraphicFramePr>
            <a:graphicFrameLocks noChangeAspect="1"/>
          </p:cNvGraphicFramePr>
          <p:nvPr/>
        </p:nvGraphicFramePr>
        <p:xfrm>
          <a:off x="785813" y="785813"/>
          <a:ext cx="1760537" cy="430212"/>
        </p:xfrm>
        <a:graphic>
          <a:graphicData uri="http://schemas.openxmlformats.org/presentationml/2006/ole">
            <mc:AlternateContent xmlns:mc="http://schemas.openxmlformats.org/markup-compatibility/2006">
              <mc:Choice xmlns:v="urn:schemas-microsoft-com:vml" Requires="v">
                <p:oleObj name="Equation" r:id="rId12" imgW="1623278" imgH="396018" progId="Equation.3">
                  <p:embed/>
                </p:oleObj>
              </mc:Choice>
              <mc:Fallback>
                <p:oleObj name="Equation" r:id="rId12" imgW="1623278" imgH="396018"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5813" y="785813"/>
                        <a:ext cx="1760537"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6" name="Object 8">
            <a:extLst>
              <a:ext uri="{FF2B5EF4-FFF2-40B4-BE49-F238E27FC236}">
                <a16:creationId xmlns:a16="http://schemas.microsoft.com/office/drawing/2014/main" id="{06E4FE23-5294-5FC9-C7EA-9ABF36EBEA10}"/>
              </a:ext>
            </a:extLst>
          </p:cNvPr>
          <p:cNvGraphicFramePr>
            <a:graphicFrameLocks noChangeAspect="1"/>
          </p:cNvGraphicFramePr>
          <p:nvPr/>
        </p:nvGraphicFramePr>
        <p:xfrm>
          <a:off x="762000" y="1333500"/>
          <a:ext cx="1639888" cy="419100"/>
        </p:xfrm>
        <a:graphic>
          <a:graphicData uri="http://schemas.openxmlformats.org/presentationml/2006/ole">
            <mc:AlternateContent xmlns:mc="http://schemas.openxmlformats.org/markup-compatibility/2006">
              <mc:Choice xmlns:v="urn:schemas-microsoft-com:vml" Requires="v">
                <p:oleObj name="公式" r:id="rId14" imgW="1600387" imgH="381055" progId="Equation.3">
                  <p:embed/>
                </p:oleObj>
              </mc:Choice>
              <mc:Fallback>
                <p:oleObj name="公式" r:id="rId14" imgW="1600387" imgH="381055"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2000" y="1333500"/>
                        <a:ext cx="163988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17" name="Text Box 25">
            <a:extLst>
              <a:ext uri="{FF2B5EF4-FFF2-40B4-BE49-F238E27FC236}">
                <a16:creationId xmlns:a16="http://schemas.microsoft.com/office/drawing/2014/main" id="{D0939965-BC29-AAC5-7541-A9166F05E5C6}"/>
              </a:ext>
            </a:extLst>
          </p:cNvPr>
          <p:cNvSpPr txBox="1">
            <a:spLocks noChangeArrowheads="1"/>
          </p:cNvSpPr>
          <p:nvPr/>
        </p:nvSpPr>
        <p:spPr bwMode="auto">
          <a:xfrm>
            <a:off x="142844" y="4429132"/>
            <a:ext cx="3024187" cy="457200"/>
          </a:xfrm>
          <a:prstGeom prst="rect">
            <a:avLst/>
          </a:prstGeom>
          <a:gradFill rotWithShape="1">
            <a:gsLst>
              <a:gs pos="0">
                <a:srgbClr val="66FFFF">
                  <a:alpha val="67999"/>
                </a:srgbClr>
              </a:gs>
              <a:gs pos="50000">
                <a:srgbClr val="66FFFF">
                  <a:gamma/>
                  <a:shade val="46275"/>
                  <a:invGamma/>
                </a:srgbClr>
              </a:gs>
              <a:gs pos="100000">
                <a:srgbClr val="66FFFF">
                  <a:alpha val="67999"/>
                </a:srgbClr>
              </a:gs>
            </a:gsLst>
            <a:lin ang="5400000" scaled="1"/>
          </a:gradFill>
          <a:ln w="9525">
            <a:noFill/>
            <a:miter lim="800000"/>
            <a:headEnd/>
            <a:tailEnd/>
          </a:ln>
          <a:effectLst/>
        </p:spPr>
        <p:txBody>
          <a:bodyPr>
            <a:spAutoFit/>
          </a:bodyPr>
          <a:lstStyle/>
          <a:p>
            <a:pPr eaLnBrk="1" hangingPunct="1">
              <a:defRPr/>
            </a:pPr>
            <a:r>
              <a:rPr kumimoji="1" lang="zh-CN" altLang="en-US">
                <a:latin typeface="宋体" pitchFamily="2" charset="-122"/>
              </a:rPr>
              <a:t>带电粒子作螺旋运动</a:t>
            </a:r>
          </a:p>
        </p:txBody>
      </p:sp>
      <p:graphicFrame>
        <p:nvGraphicFramePr>
          <p:cNvPr id="264218" name="Object 9">
            <a:extLst>
              <a:ext uri="{FF2B5EF4-FFF2-40B4-BE49-F238E27FC236}">
                <a16:creationId xmlns:a16="http://schemas.microsoft.com/office/drawing/2014/main" id="{116DDD1D-59ED-BC9E-CBE8-ACE1CCF1F1FA}"/>
              </a:ext>
            </a:extLst>
          </p:cNvPr>
          <p:cNvGraphicFramePr>
            <a:graphicFrameLocks/>
          </p:cNvGraphicFramePr>
          <p:nvPr/>
        </p:nvGraphicFramePr>
        <p:xfrm>
          <a:off x="5889625" y="817563"/>
          <a:ext cx="230188" cy="292100"/>
        </p:xfrm>
        <a:graphic>
          <a:graphicData uri="http://schemas.openxmlformats.org/presentationml/2006/ole">
            <mc:AlternateContent xmlns:mc="http://schemas.openxmlformats.org/markup-compatibility/2006">
              <mc:Choice xmlns:v="urn:schemas-microsoft-com:vml" Requires="v">
                <p:oleObj name="Equation" r:id="rId16" imgW="190593" imgH="251377" progId="Equation.3">
                  <p:embed/>
                </p:oleObj>
              </mc:Choice>
              <mc:Fallback>
                <p:oleObj name="Equation" r:id="rId16" imgW="190593" imgH="251377"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889625" y="817563"/>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19" name="Text Box 27">
            <a:extLst>
              <a:ext uri="{FF2B5EF4-FFF2-40B4-BE49-F238E27FC236}">
                <a16:creationId xmlns:a16="http://schemas.microsoft.com/office/drawing/2014/main" id="{1E14FDB8-4CA4-5F84-616A-14B65C16CEA3}"/>
              </a:ext>
            </a:extLst>
          </p:cNvPr>
          <p:cNvSpPr txBox="1">
            <a:spLocks noChangeArrowheads="1"/>
          </p:cNvSpPr>
          <p:nvPr/>
        </p:nvSpPr>
        <p:spPr bwMode="auto">
          <a:xfrm>
            <a:off x="1714500" y="142875"/>
            <a:ext cx="5184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粒子的速度   与   斜交成   角</a:t>
            </a:r>
          </a:p>
        </p:txBody>
      </p:sp>
      <p:graphicFrame>
        <p:nvGraphicFramePr>
          <p:cNvPr id="264220" name="Object 10">
            <a:extLst>
              <a:ext uri="{FF2B5EF4-FFF2-40B4-BE49-F238E27FC236}">
                <a16:creationId xmlns:a16="http://schemas.microsoft.com/office/drawing/2014/main" id="{C2C746D4-9FDF-1CD9-B383-57BBCA67E73A}"/>
              </a:ext>
            </a:extLst>
          </p:cNvPr>
          <p:cNvGraphicFramePr>
            <a:graphicFrameLocks noChangeAspect="1"/>
          </p:cNvGraphicFramePr>
          <p:nvPr/>
        </p:nvGraphicFramePr>
        <p:xfrm>
          <a:off x="3429000" y="214313"/>
          <a:ext cx="341313" cy="490537"/>
        </p:xfrm>
        <a:graphic>
          <a:graphicData uri="http://schemas.openxmlformats.org/presentationml/2006/ole">
            <mc:AlternateContent xmlns:mc="http://schemas.openxmlformats.org/markup-compatibility/2006">
              <mc:Choice xmlns:v="urn:schemas-microsoft-com:vml" Requires="v">
                <p:oleObj name="公式" r:id="rId18" imgW="282158" imgH="434423" progId="Equation.3">
                  <p:embed/>
                </p:oleObj>
              </mc:Choice>
              <mc:Fallback>
                <p:oleObj name="公式" r:id="rId18" imgW="282158" imgH="434423"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29000" y="214313"/>
                        <a:ext cx="341313"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21" name="Object 11">
            <a:extLst>
              <a:ext uri="{FF2B5EF4-FFF2-40B4-BE49-F238E27FC236}">
                <a16:creationId xmlns:a16="http://schemas.microsoft.com/office/drawing/2014/main" id="{1B8E637D-5B7B-14BB-6759-BC28B75F7643}"/>
              </a:ext>
            </a:extLst>
          </p:cNvPr>
          <p:cNvGraphicFramePr>
            <a:graphicFrameLocks noChangeAspect="1"/>
          </p:cNvGraphicFramePr>
          <p:nvPr/>
        </p:nvGraphicFramePr>
        <p:xfrm>
          <a:off x="4214813" y="214313"/>
          <a:ext cx="304800" cy="352425"/>
        </p:xfrm>
        <a:graphic>
          <a:graphicData uri="http://schemas.openxmlformats.org/presentationml/2006/ole">
            <mc:AlternateContent xmlns:mc="http://schemas.openxmlformats.org/markup-compatibility/2006">
              <mc:Choice xmlns:v="urn:schemas-microsoft-com:vml" Requires="v">
                <p:oleObj name="Equation" r:id="rId20" imgW="243840" imgH="304745" progId="Equation.3">
                  <p:embed/>
                </p:oleObj>
              </mc:Choice>
              <mc:Fallback>
                <p:oleObj name="Equation" r:id="rId20" imgW="243840" imgH="304745"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14813" y="214313"/>
                        <a:ext cx="304800"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22" name="Object 12">
            <a:extLst>
              <a:ext uri="{FF2B5EF4-FFF2-40B4-BE49-F238E27FC236}">
                <a16:creationId xmlns:a16="http://schemas.microsoft.com/office/drawing/2014/main" id="{82069CCA-D7AC-8B1A-805E-070EB0AFCA7C}"/>
              </a:ext>
            </a:extLst>
          </p:cNvPr>
          <p:cNvGraphicFramePr>
            <a:graphicFrameLocks noChangeAspect="1"/>
          </p:cNvGraphicFramePr>
          <p:nvPr/>
        </p:nvGraphicFramePr>
        <p:xfrm>
          <a:off x="5572125" y="214313"/>
          <a:ext cx="287338" cy="379412"/>
        </p:xfrm>
        <a:graphic>
          <a:graphicData uri="http://schemas.openxmlformats.org/presentationml/2006/ole">
            <mc:AlternateContent xmlns:mc="http://schemas.openxmlformats.org/markup-compatibility/2006">
              <mc:Choice xmlns:v="urn:schemas-microsoft-com:vml" Requires="v">
                <p:oleObj name="Equation" r:id="rId10" imgW="91564" imgH="137160" progId="Equation.3">
                  <p:embed/>
                </p:oleObj>
              </mc:Choice>
              <mc:Fallback>
                <p:oleObj name="Equation" r:id="rId10" imgW="91564" imgH="137160"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72125" y="214313"/>
                        <a:ext cx="287338"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23" name="Arc 31">
            <a:extLst>
              <a:ext uri="{FF2B5EF4-FFF2-40B4-BE49-F238E27FC236}">
                <a16:creationId xmlns:a16="http://schemas.microsoft.com/office/drawing/2014/main" id="{E0E02BB8-9F48-A2A2-10C4-3876C5C51480}"/>
              </a:ext>
            </a:extLst>
          </p:cNvPr>
          <p:cNvSpPr>
            <a:spLocks/>
          </p:cNvSpPr>
          <p:nvPr/>
        </p:nvSpPr>
        <p:spPr bwMode="auto">
          <a:xfrm rot="1968418">
            <a:off x="4799013" y="1181100"/>
            <a:ext cx="185737" cy="460375"/>
          </a:xfrm>
          <a:custGeom>
            <a:avLst/>
            <a:gdLst>
              <a:gd name="T0" fmla="*/ 2147483646 w 14425"/>
              <a:gd name="T1" fmla="*/ 0 h 18904"/>
              <a:gd name="T2" fmla="*/ 2147483646 w 14425"/>
              <a:gd name="T3" fmla="*/ 2147483646 h 18904"/>
              <a:gd name="T4" fmla="*/ 0 w 14425"/>
              <a:gd name="T5" fmla="*/ 2147483646 h 18904"/>
              <a:gd name="T6" fmla="*/ 0 60000 65536"/>
              <a:gd name="T7" fmla="*/ 0 60000 65536"/>
              <a:gd name="T8" fmla="*/ 0 60000 65536"/>
              <a:gd name="T9" fmla="*/ 0 w 14425"/>
              <a:gd name="T10" fmla="*/ 0 h 18904"/>
              <a:gd name="T11" fmla="*/ 14425 w 14425"/>
              <a:gd name="T12" fmla="*/ 18904 h 18904"/>
            </a:gdLst>
            <a:ahLst/>
            <a:cxnLst>
              <a:cxn ang="T6">
                <a:pos x="T0" y="T1"/>
              </a:cxn>
              <a:cxn ang="T7">
                <a:pos x="T2" y="T3"/>
              </a:cxn>
              <a:cxn ang="T8">
                <a:pos x="T4" y="T5"/>
              </a:cxn>
            </a:cxnLst>
            <a:rect l="T9" t="T10" r="T11" b="T12"/>
            <a:pathLst>
              <a:path w="14425" h="18904" fill="none" extrusionOk="0">
                <a:moveTo>
                  <a:pt x="10449" y="0"/>
                </a:moveTo>
                <a:cubicBezTo>
                  <a:pt x="11877" y="789"/>
                  <a:pt x="13211" y="1737"/>
                  <a:pt x="14425" y="2826"/>
                </a:cubicBezTo>
              </a:path>
              <a:path w="14425" h="18904" stroke="0" extrusionOk="0">
                <a:moveTo>
                  <a:pt x="10449" y="0"/>
                </a:moveTo>
                <a:cubicBezTo>
                  <a:pt x="11877" y="789"/>
                  <a:pt x="13211" y="1737"/>
                  <a:pt x="14425" y="2826"/>
                </a:cubicBezTo>
                <a:lnTo>
                  <a:pt x="0" y="18904"/>
                </a:lnTo>
                <a:lnTo>
                  <a:pt x="10449"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64224" name="Line 32">
            <a:extLst>
              <a:ext uri="{FF2B5EF4-FFF2-40B4-BE49-F238E27FC236}">
                <a16:creationId xmlns:a16="http://schemas.microsoft.com/office/drawing/2014/main" id="{9A214D44-9E8B-257E-5C7D-AD9D6F9F3AD9}"/>
              </a:ext>
            </a:extLst>
          </p:cNvPr>
          <p:cNvSpPr>
            <a:spLocks noChangeShapeType="1"/>
          </p:cNvSpPr>
          <p:nvPr/>
        </p:nvSpPr>
        <p:spPr bwMode="auto">
          <a:xfrm>
            <a:off x="5813425" y="771525"/>
            <a:ext cx="0" cy="574675"/>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64225" name="Line 33">
            <a:extLst>
              <a:ext uri="{FF2B5EF4-FFF2-40B4-BE49-F238E27FC236}">
                <a16:creationId xmlns:a16="http://schemas.microsoft.com/office/drawing/2014/main" id="{054F88E7-F500-8952-AD10-2A5DE2216810}"/>
              </a:ext>
            </a:extLst>
          </p:cNvPr>
          <p:cNvSpPr>
            <a:spLocks noChangeShapeType="1"/>
          </p:cNvSpPr>
          <p:nvPr/>
        </p:nvSpPr>
        <p:spPr bwMode="auto">
          <a:xfrm>
            <a:off x="4876800" y="771525"/>
            <a:ext cx="936625"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64226" name="Text Box 34">
            <a:extLst>
              <a:ext uri="{FF2B5EF4-FFF2-40B4-BE49-F238E27FC236}">
                <a16:creationId xmlns:a16="http://schemas.microsoft.com/office/drawing/2014/main" id="{597710BA-522A-9FF8-9984-B91DE8D5B13C}"/>
              </a:ext>
            </a:extLst>
          </p:cNvPr>
          <p:cNvSpPr txBox="1">
            <a:spLocks noChangeArrowheads="1"/>
          </p:cNvSpPr>
          <p:nvPr/>
        </p:nvSpPr>
        <p:spPr bwMode="auto">
          <a:xfrm>
            <a:off x="285750" y="1928813"/>
            <a:ext cx="3425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若只有   分速度</a:t>
            </a:r>
          </a:p>
        </p:txBody>
      </p:sp>
      <p:graphicFrame>
        <p:nvGraphicFramePr>
          <p:cNvPr id="264227" name="Object 13">
            <a:extLst>
              <a:ext uri="{FF2B5EF4-FFF2-40B4-BE49-F238E27FC236}">
                <a16:creationId xmlns:a16="http://schemas.microsoft.com/office/drawing/2014/main" id="{C66757B5-224B-8A59-2533-758A1BBE70A8}"/>
              </a:ext>
            </a:extLst>
          </p:cNvPr>
          <p:cNvGraphicFramePr>
            <a:graphicFrameLocks noChangeAspect="1"/>
          </p:cNvGraphicFramePr>
          <p:nvPr/>
        </p:nvGraphicFramePr>
        <p:xfrm>
          <a:off x="1285875" y="1928813"/>
          <a:ext cx="368300" cy="419100"/>
        </p:xfrm>
        <a:graphic>
          <a:graphicData uri="http://schemas.openxmlformats.org/presentationml/2006/ole">
            <mc:AlternateContent xmlns:mc="http://schemas.openxmlformats.org/markup-compatibility/2006">
              <mc:Choice xmlns:v="urn:schemas-microsoft-com:vml" Requires="v">
                <p:oleObj name="公式" r:id="rId23" imgW="327442" imgH="381055" progId="Equation.3">
                  <p:embed/>
                </p:oleObj>
              </mc:Choice>
              <mc:Fallback>
                <p:oleObj name="公式" r:id="rId23" imgW="327442" imgH="381055"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85875" y="1928813"/>
                        <a:ext cx="368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28" name="Text Box 36">
            <a:extLst>
              <a:ext uri="{FF2B5EF4-FFF2-40B4-BE49-F238E27FC236}">
                <a16:creationId xmlns:a16="http://schemas.microsoft.com/office/drawing/2014/main" id="{DBAE2DA0-5D59-9A6B-FE5C-F7E5E2F5FF40}"/>
              </a:ext>
            </a:extLst>
          </p:cNvPr>
          <p:cNvSpPr txBox="1">
            <a:spLocks noChangeArrowheads="1"/>
          </p:cNvSpPr>
          <p:nvPr/>
        </p:nvSpPr>
        <p:spPr bwMode="auto">
          <a:xfrm>
            <a:off x="1857375" y="2500313"/>
            <a:ext cx="7105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则粒子在垂直于    的平面内作匀速圆周运动。</a:t>
            </a:r>
          </a:p>
        </p:txBody>
      </p:sp>
      <p:graphicFrame>
        <p:nvGraphicFramePr>
          <p:cNvPr id="264229" name="Object 14">
            <a:extLst>
              <a:ext uri="{FF2B5EF4-FFF2-40B4-BE49-F238E27FC236}">
                <a16:creationId xmlns:a16="http://schemas.microsoft.com/office/drawing/2014/main" id="{08DE55A9-B53C-E977-88F1-74DE072B5DF0}"/>
              </a:ext>
            </a:extLst>
          </p:cNvPr>
          <p:cNvGraphicFramePr>
            <a:graphicFrameLocks noChangeAspect="1"/>
          </p:cNvGraphicFramePr>
          <p:nvPr/>
        </p:nvGraphicFramePr>
        <p:xfrm>
          <a:off x="4071938" y="2571750"/>
          <a:ext cx="304800" cy="352425"/>
        </p:xfrm>
        <a:graphic>
          <a:graphicData uri="http://schemas.openxmlformats.org/presentationml/2006/ole">
            <mc:AlternateContent xmlns:mc="http://schemas.openxmlformats.org/markup-compatibility/2006">
              <mc:Choice xmlns:v="urn:schemas-microsoft-com:vml" Requires="v">
                <p:oleObj name="Equation" r:id="rId20" imgW="243840" imgH="304745" progId="Equation.3">
                  <p:embed/>
                </p:oleObj>
              </mc:Choice>
              <mc:Fallback>
                <p:oleObj name="Equation" r:id="rId20" imgW="243840" imgH="304745" progId="Equation.3">
                  <p:embed/>
                  <p:pic>
                    <p:nvPicPr>
                      <p:cNvPr id="0" name="Object 1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071938" y="2571750"/>
                        <a:ext cx="304800"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30" name="Rectangle 38">
            <a:extLst>
              <a:ext uri="{FF2B5EF4-FFF2-40B4-BE49-F238E27FC236}">
                <a16:creationId xmlns:a16="http://schemas.microsoft.com/office/drawing/2014/main" id="{436D56D4-B1E4-BDB0-5DE6-AADB6D07DC3D}"/>
              </a:ext>
            </a:extLst>
          </p:cNvPr>
          <p:cNvSpPr>
            <a:spLocks noChangeArrowheads="1"/>
          </p:cNvSpPr>
          <p:nvPr/>
        </p:nvSpPr>
        <p:spPr bwMode="auto">
          <a:xfrm>
            <a:off x="285750" y="3000375"/>
            <a:ext cx="2465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zh-CN" altLang="en-US"/>
              <a:t>若只有     分速度</a:t>
            </a:r>
          </a:p>
        </p:txBody>
      </p:sp>
      <p:graphicFrame>
        <p:nvGraphicFramePr>
          <p:cNvPr id="264231" name="Object 15">
            <a:extLst>
              <a:ext uri="{FF2B5EF4-FFF2-40B4-BE49-F238E27FC236}">
                <a16:creationId xmlns:a16="http://schemas.microsoft.com/office/drawing/2014/main" id="{FCC07792-E9BC-9044-CABD-A80EF9414E9B}"/>
              </a:ext>
            </a:extLst>
          </p:cNvPr>
          <p:cNvGraphicFramePr>
            <a:graphicFrameLocks noChangeAspect="1"/>
          </p:cNvGraphicFramePr>
          <p:nvPr/>
        </p:nvGraphicFramePr>
        <p:xfrm>
          <a:off x="1296988" y="3013075"/>
          <a:ext cx="376237" cy="430213"/>
        </p:xfrm>
        <a:graphic>
          <a:graphicData uri="http://schemas.openxmlformats.org/presentationml/2006/ole">
            <mc:AlternateContent xmlns:mc="http://schemas.openxmlformats.org/markup-compatibility/2006">
              <mc:Choice xmlns:v="urn:schemas-microsoft-com:vml" Requires="v">
                <p:oleObj name="公式" r:id="rId26" imgW="319978" imgH="396018" progId="Equation.3">
                  <p:embed/>
                </p:oleObj>
              </mc:Choice>
              <mc:Fallback>
                <p:oleObj name="公式" r:id="rId26" imgW="319978" imgH="396018" progId="Equation.3">
                  <p:embed/>
                  <p:pic>
                    <p:nvPicPr>
                      <p:cNvPr id="0" name="Object 1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296988" y="3013075"/>
                        <a:ext cx="376237"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32" name="Rectangle 40">
            <a:extLst>
              <a:ext uri="{FF2B5EF4-FFF2-40B4-BE49-F238E27FC236}">
                <a16:creationId xmlns:a16="http://schemas.microsoft.com/office/drawing/2014/main" id="{51961F91-9E1C-F217-4C80-AE82E3FEF95E}"/>
              </a:ext>
            </a:extLst>
          </p:cNvPr>
          <p:cNvSpPr>
            <a:spLocks noChangeArrowheads="1"/>
          </p:cNvSpPr>
          <p:nvPr/>
        </p:nvSpPr>
        <p:spPr bwMode="auto">
          <a:xfrm>
            <a:off x="1714500" y="3429000"/>
            <a:ext cx="517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磁场对带电粒子没有作用力，</a:t>
            </a:r>
          </a:p>
        </p:txBody>
      </p:sp>
      <p:sp>
        <p:nvSpPr>
          <p:cNvPr id="264233" name="Rectangle 41">
            <a:extLst>
              <a:ext uri="{FF2B5EF4-FFF2-40B4-BE49-F238E27FC236}">
                <a16:creationId xmlns:a16="http://schemas.microsoft.com/office/drawing/2014/main" id="{FBB4DF9A-5F7F-C07F-C971-C17174BE992B}"/>
              </a:ext>
            </a:extLst>
          </p:cNvPr>
          <p:cNvSpPr>
            <a:spLocks noChangeArrowheads="1"/>
          </p:cNvSpPr>
          <p:nvPr/>
        </p:nvSpPr>
        <p:spPr bwMode="auto">
          <a:xfrm>
            <a:off x="1714500" y="3886200"/>
            <a:ext cx="539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的方向作匀速直线运动。</a:t>
            </a:r>
          </a:p>
        </p:txBody>
      </p:sp>
      <p:graphicFrame>
        <p:nvGraphicFramePr>
          <p:cNvPr id="264234" name="Object 16">
            <a:extLst>
              <a:ext uri="{FF2B5EF4-FFF2-40B4-BE49-F238E27FC236}">
                <a16:creationId xmlns:a16="http://schemas.microsoft.com/office/drawing/2014/main" id="{841B7855-3748-1107-831F-674A80773360}"/>
              </a:ext>
            </a:extLst>
          </p:cNvPr>
          <p:cNvGraphicFramePr>
            <a:graphicFrameLocks noChangeAspect="1"/>
          </p:cNvGraphicFramePr>
          <p:nvPr/>
        </p:nvGraphicFramePr>
        <p:xfrm>
          <a:off x="7978775" y="3525838"/>
          <a:ext cx="304800" cy="352425"/>
        </p:xfrm>
        <a:graphic>
          <a:graphicData uri="http://schemas.openxmlformats.org/presentationml/2006/ole">
            <mc:AlternateContent xmlns:mc="http://schemas.openxmlformats.org/markup-compatibility/2006">
              <mc:Choice xmlns:v="urn:schemas-microsoft-com:vml" Requires="v">
                <p:oleObj name="Equation" r:id="rId28" imgW="243840" imgH="304745" progId="Equation.3">
                  <p:embed/>
                </p:oleObj>
              </mc:Choice>
              <mc:Fallback>
                <p:oleObj name="Equation" r:id="rId28" imgW="243840" imgH="304745" progId="Equation.3">
                  <p:embed/>
                  <p:pic>
                    <p:nvPicPr>
                      <p:cNvPr id="0" name="Object 1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978775" y="3525838"/>
                        <a:ext cx="304800"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35" name="Rectangle 43">
            <a:extLst>
              <a:ext uri="{FF2B5EF4-FFF2-40B4-BE49-F238E27FC236}">
                <a16:creationId xmlns:a16="http://schemas.microsoft.com/office/drawing/2014/main" id="{68FC42D1-2D6D-6C38-0975-5E6624498E0E}"/>
              </a:ext>
            </a:extLst>
          </p:cNvPr>
          <p:cNvSpPr>
            <a:spLocks noChangeArrowheads="1"/>
          </p:cNvSpPr>
          <p:nvPr/>
        </p:nvSpPr>
        <p:spPr bwMode="auto">
          <a:xfrm>
            <a:off x="5675313" y="3429000"/>
            <a:ext cx="3635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粒子将沿平行于</a:t>
            </a:r>
          </a:p>
        </p:txBody>
      </p:sp>
      <p:sp>
        <p:nvSpPr>
          <p:cNvPr id="264236" name="Line 44">
            <a:extLst>
              <a:ext uri="{FF2B5EF4-FFF2-40B4-BE49-F238E27FC236}">
                <a16:creationId xmlns:a16="http://schemas.microsoft.com/office/drawing/2014/main" id="{FEC515FA-0318-F3A5-2063-DDC594C14437}"/>
              </a:ext>
            </a:extLst>
          </p:cNvPr>
          <p:cNvSpPr>
            <a:spLocks noChangeShapeType="1"/>
          </p:cNvSpPr>
          <p:nvPr/>
        </p:nvSpPr>
        <p:spPr bwMode="auto">
          <a:xfrm flipV="1">
            <a:off x="8118475" y="865188"/>
            <a:ext cx="142875" cy="504825"/>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4237" name="Text Box 45">
            <a:extLst>
              <a:ext uri="{FF2B5EF4-FFF2-40B4-BE49-F238E27FC236}">
                <a16:creationId xmlns:a16="http://schemas.microsoft.com/office/drawing/2014/main" id="{105AB9FC-3008-756E-62A9-FFFC840B4F4C}"/>
              </a:ext>
            </a:extLst>
          </p:cNvPr>
          <p:cNvSpPr txBox="1">
            <a:spLocks noChangeArrowheads="1"/>
          </p:cNvSpPr>
          <p:nvPr/>
        </p:nvSpPr>
        <p:spPr bwMode="auto">
          <a:xfrm>
            <a:off x="8261350" y="515938"/>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t>R</a:t>
            </a:r>
          </a:p>
        </p:txBody>
      </p:sp>
      <p:graphicFrame>
        <p:nvGraphicFramePr>
          <p:cNvPr id="264238" name="Object 17">
            <a:extLst>
              <a:ext uri="{FF2B5EF4-FFF2-40B4-BE49-F238E27FC236}">
                <a16:creationId xmlns:a16="http://schemas.microsoft.com/office/drawing/2014/main" id="{4F091077-5620-7FA5-F387-B671C72A9DFB}"/>
              </a:ext>
            </a:extLst>
          </p:cNvPr>
          <p:cNvGraphicFramePr>
            <a:graphicFrameLocks/>
          </p:cNvGraphicFramePr>
          <p:nvPr/>
        </p:nvGraphicFramePr>
        <p:xfrm>
          <a:off x="6215063" y="4143375"/>
          <a:ext cx="1243012" cy="912813"/>
        </p:xfrm>
        <a:graphic>
          <a:graphicData uri="http://schemas.openxmlformats.org/presentationml/2006/ole">
            <mc:AlternateContent xmlns:mc="http://schemas.openxmlformats.org/markup-compatibility/2006">
              <mc:Choice xmlns:v="urn:schemas-microsoft-com:vml" Requires="v">
                <p:oleObj name="公式" r:id="rId30" imgW="1203773" imgH="876328" progId="Equation.3">
                  <p:embed/>
                </p:oleObj>
              </mc:Choice>
              <mc:Fallback>
                <p:oleObj name="公式" r:id="rId30" imgW="1203773" imgH="876328" progId="Equation.3">
                  <p:embed/>
                  <p:pic>
                    <p:nvPicPr>
                      <p:cNvPr id="0" name="Object 17"/>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215063" y="4143375"/>
                        <a:ext cx="1243012"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39" name="Object 18">
            <a:extLst>
              <a:ext uri="{FF2B5EF4-FFF2-40B4-BE49-F238E27FC236}">
                <a16:creationId xmlns:a16="http://schemas.microsoft.com/office/drawing/2014/main" id="{425A3132-928D-40B2-D315-3D4E0353E37E}"/>
              </a:ext>
            </a:extLst>
          </p:cNvPr>
          <p:cNvGraphicFramePr>
            <a:graphicFrameLocks/>
          </p:cNvGraphicFramePr>
          <p:nvPr/>
        </p:nvGraphicFramePr>
        <p:xfrm>
          <a:off x="7500938" y="4143375"/>
          <a:ext cx="977900" cy="900113"/>
        </p:xfrm>
        <a:graphic>
          <a:graphicData uri="http://schemas.openxmlformats.org/presentationml/2006/ole">
            <mc:AlternateContent xmlns:mc="http://schemas.openxmlformats.org/markup-compatibility/2006">
              <mc:Choice xmlns:v="urn:schemas-microsoft-com:vml" Requires="v">
                <p:oleObj name="公式" r:id="rId32" imgW="937042" imgH="860866" progId="Equation.3">
                  <p:embed/>
                </p:oleObj>
              </mc:Choice>
              <mc:Fallback>
                <p:oleObj name="公式" r:id="rId32" imgW="937042" imgH="860866" progId="Equation.3">
                  <p:embed/>
                  <p:pic>
                    <p:nvPicPr>
                      <p:cNvPr id="0" name="Object 18"/>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500938" y="4143375"/>
                        <a:ext cx="977900"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40" name="WordArt 48">
            <a:extLst>
              <a:ext uri="{FF2B5EF4-FFF2-40B4-BE49-F238E27FC236}">
                <a16:creationId xmlns:a16="http://schemas.microsoft.com/office/drawing/2014/main" id="{C33CCAFC-63BF-8449-B0D2-D83E03553BEA}"/>
              </a:ext>
            </a:extLst>
          </p:cNvPr>
          <p:cNvSpPr>
            <a:spLocks noChangeArrowheads="1" noChangeShapeType="1" noTextEdit="1"/>
          </p:cNvSpPr>
          <p:nvPr/>
        </p:nvSpPr>
        <p:spPr bwMode="auto">
          <a:xfrm>
            <a:off x="4286250" y="4429125"/>
            <a:ext cx="1584325" cy="360363"/>
          </a:xfrm>
          <a:prstGeom prst="rect">
            <a:avLst/>
          </a:prstGeom>
        </p:spPr>
        <p:txBody>
          <a:bodyPr wrap="none" fromWordArt="1">
            <a:prstTxWarp prst="textPlain">
              <a:avLst>
                <a:gd name="adj" fmla="val 50000"/>
              </a:avLst>
            </a:prstTxWarp>
          </a:bodyPr>
          <a:lstStyle/>
          <a:p>
            <a:pPr algn="ctr"/>
            <a:r>
              <a:rPr lang="zh-CN" altLang="en-US" kern="10">
                <a:ln w="19050">
                  <a:solidFill>
                    <a:srgbClr val="66FFFF"/>
                  </a:solidFill>
                  <a:round/>
                  <a:headEnd/>
                  <a:tailEnd/>
                </a:ln>
                <a:solidFill>
                  <a:srgbClr val="66FFFF"/>
                </a:solidFill>
                <a:effectLst>
                  <a:outerShdw dist="35921" dir="2700000" algn="ctr" rotWithShape="0">
                    <a:srgbClr val="990000"/>
                  </a:outerShdw>
                </a:effectLst>
                <a:latin typeface="宋体" panose="02010600030101010101" pitchFamily="2" charset="-122"/>
              </a:rPr>
              <a:t>旋转周期</a:t>
            </a:r>
          </a:p>
        </p:txBody>
      </p:sp>
      <p:graphicFrame>
        <p:nvGraphicFramePr>
          <p:cNvPr id="49" name="Object 51">
            <a:extLst>
              <a:ext uri="{FF2B5EF4-FFF2-40B4-BE49-F238E27FC236}">
                <a16:creationId xmlns:a16="http://schemas.microsoft.com/office/drawing/2014/main" id="{A28545D9-5934-670E-C27D-85C69D116E64}"/>
              </a:ext>
            </a:extLst>
          </p:cNvPr>
          <p:cNvGraphicFramePr>
            <a:graphicFrameLocks/>
          </p:cNvGraphicFramePr>
          <p:nvPr/>
        </p:nvGraphicFramePr>
        <p:xfrm>
          <a:off x="3286125" y="4986338"/>
          <a:ext cx="2868613" cy="900112"/>
        </p:xfrm>
        <a:graphic>
          <a:graphicData uri="http://schemas.openxmlformats.org/presentationml/2006/ole">
            <mc:AlternateContent xmlns:mc="http://schemas.openxmlformats.org/markup-compatibility/2006">
              <mc:Choice xmlns:v="urn:schemas-microsoft-com:vml" Requires="v">
                <p:oleObj name="Equation" r:id="rId34" imgW="2834516" imgH="860866" progId="Equation.3">
                  <p:embed/>
                </p:oleObj>
              </mc:Choice>
              <mc:Fallback>
                <p:oleObj name="Equation" r:id="rId34" imgW="2834516" imgH="860866" progId="Equation.3">
                  <p:embed/>
                  <p:pic>
                    <p:nvPicPr>
                      <p:cNvPr id="0" name="Object 51"/>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286125" y="4986338"/>
                        <a:ext cx="2868613"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52">
            <a:extLst>
              <a:ext uri="{FF2B5EF4-FFF2-40B4-BE49-F238E27FC236}">
                <a16:creationId xmlns:a16="http://schemas.microsoft.com/office/drawing/2014/main" id="{4200C7D1-2DD5-EFA5-3BC1-E2F3A6A127B3}"/>
              </a:ext>
            </a:extLst>
          </p:cNvPr>
          <p:cNvGraphicFramePr>
            <a:graphicFrameLocks/>
          </p:cNvGraphicFramePr>
          <p:nvPr/>
        </p:nvGraphicFramePr>
        <p:xfrm>
          <a:off x="3287713" y="6192838"/>
          <a:ext cx="1117600" cy="430212"/>
        </p:xfrm>
        <a:graphic>
          <a:graphicData uri="http://schemas.openxmlformats.org/presentationml/2006/ole">
            <mc:AlternateContent xmlns:mc="http://schemas.openxmlformats.org/markup-compatibility/2006">
              <mc:Choice xmlns:v="urn:schemas-microsoft-com:vml" Requires="v">
                <p:oleObj name="公式" r:id="rId36" imgW="1081853" imgH="396018" progId="Equation.3">
                  <p:embed/>
                </p:oleObj>
              </mc:Choice>
              <mc:Fallback>
                <p:oleObj name="公式" r:id="rId36" imgW="1081853" imgH="396018" progId="Equation.3">
                  <p:embed/>
                  <p:pic>
                    <p:nvPicPr>
                      <p:cNvPr id="0" name="Object 52"/>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287713" y="6192838"/>
                        <a:ext cx="1117600"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Rectangle 26">
            <a:extLst>
              <a:ext uri="{FF2B5EF4-FFF2-40B4-BE49-F238E27FC236}">
                <a16:creationId xmlns:a16="http://schemas.microsoft.com/office/drawing/2014/main" id="{DB8AD0BC-F89B-31FA-47FF-D032010E94B4}"/>
              </a:ext>
            </a:extLst>
          </p:cNvPr>
          <p:cNvSpPr>
            <a:spLocks noChangeArrowheads="1"/>
          </p:cNvSpPr>
          <p:nvPr/>
        </p:nvSpPr>
        <p:spPr bwMode="auto">
          <a:xfrm>
            <a:off x="550863" y="5146675"/>
            <a:ext cx="2490787" cy="457200"/>
          </a:xfrm>
          <a:prstGeom prst="rect">
            <a:avLst/>
          </a:prstGeom>
          <a:noFill/>
          <a:ln w="9525">
            <a:noFill/>
            <a:miter lim="800000"/>
            <a:headEnd/>
            <a:tailEnd/>
          </a:ln>
          <a:effectLst/>
        </p:spPr>
        <p:txBody>
          <a:bodyPr>
            <a:spAutoFit/>
          </a:bodyPr>
          <a:lstStyle/>
          <a:p>
            <a:pPr eaLnBrk="1" hangingPunct="1">
              <a:defRPr/>
            </a:pPr>
            <a:r>
              <a:rPr kumimoji="1" lang="zh-CN" altLang="en-US" dirty="0">
                <a:solidFill>
                  <a:srgbClr val="66FFFF"/>
                </a:solidFill>
                <a:effectLst>
                  <a:outerShdw blurRad="38100" dist="38100" dir="2700000" algn="tl">
                    <a:srgbClr val="000000"/>
                  </a:outerShdw>
                </a:effectLst>
              </a:rPr>
              <a:t>回旋半径</a:t>
            </a:r>
            <a:endParaRPr kumimoji="1" lang="zh-CN" altLang="en-US" i="1" dirty="0">
              <a:solidFill>
                <a:srgbClr val="66FFFF"/>
              </a:solidFill>
              <a:effectLst>
                <a:outerShdw blurRad="38100" dist="38100" dir="2700000" algn="tl">
                  <a:srgbClr val="000000"/>
                </a:outerShdw>
              </a:effectLst>
            </a:endParaRPr>
          </a:p>
        </p:txBody>
      </p:sp>
      <p:sp>
        <p:nvSpPr>
          <p:cNvPr id="52" name="Rectangle 27">
            <a:extLst>
              <a:ext uri="{FF2B5EF4-FFF2-40B4-BE49-F238E27FC236}">
                <a16:creationId xmlns:a16="http://schemas.microsoft.com/office/drawing/2014/main" id="{CF5B8FBA-120F-1049-CFC4-6CCED99953E1}"/>
              </a:ext>
            </a:extLst>
          </p:cNvPr>
          <p:cNvSpPr>
            <a:spLocks noChangeArrowheads="1"/>
          </p:cNvSpPr>
          <p:nvPr/>
        </p:nvSpPr>
        <p:spPr bwMode="auto">
          <a:xfrm>
            <a:off x="622300" y="6076950"/>
            <a:ext cx="1584325" cy="457200"/>
          </a:xfrm>
          <a:prstGeom prst="rect">
            <a:avLst/>
          </a:prstGeom>
          <a:noFill/>
          <a:ln w="9525">
            <a:noFill/>
            <a:miter lim="800000"/>
            <a:headEnd/>
            <a:tailEnd/>
          </a:ln>
          <a:effectLst/>
        </p:spPr>
        <p:txBody>
          <a:bodyPr>
            <a:spAutoFit/>
          </a:bodyPr>
          <a:lstStyle/>
          <a:p>
            <a:pPr eaLnBrk="1" hangingPunct="1">
              <a:defRPr/>
            </a:pPr>
            <a:r>
              <a:rPr kumimoji="1" lang="zh-CN" altLang="en-US">
                <a:solidFill>
                  <a:srgbClr val="66FFFF"/>
                </a:solidFill>
                <a:effectLst>
                  <a:outerShdw blurRad="38100" dist="38100" dir="2700000" algn="tl">
                    <a:srgbClr val="000000"/>
                  </a:outerShdw>
                </a:effectLst>
              </a:rPr>
              <a:t>螺距</a:t>
            </a:r>
          </a:p>
        </p:txBody>
      </p:sp>
      <p:graphicFrame>
        <p:nvGraphicFramePr>
          <p:cNvPr id="53" name="Object 53">
            <a:extLst>
              <a:ext uri="{FF2B5EF4-FFF2-40B4-BE49-F238E27FC236}">
                <a16:creationId xmlns:a16="http://schemas.microsoft.com/office/drawing/2014/main" id="{FEDF02DC-DBA3-DF95-CB6C-8129ED11DABF}"/>
              </a:ext>
            </a:extLst>
          </p:cNvPr>
          <p:cNvGraphicFramePr>
            <a:graphicFrameLocks/>
          </p:cNvGraphicFramePr>
          <p:nvPr/>
        </p:nvGraphicFramePr>
        <p:xfrm>
          <a:off x="4440238" y="5957888"/>
          <a:ext cx="1943100" cy="900112"/>
        </p:xfrm>
        <a:graphic>
          <a:graphicData uri="http://schemas.openxmlformats.org/presentationml/2006/ole">
            <mc:AlternateContent xmlns:mc="http://schemas.openxmlformats.org/markup-compatibility/2006">
              <mc:Choice xmlns:v="urn:schemas-microsoft-com:vml" Requires="v">
                <p:oleObj name="公式" r:id="rId38" imgW="1904938" imgH="860866" progId="Equation.3">
                  <p:embed/>
                </p:oleObj>
              </mc:Choice>
              <mc:Fallback>
                <p:oleObj name="公式" r:id="rId38" imgW="1904938" imgH="860866" progId="Equation.3">
                  <p:embed/>
                  <p:pic>
                    <p:nvPicPr>
                      <p:cNvPr id="0" name="Object 53"/>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440238" y="5957888"/>
                        <a:ext cx="1943100"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4194"/>
                                        </p:tgtEl>
                                        <p:attrNameLst>
                                          <p:attrName>style.visibility</p:attrName>
                                        </p:attrNameLst>
                                      </p:cBhvr>
                                      <p:to>
                                        <p:strVal val="visible"/>
                                      </p:to>
                                    </p:set>
                                    <p:animEffect transition="in" filter="wipe(left)">
                                      <p:cBhvr>
                                        <p:cTn id="7" dur="500"/>
                                        <p:tgtEl>
                                          <p:spTgt spid="264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4219"/>
                                        </p:tgtEl>
                                        <p:attrNameLst>
                                          <p:attrName>style.visibility</p:attrName>
                                        </p:attrNameLst>
                                      </p:cBhvr>
                                      <p:to>
                                        <p:strVal val="visible"/>
                                      </p:to>
                                    </p:set>
                                    <p:animEffect transition="in" filter="wipe(left)">
                                      <p:cBhvr>
                                        <p:cTn id="12" dur="2000"/>
                                        <p:tgtEl>
                                          <p:spTgt spid="264219"/>
                                        </p:tgtEl>
                                      </p:cBhvr>
                                    </p:animEffect>
                                  </p:childTnLst>
                                </p:cTn>
                              </p:par>
                              <p:par>
                                <p:cTn id="13" presetID="22" presetClass="entr" presetSubtype="8" fill="hold" nodeType="withEffect">
                                  <p:stCondLst>
                                    <p:cond delay="0"/>
                                  </p:stCondLst>
                                  <p:childTnLst>
                                    <p:set>
                                      <p:cBhvr>
                                        <p:cTn id="14" dur="1" fill="hold">
                                          <p:stCondLst>
                                            <p:cond delay="0"/>
                                          </p:stCondLst>
                                        </p:cTn>
                                        <p:tgtEl>
                                          <p:spTgt spid="264220"/>
                                        </p:tgtEl>
                                        <p:attrNameLst>
                                          <p:attrName>style.visibility</p:attrName>
                                        </p:attrNameLst>
                                      </p:cBhvr>
                                      <p:to>
                                        <p:strVal val="visible"/>
                                      </p:to>
                                    </p:set>
                                    <p:animEffect transition="in" filter="wipe(left)">
                                      <p:cBhvr>
                                        <p:cTn id="15" dur="2000"/>
                                        <p:tgtEl>
                                          <p:spTgt spid="264220"/>
                                        </p:tgtEl>
                                      </p:cBhvr>
                                    </p:animEffect>
                                  </p:childTnLst>
                                </p:cTn>
                              </p:par>
                              <p:par>
                                <p:cTn id="16" presetID="22" presetClass="entr" presetSubtype="8" fill="hold" nodeType="withEffect">
                                  <p:stCondLst>
                                    <p:cond delay="0"/>
                                  </p:stCondLst>
                                  <p:childTnLst>
                                    <p:set>
                                      <p:cBhvr>
                                        <p:cTn id="17" dur="1" fill="hold">
                                          <p:stCondLst>
                                            <p:cond delay="0"/>
                                          </p:stCondLst>
                                        </p:cTn>
                                        <p:tgtEl>
                                          <p:spTgt spid="264221"/>
                                        </p:tgtEl>
                                        <p:attrNameLst>
                                          <p:attrName>style.visibility</p:attrName>
                                        </p:attrNameLst>
                                      </p:cBhvr>
                                      <p:to>
                                        <p:strVal val="visible"/>
                                      </p:to>
                                    </p:set>
                                    <p:animEffect transition="in" filter="wipe(left)">
                                      <p:cBhvr>
                                        <p:cTn id="18" dur="2000"/>
                                        <p:tgtEl>
                                          <p:spTgt spid="264221"/>
                                        </p:tgtEl>
                                      </p:cBhvr>
                                    </p:animEffect>
                                  </p:childTnLst>
                                </p:cTn>
                              </p:par>
                              <p:par>
                                <p:cTn id="19" presetID="22" presetClass="entr" presetSubtype="8" fill="hold" nodeType="withEffect">
                                  <p:stCondLst>
                                    <p:cond delay="0"/>
                                  </p:stCondLst>
                                  <p:childTnLst>
                                    <p:set>
                                      <p:cBhvr>
                                        <p:cTn id="20" dur="1" fill="hold">
                                          <p:stCondLst>
                                            <p:cond delay="0"/>
                                          </p:stCondLst>
                                        </p:cTn>
                                        <p:tgtEl>
                                          <p:spTgt spid="264222"/>
                                        </p:tgtEl>
                                        <p:attrNameLst>
                                          <p:attrName>style.visibility</p:attrName>
                                        </p:attrNameLst>
                                      </p:cBhvr>
                                      <p:to>
                                        <p:strVal val="visible"/>
                                      </p:to>
                                    </p:set>
                                    <p:animEffect transition="in" filter="wipe(left)">
                                      <p:cBhvr>
                                        <p:cTn id="21" dur="2000"/>
                                        <p:tgtEl>
                                          <p:spTgt spid="26422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8" fill="hold" nodeType="clickEffect">
                                  <p:stCondLst>
                                    <p:cond delay="0"/>
                                  </p:stCondLst>
                                  <p:childTnLst>
                                    <p:set>
                                      <p:cBhvr>
                                        <p:cTn id="25" dur="1" fill="hold">
                                          <p:stCondLst>
                                            <p:cond delay="0"/>
                                          </p:stCondLst>
                                        </p:cTn>
                                        <p:tgtEl>
                                          <p:spTgt spid="264197"/>
                                        </p:tgtEl>
                                        <p:attrNameLst>
                                          <p:attrName>style.visibility</p:attrName>
                                        </p:attrNameLst>
                                      </p:cBhvr>
                                      <p:to>
                                        <p:strVal val="visible"/>
                                      </p:to>
                                    </p:set>
                                    <p:animEffect transition="in" filter="slide(fromLeft)">
                                      <p:cBhvr>
                                        <p:cTn id="26" dur="500"/>
                                        <p:tgtEl>
                                          <p:spTgt spid="264197"/>
                                        </p:tgtEl>
                                      </p:cBhvr>
                                    </p:animEffect>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26420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8" fill="hold" nodeType="clickEffect">
                                  <p:stCondLst>
                                    <p:cond delay="0"/>
                                  </p:stCondLst>
                                  <p:childTnLst>
                                    <p:set>
                                      <p:cBhvr>
                                        <p:cTn id="33" dur="1" fill="hold">
                                          <p:stCondLst>
                                            <p:cond delay="0"/>
                                          </p:stCondLst>
                                        </p:cTn>
                                        <p:tgtEl>
                                          <p:spTgt spid="264206"/>
                                        </p:tgtEl>
                                        <p:attrNameLst>
                                          <p:attrName>style.visibility</p:attrName>
                                        </p:attrNameLst>
                                      </p:cBhvr>
                                      <p:to>
                                        <p:strVal val="visible"/>
                                      </p:to>
                                    </p:set>
                                    <p:animEffect transition="in" filter="slide(fromLeft)">
                                      <p:cBhvr>
                                        <p:cTn id="34" dur="500"/>
                                        <p:tgtEl>
                                          <p:spTgt spid="26420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264196"/>
                                        </p:tgtEl>
                                        <p:attrNameLst>
                                          <p:attrName>style.visibility</p:attrName>
                                        </p:attrNameLst>
                                      </p:cBhvr>
                                      <p:to>
                                        <p:strVal val="visible"/>
                                      </p:to>
                                    </p:set>
                                  </p:childTnLst>
                                </p:cTn>
                              </p:par>
                            </p:childTnLst>
                          </p:cTn>
                        </p:par>
                        <p:par>
                          <p:cTn id="39" fill="hold" nodeType="afterGroup">
                            <p:stCondLst>
                              <p:cond delay="500"/>
                            </p:stCondLst>
                            <p:childTnLst>
                              <p:par>
                                <p:cTn id="40" presetID="1" presetClass="entr" presetSubtype="0" fill="hold" nodeType="afterEffect">
                                  <p:stCondLst>
                                    <p:cond delay="0"/>
                                  </p:stCondLst>
                                  <p:childTnLst>
                                    <p:set>
                                      <p:cBhvr>
                                        <p:cTn id="41" dur="1" fill="hold">
                                          <p:stCondLst>
                                            <p:cond delay="499"/>
                                          </p:stCondLst>
                                        </p:cTn>
                                        <p:tgtEl>
                                          <p:spTgt spid="264218"/>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264223"/>
                                        </p:tgtEl>
                                        <p:attrNameLst>
                                          <p:attrName>style.visibility</p:attrName>
                                        </p:attrNameLst>
                                      </p:cBhvr>
                                      <p:to>
                                        <p:strVal val="visible"/>
                                      </p:to>
                                    </p:set>
                                    <p:animEffect transition="in" filter="wipe(up)">
                                      <p:cBhvr>
                                        <p:cTn id="46" dur="500"/>
                                        <p:tgtEl>
                                          <p:spTgt spid="264223"/>
                                        </p:tgtEl>
                                      </p:cBhvr>
                                    </p:animEffect>
                                  </p:childTnLst>
                                </p:cTn>
                              </p:par>
                              <p:par>
                                <p:cTn id="47" presetID="1" presetClass="entr" presetSubtype="0" fill="hold" nodeType="withEffect">
                                  <p:stCondLst>
                                    <p:cond delay="0"/>
                                  </p:stCondLst>
                                  <p:childTnLst>
                                    <p:set>
                                      <p:cBhvr>
                                        <p:cTn id="48" dur="1" fill="hold">
                                          <p:stCondLst>
                                            <p:cond delay="499"/>
                                          </p:stCondLst>
                                        </p:cTn>
                                        <p:tgtEl>
                                          <p:spTgt spid="264214"/>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2" fill="hold" nodeType="clickEffect">
                                  <p:stCondLst>
                                    <p:cond delay="0"/>
                                  </p:stCondLst>
                                  <p:childTnLst>
                                    <p:set>
                                      <p:cBhvr>
                                        <p:cTn id="52" dur="1" fill="hold">
                                          <p:stCondLst>
                                            <p:cond delay="0"/>
                                          </p:stCondLst>
                                        </p:cTn>
                                        <p:tgtEl>
                                          <p:spTgt spid="264224"/>
                                        </p:tgtEl>
                                        <p:attrNameLst>
                                          <p:attrName>style.visibility</p:attrName>
                                        </p:attrNameLst>
                                      </p:cBhvr>
                                      <p:to>
                                        <p:strVal val="visible"/>
                                      </p:to>
                                    </p:set>
                                    <p:animEffect transition="in" filter="wipe(right)">
                                      <p:cBhvr>
                                        <p:cTn id="53" dur="500"/>
                                        <p:tgtEl>
                                          <p:spTgt spid="264224"/>
                                        </p:tgtEl>
                                      </p:cBhvr>
                                    </p:animEffect>
                                  </p:childTnLst>
                                </p:cTn>
                              </p:par>
                              <p:par>
                                <p:cTn id="54" presetID="12" presetClass="entr" presetSubtype="8" fill="hold" nodeType="withEffect">
                                  <p:stCondLst>
                                    <p:cond delay="0"/>
                                  </p:stCondLst>
                                  <p:childTnLst>
                                    <p:set>
                                      <p:cBhvr>
                                        <p:cTn id="55" dur="1" fill="hold">
                                          <p:stCondLst>
                                            <p:cond delay="0"/>
                                          </p:stCondLst>
                                        </p:cTn>
                                        <p:tgtEl>
                                          <p:spTgt spid="264198"/>
                                        </p:tgtEl>
                                        <p:attrNameLst>
                                          <p:attrName>style.visibility</p:attrName>
                                        </p:attrNameLst>
                                      </p:cBhvr>
                                      <p:to>
                                        <p:strVal val="visible"/>
                                      </p:to>
                                    </p:set>
                                    <p:animEffect transition="in" filter="slide(fromLeft)">
                                      <p:cBhvr>
                                        <p:cTn id="56" dur="500"/>
                                        <p:tgtEl>
                                          <p:spTgt spid="264198"/>
                                        </p:tgtEl>
                                      </p:cBhvr>
                                    </p:animEffect>
                                  </p:childTnLst>
                                </p:cTn>
                              </p:par>
                              <p:par>
                                <p:cTn id="57" presetID="1" presetClass="entr" presetSubtype="0" fill="hold" nodeType="withEffect">
                                  <p:stCondLst>
                                    <p:cond delay="0"/>
                                  </p:stCondLst>
                                  <p:childTnLst>
                                    <p:set>
                                      <p:cBhvr>
                                        <p:cTn id="58" dur="1" fill="hold">
                                          <p:stCondLst>
                                            <p:cond delay="499"/>
                                          </p:stCondLst>
                                        </p:cTn>
                                        <p:tgtEl>
                                          <p:spTgt spid="26420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264225"/>
                                        </p:tgtEl>
                                        <p:attrNameLst>
                                          <p:attrName>style.visibility</p:attrName>
                                        </p:attrNameLst>
                                      </p:cBhvr>
                                      <p:to>
                                        <p:strVal val="visible"/>
                                      </p:to>
                                    </p:set>
                                    <p:animEffect transition="in" filter="wipe(up)">
                                      <p:cBhvr>
                                        <p:cTn id="63" dur="500"/>
                                        <p:tgtEl>
                                          <p:spTgt spid="264225"/>
                                        </p:tgtEl>
                                      </p:cBhvr>
                                    </p:animEffect>
                                  </p:childTnLst>
                                </p:cTn>
                              </p:par>
                              <p:par>
                                <p:cTn id="64" presetID="12" presetClass="entr" presetSubtype="4" fill="hold" nodeType="withEffect">
                                  <p:stCondLst>
                                    <p:cond delay="0"/>
                                  </p:stCondLst>
                                  <p:childTnLst>
                                    <p:set>
                                      <p:cBhvr>
                                        <p:cTn id="65" dur="1" fill="hold">
                                          <p:stCondLst>
                                            <p:cond delay="0"/>
                                          </p:stCondLst>
                                        </p:cTn>
                                        <p:tgtEl>
                                          <p:spTgt spid="264199"/>
                                        </p:tgtEl>
                                        <p:attrNameLst>
                                          <p:attrName>style.visibility</p:attrName>
                                        </p:attrNameLst>
                                      </p:cBhvr>
                                      <p:to>
                                        <p:strVal val="visible"/>
                                      </p:to>
                                    </p:set>
                                    <p:animEffect transition="in" filter="slide(fromBottom)">
                                      <p:cBhvr>
                                        <p:cTn id="66" dur="500"/>
                                        <p:tgtEl>
                                          <p:spTgt spid="264199"/>
                                        </p:tgtEl>
                                      </p:cBhvr>
                                    </p:animEffect>
                                  </p:childTnLst>
                                </p:cTn>
                              </p:par>
                              <p:par>
                                <p:cTn id="67" presetID="1" presetClass="entr" presetSubtype="0" fill="hold" nodeType="withEffect">
                                  <p:stCondLst>
                                    <p:cond delay="0"/>
                                  </p:stCondLst>
                                  <p:childTnLst>
                                    <p:set>
                                      <p:cBhvr>
                                        <p:cTn id="68" dur="1" fill="hold">
                                          <p:stCondLst>
                                            <p:cond delay="499"/>
                                          </p:stCondLst>
                                        </p:cTn>
                                        <p:tgtEl>
                                          <p:spTgt spid="264209"/>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64215"/>
                                        </p:tgtEl>
                                        <p:attrNameLst>
                                          <p:attrName>style.visibility</p:attrName>
                                        </p:attrNameLst>
                                      </p:cBhvr>
                                      <p:to>
                                        <p:strVal val="visible"/>
                                      </p:to>
                                    </p:set>
                                    <p:animEffect transition="in" filter="wipe(left)">
                                      <p:cBhvr>
                                        <p:cTn id="73" dur="500"/>
                                        <p:tgtEl>
                                          <p:spTgt spid="264215"/>
                                        </p:tgtEl>
                                      </p:cBhvr>
                                    </p:animEffect>
                                  </p:childTnLst>
                                </p:cTn>
                              </p:par>
                            </p:childTnLst>
                          </p:cTn>
                        </p:par>
                        <p:par>
                          <p:cTn id="74" fill="hold" nodeType="afterGroup">
                            <p:stCondLst>
                              <p:cond delay="500"/>
                            </p:stCondLst>
                            <p:childTnLst>
                              <p:par>
                                <p:cTn id="75" presetID="22" presetClass="entr" presetSubtype="8" fill="hold" nodeType="afterEffect">
                                  <p:stCondLst>
                                    <p:cond delay="0"/>
                                  </p:stCondLst>
                                  <p:childTnLst>
                                    <p:set>
                                      <p:cBhvr>
                                        <p:cTn id="76" dur="1" fill="hold">
                                          <p:stCondLst>
                                            <p:cond delay="0"/>
                                          </p:stCondLst>
                                        </p:cTn>
                                        <p:tgtEl>
                                          <p:spTgt spid="264216"/>
                                        </p:tgtEl>
                                        <p:attrNameLst>
                                          <p:attrName>style.visibility</p:attrName>
                                        </p:attrNameLst>
                                      </p:cBhvr>
                                      <p:to>
                                        <p:strVal val="visible"/>
                                      </p:to>
                                    </p:set>
                                    <p:animEffect transition="in" filter="wipe(left)">
                                      <p:cBhvr>
                                        <p:cTn id="77" dur="500"/>
                                        <p:tgtEl>
                                          <p:spTgt spid="26421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264226"/>
                                        </p:tgtEl>
                                        <p:attrNameLst>
                                          <p:attrName>style.visibility</p:attrName>
                                        </p:attrNameLst>
                                      </p:cBhvr>
                                      <p:to>
                                        <p:strVal val="visible"/>
                                      </p:to>
                                    </p:set>
                                    <p:animEffect transition="in" filter="wipe(left)">
                                      <p:cBhvr>
                                        <p:cTn id="82" dur="2000"/>
                                        <p:tgtEl>
                                          <p:spTgt spid="264226"/>
                                        </p:tgtEl>
                                      </p:cBhvr>
                                    </p:animEffect>
                                  </p:childTnLst>
                                </p:cTn>
                              </p:par>
                              <p:par>
                                <p:cTn id="83" presetID="22" presetClass="entr" presetSubtype="8" fill="hold" nodeType="withEffect">
                                  <p:stCondLst>
                                    <p:cond delay="0"/>
                                  </p:stCondLst>
                                  <p:childTnLst>
                                    <p:set>
                                      <p:cBhvr>
                                        <p:cTn id="84" dur="1" fill="hold">
                                          <p:stCondLst>
                                            <p:cond delay="0"/>
                                          </p:stCondLst>
                                        </p:cTn>
                                        <p:tgtEl>
                                          <p:spTgt spid="264227"/>
                                        </p:tgtEl>
                                        <p:attrNameLst>
                                          <p:attrName>style.visibility</p:attrName>
                                        </p:attrNameLst>
                                      </p:cBhvr>
                                      <p:to>
                                        <p:strVal val="visible"/>
                                      </p:to>
                                    </p:set>
                                    <p:animEffect transition="in" filter="wipe(left)">
                                      <p:cBhvr>
                                        <p:cTn id="85" dur="500"/>
                                        <p:tgtEl>
                                          <p:spTgt spid="26422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64228"/>
                                        </p:tgtEl>
                                        <p:attrNameLst>
                                          <p:attrName>style.visibility</p:attrName>
                                        </p:attrNameLst>
                                      </p:cBhvr>
                                      <p:to>
                                        <p:strVal val="visible"/>
                                      </p:to>
                                    </p:set>
                                    <p:animEffect transition="in" filter="wipe(left)">
                                      <p:cBhvr>
                                        <p:cTn id="90" dur="2000"/>
                                        <p:tgtEl>
                                          <p:spTgt spid="264228"/>
                                        </p:tgtEl>
                                      </p:cBhvr>
                                    </p:animEffect>
                                  </p:childTnLst>
                                </p:cTn>
                              </p:par>
                              <p:par>
                                <p:cTn id="91" presetID="22" presetClass="entr" presetSubtype="8" fill="hold" nodeType="withEffect">
                                  <p:stCondLst>
                                    <p:cond delay="0"/>
                                  </p:stCondLst>
                                  <p:childTnLst>
                                    <p:set>
                                      <p:cBhvr>
                                        <p:cTn id="92" dur="1" fill="hold">
                                          <p:stCondLst>
                                            <p:cond delay="0"/>
                                          </p:stCondLst>
                                        </p:cTn>
                                        <p:tgtEl>
                                          <p:spTgt spid="264229"/>
                                        </p:tgtEl>
                                        <p:attrNameLst>
                                          <p:attrName>style.visibility</p:attrName>
                                        </p:attrNameLst>
                                      </p:cBhvr>
                                      <p:to>
                                        <p:strVal val="visible"/>
                                      </p:to>
                                    </p:set>
                                    <p:animEffect transition="in" filter="wipe(left)">
                                      <p:cBhvr>
                                        <p:cTn id="93" dur="2000"/>
                                        <p:tgtEl>
                                          <p:spTgt spid="264229"/>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264230"/>
                                        </p:tgtEl>
                                        <p:attrNameLst>
                                          <p:attrName>style.visibility</p:attrName>
                                        </p:attrNameLst>
                                      </p:cBhvr>
                                      <p:to>
                                        <p:strVal val="visible"/>
                                      </p:to>
                                    </p:set>
                                    <p:animEffect transition="in" filter="wipe(left)">
                                      <p:cBhvr>
                                        <p:cTn id="98" dur="2000"/>
                                        <p:tgtEl>
                                          <p:spTgt spid="264230"/>
                                        </p:tgtEl>
                                      </p:cBhvr>
                                    </p:animEffect>
                                  </p:childTnLst>
                                </p:cTn>
                              </p:par>
                              <p:par>
                                <p:cTn id="99" presetID="22" presetClass="entr" presetSubtype="8" fill="hold" nodeType="withEffect">
                                  <p:stCondLst>
                                    <p:cond delay="0"/>
                                  </p:stCondLst>
                                  <p:childTnLst>
                                    <p:set>
                                      <p:cBhvr>
                                        <p:cTn id="100" dur="1" fill="hold">
                                          <p:stCondLst>
                                            <p:cond delay="0"/>
                                          </p:stCondLst>
                                        </p:cTn>
                                        <p:tgtEl>
                                          <p:spTgt spid="264231"/>
                                        </p:tgtEl>
                                        <p:attrNameLst>
                                          <p:attrName>style.visibility</p:attrName>
                                        </p:attrNameLst>
                                      </p:cBhvr>
                                      <p:to>
                                        <p:strVal val="visible"/>
                                      </p:to>
                                    </p:set>
                                    <p:animEffect transition="in" filter="wipe(left)">
                                      <p:cBhvr>
                                        <p:cTn id="101" dur="500"/>
                                        <p:tgtEl>
                                          <p:spTgt spid="264231"/>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64232"/>
                                        </p:tgtEl>
                                        <p:attrNameLst>
                                          <p:attrName>style.visibility</p:attrName>
                                        </p:attrNameLst>
                                      </p:cBhvr>
                                      <p:to>
                                        <p:strVal val="visible"/>
                                      </p:to>
                                    </p:set>
                                    <p:animEffect transition="in" filter="wipe(left)">
                                      <p:cBhvr>
                                        <p:cTn id="106" dur="2000"/>
                                        <p:tgtEl>
                                          <p:spTgt spid="26423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264235"/>
                                        </p:tgtEl>
                                        <p:attrNameLst>
                                          <p:attrName>style.visibility</p:attrName>
                                        </p:attrNameLst>
                                      </p:cBhvr>
                                      <p:to>
                                        <p:strVal val="visible"/>
                                      </p:to>
                                    </p:set>
                                    <p:animEffect transition="in" filter="wipe(left)">
                                      <p:cBhvr>
                                        <p:cTn id="111" dur="2000"/>
                                        <p:tgtEl>
                                          <p:spTgt spid="264235"/>
                                        </p:tgtEl>
                                      </p:cBhvr>
                                    </p:animEffect>
                                  </p:childTnLst>
                                </p:cTn>
                              </p:par>
                              <p:par>
                                <p:cTn id="112" presetID="22" presetClass="entr" presetSubtype="8" fill="hold" nodeType="withEffect">
                                  <p:stCondLst>
                                    <p:cond delay="0"/>
                                  </p:stCondLst>
                                  <p:childTnLst>
                                    <p:set>
                                      <p:cBhvr>
                                        <p:cTn id="113" dur="1" fill="hold">
                                          <p:stCondLst>
                                            <p:cond delay="0"/>
                                          </p:stCondLst>
                                        </p:cTn>
                                        <p:tgtEl>
                                          <p:spTgt spid="264234"/>
                                        </p:tgtEl>
                                        <p:attrNameLst>
                                          <p:attrName>style.visibility</p:attrName>
                                        </p:attrNameLst>
                                      </p:cBhvr>
                                      <p:to>
                                        <p:strVal val="visible"/>
                                      </p:to>
                                    </p:set>
                                    <p:animEffect transition="in" filter="wipe(left)">
                                      <p:cBhvr>
                                        <p:cTn id="114" dur="2000"/>
                                        <p:tgtEl>
                                          <p:spTgt spid="264234"/>
                                        </p:tgtEl>
                                      </p:cBhvr>
                                    </p:animEffect>
                                  </p:childTnLst>
                                </p:cTn>
                              </p:par>
                            </p:childTnLst>
                          </p:cTn>
                        </p:par>
                        <p:par>
                          <p:cTn id="115" fill="hold" nodeType="afterGroup">
                            <p:stCondLst>
                              <p:cond delay="2000"/>
                            </p:stCondLst>
                            <p:childTnLst>
                              <p:par>
                                <p:cTn id="116" presetID="22" presetClass="entr" presetSubtype="8" fill="hold" nodeType="afterEffect">
                                  <p:stCondLst>
                                    <p:cond delay="0"/>
                                  </p:stCondLst>
                                  <p:childTnLst>
                                    <p:set>
                                      <p:cBhvr>
                                        <p:cTn id="117" dur="1" fill="hold">
                                          <p:stCondLst>
                                            <p:cond delay="0"/>
                                          </p:stCondLst>
                                        </p:cTn>
                                        <p:tgtEl>
                                          <p:spTgt spid="264233"/>
                                        </p:tgtEl>
                                        <p:attrNameLst>
                                          <p:attrName>style.visibility</p:attrName>
                                        </p:attrNameLst>
                                      </p:cBhvr>
                                      <p:to>
                                        <p:strVal val="visible"/>
                                      </p:to>
                                    </p:set>
                                    <p:animEffect transition="in" filter="wipe(left)">
                                      <p:cBhvr>
                                        <p:cTn id="118" dur="2000"/>
                                        <p:tgtEl>
                                          <p:spTgt spid="264233"/>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264217"/>
                                        </p:tgtEl>
                                        <p:attrNameLst>
                                          <p:attrName>style.visibility</p:attrName>
                                        </p:attrNameLst>
                                      </p:cBhvr>
                                      <p:to>
                                        <p:strVal val="visible"/>
                                      </p:to>
                                    </p:set>
                                    <p:animEffect transition="in" filter="wipe(left)">
                                      <p:cBhvr>
                                        <p:cTn id="123" dur="2000"/>
                                        <p:tgtEl>
                                          <p:spTgt spid="264217"/>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3" presetClass="entr" presetSubtype="32" fill="hold" nodeType="clickEffect">
                                  <p:stCondLst>
                                    <p:cond delay="0"/>
                                  </p:stCondLst>
                                  <p:childTnLst>
                                    <p:set>
                                      <p:cBhvr>
                                        <p:cTn id="127" dur="1" fill="hold">
                                          <p:stCondLst>
                                            <p:cond delay="0"/>
                                          </p:stCondLst>
                                        </p:cTn>
                                        <p:tgtEl>
                                          <p:spTgt spid="264195"/>
                                        </p:tgtEl>
                                        <p:attrNameLst>
                                          <p:attrName>style.visibility</p:attrName>
                                        </p:attrNameLst>
                                      </p:cBhvr>
                                      <p:to>
                                        <p:strVal val="visible"/>
                                      </p:to>
                                    </p:set>
                                    <p:anim calcmode="lin" valueType="num">
                                      <p:cBhvr>
                                        <p:cTn id="128" dur="1000" fill="hold"/>
                                        <p:tgtEl>
                                          <p:spTgt spid="264195"/>
                                        </p:tgtEl>
                                        <p:attrNameLst>
                                          <p:attrName>ppt_w</p:attrName>
                                        </p:attrNameLst>
                                      </p:cBhvr>
                                      <p:tavLst>
                                        <p:tav tm="0">
                                          <p:val>
                                            <p:strVal val="4*#ppt_w"/>
                                          </p:val>
                                        </p:tav>
                                        <p:tav tm="100000">
                                          <p:val>
                                            <p:strVal val="#ppt_w"/>
                                          </p:val>
                                        </p:tav>
                                      </p:tavLst>
                                    </p:anim>
                                    <p:anim calcmode="lin" valueType="num">
                                      <p:cBhvr>
                                        <p:cTn id="129" dur="1000" fill="hold"/>
                                        <p:tgtEl>
                                          <p:spTgt spid="264195"/>
                                        </p:tgtEl>
                                        <p:attrNameLst>
                                          <p:attrName>ppt_h</p:attrName>
                                        </p:attrNameLst>
                                      </p:cBhvr>
                                      <p:tavLst>
                                        <p:tav tm="0">
                                          <p:val>
                                            <p:strVal val="4*#ppt_h"/>
                                          </p:val>
                                        </p:tav>
                                        <p:tav tm="100000">
                                          <p:val>
                                            <p:strVal val="#ppt_h"/>
                                          </p:val>
                                        </p:tav>
                                      </p:tavLst>
                                    </p:anim>
                                  </p:childTnLst>
                                </p:cTn>
                              </p:par>
                            </p:childTnLst>
                          </p:cTn>
                        </p:par>
                        <p:par>
                          <p:cTn id="130" fill="hold" nodeType="afterGroup">
                            <p:stCondLst>
                              <p:cond delay="1000"/>
                            </p:stCondLst>
                            <p:childTnLst>
                              <p:par>
                                <p:cTn id="131" presetID="22" presetClass="entr" presetSubtype="8" fill="hold" nodeType="afterEffect">
                                  <p:stCondLst>
                                    <p:cond delay="0"/>
                                  </p:stCondLst>
                                  <p:childTnLst>
                                    <p:set>
                                      <p:cBhvr>
                                        <p:cTn id="132" dur="1" fill="hold">
                                          <p:stCondLst>
                                            <p:cond delay="0"/>
                                          </p:stCondLst>
                                        </p:cTn>
                                        <p:tgtEl>
                                          <p:spTgt spid="2"/>
                                        </p:tgtEl>
                                        <p:attrNameLst>
                                          <p:attrName>style.visibility</p:attrName>
                                        </p:attrNameLst>
                                      </p:cBhvr>
                                      <p:to>
                                        <p:strVal val="visible"/>
                                      </p:to>
                                    </p:set>
                                    <p:animEffect transition="in" filter="wipe(left)">
                                      <p:cBhvr>
                                        <p:cTn id="133" dur="5000"/>
                                        <p:tgtEl>
                                          <p:spTgt spid="2"/>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4" fill="hold" nodeType="clickEffect">
                                  <p:stCondLst>
                                    <p:cond delay="0"/>
                                  </p:stCondLst>
                                  <p:childTnLst>
                                    <p:set>
                                      <p:cBhvr>
                                        <p:cTn id="137" dur="1" fill="hold">
                                          <p:stCondLst>
                                            <p:cond delay="0"/>
                                          </p:stCondLst>
                                        </p:cTn>
                                        <p:tgtEl>
                                          <p:spTgt spid="264236"/>
                                        </p:tgtEl>
                                        <p:attrNameLst>
                                          <p:attrName>style.visibility</p:attrName>
                                        </p:attrNameLst>
                                      </p:cBhvr>
                                      <p:to>
                                        <p:strVal val="visible"/>
                                      </p:to>
                                    </p:set>
                                    <p:animEffect transition="in" filter="wipe(down)">
                                      <p:cBhvr>
                                        <p:cTn id="138" dur="500"/>
                                        <p:tgtEl>
                                          <p:spTgt spid="264236"/>
                                        </p:tgtEl>
                                      </p:cBhvr>
                                    </p:animEffect>
                                  </p:childTnLst>
                                </p:cTn>
                              </p:par>
                              <p:par>
                                <p:cTn id="139" presetID="22" presetClass="entr" presetSubtype="4" fill="hold" nodeType="withEffect">
                                  <p:stCondLst>
                                    <p:cond delay="0"/>
                                  </p:stCondLst>
                                  <p:childTnLst>
                                    <p:set>
                                      <p:cBhvr>
                                        <p:cTn id="140" dur="1" fill="hold">
                                          <p:stCondLst>
                                            <p:cond delay="0"/>
                                          </p:stCondLst>
                                        </p:cTn>
                                        <p:tgtEl>
                                          <p:spTgt spid="264237"/>
                                        </p:tgtEl>
                                        <p:attrNameLst>
                                          <p:attrName>style.visibility</p:attrName>
                                        </p:attrNameLst>
                                      </p:cBhvr>
                                      <p:to>
                                        <p:strVal val="visible"/>
                                      </p:to>
                                    </p:set>
                                    <p:animEffect transition="in" filter="wipe(down)">
                                      <p:cBhvr>
                                        <p:cTn id="141" dur="500"/>
                                        <p:tgtEl>
                                          <p:spTgt spid="264237"/>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1" fill="hold" nodeType="clickEffect">
                                  <p:stCondLst>
                                    <p:cond delay="0"/>
                                  </p:stCondLst>
                                  <p:childTnLst>
                                    <p:set>
                                      <p:cBhvr>
                                        <p:cTn id="145" dur="1" fill="hold">
                                          <p:stCondLst>
                                            <p:cond delay="0"/>
                                          </p:stCondLst>
                                        </p:cTn>
                                        <p:tgtEl>
                                          <p:spTgt spid="264210"/>
                                        </p:tgtEl>
                                        <p:attrNameLst>
                                          <p:attrName>style.visibility</p:attrName>
                                        </p:attrNameLst>
                                      </p:cBhvr>
                                      <p:to>
                                        <p:strVal val="visible"/>
                                      </p:to>
                                    </p:set>
                                    <p:animEffect transition="in" filter="wipe(up)">
                                      <p:cBhvr>
                                        <p:cTn id="146" dur="1000"/>
                                        <p:tgtEl>
                                          <p:spTgt spid="264210"/>
                                        </p:tgtEl>
                                      </p:cBhvr>
                                    </p:animEffect>
                                  </p:childTnLst>
                                </p:cTn>
                              </p:par>
                              <p:par>
                                <p:cTn id="147" presetID="22" presetClass="entr" presetSubtype="1" fill="hold" nodeType="withEffect">
                                  <p:stCondLst>
                                    <p:cond delay="0"/>
                                  </p:stCondLst>
                                  <p:childTnLst>
                                    <p:set>
                                      <p:cBhvr>
                                        <p:cTn id="148" dur="1" fill="hold">
                                          <p:stCondLst>
                                            <p:cond delay="0"/>
                                          </p:stCondLst>
                                        </p:cTn>
                                        <p:tgtEl>
                                          <p:spTgt spid="264211"/>
                                        </p:tgtEl>
                                        <p:attrNameLst>
                                          <p:attrName>style.visibility</p:attrName>
                                        </p:attrNameLst>
                                      </p:cBhvr>
                                      <p:to>
                                        <p:strVal val="visible"/>
                                      </p:to>
                                    </p:set>
                                    <p:animEffect transition="in" filter="wipe(up)">
                                      <p:cBhvr>
                                        <p:cTn id="149" dur="1000"/>
                                        <p:tgtEl>
                                          <p:spTgt spid="264211"/>
                                        </p:tgtEl>
                                      </p:cBhvr>
                                    </p:animEffect>
                                  </p:childTnLst>
                                </p:cTn>
                              </p:par>
                              <p:par>
                                <p:cTn id="150" presetID="22" presetClass="entr" presetSubtype="8" fill="hold" nodeType="withEffect">
                                  <p:stCondLst>
                                    <p:cond delay="0"/>
                                  </p:stCondLst>
                                  <p:childTnLst>
                                    <p:set>
                                      <p:cBhvr>
                                        <p:cTn id="151" dur="1" fill="hold">
                                          <p:stCondLst>
                                            <p:cond delay="0"/>
                                          </p:stCondLst>
                                        </p:cTn>
                                        <p:tgtEl>
                                          <p:spTgt spid="264212"/>
                                        </p:tgtEl>
                                        <p:attrNameLst>
                                          <p:attrName>style.visibility</p:attrName>
                                        </p:attrNameLst>
                                      </p:cBhvr>
                                      <p:to>
                                        <p:strVal val="visible"/>
                                      </p:to>
                                    </p:set>
                                    <p:animEffect transition="in" filter="wipe(left)">
                                      <p:cBhvr>
                                        <p:cTn id="152" dur="1000"/>
                                        <p:tgtEl>
                                          <p:spTgt spid="264212"/>
                                        </p:tgtEl>
                                      </p:cBhvr>
                                    </p:animEffect>
                                  </p:childTnLst>
                                </p:cTn>
                              </p:par>
                              <p:par>
                                <p:cTn id="153" presetID="22" presetClass="entr" presetSubtype="8" fill="hold" nodeType="withEffect">
                                  <p:stCondLst>
                                    <p:cond delay="0"/>
                                  </p:stCondLst>
                                  <p:childTnLst>
                                    <p:set>
                                      <p:cBhvr>
                                        <p:cTn id="154" dur="1" fill="hold">
                                          <p:stCondLst>
                                            <p:cond delay="0"/>
                                          </p:stCondLst>
                                        </p:cTn>
                                        <p:tgtEl>
                                          <p:spTgt spid="264213"/>
                                        </p:tgtEl>
                                        <p:attrNameLst>
                                          <p:attrName>style.visibility</p:attrName>
                                        </p:attrNameLst>
                                      </p:cBhvr>
                                      <p:to>
                                        <p:strVal val="visible"/>
                                      </p:to>
                                    </p:set>
                                    <p:animEffect transition="in" filter="wipe(left)">
                                      <p:cBhvr>
                                        <p:cTn id="155" dur="1000"/>
                                        <p:tgtEl>
                                          <p:spTgt spid="264213"/>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nodeType="clickEffect">
                                  <p:stCondLst>
                                    <p:cond delay="0"/>
                                  </p:stCondLst>
                                  <p:childTnLst>
                                    <p:set>
                                      <p:cBhvr>
                                        <p:cTn id="159" dur="1" fill="hold">
                                          <p:stCondLst>
                                            <p:cond delay="0"/>
                                          </p:stCondLst>
                                        </p:cTn>
                                        <p:tgtEl>
                                          <p:spTgt spid="264240"/>
                                        </p:tgtEl>
                                        <p:attrNameLst>
                                          <p:attrName>style.visibility</p:attrName>
                                        </p:attrNameLst>
                                      </p:cBhvr>
                                      <p:to>
                                        <p:strVal val="visible"/>
                                      </p:to>
                                    </p:set>
                                    <p:animEffect transition="in" filter="wipe(left)">
                                      <p:cBhvr>
                                        <p:cTn id="160" dur="2000"/>
                                        <p:tgtEl>
                                          <p:spTgt spid="264240"/>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nodeType="clickEffect">
                                  <p:stCondLst>
                                    <p:cond delay="0"/>
                                  </p:stCondLst>
                                  <p:childTnLst>
                                    <p:set>
                                      <p:cBhvr>
                                        <p:cTn id="164" dur="1" fill="hold">
                                          <p:stCondLst>
                                            <p:cond delay="0"/>
                                          </p:stCondLst>
                                        </p:cTn>
                                        <p:tgtEl>
                                          <p:spTgt spid="264238"/>
                                        </p:tgtEl>
                                        <p:attrNameLst>
                                          <p:attrName>style.visibility</p:attrName>
                                        </p:attrNameLst>
                                      </p:cBhvr>
                                      <p:to>
                                        <p:strVal val="visible"/>
                                      </p:to>
                                    </p:set>
                                    <p:animEffect transition="in" filter="wipe(left)">
                                      <p:cBhvr>
                                        <p:cTn id="165" dur="2000"/>
                                        <p:tgtEl>
                                          <p:spTgt spid="264238"/>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nodeType="clickEffect">
                                  <p:stCondLst>
                                    <p:cond delay="0"/>
                                  </p:stCondLst>
                                  <p:childTnLst>
                                    <p:set>
                                      <p:cBhvr>
                                        <p:cTn id="169" dur="1" fill="hold">
                                          <p:stCondLst>
                                            <p:cond delay="0"/>
                                          </p:stCondLst>
                                        </p:cTn>
                                        <p:tgtEl>
                                          <p:spTgt spid="264239"/>
                                        </p:tgtEl>
                                        <p:attrNameLst>
                                          <p:attrName>style.visibility</p:attrName>
                                        </p:attrNameLst>
                                      </p:cBhvr>
                                      <p:to>
                                        <p:strVal val="visible"/>
                                      </p:to>
                                    </p:set>
                                    <p:animEffect transition="in" filter="wipe(left)">
                                      <p:cBhvr>
                                        <p:cTn id="170" dur="2000"/>
                                        <p:tgtEl>
                                          <p:spTgt spid="264239"/>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8" fill="hold" nodeType="clickEffect">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wipe(left)">
                                      <p:cBhvr>
                                        <p:cTn id="175" dur="2000"/>
                                        <p:tgtEl>
                                          <p:spTgt spid="51"/>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8" fill="hold" nodeType="clickEffect">
                                  <p:stCondLst>
                                    <p:cond delay="0"/>
                                  </p:stCondLst>
                                  <p:childTnLst>
                                    <p:set>
                                      <p:cBhvr>
                                        <p:cTn id="179" dur="1" fill="hold">
                                          <p:stCondLst>
                                            <p:cond delay="0"/>
                                          </p:stCondLst>
                                        </p:cTn>
                                        <p:tgtEl>
                                          <p:spTgt spid="49"/>
                                        </p:tgtEl>
                                        <p:attrNameLst>
                                          <p:attrName>style.visibility</p:attrName>
                                        </p:attrNameLst>
                                      </p:cBhvr>
                                      <p:to>
                                        <p:strVal val="visible"/>
                                      </p:to>
                                    </p:set>
                                    <p:animEffect transition="in" filter="wipe(left)">
                                      <p:cBhvr>
                                        <p:cTn id="180" dur="2000"/>
                                        <p:tgtEl>
                                          <p:spTgt spid="49"/>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8" fill="hold" nodeType="clickEffect">
                                  <p:stCondLst>
                                    <p:cond delay="0"/>
                                  </p:stCondLst>
                                  <p:childTnLst>
                                    <p:set>
                                      <p:cBhvr>
                                        <p:cTn id="184" dur="1" fill="hold">
                                          <p:stCondLst>
                                            <p:cond delay="0"/>
                                          </p:stCondLst>
                                        </p:cTn>
                                        <p:tgtEl>
                                          <p:spTgt spid="52"/>
                                        </p:tgtEl>
                                        <p:attrNameLst>
                                          <p:attrName>style.visibility</p:attrName>
                                        </p:attrNameLst>
                                      </p:cBhvr>
                                      <p:to>
                                        <p:strVal val="visible"/>
                                      </p:to>
                                    </p:set>
                                    <p:animEffect transition="in" filter="wipe(left)">
                                      <p:cBhvr>
                                        <p:cTn id="185" dur="2000"/>
                                        <p:tgtEl>
                                          <p:spTgt spid="52"/>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2" presetClass="entr" presetSubtype="8" fill="hold" nodeType="clickEffect">
                                  <p:stCondLst>
                                    <p:cond delay="0"/>
                                  </p:stCondLst>
                                  <p:childTnLst>
                                    <p:set>
                                      <p:cBhvr>
                                        <p:cTn id="189" dur="1" fill="hold">
                                          <p:stCondLst>
                                            <p:cond delay="0"/>
                                          </p:stCondLst>
                                        </p:cTn>
                                        <p:tgtEl>
                                          <p:spTgt spid="50"/>
                                        </p:tgtEl>
                                        <p:attrNameLst>
                                          <p:attrName>style.visibility</p:attrName>
                                        </p:attrNameLst>
                                      </p:cBhvr>
                                      <p:to>
                                        <p:strVal val="visible"/>
                                      </p:to>
                                    </p:set>
                                    <p:animEffect transition="in" filter="wipe(left)">
                                      <p:cBhvr>
                                        <p:cTn id="190" dur="2000"/>
                                        <p:tgtEl>
                                          <p:spTgt spid="50"/>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8" fill="hold" nodeType="clickEffect">
                                  <p:stCondLst>
                                    <p:cond delay="0"/>
                                  </p:stCondLst>
                                  <p:childTnLst>
                                    <p:set>
                                      <p:cBhvr>
                                        <p:cTn id="194" dur="1" fill="hold">
                                          <p:stCondLst>
                                            <p:cond delay="0"/>
                                          </p:stCondLst>
                                        </p:cTn>
                                        <p:tgtEl>
                                          <p:spTgt spid="53"/>
                                        </p:tgtEl>
                                        <p:attrNameLst>
                                          <p:attrName>style.visibility</p:attrName>
                                        </p:attrNameLst>
                                      </p:cBhvr>
                                      <p:to>
                                        <p:strVal val="visible"/>
                                      </p:to>
                                    </p:set>
                                    <p:animEffect transition="in" filter="wipe(left)">
                                      <p:cBhvr>
                                        <p:cTn id="195" dur="2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autoUpdateAnimBg="0"/>
      <p:bldP spid="264195" grpId="0" animBg="1"/>
      <p:bldP spid="264206" grpId="0" animBg="1"/>
      <p:bldP spid="264219" grpId="0"/>
      <p:bldP spid="264226" grpId="0"/>
      <p:bldP spid="264228" grpId="0"/>
      <p:bldP spid="264230" grpId="0"/>
      <p:bldP spid="264232" grpId="0"/>
      <p:bldP spid="264233" grpId="0"/>
      <p:bldP spid="264235" grpId="0"/>
      <p:bldP spid="264237" grpId="0"/>
      <p:bldP spid="51" grpId="0"/>
      <p:bldP spid="5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2" name="Text Box 4">
            <a:extLst>
              <a:ext uri="{FF2B5EF4-FFF2-40B4-BE49-F238E27FC236}">
                <a16:creationId xmlns:a16="http://schemas.microsoft.com/office/drawing/2014/main" id="{36706C15-9DA5-97DC-FA38-63D57C396DD9}"/>
              </a:ext>
            </a:extLst>
          </p:cNvPr>
          <p:cNvSpPr txBox="1">
            <a:spLocks noChangeArrowheads="1"/>
          </p:cNvSpPr>
          <p:nvPr/>
        </p:nvSpPr>
        <p:spPr bwMode="auto">
          <a:xfrm>
            <a:off x="384175" y="793750"/>
            <a:ext cx="185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66FFFF"/>
                </a:solidFill>
                <a:latin typeface="楷体_GB2312" pitchFamily="49" charset="-122"/>
                <a:ea typeface="楷体_GB2312" pitchFamily="49" charset="-122"/>
              </a:rPr>
              <a:t>磁聚焦原理</a:t>
            </a:r>
            <a:r>
              <a:rPr kumimoji="1" lang="zh-CN" altLang="en-US">
                <a:latin typeface="宋体" panose="02010600030101010101" pitchFamily="2" charset="-122"/>
              </a:rPr>
              <a:t> </a:t>
            </a:r>
          </a:p>
        </p:txBody>
      </p:sp>
      <p:grpSp>
        <p:nvGrpSpPr>
          <p:cNvPr id="2" name="Group 5">
            <a:extLst>
              <a:ext uri="{FF2B5EF4-FFF2-40B4-BE49-F238E27FC236}">
                <a16:creationId xmlns:a16="http://schemas.microsoft.com/office/drawing/2014/main" id="{F9B7EC23-9D52-777B-FBE2-B9585D0B08E1}"/>
              </a:ext>
            </a:extLst>
          </p:cNvPr>
          <p:cNvGrpSpPr>
            <a:grpSpLocks/>
          </p:cNvGrpSpPr>
          <p:nvPr/>
        </p:nvGrpSpPr>
        <p:grpSpPr bwMode="auto">
          <a:xfrm>
            <a:off x="4614863" y="714375"/>
            <a:ext cx="2819400" cy="1295400"/>
            <a:chOff x="1920" y="2976"/>
            <a:chExt cx="1632" cy="864"/>
          </a:xfrm>
        </p:grpSpPr>
        <p:sp>
          <p:nvSpPr>
            <p:cNvPr id="15385" name="Rectangle 6">
              <a:extLst>
                <a:ext uri="{FF2B5EF4-FFF2-40B4-BE49-F238E27FC236}">
                  <a16:creationId xmlns:a16="http://schemas.microsoft.com/office/drawing/2014/main" id="{966ABC9C-2C1C-4D88-2505-B76187BA44DB}"/>
                </a:ext>
              </a:extLst>
            </p:cNvPr>
            <p:cNvSpPr>
              <a:spLocks noChangeArrowheads="1"/>
            </p:cNvSpPr>
            <p:nvPr/>
          </p:nvSpPr>
          <p:spPr bwMode="auto">
            <a:xfrm>
              <a:off x="1920" y="3120"/>
              <a:ext cx="1632" cy="576"/>
            </a:xfrm>
            <a:prstGeom prst="rect">
              <a:avLst/>
            </a:prstGeom>
            <a:gradFill rotWithShape="0">
              <a:gsLst>
                <a:gs pos="0">
                  <a:srgbClr val="5E7676"/>
                </a:gs>
                <a:gs pos="50000">
                  <a:srgbClr val="CCFFFF"/>
                </a:gs>
                <a:gs pos="100000">
                  <a:srgbClr val="5E7676"/>
                </a:gs>
              </a:gsLst>
              <a:lin ang="5400000" scaled="1"/>
            </a:gra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15386" name="Rectangle 7" descr="宽上对角线">
              <a:extLst>
                <a:ext uri="{FF2B5EF4-FFF2-40B4-BE49-F238E27FC236}">
                  <a16:creationId xmlns:a16="http://schemas.microsoft.com/office/drawing/2014/main" id="{10778359-3437-06EC-D088-F87B48BD481E}"/>
                </a:ext>
              </a:extLst>
            </p:cNvPr>
            <p:cNvSpPr>
              <a:spLocks noChangeArrowheads="1"/>
            </p:cNvSpPr>
            <p:nvPr/>
          </p:nvSpPr>
          <p:spPr bwMode="auto">
            <a:xfrm>
              <a:off x="1920" y="2976"/>
              <a:ext cx="1632" cy="144"/>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15387" name="Rectangle 8" descr="宽上对角线">
              <a:extLst>
                <a:ext uri="{FF2B5EF4-FFF2-40B4-BE49-F238E27FC236}">
                  <a16:creationId xmlns:a16="http://schemas.microsoft.com/office/drawing/2014/main" id="{5843A513-5141-7A14-0479-DFE923C1BE6D}"/>
                </a:ext>
              </a:extLst>
            </p:cNvPr>
            <p:cNvSpPr>
              <a:spLocks noChangeArrowheads="1"/>
            </p:cNvSpPr>
            <p:nvPr/>
          </p:nvSpPr>
          <p:spPr bwMode="auto">
            <a:xfrm>
              <a:off x="1920" y="3696"/>
              <a:ext cx="1632" cy="144"/>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pSp>
      <p:sp>
        <p:nvSpPr>
          <p:cNvPr id="263177" name="Line 9">
            <a:extLst>
              <a:ext uri="{FF2B5EF4-FFF2-40B4-BE49-F238E27FC236}">
                <a16:creationId xmlns:a16="http://schemas.microsoft.com/office/drawing/2014/main" id="{AC6B2DCA-DF3B-5522-A8EB-651E3CE20585}"/>
              </a:ext>
            </a:extLst>
          </p:cNvPr>
          <p:cNvSpPr>
            <a:spLocks noChangeShapeType="1"/>
          </p:cNvSpPr>
          <p:nvPr/>
        </p:nvSpPr>
        <p:spPr bwMode="auto">
          <a:xfrm>
            <a:off x="4310063" y="1400175"/>
            <a:ext cx="3784600" cy="1588"/>
          </a:xfrm>
          <a:prstGeom prst="line">
            <a:avLst/>
          </a:prstGeom>
          <a:noFill/>
          <a:ln w="28575">
            <a:solidFill>
              <a:srgbClr val="FF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3178" name="Object 4">
            <a:extLst>
              <a:ext uri="{FF2B5EF4-FFF2-40B4-BE49-F238E27FC236}">
                <a16:creationId xmlns:a16="http://schemas.microsoft.com/office/drawing/2014/main" id="{EAEE5C23-FA2B-3A24-A95F-94394559E6CD}"/>
              </a:ext>
            </a:extLst>
          </p:cNvPr>
          <p:cNvGraphicFramePr>
            <a:graphicFrameLocks/>
          </p:cNvGraphicFramePr>
          <p:nvPr/>
        </p:nvGraphicFramePr>
        <p:xfrm>
          <a:off x="7756525" y="901700"/>
          <a:ext cx="280988" cy="341313"/>
        </p:xfrm>
        <a:graphic>
          <a:graphicData uri="http://schemas.openxmlformats.org/presentationml/2006/ole">
            <mc:AlternateContent xmlns:mc="http://schemas.openxmlformats.org/markup-compatibility/2006">
              <mc:Choice xmlns:v="urn:schemas-microsoft-com:vml" Requires="v">
                <p:oleObj name="Equation" r:id="rId3" imgW="243840" imgH="304745" progId="Equation.3">
                  <p:embed/>
                </p:oleObj>
              </mc:Choice>
              <mc:Fallback>
                <p:oleObj name="Equation" r:id="rId3" imgW="243840" imgH="304745" progId="Equation.3">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6525" y="901700"/>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79" name="AutoShape 11">
            <a:extLst>
              <a:ext uri="{FF2B5EF4-FFF2-40B4-BE49-F238E27FC236}">
                <a16:creationId xmlns:a16="http://schemas.microsoft.com/office/drawing/2014/main" id="{EDA9DF11-EC25-72B4-9F9B-F90C97149798}"/>
              </a:ext>
            </a:extLst>
          </p:cNvPr>
          <p:cNvSpPr>
            <a:spLocks noChangeArrowheads="1"/>
          </p:cNvSpPr>
          <p:nvPr/>
        </p:nvSpPr>
        <p:spPr bwMode="auto">
          <a:xfrm>
            <a:off x="3700463" y="1704975"/>
            <a:ext cx="838200" cy="838200"/>
          </a:xfrm>
          <a:prstGeom prst="wedgeRectCallout">
            <a:avLst>
              <a:gd name="adj1" fmla="val 72157"/>
              <a:gd name="adj2" fmla="val -50190"/>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粒子</a:t>
            </a:r>
          </a:p>
          <a:p>
            <a:pPr eaLnBrk="1" hangingPunct="1"/>
            <a:r>
              <a:rPr kumimoji="1" lang="zh-CN" altLang="en-US"/>
              <a:t>源</a:t>
            </a:r>
            <a:r>
              <a:rPr kumimoji="1" lang="en-US" altLang="zh-CN">
                <a:solidFill>
                  <a:srgbClr val="66FFFF"/>
                </a:solidFill>
              </a:rPr>
              <a:t>A</a:t>
            </a:r>
          </a:p>
        </p:txBody>
      </p:sp>
      <p:graphicFrame>
        <p:nvGraphicFramePr>
          <p:cNvPr id="263180" name="Object 5">
            <a:extLst>
              <a:ext uri="{FF2B5EF4-FFF2-40B4-BE49-F238E27FC236}">
                <a16:creationId xmlns:a16="http://schemas.microsoft.com/office/drawing/2014/main" id="{73DF17BE-67F5-69AC-D1C9-D7CF8F982C13}"/>
              </a:ext>
            </a:extLst>
          </p:cNvPr>
          <p:cNvGraphicFramePr>
            <a:graphicFrameLocks/>
          </p:cNvGraphicFramePr>
          <p:nvPr/>
        </p:nvGraphicFramePr>
        <p:xfrm>
          <a:off x="874713" y="1881188"/>
          <a:ext cx="928687" cy="431800"/>
        </p:xfrm>
        <a:graphic>
          <a:graphicData uri="http://schemas.openxmlformats.org/presentationml/2006/ole">
            <mc:AlternateContent xmlns:mc="http://schemas.openxmlformats.org/markup-compatibility/2006">
              <mc:Choice xmlns:v="urn:schemas-microsoft-com:vml" Requires="v">
                <p:oleObj name="Equation" r:id="rId5" imgW="891758" imgH="396018" progId="Equation.3">
                  <p:embed/>
                </p:oleObj>
              </mc:Choice>
              <mc:Fallback>
                <p:oleObj name="Equation" r:id="rId5" imgW="891758" imgH="396018" progId="Equation.3">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4713" y="1881188"/>
                        <a:ext cx="9286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1" name="Object 6">
            <a:extLst>
              <a:ext uri="{FF2B5EF4-FFF2-40B4-BE49-F238E27FC236}">
                <a16:creationId xmlns:a16="http://schemas.microsoft.com/office/drawing/2014/main" id="{87ED0B2F-029A-99F6-6FD9-3C1B66638351}"/>
              </a:ext>
            </a:extLst>
          </p:cNvPr>
          <p:cNvGraphicFramePr>
            <a:graphicFrameLocks/>
          </p:cNvGraphicFramePr>
          <p:nvPr/>
        </p:nvGraphicFramePr>
        <p:xfrm>
          <a:off x="2405063" y="1878013"/>
          <a:ext cx="1144587" cy="419100"/>
        </p:xfrm>
        <a:graphic>
          <a:graphicData uri="http://schemas.openxmlformats.org/presentationml/2006/ole">
            <mc:AlternateContent xmlns:mc="http://schemas.openxmlformats.org/markup-compatibility/2006">
              <mc:Choice xmlns:v="urn:schemas-microsoft-com:vml" Requires="v">
                <p:oleObj name="Equation" r:id="rId7" imgW="1104744" imgH="381055" progId="Equation.3">
                  <p:embed/>
                </p:oleObj>
              </mc:Choice>
              <mc:Fallback>
                <p:oleObj name="Equation" r:id="rId7" imgW="1104744" imgH="381055" progId="Equation.3">
                  <p:embed/>
                  <p:pic>
                    <p:nvPicPr>
                      <p:cNvPr id="0"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5063" y="1878013"/>
                        <a:ext cx="114458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82" name="Text Box 14">
            <a:extLst>
              <a:ext uri="{FF2B5EF4-FFF2-40B4-BE49-F238E27FC236}">
                <a16:creationId xmlns:a16="http://schemas.microsoft.com/office/drawing/2014/main" id="{C1E9EFE0-5566-53DD-DD04-E6A8708F43B9}"/>
              </a:ext>
            </a:extLst>
          </p:cNvPr>
          <p:cNvSpPr txBox="1">
            <a:spLocks noChangeArrowheads="1"/>
          </p:cNvSpPr>
          <p:nvPr/>
        </p:nvSpPr>
        <p:spPr bwMode="auto">
          <a:xfrm>
            <a:off x="762000" y="140335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sym typeface="Symbol" panose="05050102010706020507" pitchFamily="18" charset="2"/>
              </a:rPr>
              <a:t>当</a:t>
            </a:r>
            <a:r>
              <a:rPr kumimoji="1" lang="zh-CN" altLang="en-US" i="1">
                <a:solidFill>
                  <a:srgbClr val="66FFFF"/>
                </a:solidFill>
                <a:latin typeface="宋体" panose="02010600030101010101" pitchFamily="2" charset="-122"/>
                <a:sym typeface="Symbol" panose="05050102010706020507" pitchFamily="18" charset="2"/>
              </a:rPr>
              <a:t></a:t>
            </a:r>
            <a:r>
              <a:rPr kumimoji="1" lang="zh-CN" altLang="en-US" i="1">
                <a:solidFill>
                  <a:srgbClr val="66FFFF"/>
                </a:solidFill>
                <a:sym typeface="Symbol" panose="05050102010706020507" pitchFamily="18" charset="2"/>
              </a:rPr>
              <a:t> </a:t>
            </a:r>
            <a:r>
              <a:rPr kumimoji="1" lang="zh-CN" altLang="en-US">
                <a:latin typeface="宋体" panose="02010600030101010101" pitchFamily="2" charset="-122"/>
              </a:rPr>
              <a:t>很小时</a:t>
            </a:r>
          </a:p>
        </p:txBody>
      </p:sp>
      <p:graphicFrame>
        <p:nvGraphicFramePr>
          <p:cNvPr id="263183" name="Object 7">
            <a:extLst>
              <a:ext uri="{FF2B5EF4-FFF2-40B4-BE49-F238E27FC236}">
                <a16:creationId xmlns:a16="http://schemas.microsoft.com/office/drawing/2014/main" id="{8FD4D0E1-4635-1C25-1F25-58F172E225BF}"/>
              </a:ext>
            </a:extLst>
          </p:cNvPr>
          <p:cNvGraphicFramePr>
            <a:graphicFrameLocks noChangeAspect="1"/>
          </p:cNvGraphicFramePr>
          <p:nvPr/>
        </p:nvGraphicFramePr>
        <p:xfrm>
          <a:off x="866775" y="2481263"/>
          <a:ext cx="2365375" cy="849312"/>
        </p:xfrm>
        <a:graphic>
          <a:graphicData uri="http://schemas.openxmlformats.org/presentationml/2006/ole">
            <mc:AlternateContent xmlns:mc="http://schemas.openxmlformats.org/markup-compatibility/2006">
              <mc:Choice xmlns:v="urn:schemas-microsoft-com:vml" Requires="v">
                <p:oleObj name="Equation" r:id="rId9" imgW="2323944" imgH="860866" progId="Equation.3">
                  <p:embed/>
                </p:oleObj>
              </mc:Choice>
              <mc:Fallback>
                <p:oleObj name="Equation" r:id="rId9" imgW="2323944" imgH="860866"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6775" y="2481263"/>
                        <a:ext cx="2365375" cy="849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84" name="Freeform 16">
            <a:extLst>
              <a:ext uri="{FF2B5EF4-FFF2-40B4-BE49-F238E27FC236}">
                <a16:creationId xmlns:a16="http://schemas.microsoft.com/office/drawing/2014/main" id="{A4B37515-A666-D4CF-5868-9435DD55AA15}"/>
              </a:ext>
            </a:extLst>
          </p:cNvPr>
          <p:cNvSpPr>
            <a:spLocks/>
          </p:cNvSpPr>
          <p:nvPr/>
        </p:nvSpPr>
        <p:spPr bwMode="auto">
          <a:xfrm>
            <a:off x="4691063" y="1019175"/>
            <a:ext cx="2744787" cy="647700"/>
          </a:xfrm>
          <a:custGeom>
            <a:avLst/>
            <a:gdLst>
              <a:gd name="T0" fmla="*/ 0 w 960"/>
              <a:gd name="T1" fmla="*/ 2147483646 h 768"/>
              <a:gd name="T2" fmla="*/ 2147483646 w 960"/>
              <a:gd name="T3" fmla="*/ 2147483646 h 768"/>
              <a:gd name="T4" fmla="*/ 2147483646 w 960"/>
              <a:gd name="T5" fmla="*/ 2147483646 h 768"/>
              <a:gd name="T6" fmla="*/ 2147483646 w 960"/>
              <a:gd name="T7" fmla="*/ 2147483646 h 768"/>
              <a:gd name="T8" fmla="*/ 2147483646 w 960"/>
              <a:gd name="T9" fmla="*/ 2147483646 h 768"/>
              <a:gd name="T10" fmla="*/ 2147483646 w 960"/>
              <a:gd name="T11" fmla="*/ 2147483646 h 768"/>
              <a:gd name="T12" fmla="*/ 2147483646 w 960"/>
              <a:gd name="T13" fmla="*/ 2147483646 h 768"/>
              <a:gd name="T14" fmla="*/ 0 60000 65536"/>
              <a:gd name="T15" fmla="*/ 0 60000 65536"/>
              <a:gd name="T16" fmla="*/ 0 60000 65536"/>
              <a:gd name="T17" fmla="*/ 0 60000 65536"/>
              <a:gd name="T18" fmla="*/ 0 60000 65536"/>
              <a:gd name="T19" fmla="*/ 0 60000 65536"/>
              <a:gd name="T20" fmla="*/ 0 60000 65536"/>
              <a:gd name="T21" fmla="*/ 0 w 960"/>
              <a:gd name="T22" fmla="*/ 0 h 768"/>
              <a:gd name="T23" fmla="*/ 960 w 960"/>
              <a:gd name="T24" fmla="*/ 768 h 7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768">
                <a:moveTo>
                  <a:pt x="0" y="384"/>
                </a:moveTo>
                <a:cubicBezTo>
                  <a:pt x="48" y="268"/>
                  <a:pt x="96" y="152"/>
                  <a:pt x="144" y="96"/>
                </a:cubicBezTo>
                <a:cubicBezTo>
                  <a:pt x="192" y="40"/>
                  <a:pt x="232" y="0"/>
                  <a:pt x="288" y="48"/>
                </a:cubicBezTo>
                <a:cubicBezTo>
                  <a:pt x="344" y="96"/>
                  <a:pt x="424" y="280"/>
                  <a:pt x="480" y="384"/>
                </a:cubicBezTo>
                <a:cubicBezTo>
                  <a:pt x="536" y="488"/>
                  <a:pt x="576" y="616"/>
                  <a:pt x="624" y="672"/>
                </a:cubicBezTo>
                <a:cubicBezTo>
                  <a:pt x="672" y="728"/>
                  <a:pt x="712" y="768"/>
                  <a:pt x="768" y="720"/>
                </a:cubicBezTo>
                <a:cubicBezTo>
                  <a:pt x="824" y="672"/>
                  <a:pt x="928" y="440"/>
                  <a:pt x="960" y="384"/>
                </a:cubicBezTo>
              </a:path>
            </a:pathLst>
          </a:cu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3185" name="Freeform 17">
            <a:extLst>
              <a:ext uri="{FF2B5EF4-FFF2-40B4-BE49-F238E27FC236}">
                <a16:creationId xmlns:a16="http://schemas.microsoft.com/office/drawing/2014/main" id="{24763D4B-D303-07F4-DBD3-DA4FD9491ACB}"/>
              </a:ext>
            </a:extLst>
          </p:cNvPr>
          <p:cNvSpPr>
            <a:spLocks/>
          </p:cNvSpPr>
          <p:nvPr/>
        </p:nvSpPr>
        <p:spPr bwMode="auto">
          <a:xfrm>
            <a:off x="4614863" y="1171575"/>
            <a:ext cx="2819400" cy="431800"/>
          </a:xfrm>
          <a:custGeom>
            <a:avLst/>
            <a:gdLst>
              <a:gd name="T0" fmla="*/ 0 w 960"/>
              <a:gd name="T1" fmla="*/ 2147483646 h 768"/>
              <a:gd name="T2" fmla="*/ 2147483646 w 960"/>
              <a:gd name="T3" fmla="*/ 2147483646 h 768"/>
              <a:gd name="T4" fmla="*/ 2147483646 w 960"/>
              <a:gd name="T5" fmla="*/ 2147483646 h 768"/>
              <a:gd name="T6" fmla="*/ 2147483646 w 960"/>
              <a:gd name="T7" fmla="*/ 2147483646 h 768"/>
              <a:gd name="T8" fmla="*/ 2147483646 w 960"/>
              <a:gd name="T9" fmla="*/ 2147483646 h 768"/>
              <a:gd name="T10" fmla="*/ 2147483646 w 960"/>
              <a:gd name="T11" fmla="*/ 2147483646 h 768"/>
              <a:gd name="T12" fmla="*/ 2147483646 w 960"/>
              <a:gd name="T13" fmla="*/ 2147483646 h 768"/>
              <a:gd name="T14" fmla="*/ 0 60000 65536"/>
              <a:gd name="T15" fmla="*/ 0 60000 65536"/>
              <a:gd name="T16" fmla="*/ 0 60000 65536"/>
              <a:gd name="T17" fmla="*/ 0 60000 65536"/>
              <a:gd name="T18" fmla="*/ 0 60000 65536"/>
              <a:gd name="T19" fmla="*/ 0 60000 65536"/>
              <a:gd name="T20" fmla="*/ 0 60000 65536"/>
              <a:gd name="T21" fmla="*/ 0 w 960"/>
              <a:gd name="T22" fmla="*/ 0 h 768"/>
              <a:gd name="T23" fmla="*/ 960 w 960"/>
              <a:gd name="T24" fmla="*/ 768 h 7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768">
                <a:moveTo>
                  <a:pt x="0" y="384"/>
                </a:moveTo>
                <a:cubicBezTo>
                  <a:pt x="48" y="268"/>
                  <a:pt x="96" y="152"/>
                  <a:pt x="144" y="96"/>
                </a:cubicBezTo>
                <a:cubicBezTo>
                  <a:pt x="192" y="40"/>
                  <a:pt x="232" y="0"/>
                  <a:pt x="288" y="48"/>
                </a:cubicBezTo>
                <a:cubicBezTo>
                  <a:pt x="344" y="96"/>
                  <a:pt x="424" y="280"/>
                  <a:pt x="480" y="384"/>
                </a:cubicBezTo>
                <a:cubicBezTo>
                  <a:pt x="536" y="488"/>
                  <a:pt x="576" y="616"/>
                  <a:pt x="624" y="672"/>
                </a:cubicBezTo>
                <a:cubicBezTo>
                  <a:pt x="672" y="728"/>
                  <a:pt x="712" y="768"/>
                  <a:pt x="768" y="720"/>
                </a:cubicBezTo>
                <a:cubicBezTo>
                  <a:pt x="824" y="672"/>
                  <a:pt x="928" y="440"/>
                  <a:pt x="960" y="384"/>
                </a:cubicBezTo>
              </a:path>
            </a:pathLst>
          </a:cu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3186" name="AutoShape 18">
            <a:extLst>
              <a:ext uri="{FF2B5EF4-FFF2-40B4-BE49-F238E27FC236}">
                <a16:creationId xmlns:a16="http://schemas.microsoft.com/office/drawing/2014/main" id="{AB4627C1-561D-25B4-CB9C-B1CAB09B5DB1}"/>
              </a:ext>
            </a:extLst>
          </p:cNvPr>
          <p:cNvSpPr>
            <a:spLocks noChangeArrowheads="1"/>
          </p:cNvSpPr>
          <p:nvPr/>
        </p:nvSpPr>
        <p:spPr bwMode="auto">
          <a:xfrm>
            <a:off x="7586663" y="1704975"/>
            <a:ext cx="939800" cy="838200"/>
          </a:xfrm>
          <a:prstGeom prst="wedgeRectCallout">
            <a:avLst>
              <a:gd name="adj1" fmla="val -46958"/>
              <a:gd name="adj2" fmla="val -53787"/>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接收</a:t>
            </a:r>
          </a:p>
          <a:p>
            <a:pPr eaLnBrk="1" hangingPunct="1"/>
            <a:r>
              <a:rPr kumimoji="1" lang="zh-CN" altLang="en-US"/>
              <a:t>器 </a:t>
            </a:r>
            <a:r>
              <a:rPr kumimoji="1" lang="en-US" altLang="zh-CN">
                <a:solidFill>
                  <a:srgbClr val="66FFFF"/>
                </a:solidFill>
              </a:rPr>
              <a:t>A</a:t>
            </a:r>
            <a:r>
              <a:rPr kumimoji="1" lang="en-US" altLang="zh-CN" baseline="30000">
                <a:solidFill>
                  <a:srgbClr val="66FFFF"/>
                </a:solidFill>
              </a:rPr>
              <a:t>/</a:t>
            </a:r>
            <a:endParaRPr kumimoji="1" lang="en-US" altLang="zh-CN">
              <a:solidFill>
                <a:srgbClr val="66FFFF"/>
              </a:solidFill>
            </a:endParaRPr>
          </a:p>
        </p:txBody>
      </p:sp>
      <p:sp>
        <p:nvSpPr>
          <p:cNvPr id="263187" name="Freeform 19">
            <a:extLst>
              <a:ext uri="{FF2B5EF4-FFF2-40B4-BE49-F238E27FC236}">
                <a16:creationId xmlns:a16="http://schemas.microsoft.com/office/drawing/2014/main" id="{3A3D189C-B0D3-2D91-7F51-D9A58A6E6B71}"/>
              </a:ext>
            </a:extLst>
          </p:cNvPr>
          <p:cNvSpPr>
            <a:spLocks/>
          </p:cNvSpPr>
          <p:nvPr/>
        </p:nvSpPr>
        <p:spPr bwMode="auto">
          <a:xfrm flipH="1">
            <a:off x="4614863" y="1171575"/>
            <a:ext cx="2819400" cy="431800"/>
          </a:xfrm>
          <a:custGeom>
            <a:avLst/>
            <a:gdLst>
              <a:gd name="T0" fmla="*/ 0 w 960"/>
              <a:gd name="T1" fmla="*/ 2147483646 h 768"/>
              <a:gd name="T2" fmla="*/ 2147483646 w 960"/>
              <a:gd name="T3" fmla="*/ 2147483646 h 768"/>
              <a:gd name="T4" fmla="*/ 2147483646 w 960"/>
              <a:gd name="T5" fmla="*/ 2147483646 h 768"/>
              <a:gd name="T6" fmla="*/ 2147483646 w 960"/>
              <a:gd name="T7" fmla="*/ 2147483646 h 768"/>
              <a:gd name="T8" fmla="*/ 2147483646 w 960"/>
              <a:gd name="T9" fmla="*/ 2147483646 h 768"/>
              <a:gd name="T10" fmla="*/ 2147483646 w 960"/>
              <a:gd name="T11" fmla="*/ 2147483646 h 768"/>
              <a:gd name="T12" fmla="*/ 2147483646 w 960"/>
              <a:gd name="T13" fmla="*/ 2147483646 h 768"/>
              <a:gd name="T14" fmla="*/ 0 60000 65536"/>
              <a:gd name="T15" fmla="*/ 0 60000 65536"/>
              <a:gd name="T16" fmla="*/ 0 60000 65536"/>
              <a:gd name="T17" fmla="*/ 0 60000 65536"/>
              <a:gd name="T18" fmla="*/ 0 60000 65536"/>
              <a:gd name="T19" fmla="*/ 0 60000 65536"/>
              <a:gd name="T20" fmla="*/ 0 60000 65536"/>
              <a:gd name="T21" fmla="*/ 0 w 960"/>
              <a:gd name="T22" fmla="*/ 0 h 768"/>
              <a:gd name="T23" fmla="*/ 960 w 960"/>
              <a:gd name="T24" fmla="*/ 768 h 7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768">
                <a:moveTo>
                  <a:pt x="0" y="384"/>
                </a:moveTo>
                <a:cubicBezTo>
                  <a:pt x="48" y="268"/>
                  <a:pt x="96" y="152"/>
                  <a:pt x="144" y="96"/>
                </a:cubicBezTo>
                <a:cubicBezTo>
                  <a:pt x="192" y="40"/>
                  <a:pt x="232" y="0"/>
                  <a:pt x="288" y="48"/>
                </a:cubicBezTo>
                <a:cubicBezTo>
                  <a:pt x="344" y="96"/>
                  <a:pt x="424" y="280"/>
                  <a:pt x="480" y="384"/>
                </a:cubicBezTo>
                <a:cubicBezTo>
                  <a:pt x="536" y="488"/>
                  <a:pt x="576" y="616"/>
                  <a:pt x="624" y="672"/>
                </a:cubicBezTo>
                <a:cubicBezTo>
                  <a:pt x="672" y="728"/>
                  <a:pt x="712" y="768"/>
                  <a:pt x="768" y="720"/>
                </a:cubicBezTo>
                <a:cubicBezTo>
                  <a:pt x="824" y="672"/>
                  <a:pt x="928" y="440"/>
                  <a:pt x="960" y="384"/>
                </a:cubicBezTo>
              </a:path>
            </a:pathLst>
          </a:cu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3188" name="Text Box 20">
            <a:extLst>
              <a:ext uri="{FF2B5EF4-FFF2-40B4-BE49-F238E27FC236}">
                <a16:creationId xmlns:a16="http://schemas.microsoft.com/office/drawing/2014/main" id="{5356A2D0-7BCC-148F-B4B7-9B3E32C96A2E}"/>
              </a:ext>
            </a:extLst>
          </p:cNvPr>
          <p:cNvSpPr txBox="1">
            <a:spLocks noChangeArrowheads="1"/>
          </p:cNvSpPr>
          <p:nvPr/>
        </p:nvSpPr>
        <p:spPr bwMode="auto">
          <a:xfrm>
            <a:off x="762000" y="3282950"/>
            <a:ext cx="80152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kumimoji="1" lang="zh-CN" altLang="en-US">
                <a:latin typeface="宋体" panose="02010600030101010101" pitchFamily="2" charset="-122"/>
              </a:rPr>
              <a:t>即</a:t>
            </a:r>
            <a:r>
              <a:rPr kumimoji="1" lang="en-US" altLang="zh-CN">
                <a:latin typeface="宋体" panose="02010600030101010101" pitchFamily="2" charset="-122"/>
              </a:rPr>
              <a:t>:</a:t>
            </a:r>
            <a:r>
              <a:rPr kumimoji="1" lang="zh-CN" altLang="en-US">
                <a:latin typeface="宋体" panose="02010600030101010101" pitchFamily="2" charset="-122"/>
              </a:rPr>
              <a:t>当</a:t>
            </a:r>
            <a:r>
              <a:rPr kumimoji="1" lang="zh-CN" altLang="en-US"/>
              <a:t>带电粒子束</a:t>
            </a:r>
            <a:r>
              <a:rPr kumimoji="1" lang="zh-CN" altLang="en-US">
                <a:latin typeface="宋体" panose="02010600030101010101" pitchFamily="2" charset="-122"/>
              </a:rPr>
              <a:t>发散角不太大时，若</a:t>
            </a:r>
            <a:r>
              <a:rPr kumimoji="1" lang="zh-CN" altLang="en-US"/>
              <a:t>带电粒子的速度</a:t>
            </a:r>
          </a:p>
          <a:p>
            <a:pPr eaLnBrk="1" hangingPunct="1">
              <a:lnSpc>
                <a:spcPct val="125000"/>
              </a:lnSpc>
            </a:pPr>
            <a:r>
              <a:rPr kumimoji="1" lang="zh-CN" altLang="en-US"/>
              <a:t>      又大致相同，</a:t>
            </a:r>
            <a:endParaRPr kumimoji="1" lang="zh-CN" altLang="en-US">
              <a:latin typeface="宋体" panose="02010600030101010101" pitchFamily="2" charset="-122"/>
            </a:endParaRPr>
          </a:p>
        </p:txBody>
      </p:sp>
      <p:sp>
        <p:nvSpPr>
          <p:cNvPr id="263189" name="Text Box 21">
            <a:extLst>
              <a:ext uri="{FF2B5EF4-FFF2-40B4-BE49-F238E27FC236}">
                <a16:creationId xmlns:a16="http://schemas.microsoft.com/office/drawing/2014/main" id="{E607DB93-19BD-0EBA-5C9A-0D4571AB83BE}"/>
              </a:ext>
            </a:extLst>
          </p:cNvPr>
          <p:cNvSpPr txBox="1">
            <a:spLocks noChangeArrowheads="1"/>
          </p:cNvSpPr>
          <p:nvPr/>
        </p:nvSpPr>
        <p:spPr bwMode="auto">
          <a:xfrm>
            <a:off x="401638" y="285750"/>
            <a:ext cx="178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FFFF00"/>
                </a:solidFill>
                <a:latin typeface="宋体" panose="02010600030101010101" pitchFamily="2" charset="-122"/>
              </a:rPr>
              <a:t>应用</a:t>
            </a:r>
          </a:p>
        </p:txBody>
      </p:sp>
      <p:sp>
        <p:nvSpPr>
          <p:cNvPr id="263190" name="AutoShape 22">
            <a:extLst>
              <a:ext uri="{FF2B5EF4-FFF2-40B4-BE49-F238E27FC236}">
                <a16:creationId xmlns:a16="http://schemas.microsoft.com/office/drawing/2014/main" id="{844602D1-6F62-5152-875D-B71BE757A2B7}"/>
              </a:ext>
            </a:extLst>
          </p:cNvPr>
          <p:cNvSpPr>
            <a:spLocks noChangeAspect="1" noChangeArrowheads="1"/>
          </p:cNvSpPr>
          <p:nvPr/>
        </p:nvSpPr>
        <p:spPr bwMode="auto">
          <a:xfrm>
            <a:off x="0" y="258763"/>
            <a:ext cx="460375" cy="403225"/>
          </a:xfrm>
          <a:prstGeom prst="star5">
            <a:avLst/>
          </a:prstGeom>
          <a:gradFill rotWithShape="1">
            <a:gsLst>
              <a:gs pos="0">
                <a:schemeClr val="accent1"/>
              </a:gs>
              <a:gs pos="100000">
                <a:schemeClr val="accent1">
                  <a:gamma/>
                  <a:shade val="46275"/>
                  <a:invGamma/>
                </a:schemeClr>
              </a:gs>
            </a:gsLst>
            <a:path path="shape">
              <a:fillToRect l="50000" t="50000" r="50000" b="50000"/>
            </a:path>
          </a:gradFill>
          <a:ln w="9525">
            <a:solidFill>
              <a:srgbClr val="FFFFFF"/>
            </a:solidFill>
            <a:miter lim="800000"/>
            <a:headEnd/>
            <a:tailEnd/>
          </a:ln>
          <a:effectLst/>
        </p:spPr>
        <p:txBody>
          <a:bodyPr wrap="none" anchor="ctr"/>
          <a:lstStyle/>
          <a:p>
            <a:pPr algn="ctr" eaLnBrk="1" hangingPunct="1">
              <a:defRPr/>
            </a:pPr>
            <a:endParaRPr kumimoji="1" lang="zh-CN" altLang="en-US">
              <a:solidFill>
                <a:schemeClr val="tx1"/>
              </a:solidFill>
            </a:endParaRPr>
          </a:p>
        </p:txBody>
      </p:sp>
      <p:sp>
        <p:nvSpPr>
          <p:cNvPr id="263191" name="Rectangle 23">
            <a:extLst>
              <a:ext uri="{FF2B5EF4-FFF2-40B4-BE49-F238E27FC236}">
                <a16:creationId xmlns:a16="http://schemas.microsoft.com/office/drawing/2014/main" id="{5928DF41-9287-9EA7-E6C3-1B00D141CAC3}"/>
              </a:ext>
            </a:extLst>
          </p:cNvPr>
          <p:cNvSpPr>
            <a:spLocks noChangeArrowheads="1"/>
          </p:cNvSpPr>
          <p:nvPr/>
        </p:nvSpPr>
        <p:spPr bwMode="auto">
          <a:xfrm>
            <a:off x="5429250" y="4219575"/>
            <a:ext cx="237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重新会聚。</a:t>
            </a:r>
          </a:p>
        </p:txBody>
      </p:sp>
      <p:sp>
        <p:nvSpPr>
          <p:cNvPr id="263192" name="Oval 24">
            <a:extLst>
              <a:ext uri="{FF2B5EF4-FFF2-40B4-BE49-F238E27FC236}">
                <a16:creationId xmlns:a16="http://schemas.microsoft.com/office/drawing/2014/main" id="{6C5AD39C-6A1C-B01C-5270-D7C9484E2FB7}"/>
              </a:ext>
            </a:extLst>
          </p:cNvPr>
          <p:cNvSpPr>
            <a:spLocks noChangeArrowheads="1"/>
          </p:cNvSpPr>
          <p:nvPr/>
        </p:nvSpPr>
        <p:spPr bwMode="auto">
          <a:xfrm>
            <a:off x="7399338" y="1323975"/>
            <a:ext cx="147637" cy="144463"/>
          </a:xfrm>
          <a:prstGeom prst="ellipse">
            <a:avLst/>
          </a:prstGeom>
          <a:solidFill>
            <a:srgbClr val="FF6600"/>
          </a:soli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3193" name="Oval 25">
            <a:extLst>
              <a:ext uri="{FF2B5EF4-FFF2-40B4-BE49-F238E27FC236}">
                <a16:creationId xmlns:a16="http://schemas.microsoft.com/office/drawing/2014/main" id="{93FAB221-C863-6F14-C839-52DD113F9FD2}"/>
              </a:ext>
            </a:extLst>
          </p:cNvPr>
          <p:cNvSpPr>
            <a:spLocks noChangeArrowheads="1"/>
          </p:cNvSpPr>
          <p:nvPr/>
        </p:nvSpPr>
        <p:spPr bwMode="auto">
          <a:xfrm>
            <a:off x="4538663" y="1323975"/>
            <a:ext cx="147637" cy="144463"/>
          </a:xfrm>
          <a:prstGeom prst="ellipse">
            <a:avLst/>
          </a:prstGeom>
          <a:solidFill>
            <a:srgbClr val="FF6600"/>
          </a:soli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3197" name="Text Box 29">
            <a:extLst>
              <a:ext uri="{FF2B5EF4-FFF2-40B4-BE49-F238E27FC236}">
                <a16:creationId xmlns:a16="http://schemas.microsoft.com/office/drawing/2014/main" id="{97F087DB-3B22-2A57-B129-46B4459CB83A}"/>
              </a:ext>
            </a:extLst>
          </p:cNvPr>
          <p:cNvSpPr txBox="1">
            <a:spLocks noChangeArrowheads="1"/>
          </p:cNvSpPr>
          <p:nvPr/>
        </p:nvSpPr>
        <p:spPr bwMode="auto">
          <a:xfrm>
            <a:off x="2900363" y="3786188"/>
            <a:ext cx="4618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因其轨迹有几乎相同的螺距，</a:t>
            </a:r>
          </a:p>
        </p:txBody>
      </p:sp>
      <p:sp>
        <p:nvSpPr>
          <p:cNvPr id="263198" name="Rectangle 30">
            <a:extLst>
              <a:ext uri="{FF2B5EF4-FFF2-40B4-BE49-F238E27FC236}">
                <a16:creationId xmlns:a16="http://schemas.microsoft.com/office/drawing/2014/main" id="{2A435EDA-CAC6-0F14-FDEF-74AB075DCB07}"/>
              </a:ext>
            </a:extLst>
          </p:cNvPr>
          <p:cNvSpPr>
            <a:spLocks noChangeArrowheads="1"/>
          </p:cNvSpPr>
          <p:nvPr/>
        </p:nvSpPr>
        <p:spPr bwMode="auto">
          <a:xfrm>
            <a:off x="1252538" y="4173538"/>
            <a:ext cx="41465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kumimoji="1" lang="zh-CN" altLang="en-US"/>
              <a:t>粒子束经过一个回旋周期后，</a:t>
            </a:r>
          </a:p>
        </p:txBody>
      </p:sp>
      <p:sp>
        <p:nvSpPr>
          <p:cNvPr id="263199" name="Rectangle 31">
            <a:extLst>
              <a:ext uri="{FF2B5EF4-FFF2-40B4-BE49-F238E27FC236}">
                <a16:creationId xmlns:a16="http://schemas.microsoft.com/office/drawing/2014/main" id="{A5D56028-76AC-60DC-F5DB-77E21D764013}"/>
              </a:ext>
            </a:extLst>
          </p:cNvPr>
          <p:cNvSpPr>
            <a:spLocks noChangeArrowheads="1"/>
          </p:cNvSpPr>
          <p:nvPr/>
        </p:nvSpPr>
        <p:spPr bwMode="auto">
          <a:xfrm>
            <a:off x="7013575" y="3787775"/>
            <a:ext cx="1763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则带电</a:t>
            </a:r>
          </a:p>
        </p:txBody>
      </p:sp>
      <p:sp>
        <p:nvSpPr>
          <p:cNvPr id="263200" name="Text Box 32">
            <a:extLst>
              <a:ext uri="{FF2B5EF4-FFF2-40B4-BE49-F238E27FC236}">
                <a16:creationId xmlns:a16="http://schemas.microsoft.com/office/drawing/2014/main" id="{8C49B4EF-25BB-DC48-776A-9855F1E4229A}"/>
              </a:ext>
            </a:extLst>
          </p:cNvPr>
          <p:cNvSpPr txBox="1">
            <a:spLocks noChangeArrowheads="1"/>
          </p:cNvSpPr>
          <p:nvPr/>
        </p:nvSpPr>
        <p:spPr bwMode="auto">
          <a:xfrm>
            <a:off x="857250" y="5000625"/>
            <a:ext cx="8094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它广泛应用于真空器件中，特别是电子显微镜中</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3190"/>
                                        </p:tgtEl>
                                        <p:attrNameLst>
                                          <p:attrName>style.visibility</p:attrName>
                                        </p:attrNameLst>
                                      </p:cBhvr>
                                      <p:to>
                                        <p:strVal val="visible"/>
                                      </p:to>
                                    </p:set>
                                    <p:animEffect transition="in" filter="wipe(left)">
                                      <p:cBhvr>
                                        <p:cTn id="7" dur="500"/>
                                        <p:tgtEl>
                                          <p:spTgt spid="263190"/>
                                        </p:tgtEl>
                                      </p:cBhvr>
                                    </p:animEffect>
                                  </p:childTnLst>
                                </p:cTn>
                              </p:par>
                              <p:par>
                                <p:cTn id="8" presetID="22" presetClass="entr" presetSubtype="8" fill="hold" nodeType="withEffect">
                                  <p:stCondLst>
                                    <p:cond delay="0"/>
                                  </p:stCondLst>
                                  <p:childTnLst>
                                    <p:set>
                                      <p:cBhvr>
                                        <p:cTn id="9" dur="1" fill="hold">
                                          <p:stCondLst>
                                            <p:cond delay="0"/>
                                          </p:stCondLst>
                                        </p:cTn>
                                        <p:tgtEl>
                                          <p:spTgt spid="263189"/>
                                        </p:tgtEl>
                                        <p:attrNameLst>
                                          <p:attrName>style.visibility</p:attrName>
                                        </p:attrNameLst>
                                      </p:cBhvr>
                                      <p:to>
                                        <p:strVal val="visible"/>
                                      </p:to>
                                    </p:set>
                                    <p:animEffect transition="in" filter="wipe(left)">
                                      <p:cBhvr>
                                        <p:cTn id="10" dur="500"/>
                                        <p:tgtEl>
                                          <p:spTgt spid="26318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63172"/>
                                        </p:tgtEl>
                                        <p:attrNameLst>
                                          <p:attrName>style.visibility</p:attrName>
                                        </p:attrNameLst>
                                      </p:cBhvr>
                                      <p:to>
                                        <p:strVal val="visible"/>
                                      </p:to>
                                    </p:set>
                                    <p:animEffect transition="in" filter="wipe(left)">
                                      <p:cBhvr>
                                        <p:cTn id="15" dur="2000"/>
                                        <p:tgtEl>
                                          <p:spTgt spid="26317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63182"/>
                                        </p:tgtEl>
                                        <p:attrNameLst>
                                          <p:attrName>style.visibility</p:attrName>
                                        </p:attrNameLst>
                                      </p:cBhvr>
                                      <p:to>
                                        <p:strVal val="visible"/>
                                      </p:to>
                                    </p:set>
                                    <p:animEffect transition="in" filter="wipe(left)">
                                      <p:cBhvr>
                                        <p:cTn id="20" dur="2000"/>
                                        <p:tgtEl>
                                          <p:spTgt spid="26318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63180"/>
                                        </p:tgtEl>
                                        <p:attrNameLst>
                                          <p:attrName>style.visibility</p:attrName>
                                        </p:attrNameLst>
                                      </p:cBhvr>
                                      <p:to>
                                        <p:strVal val="visible"/>
                                      </p:to>
                                    </p:set>
                                    <p:animEffect transition="in" filter="wipe(left)">
                                      <p:cBhvr>
                                        <p:cTn id="25" dur="2000"/>
                                        <p:tgtEl>
                                          <p:spTgt spid="26318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63181"/>
                                        </p:tgtEl>
                                        <p:attrNameLst>
                                          <p:attrName>style.visibility</p:attrName>
                                        </p:attrNameLst>
                                      </p:cBhvr>
                                      <p:to>
                                        <p:strVal val="visible"/>
                                      </p:to>
                                    </p:set>
                                    <p:animEffect transition="in" filter="wipe(left)">
                                      <p:cBhvr>
                                        <p:cTn id="30" dur="500"/>
                                        <p:tgtEl>
                                          <p:spTgt spid="26318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63183"/>
                                        </p:tgtEl>
                                        <p:attrNameLst>
                                          <p:attrName>style.visibility</p:attrName>
                                        </p:attrNameLst>
                                      </p:cBhvr>
                                      <p:to>
                                        <p:strVal val="visible"/>
                                      </p:to>
                                    </p:set>
                                    <p:animEffect transition="in" filter="wipe(left)">
                                      <p:cBhvr>
                                        <p:cTn id="35" dur="2000"/>
                                        <p:tgtEl>
                                          <p:spTgt spid="26318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box(out)">
                                      <p:cBhvr>
                                        <p:cTn id="40" dur="500"/>
                                        <p:tgtEl>
                                          <p:spTgt spid="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8" fill="hold" nodeType="clickEffect">
                                  <p:stCondLst>
                                    <p:cond delay="0"/>
                                  </p:stCondLst>
                                  <p:childTnLst>
                                    <p:set>
                                      <p:cBhvr>
                                        <p:cTn id="44" dur="1" fill="hold">
                                          <p:stCondLst>
                                            <p:cond delay="0"/>
                                          </p:stCondLst>
                                        </p:cTn>
                                        <p:tgtEl>
                                          <p:spTgt spid="263177"/>
                                        </p:tgtEl>
                                        <p:attrNameLst>
                                          <p:attrName>style.visibility</p:attrName>
                                        </p:attrNameLst>
                                      </p:cBhvr>
                                      <p:to>
                                        <p:strVal val="visible"/>
                                      </p:to>
                                    </p:set>
                                    <p:animEffect transition="in" filter="slide(fromLeft)">
                                      <p:cBhvr>
                                        <p:cTn id="45" dur="500"/>
                                        <p:tgtEl>
                                          <p:spTgt spid="263177"/>
                                        </p:tgtEl>
                                      </p:cBhvr>
                                    </p:animEffect>
                                  </p:childTnLst>
                                </p:cTn>
                              </p:par>
                            </p:childTnLst>
                          </p:cTn>
                        </p:par>
                        <p:par>
                          <p:cTn id="46" fill="hold" nodeType="afterGroup">
                            <p:stCondLst>
                              <p:cond delay="500"/>
                            </p:stCondLst>
                            <p:childTnLst>
                              <p:par>
                                <p:cTn id="47" presetID="1" presetClass="entr" presetSubtype="0" fill="hold" nodeType="afterEffect">
                                  <p:stCondLst>
                                    <p:cond delay="0"/>
                                  </p:stCondLst>
                                  <p:childTnLst>
                                    <p:set>
                                      <p:cBhvr>
                                        <p:cTn id="48" dur="1" fill="hold">
                                          <p:stCondLst>
                                            <p:cond delay="499"/>
                                          </p:stCondLst>
                                        </p:cTn>
                                        <p:tgtEl>
                                          <p:spTgt spid="26317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26319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263179"/>
                                        </p:tgtEl>
                                        <p:attrNameLst>
                                          <p:attrName>style.visibility</p:attrName>
                                        </p:attrNameLst>
                                      </p:cBhvr>
                                      <p:to>
                                        <p:strVal val="visible"/>
                                      </p:to>
                                    </p:set>
                                    <p:animEffect transition="in" filter="dissolve">
                                      <p:cBhvr>
                                        <p:cTn id="57" dur="500"/>
                                        <p:tgtEl>
                                          <p:spTgt spid="26317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263192"/>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nodeType="clickEffect">
                                  <p:stCondLst>
                                    <p:cond delay="0"/>
                                  </p:stCondLst>
                                  <p:childTnLst>
                                    <p:set>
                                      <p:cBhvr>
                                        <p:cTn id="65" dur="1" fill="hold">
                                          <p:stCondLst>
                                            <p:cond delay="0"/>
                                          </p:stCondLst>
                                        </p:cTn>
                                        <p:tgtEl>
                                          <p:spTgt spid="263186"/>
                                        </p:tgtEl>
                                        <p:attrNameLst>
                                          <p:attrName>style.visibility</p:attrName>
                                        </p:attrNameLst>
                                      </p:cBhvr>
                                      <p:to>
                                        <p:strVal val="visible"/>
                                      </p:to>
                                    </p:set>
                                    <p:animEffect transition="in" filter="dissolve">
                                      <p:cBhvr>
                                        <p:cTn id="66" dur="500"/>
                                        <p:tgtEl>
                                          <p:spTgt spid="26318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63185"/>
                                        </p:tgtEl>
                                        <p:attrNameLst>
                                          <p:attrName>style.visibility</p:attrName>
                                        </p:attrNameLst>
                                      </p:cBhvr>
                                      <p:to>
                                        <p:strVal val="visible"/>
                                      </p:to>
                                    </p:set>
                                    <p:animEffect transition="in" filter="wipe(left)">
                                      <p:cBhvr>
                                        <p:cTn id="71" dur="2000"/>
                                        <p:tgtEl>
                                          <p:spTgt spid="26318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63184"/>
                                        </p:tgtEl>
                                        <p:attrNameLst>
                                          <p:attrName>style.visibility</p:attrName>
                                        </p:attrNameLst>
                                      </p:cBhvr>
                                      <p:to>
                                        <p:strVal val="visible"/>
                                      </p:to>
                                    </p:set>
                                    <p:animEffect transition="in" filter="wipe(left)">
                                      <p:cBhvr>
                                        <p:cTn id="76" dur="2000"/>
                                        <p:tgtEl>
                                          <p:spTgt spid="263184"/>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63187"/>
                                        </p:tgtEl>
                                        <p:attrNameLst>
                                          <p:attrName>style.visibility</p:attrName>
                                        </p:attrNameLst>
                                      </p:cBhvr>
                                      <p:to>
                                        <p:strVal val="visible"/>
                                      </p:to>
                                    </p:set>
                                    <p:animEffect transition="in" filter="wipe(left)">
                                      <p:cBhvr>
                                        <p:cTn id="81" dur="2000"/>
                                        <p:tgtEl>
                                          <p:spTgt spid="26318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iterate type="wd">
                                    <p:tmPct val="44000"/>
                                  </p:iterate>
                                  <p:childTnLst>
                                    <p:set>
                                      <p:cBhvr>
                                        <p:cTn id="85" dur="1" fill="hold">
                                          <p:stCondLst>
                                            <p:cond delay="0"/>
                                          </p:stCondLst>
                                        </p:cTn>
                                        <p:tgtEl>
                                          <p:spTgt spid="263188"/>
                                        </p:tgtEl>
                                        <p:attrNameLst>
                                          <p:attrName>style.visibility</p:attrName>
                                        </p:attrNameLst>
                                      </p:cBhvr>
                                      <p:to>
                                        <p:strVal val="visible"/>
                                      </p:to>
                                    </p:set>
                                    <p:animEffect transition="in" filter="wipe(left)">
                                      <p:cBhvr>
                                        <p:cTn id="86" dur="500"/>
                                        <p:tgtEl>
                                          <p:spTgt spid="263188"/>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63197"/>
                                        </p:tgtEl>
                                        <p:attrNameLst>
                                          <p:attrName>style.visibility</p:attrName>
                                        </p:attrNameLst>
                                      </p:cBhvr>
                                      <p:to>
                                        <p:strVal val="visible"/>
                                      </p:to>
                                    </p:set>
                                    <p:animEffect transition="in" filter="wipe(left)">
                                      <p:cBhvr>
                                        <p:cTn id="91" dur="2000"/>
                                        <p:tgtEl>
                                          <p:spTgt spid="263197"/>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63199"/>
                                        </p:tgtEl>
                                        <p:attrNameLst>
                                          <p:attrName>style.visibility</p:attrName>
                                        </p:attrNameLst>
                                      </p:cBhvr>
                                      <p:to>
                                        <p:strVal val="visible"/>
                                      </p:to>
                                    </p:set>
                                    <p:animEffect transition="in" filter="wipe(left)">
                                      <p:cBhvr>
                                        <p:cTn id="96" dur="2000"/>
                                        <p:tgtEl>
                                          <p:spTgt spid="263199"/>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63198"/>
                                        </p:tgtEl>
                                        <p:attrNameLst>
                                          <p:attrName>style.visibility</p:attrName>
                                        </p:attrNameLst>
                                      </p:cBhvr>
                                      <p:to>
                                        <p:strVal val="visible"/>
                                      </p:to>
                                    </p:set>
                                    <p:animEffect transition="in" filter="wipe(left)">
                                      <p:cBhvr>
                                        <p:cTn id="101" dur="2000"/>
                                        <p:tgtEl>
                                          <p:spTgt spid="263198"/>
                                        </p:tgtEl>
                                      </p:cBhvr>
                                    </p:animEffect>
                                  </p:childTnLst>
                                </p:cTn>
                              </p:par>
                            </p:childTnLst>
                          </p:cTn>
                        </p:par>
                        <p:par>
                          <p:cTn id="102" fill="hold" nodeType="afterGroup">
                            <p:stCondLst>
                              <p:cond delay="2000"/>
                            </p:stCondLst>
                            <p:childTnLst>
                              <p:par>
                                <p:cTn id="103" presetID="22" presetClass="entr" presetSubtype="8" fill="hold" nodeType="afterEffect">
                                  <p:stCondLst>
                                    <p:cond delay="0"/>
                                  </p:stCondLst>
                                  <p:childTnLst>
                                    <p:set>
                                      <p:cBhvr>
                                        <p:cTn id="104" dur="1" fill="hold">
                                          <p:stCondLst>
                                            <p:cond delay="0"/>
                                          </p:stCondLst>
                                        </p:cTn>
                                        <p:tgtEl>
                                          <p:spTgt spid="263191"/>
                                        </p:tgtEl>
                                        <p:attrNameLst>
                                          <p:attrName>style.visibility</p:attrName>
                                        </p:attrNameLst>
                                      </p:cBhvr>
                                      <p:to>
                                        <p:strVal val="visible"/>
                                      </p:to>
                                    </p:set>
                                    <p:animEffect transition="in" filter="wipe(left)">
                                      <p:cBhvr>
                                        <p:cTn id="105" dur="2000"/>
                                        <p:tgtEl>
                                          <p:spTgt spid="263191"/>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263200"/>
                                        </p:tgtEl>
                                        <p:attrNameLst>
                                          <p:attrName>style.visibility</p:attrName>
                                        </p:attrNameLst>
                                      </p:cBhvr>
                                      <p:to>
                                        <p:strVal val="visible"/>
                                      </p:to>
                                    </p:set>
                                    <p:animEffect transition="in" filter="wipe(left)">
                                      <p:cBhvr>
                                        <p:cTn id="110" dur="2000"/>
                                        <p:tgtEl>
                                          <p:spTgt spid="263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autoUpdateAnimBg="0"/>
      <p:bldP spid="263179" grpId="0" animBg="1" autoUpdateAnimBg="0"/>
      <p:bldP spid="263182" grpId="0" autoUpdateAnimBg="0"/>
      <p:bldP spid="263186" grpId="0" animBg="1" autoUpdateAnimBg="0"/>
      <p:bldP spid="263188" grpId="0" autoUpdateAnimBg="0"/>
      <p:bldP spid="263189" grpId="0" autoUpdateAnimBg="0"/>
      <p:bldP spid="263192" grpId="0" animBg="1"/>
      <p:bldP spid="263193" grpId="0" animBg="1"/>
      <p:bldP spid="263197" grpId="0"/>
      <p:bldP spid="263198" grpId="0"/>
      <p:bldP spid="263199" grpId="0"/>
      <p:bldP spid="26320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55" name="Text Box 11">
            <a:extLst>
              <a:ext uri="{FF2B5EF4-FFF2-40B4-BE49-F238E27FC236}">
                <a16:creationId xmlns:a16="http://schemas.microsoft.com/office/drawing/2014/main" id="{A211FAFB-F528-D1B8-EF4F-0E6DE9F1C68A}"/>
              </a:ext>
            </a:extLst>
          </p:cNvPr>
          <p:cNvSpPr txBox="1">
            <a:spLocks noChangeArrowheads="1"/>
          </p:cNvSpPr>
          <p:nvPr/>
        </p:nvSpPr>
        <p:spPr bwMode="auto">
          <a:xfrm>
            <a:off x="263525" y="3014663"/>
            <a:ext cx="341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FFFF00"/>
                </a:solidFill>
              </a:rPr>
              <a:t>•</a:t>
            </a:r>
            <a:r>
              <a:rPr kumimoji="1" lang="en-US" altLang="zh-CN">
                <a:solidFill>
                  <a:srgbClr val="FFFF00"/>
                </a:solidFill>
                <a:latin typeface="宋体" panose="02010600030101010101" pitchFamily="2" charset="-122"/>
              </a:rPr>
              <a:t> </a:t>
            </a:r>
            <a:r>
              <a:rPr kumimoji="1" lang="zh-CN" altLang="en-US">
                <a:solidFill>
                  <a:srgbClr val="66FFFF"/>
                </a:solidFill>
                <a:latin typeface="宋体" panose="02010600030101010101" pitchFamily="2" charset="-122"/>
              </a:rPr>
              <a:t>磁约束原理 </a:t>
            </a:r>
          </a:p>
        </p:txBody>
      </p:sp>
      <p:sp>
        <p:nvSpPr>
          <p:cNvPr id="262156" name="Text Box 12">
            <a:extLst>
              <a:ext uri="{FF2B5EF4-FFF2-40B4-BE49-F238E27FC236}">
                <a16:creationId xmlns:a16="http://schemas.microsoft.com/office/drawing/2014/main" id="{D229E65B-EDA9-B710-7E70-F61640CB6000}"/>
              </a:ext>
            </a:extLst>
          </p:cNvPr>
          <p:cNvSpPr txBox="1">
            <a:spLocks noChangeArrowheads="1"/>
          </p:cNvSpPr>
          <p:nvPr/>
        </p:nvSpPr>
        <p:spPr bwMode="auto">
          <a:xfrm>
            <a:off x="527050" y="1104900"/>
            <a:ext cx="81946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kumimoji="1" lang="zh-CN" altLang="en-US">
                <a:latin typeface="宋体" panose="02010600030101010101" pitchFamily="2" charset="-122"/>
              </a:rPr>
              <a:t>在非均匀磁场中，速度方向与磁场</a:t>
            </a:r>
            <a:r>
              <a:rPr kumimoji="1" lang="zh-CN" altLang="en-US"/>
              <a:t>方向</a:t>
            </a:r>
            <a:r>
              <a:rPr kumimoji="1" lang="zh-CN" altLang="en-US">
                <a:latin typeface="宋体" panose="02010600030101010101" pitchFamily="2" charset="-122"/>
              </a:rPr>
              <a:t>不同的带电粒子，也要作螺旋运动，但半径和螺距都将</a:t>
            </a:r>
            <a:r>
              <a:rPr kumimoji="1" lang="zh-CN" altLang="en-US">
                <a:solidFill>
                  <a:srgbClr val="66FFFF"/>
                </a:solidFill>
                <a:latin typeface="宋体" panose="02010600030101010101" pitchFamily="2" charset="-122"/>
              </a:rPr>
              <a:t>不断</a:t>
            </a:r>
            <a:r>
              <a:rPr kumimoji="1" lang="zh-CN" altLang="en-US">
                <a:latin typeface="宋体" panose="02010600030101010101" pitchFamily="2" charset="-122"/>
              </a:rPr>
              <a:t>发生</a:t>
            </a:r>
            <a:r>
              <a:rPr kumimoji="1" lang="zh-CN" altLang="en-US">
                <a:solidFill>
                  <a:srgbClr val="66FFFF"/>
                </a:solidFill>
                <a:latin typeface="宋体" panose="02010600030101010101" pitchFamily="2" charset="-122"/>
              </a:rPr>
              <a:t>变化</a:t>
            </a:r>
          </a:p>
        </p:txBody>
      </p:sp>
      <p:graphicFrame>
        <p:nvGraphicFramePr>
          <p:cNvPr id="262157" name="Object 2">
            <a:extLst>
              <a:ext uri="{FF2B5EF4-FFF2-40B4-BE49-F238E27FC236}">
                <a16:creationId xmlns:a16="http://schemas.microsoft.com/office/drawing/2014/main" id="{4BE850A5-FBA9-C89F-40FF-D5D589E8AB38}"/>
              </a:ext>
            </a:extLst>
          </p:cNvPr>
          <p:cNvGraphicFramePr>
            <a:graphicFrameLocks/>
          </p:cNvGraphicFramePr>
          <p:nvPr/>
        </p:nvGraphicFramePr>
        <p:xfrm>
          <a:off x="1016000" y="3390900"/>
          <a:ext cx="2868613" cy="900113"/>
        </p:xfrm>
        <a:graphic>
          <a:graphicData uri="http://schemas.openxmlformats.org/presentationml/2006/ole">
            <mc:AlternateContent xmlns:mc="http://schemas.openxmlformats.org/markup-compatibility/2006">
              <mc:Choice xmlns:v="urn:schemas-microsoft-com:vml" Requires="v">
                <p:oleObj name="Equation" r:id="rId2" imgW="2834516" imgH="860866" progId="Equation.3">
                  <p:embed/>
                </p:oleObj>
              </mc:Choice>
              <mc:Fallback>
                <p:oleObj name="Equation" r:id="rId2" imgW="2834516" imgH="860866"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3390900"/>
                        <a:ext cx="2868613"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2158" name="Text Box 14">
            <a:extLst>
              <a:ext uri="{FF2B5EF4-FFF2-40B4-BE49-F238E27FC236}">
                <a16:creationId xmlns:a16="http://schemas.microsoft.com/office/drawing/2014/main" id="{D5905A99-32AF-B1B4-CE78-C6515D2B30BC}"/>
              </a:ext>
            </a:extLst>
          </p:cNvPr>
          <p:cNvSpPr txBox="1">
            <a:spLocks noChangeArrowheads="1"/>
          </p:cNvSpPr>
          <p:nvPr/>
        </p:nvSpPr>
        <p:spPr bwMode="auto">
          <a:xfrm>
            <a:off x="4270375" y="3597275"/>
            <a:ext cx="5026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磁场增强，运动半径减少 </a:t>
            </a:r>
          </a:p>
        </p:txBody>
      </p:sp>
      <p:sp>
        <p:nvSpPr>
          <p:cNvPr id="262159" name="Text Box 15">
            <a:extLst>
              <a:ext uri="{FF2B5EF4-FFF2-40B4-BE49-F238E27FC236}">
                <a16:creationId xmlns:a16="http://schemas.microsoft.com/office/drawing/2014/main" id="{A858E45E-CD5C-CF79-4D02-CA7A412D49D6}"/>
              </a:ext>
            </a:extLst>
          </p:cNvPr>
          <p:cNvSpPr txBox="1">
            <a:spLocks noChangeArrowheads="1"/>
          </p:cNvSpPr>
          <p:nvPr/>
        </p:nvSpPr>
        <p:spPr bwMode="auto">
          <a:xfrm>
            <a:off x="903288" y="4751388"/>
            <a:ext cx="83931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kumimoji="1" lang="zh-CN" altLang="en-US">
                <a:latin typeface="宋体" panose="02010600030101010101" pitchFamily="2" charset="-122"/>
              </a:rPr>
              <a:t>强磁场可约束带电粒子在一根磁场线附近的很小范围内</a:t>
            </a:r>
          </a:p>
          <a:p>
            <a:pPr eaLnBrk="1" hangingPunct="1">
              <a:lnSpc>
                <a:spcPct val="125000"/>
              </a:lnSpc>
            </a:pPr>
            <a:r>
              <a:rPr kumimoji="1" lang="zh-CN" altLang="en-US">
                <a:latin typeface="宋体" panose="02010600030101010101" pitchFamily="2" charset="-122"/>
              </a:rPr>
              <a:t>作螺旋运动</a:t>
            </a:r>
            <a:endParaRPr kumimoji="1" lang="zh-CN" altLang="en-US">
              <a:solidFill>
                <a:srgbClr val="66FFFF"/>
              </a:solidFill>
              <a:latin typeface="宋体" panose="02010600030101010101" pitchFamily="2" charset="-122"/>
            </a:endParaRPr>
          </a:p>
        </p:txBody>
      </p:sp>
      <p:sp>
        <p:nvSpPr>
          <p:cNvPr id="262160" name="Rectangle 16">
            <a:extLst>
              <a:ext uri="{FF2B5EF4-FFF2-40B4-BE49-F238E27FC236}">
                <a16:creationId xmlns:a16="http://schemas.microsoft.com/office/drawing/2014/main" id="{B33987EA-C234-8901-9B2C-6267EC621D86}"/>
              </a:ext>
            </a:extLst>
          </p:cNvPr>
          <p:cNvSpPr>
            <a:spLocks noChangeArrowheads="1"/>
          </p:cNvSpPr>
          <p:nvPr/>
        </p:nvSpPr>
        <p:spPr bwMode="auto">
          <a:xfrm>
            <a:off x="0" y="549275"/>
            <a:ext cx="6488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sz="2800">
                <a:solidFill>
                  <a:srgbClr val="FFFF00"/>
                </a:solidFill>
              </a:rPr>
              <a:t>三</a:t>
            </a:r>
            <a:r>
              <a:rPr kumimoji="1" lang="en-US" altLang="zh-CN" sz="2800">
                <a:solidFill>
                  <a:srgbClr val="FFFF00"/>
                </a:solidFill>
              </a:rPr>
              <a:t>. </a:t>
            </a:r>
            <a:r>
              <a:rPr kumimoji="1" lang="zh-CN" altLang="en-US" sz="2800">
                <a:solidFill>
                  <a:srgbClr val="FFFF00"/>
                </a:solidFill>
              </a:rPr>
              <a:t>带电粒子在</a:t>
            </a:r>
            <a:r>
              <a:rPr kumimoji="1" lang="zh-CN" altLang="en-US" sz="2800">
                <a:solidFill>
                  <a:srgbClr val="66FFFF"/>
                </a:solidFill>
              </a:rPr>
              <a:t>非</a:t>
            </a:r>
            <a:r>
              <a:rPr kumimoji="1" lang="zh-CN" altLang="en-US" sz="2800">
                <a:solidFill>
                  <a:srgbClr val="FFFF00"/>
                </a:solidFill>
              </a:rPr>
              <a:t>均匀磁场中的运动</a:t>
            </a:r>
          </a:p>
        </p:txBody>
      </p:sp>
      <p:sp>
        <p:nvSpPr>
          <p:cNvPr id="262161" name="Rectangle 17">
            <a:extLst>
              <a:ext uri="{FF2B5EF4-FFF2-40B4-BE49-F238E27FC236}">
                <a16:creationId xmlns:a16="http://schemas.microsoft.com/office/drawing/2014/main" id="{B72DF0F9-2C61-B47D-6FFD-C3C7A345B834}"/>
              </a:ext>
            </a:extLst>
          </p:cNvPr>
          <p:cNvSpPr>
            <a:spLocks noChangeArrowheads="1"/>
          </p:cNvSpPr>
          <p:nvPr/>
        </p:nvSpPr>
        <p:spPr bwMode="auto">
          <a:xfrm>
            <a:off x="2643188" y="5286375"/>
            <a:ext cx="239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rgbClr val="66FFFF"/>
                </a:solidFill>
              </a:rPr>
              <a:t>—— </a:t>
            </a:r>
            <a:r>
              <a:rPr kumimoji="1" lang="zh-CN" altLang="en-US">
                <a:solidFill>
                  <a:srgbClr val="66FFFF"/>
                </a:solidFill>
              </a:rPr>
              <a:t>横向磁约束</a:t>
            </a:r>
          </a:p>
        </p:txBody>
      </p:sp>
      <p:sp>
        <p:nvSpPr>
          <p:cNvPr id="262162" name="Text Box 18">
            <a:extLst>
              <a:ext uri="{FF2B5EF4-FFF2-40B4-BE49-F238E27FC236}">
                <a16:creationId xmlns:a16="http://schemas.microsoft.com/office/drawing/2014/main" id="{6505B42C-1B52-9000-2765-77813C861436}"/>
              </a:ext>
            </a:extLst>
          </p:cNvPr>
          <p:cNvSpPr txBox="1">
            <a:spLocks noChangeArrowheads="1"/>
          </p:cNvSpPr>
          <p:nvPr/>
        </p:nvSpPr>
        <p:spPr bwMode="auto">
          <a:xfrm>
            <a:off x="942975" y="4362450"/>
            <a:ext cx="6408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能约束带电粒子运动的磁场的作用效应</a:t>
            </a:r>
          </a:p>
        </p:txBody>
      </p:sp>
      <p:sp>
        <p:nvSpPr>
          <p:cNvPr id="262163" name="Rectangle 19">
            <a:extLst>
              <a:ext uri="{FF2B5EF4-FFF2-40B4-BE49-F238E27FC236}">
                <a16:creationId xmlns:a16="http://schemas.microsoft.com/office/drawing/2014/main" id="{7DE0847C-F4B8-6791-3516-9F62789FCBB8}"/>
              </a:ext>
            </a:extLst>
          </p:cNvPr>
          <p:cNvSpPr>
            <a:spLocks noChangeArrowheads="1"/>
          </p:cNvSpPr>
          <p:nvPr/>
        </p:nvSpPr>
        <p:spPr bwMode="auto">
          <a:xfrm>
            <a:off x="6589713" y="4383088"/>
            <a:ext cx="2309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66FFFF"/>
                </a:solidFill>
              </a:rPr>
              <a:t>── </a:t>
            </a:r>
            <a:r>
              <a:rPr kumimoji="1" lang="zh-CN" altLang="en-US">
                <a:solidFill>
                  <a:srgbClr val="66FFFF"/>
                </a:solidFill>
              </a:rPr>
              <a:t>磁约束</a:t>
            </a:r>
          </a:p>
        </p:txBody>
      </p:sp>
      <p:graphicFrame>
        <p:nvGraphicFramePr>
          <p:cNvPr id="262164" name="Object 3">
            <a:extLst>
              <a:ext uri="{FF2B5EF4-FFF2-40B4-BE49-F238E27FC236}">
                <a16:creationId xmlns:a16="http://schemas.microsoft.com/office/drawing/2014/main" id="{934866CD-F2D0-7BDB-D58D-8D9139E56C78}"/>
              </a:ext>
            </a:extLst>
          </p:cNvPr>
          <p:cNvGraphicFramePr>
            <a:graphicFrameLocks/>
          </p:cNvGraphicFramePr>
          <p:nvPr/>
        </p:nvGraphicFramePr>
        <p:xfrm>
          <a:off x="4903788" y="2157413"/>
          <a:ext cx="2209800" cy="900112"/>
        </p:xfrm>
        <a:graphic>
          <a:graphicData uri="http://schemas.openxmlformats.org/presentationml/2006/ole">
            <mc:AlternateContent xmlns:mc="http://schemas.openxmlformats.org/markup-compatibility/2006">
              <mc:Choice xmlns:v="urn:schemas-microsoft-com:vml" Requires="v">
                <p:oleObj name="公式" r:id="rId4" imgW="2171669" imgH="860866" progId="Equation.3">
                  <p:embed/>
                </p:oleObj>
              </mc:Choice>
              <mc:Fallback>
                <p:oleObj name="公式" r:id="rId4" imgW="2171669" imgH="860866"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3788" y="2157413"/>
                        <a:ext cx="2209800"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65" name="Object 4">
            <a:extLst>
              <a:ext uri="{FF2B5EF4-FFF2-40B4-BE49-F238E27FC236}">
                <a16:creationId xmlns:a16="http://schemas.microsoft.com/office/drawing/2014/main" id="{CFF95E3D-845A-EA04-8AFA-FC33B27CFCDB}"/>
              </a:ext>
            </a:extLst>
          </p:cNvPr>
          <p:cNvGraphicFramePr>
            <a:graphicFrameLocks/>
          </p:cNvGraphicFramePr>
          <p:nvPr/>
        </p:nvGraphicFramePr>
        <p:xfrm>
          <a:off x="1231900" y="2120900"/>
          <a:ext cx="2868613" cy="900113"/>
        </p:xfrm>
        <a:graphic>
          <a:graphicData uri="http://schemas.openxmlformats.org/presentationml/2006/ole">
            <mc:AlternateContent xmlns:mc="http://schemas.openxmlformats.org/markup-compatibility/2006">
              <mc:Choice xmlns:v="urn:schemas-microsoft-com:vml" Requires="v">
                <p:oleObj name="Equation" r:id="rId6" imgW="2834516" imgH="860866" progId="Equation.3">
                  <p:embed/>
                </p:oleObj>
              </mc:Choice>
              <mc:Fallback>
                <p:oleObj name="Equation" r:id="rId6" imgW="2834516" imgH="860866"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1900" y="2120900"/>
                        <a:ext cx="2868613"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2160"/>
                                        </p:tgtEl>
                                        <p:attrNameLst>
                                          <p:attrName>style.visibility</p:attrName>
                                        </p:attrNameLst>
                                      </p:cBhvr>
                                      <p:to>
                                        <p:strVal val="visible"/>
                                      </p:to>
                                    </p:set>
                                    <p:animEffect transition="in" filter="wipe(left)">
                                      <p:cBhvr>
                                        <p:cTn id="7" dur="2000"/>
                                        <p:tgtEl>
                                          <p:spTgt spid="2621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iterate type="wd">
                                    <p:tmPct val="43000"/>
                                  </p:iterate>
                                  <p:childTnLst>
                                    <p:set>
                                      <p:cBhvr>
                                        <p:cTn id="11" dur="1" fill="hold">
                                          <p:stCondLst>
                                            <p:cond delay="0"/>
                                          </p:stCondLst>
                                        </p:cTn>
                                        <p:tgtEl>
                                          <p:spTgt spid="262156"/>
                                        </p:tgtEl>
                                        <p:attrNameLst>
                                          <p:attrName>style.visibility</p:attrName>
                                        </p:attrNameLst>
                                      </p:cBhvr>
                                      <p:to>
                                        <p:strVal val="visible"/>
                                      </p:to>
                                    </p:set>
                                    <p:animEffect transition="in" filter="wipe(left)">
                                      <p:cBhvr>
                                        <p:cTn id="12" dur="500"/>
                                        <p:tgtEl>
                                          <p:spTgt spid="2621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2165"/>
                                        </p:tgtEl>
                                        <p:attrNameLst>
                                          <p:attrName>style.visibility</p:attrName>
                                        </p:attrNameLst>
                                      </p:cBhvr>
                                      <p:to>
                                        <p:strVal val="visible"/>
                                      </p:to>
                                    </p:set>
                                    <p:animEffect transition="in" filter="wipe(left)">
                                      <p:cBhvr>
                                        <p:cTn id="17" dur="2000"/>
                                        <p:tgtEl>
                                          <p:spTgt spid="2621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2164"/>
                                        </p:tgtEl>
                                        <p:attrNameLst>
                                          <p:attrName>style.visibility</p:attrName>
                                        </p:attrNameLst>
                                      </p:cBhvr>
                                      <p:to>
                                        <p:strVal val="visible"/>
                                      </p:to>
                                    </p:set>
                                    <p:animEffect transition="in" filter="wipe(left)">
                                      <p:cBhvr>
                                        <p:cTn id="22" dur="2000"/>
                                        <p:tgtEl>
                                          <p:spTgt spid="2621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2155"/>
                                        </p:tgtEl>
                                        <p:attrNameLst>
                                          <p:attrName>style.visibility</p:attrName>
                                        </p:attrNameLst>
                                      </p:cBhvr>
                                      <p:to>
                                        <p:strVal val="visible"/>
                                      </p:to>
                                    </p:set>
                                    <p:animEffect transition="in" filter="wipe(left)">
                                      <p:cBhvr>
                                        <p:cTn id="27" dur="2000"/>
                                        <p:tgtEl>
                                          <p:spTgt spid="2621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2157"/>
                                        </p:tgtEl>
                                        <p:attrNameLst>
                                          <p:attrName>style.visibility</p:attrName>
                                        </p:attrNameLst>
                                      </p:cBhvr>
                                      <p:to>
                                        <p:strVal val="visible"/>
                                      </p:to>
                                    </p:set>
                                    <p:animEffect transition="in" filter="wipe(left)">
                                      <p:cBhvr>
                                        <p:cTn id="32" dur="2000"/>
                                        <p:tgtEl>
                                          <p:spTgt spid="26215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2158"/>
                                        </p:tgtEl>
                                        <p:attrNameLst>
                                          <p:attrName>style.visibility</p:attrName>
                                        </p:attrNameLst>
                                      </p:cBhvr>
                                      <p:to>
                                        <p:strVal val="visible"/>
                                      </p:to>
                                    </p:set>
                                    <p:animEffect transition="in" filter="wipe(left)">
                                      <p:cBhvr>
                                        <p:cTn id="37" dur="2000"/>
                                        <p:tgtEl>
                                          <p:spTgt spid="2621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2162"/>
                                        </p:tgtEl>
                                        <p:attrNameLst>
                                          <p:attrName>style.visibility</p:attrName>
                                        </p:attrNameLst>
                                      </p:cBhvr>
                                      <p:to>
                                        <p:strVal val="visible"/>
                                      </p:to>
                                    </p:set>
                                    <p:animEffect transition="in" filter="wipe(left)">
                                      <p:cBhvr>
                                        <p:cTn id="42" dur="2000"/>
                                        <p:tgtEl>
                                          <p:spTgt spid="2621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2163"/>
                                        </p:tgtEl>
                                        <p:attrNameLst>
                                          <p:attrName>style.visibility</p:attrName>
                                        </p:attrNameLst>
                                      </p:cBhvr>
                                      <p:to>
                                        <p:strVal val="visible"/>
                                      </p:to>
                                    </p:set>
                                    <p:animEffect transition="in" filter="wipe(left)">
                                      <p:cBhvr>
                                        <p:cTn id="47" dur="500"/>
                                        <p:tgtEl>
                                          <p:spTgt spid="26216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iterate type="wd">
                                    <p:tmPct val="39000"/>
                                  </p:iterate>
                                  <p:childTnLst>
                                    <p:set>
                                      <p:cBhvr>
                                        <p:cTn id="51" dur="1" fill="hold">
                                          <p:stCondLst>
                                            <p:cond delay="0"/>
                                          </p:stCondLst>
                                        </p:cTn>
                                        <p:tgtEl>
                                          <p:spTgt spid="262159"/>
                                        </p:tgtEl>
                                        <p:attrNameLst>
                                          <p:attrName>style.visibility</p:attrName>
                                        </p:attrNameLst>
                                      </p:cBhvr>
                                      <p:to>
                                        <p:strVal val="visible"/>
                                      </p:to>
                                    </p:set>
                                    <p:animEffect transition="in" filter="wipe(left)">
                                      <p:cBhvr>
                                        <p:cTn id="52" dur="500"/>
                                        <p:tgtEl>
                                          <p:spTgt spid="26215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2161"/>
                                        </p:tgtEl>
                                        <p:attrNameLst>
                                          <p:attrName>style.visibility</p:attrName>
                                        </p:attrNameLst>
                                      </p:cBhvr>
                                      <p:to>
                                        <p:strVal val="visible"/>
                                      </p:to>
                                    </p:set>
                                    <p:animEffect transition="in" filter="wipe(left)">
                                      <p:cBhvr>
                                        <p:cTn id="57" dur="500"/>
                                        <p:tgtEl>
                                          <p:spTgt spid="262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55" grpId="0" autoUpdateAnimBg="0"/>
      <p:bldP spid="262156" grpId="0" autoUpdateAnimBg="0"/>
      <p:bldP spid="262158" grpId="0" autoUpdateAnimBg="0"/>
      <p:bldP spid="262159" grpId="0" autoUpdateAnimBg="0"/>
      <p:bldP spid="262160" grpId="0"/>
      <p:bldP spid="262161" grpId="0"/>
      <p:bldP spid="262162" grpId="0"/>
      <p:bldP spid="26216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8B8BA36-F2A5-5864-F074-BDD3F6A0D49B}"/>
              </a:ext>
            </a:extLst>
          </p:cNvPr>
          <p:cNvGrpSpPr>
            <a:grpSpLocks/>
          </p:cNvGrpSpPr>
          <p:nvPr/>
        </p:nvGrpSpPr>
        <p:grpSpPr bwMode="auto">
          <a:xfrm>
            <a:off x="5799138" y="763588"/>
            <a:ext cx="1936750" cy="1944687"/>
            <a:chOff x="1837" y="1253"/>
            <a:chExt cx="1220" cy="1225"/>
          </a:xfrm>
        </p:grpSpPr>
        <p:pic>
          <p:nvPicPr>
            <p:cNvPr id="17546" name="Picture 3">
              <a:extLst>
                <a:ext uri="{FF2B5EF4-FFF2-40B4-BE49-F238E27FC236}">
                  <a16:creationId xmlns:a16="http://schemas.microsoft.com/office/drawing/2014/main" id="{7DA91913-8631-9640-4346-1817FA5C3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9820" b="589"/>
            <a:stretch>
              <a:fillRect/>
            </a:stretch>
          </p:blipFill>
          <p:spPr bwMode="auto">
            <a:xfrm>
              <a:off x="1837" y="1298"/>
              <a:ext cx="363" cy="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47" name="Picture 4">
              <a:extLst>
                <a:ext uri="{FF2B5EF4-FFF2-40B4-BE49-F238E27FC236}">
                  <a16:creationId xmlns:a16="http://schemas.microsoft.com/office/drawing/2014/main" id="{F3C418D3-EF75-36EA-48FC-A95D534ED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216" r="52251" b="-3668"/>
            <a:stretch>
              <a:fillRect/>
            </a:stretch>
          </p:blipFill>
          <p:spPr bwMode="auto">
            <a:xfrm>
              <a:off x="2200" y="1434"/>
              <a:ext cx="181" cy="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48" name="Freeform 5">
              <a:extLst>
                <a:ext uri="{FF2B5EF4-FFF2-40B4-BE49-F238E27FC236}">
                  <a16:creationId xmlns:a16="http://schemas.microsoft.com/office/drawing/2014/main" id="{C9F6CD47-F632-92D4-0E20-D915190C2EBC}"/>
                </a:ext>
              </a:extLst>
            </p:cNvPr>
            <p:cNvSpPr>
              <a:spLocks/>
            </p:cNvSpPr>
            <p:nvPr/>
          </p:nvSpPr>
          <p:spPr bwMode="auto">
            <a:xfrm>
              <a:off x="2381" y="1525"/>
              <a:ext cx="91" cy="45"/>
            </a:xfrm>
            <a:custGeom>
              <a:avLst/>
              <a:gdLst>
                <a:gd name="T0" fmla="*/ 0 w 45"/>
                <a:gd name="T1" fmla="*/ 0 h 90"/>
                <a:gd name="T2" fmla="*/ 3517609 w 45"/>
                <a:gd name="T3" fmla="*/ 1 h 90"/>
                <a:gd name="T4" fmla="*/ 0 60000 65536"/>
                <a:gd name="T5" fmla="*/ 0 60000 65536"/>
                <a:gd name="T6" fmla="*/ 0 w 45"/>
                <a:gd name="T7" fmla="*/ 0 h 90"/>
                <a:gd name="T8" fmla="*/ 45 w 45"/>
                <a:gd name="T9" fmla="*/ 90 h 90"/>
              </a:gdLst>
              <a:ahLst/>
              <a:cxnLst>
                <a:cxn ang="T4">
                  <a:pos x="T0" y="T1"/>
                </a:cxn>
                <a:cxn ang="T5">
                  <a:pos x="T2" y="T3"/>
                </a:cxn>
              </a:cxnLst>
              <a:rect l="T6" t="T7" r="T8" b="T9"/>
              <a:pathLst>
                <a:path w="45" h="90">
                  <a:moveTo>
                    <a:pt x="0" y="0"/>
                  </a:moveTo>
                  <a:cubicBezTo>
                    <a:pt x="19" y="37"/>
                    <a:pt x="38" y="75"/>
                    <a:pt x="45" y="90"/>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7549" name="Picture 6">
              <a:extLst>
                <a:ext uri="{FF2B5EF4-FFF2-40B4-BE49-F238E27FC236}">
                  <a16:creationId xmlns:a16="http://schemas.microsoft.com/office/drawing/2014/main" id="{03C50F93-86F1-5DC6-C667-92F7B097F4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216" r="48628" b="-3668"/>
            <a:stretch>
              <a:fillRect/>
            </a:stretch>
          </p:blipFill>
          <p:spPr bwMode="auto">
            <a:xfrm>
              <a:off x="2426" y="1540"/>
              <a:ext cx="182"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50" name="Arc 7">
              <a:extLst>
                <a:ext uri="{FF2B5EF4-FFF2-40B4-BE49-F238E27FC236}">
                  <a16:creationId xmlns:a16="http://schemas.microsoft.com/office/drawing/2014/main" id="{D95E5F25-9AB2-5D41-B8C0-350156BA4621}"/>
                </a:ext>
              </a:extLst>
            </p:cNvPr>
            <p:cNvSpPr>
              <a:spLocks/>
            </p:cNvSpPr>
            <p:nvPr/>
          </p:nvSpPr>
          <p:spPr bwMode="auto">
            <a:xfrm rot="5400000">
              <a:off x="2234" y="1536"/>
              <a:ext cx="431" cy="499"/>
            </a:xfrm>
            <a:custGeom>
              <a:avLst/>
              <a:gdLst>
                <a:gd name="T0" fmla="*/ 0 w 15897"/>
                <a:gd name="T1" fmla="*/ 0 h 18691"/>
                <a:gd name="T2" fmla="*/ 0 w 15897"/>
                <a:gd name="T3" fmla="*/ 0 h 18691"/>
                <a:gd name="T4" fmla="*/ 0 w 15897"/>
                <a:gd name="T5" fmla="*/ 0 h 18691"/>
                <a:gd name="T6" fmla="*/ 0 60000 65536"/>
                <a:gd name="T7" fmla="*/ 0 60000 65536"/>
                <a:gd name="T8" fmla="*/ 0 60000 65536"/>
                <a:gd name="T9" fmla="*/ 0 w 15897"/>
                <a:gd name="T10" fmla="*/ 0 h 18691"/>
                <a:gd name="T11" fmla="*/ 15897 w 15897"/>
                <a:gd name="T12" fmla="*/ 18691 h 18691"/>
              </a:gdLst>
              <a:ahLst/>
              <a:cxnLst>
                <a:cxn ang="T6">
                  <a:pos x="T0" y="T1"/>
                </a:cxn>
                <a:cxn ang="T7">
                  <a:pos x="T2" y="T3"/>
                </a:cxn>
                <a:cxn ang="T8">
                  <a:pos x="T4" y="T5"/>
                </a:cxn>
              </a:cxnLst>
              <a:rect l="T9" t="T10" r="T11" b="T12"/>
              <a:pathLst>
                <a:path w="15897" h="18691" fill="none" extrusionOk="0">
                  <a:moveTo>
                    <a:pt x="0" y="4067"/>
                  </a:moveTo>
                  <a:cubicBezTo>
                    <a:pt x="1475" y="2463"/>
                    <a:pt x="3185" y="1092"/>
                    <a:pt x="5070" y="-1"/>
                  </a:cubicBezTo>
                </a:path>
                <a:path w="15897" h="18691" stroke="0" extrusionOk="0">
                  <a:moveTo>
                    <a:pt x="0" y="4067"/>
                  </a:moveTo>
                  <a:cubicBezTo>
                    <a:pt x="1475" y="2463"/>
                    <a:pt x="3185" y="1092"/>
                    <a:pt x="5070" y="-1"/>
                  </a:cubicBezTo>
                  <a:lnTo>
                    <a:pt x="15897" y="18691"/>
                  </a:lnTo>
                  <a:lnTo>
                    <a:pt x="0" y="4067"/>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17551" name="Picture 8">
              <a:extLst>
                <a:ext uri="{FF2B5EF4-FFF2-40B4-BE49-F238E27FC236}">
                  <a16:creationId xmlns:a16="http://schemas.microsoft.com/office/drawing/2014/main" id="{F62D4244-36CA-FD54-196F-425B8E911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216" r="52559" b="-5396"/>
            <a:stretch>
              <a:fillRect/>
            </a:stretch>
          </p:blipFill>
          <p:spPr bwMode="auto">
            <a:xfrm>
              <a:off x="2835" y="1661"/>
              <a:ext cx="97"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52" name="Freeform 9">
              <a:extLst>
                <a:ext uri="{FF2B5EF4-FFF2-40B4-BE49-F238E27FC236}">
                  <a16:creationId xmlns:a16="http://schemas.microsoft.com/office/drawing/2014/main" id="{78E88B18-1ACC-B91D-B877-056F07B84935}"/>
                </a:ext>
              </a:extLst>
            </p:cNvPr>
            <p:cNvSpPr>
              <a:spLocks/>
            </p:cNvSpPr>
            <p:nvPr/>
          </p:nvSpPr>
          <p:spPr bwMode="auto">
            <a:xfrm>
              <a:off x="2154" y="1389"/>
              <a:ext cx="91" cy="91"/>
            </a:xfrm>
            <a:custGeom>
              <a:avLst/>
              <a:gdLst>
                <a:gd name="T0" fmla="*/ 0 w 45"/>
                <a:gd name="T1" fmla="*/ 0 h 90"/>
                <a:gd name="T2" fmla="*/ 3517609 w 45"/>
                <a:gd name="T3" fmla="*/ 106 h 90"/>
                <a:gd name="T4" fmla="*/ 0 60000 65536"/>
                <a:gd name="T5" fmla="*/ 0 60000 65536"/>
                <a:gd name="T6" fmla="*/ 0 w 45"/>
                <a:gd name="T7" fmla="*/ 0 h 90"/>
                <a:gd name="T8" fmla="*/ 45 w 45"/>
                <a:gd name="T9" fmla="*/ 90 h 90"/>
              </a:gdLst>
              <a:ahLst/>
              <a:cxnLst>
                <a:cxn ang="T4">
                  <a:pos x="T0" y="T1"/>
                </a:cxn>
                <a:cxn ang="T5">
                  <a:pos x="T2" y="T3"/>
                </a:cxn>
              </a:cxnLst>
              <a:rect l="T6" t="T7" r="T8" b="T9"/>
              <a:pathLst>
                <a:path w="45" h="90">
                  <a:moveTo>
                    <a:pt x="0" y="0"/>
                  </a:moveTo>
                  <a:cubicBezTo>
                    <a:pt x="19" y="37"/>
                    <a:pt x="38" y="75"/>
                    <a:pt x="45" y="90"/>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7553" name="Picture 10">
              <a:extLst>
                <a:ext uri="{FF2B5EF4-FFF2-40B4-BE49-F238E27FC236}">
                  <a16:creationId xmlns:a16="http://schemas.microsoft.com/office/drawing/2014/main" id="{2903788D-8D81-9AD0-29E1-7EAB14C0B3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216" r="47626" b="-3668"/>
            <a:stretch>
              <a:fillRect/>
            </a:stretch>
          </p:blipFill>
          <p:spPr bwMode="auto">
            <a:xfrm>
              <a:off x="2635" y="1652"/>
              <a:ext cx="154"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54" name="Freeform 11">
              <a:extLst>
                <a:ext uri="{FF2B5EF4-FFF2-40B4-BE49-F238E27FC236}">
                  <a16:creationId xmlns:a16="http://schemas.microsoft.com/office/drawing/2014/main" id="{510781A9-70E4-738E-137B-C6E6113CA84E}"/>
                </a:ext>
              </a:extLst>
            </p:cNvPr>
            <p:cNvSpPr>
              <a:spLocks/>
            </p:cNvSpPr>
            <p:nvPr/>
          </p:nvSpPr>
          <p:spPr bwMode="auto">
            <a:xfrm>
              <a:off x="2744" y="1752"/>
              <a:ext cx="91" cy="90"/>
            </a:xfrm>
            <a:custGeom>
              <a:avLst/>
              <a:gdLst>
                <a:gd name="T0" fmla="*/ 0 w 45"/>
                <a:gd name="T1" fmla="*/ 0 h 90"/>
                <a:gd name="T2" fmla="*/ 3517609 w 45"/>
                <a:gd name="T3" fmla="*/ 90 h 90"/>
                <a:gd name="T4" fmla="*/ 0 60000 65536"/>
                <a:gd name="T5" fmla="*/ 0 60000 65536"/>
                <a:gd name="T6" fmla="*/ 0 w 45"/>
                <a:gd name="T7" fmla="*/ 0 h 90"/>
                <a:gd name="T8" fmla="*/ 45 w 45"/>
                <a:gd name="T9" fmla="*/ 90 h 90"/>
              </a:gdLst>
              <a:ahLst/>
              <a:cxnLst>
                <a:cxn ang="T4">
                  <a:pos x="T0" y="T1"/>
                </a:cxn>
                <a:cxn ang="T5">
                  <a:pos x="T2" y="T3"/>
                </a:cxn>
              </a:cxnLst>
              <a:rect l="T6" t="T7" r="T8" b="T9"/>
              <a:pathLst>
                <a:path w="45" h="90">
                  <a:moveTo>
                    <a:pt x="0" y="0"/>
                  </a:moveTo>
                  <a:cubicBezTo>
                    <a:pt x="19" y="37"/>
                    <a:pt x="38" y="75"/>
                    <a:pt x="45" y="90"/>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7555" name="Picture 12">
              <a:extLst>
                <a:ext uri="{FF2B5EF4-FFF2-40B4-BE49-F238E27FC236}">
                  <a16:creationId xmlns:a16="http://schemas.microsoft.com/office/drawing/2014/main" id="{DD0E35B1-9BA7-4B48-4189-25F7380EED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216" r="52559" b="-5396"/>
            <a:stretch>
              <a:fillRect/>
            </a:stretch>
          </p:blipFill>
          <p:spPr bwMode="auto">
            <a:xfrm>
              <a:off x="2971" y="1689"/>
              <a:ext cx="86"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56" name="Rectangle 13">
              <a:extLst>
                <a:ext uri="{FF2B5EF4-FFF2-40B4-BE49-F238E27FC236}">
                  <a16:creationId xmlns:a16="http://schemas.microsoft.com/office/drawing/2014/main" id="{4FF6D09B-17BC-CCC8-9CE8-315407257086}"/>
                </a:ext>
              </a:extLst>
            </p:cNvPr>
            <p:cNvSpPr>
              <a:spLocks noChangeArrowheads="1"/>
            </p:cNvSpPr>
            <p:nvPr/>
          </p:nvSpPr>
          <p:spPr bwMode="auto">
            <a:xfrm>
              <a:off x="2154" y="1253"/>
              <a:ext cx="91" cy="136"/>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pSp>
      <p:sp>
        <p:nvSpPr>
          <p:cNvPr id="261134" name="Text Box 14">
            <a:extLst>
              <a:ext uri="{FF2B5EF4-FFF2-40B4-BE49-F238E27FC236}">
                <a16:creationId xmlns:a16="http://schemas.microsoft.com/office/drawing/2014/main" id="{097CAA63-8BD7-268C-7A9B-5C21E0FD6878}"/>
              </a:ext>
            </a:extLst>
          </p:cNvPr>
          <p:cNvSpPr txBox="1">
            <a:spLocks noChangeArrowheads="1"/>
          </p:cNvSpPr>
          <p:nvPr/>
        </p:nvSpPr>
        <p:spPr bwMode="auto">
          <a:xfrm>
            <a:off x="619125" y="1773238"/>
            <a:ext cx="45243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kumimoji="1" lang="en-US" altLang="zh-CN">
                <a:latin typeface="宋体" panose="02010600030101010101" pitchFamily="2" charset="-122"/>
              </a:rPr>
              <a:t>   </a:t>
            </a:r>
            <a:r>
              <a:rPr kumimoji="1" lang="zh-CN" altLang="en-US">
                <a:latin typeface="宋体" panose="02010600030101010101" pitchFamily="2" charset="-122"/>
              </a:rPr>
              <a:t>减少粒子的纵向前进速</a:t>
            </a:r>
          </a:p>
          <a:p>
            <a:pPr eaLnBrk="1" hangingPunct="1">
              <a:lnSpc>
                <a:spcPct val="125000"/>
              </a:lnSpc>
            </a:pPr>
            <a:r>
              <a:rPr kumimoji="1" lang="zh-CN" altLang="en-US">
                <a:latin typeface="宋体" panose="02010600030101010101" pitchFamily="2" charset="-122"/>
              </a:rPr>
              <a:t>度，使粒子运动发生</a:t>
            </a:r>
            <a:r>
              <a:rPr kumimoji="1" lang="zh-CN" altLang="en-US"/>
              <a:t>“</a:t>
            </a:r>
            <a:r>
              <a:rPr kumimoji="1" lang="zh-CN" altLang="en-US">
                <a:latin typeface="宋体" panose="02010600030101010101" pitchFamily="2" charset="-122"/>
              </a:rPr>
              <a:t>反射</a:t>
            </a:r>
            <a:r>
              <a:rPr kumimoji="1" lang="zh-CN" altLang="en-US"/>
              <a:t>”</a:t>
            </a:r>
            <a:r>
              <a:rPr kumimoji="1" lang="zh-CN" altLang="en-US">
                <a:latin typeface="宋体" panose="02010600030101010101" pitchFamily="2" charset="-122"/>
              </a:rPr>
              <a:t> </a:t>
            </a:r>
          </a:p>
        </p:txBody>
      </p:sp>
      <p:graphicFrame>
        <p:nvGraphicFramePr>
          <p:cNvPr id="261135" name="Object 2">
            <a:extLst>
              <a:ext uri="{FF2B5EF4-FFF2-40B4-BE49-F238E27FC236}">
                <a16:creationId xmlns:a16="http://schemas.microsoft.com/office/drawing/2014/main" id="{37887DF9-5A71-7927-4776-4479FF0DA097}"/>
              </a:ext>
            </a:extLst>
          </p:cNvPr>
          <p:cNvGraphicFramePr>
            <a:graphicFrameLocks/>
          </p:cNvGraphicFramePr>
          <p:nvPr/>
        </p:nvGraphicFramePr>
        <p:xfrm>
          <a:off x="8310563" y="1628775"/>
          <a:ext cx="280987" cy="341313"/>
        </p:xfrm>
        <a:graphic>
          <a:graphicData uri="http://schemas.openxmlformats.org/presentationml/2006/ole">
            <mc:AlternateContent xmlns:mc="http://schemas.openxmlformats.org/markup-compatibility/2006">
              <mc:Choice xmlns:v="urn:schemas-microsoft-com:vml" Requires="v">
                <p:oleObj name="Equation" r:id="rId3" imgW="243840" imgH="304745" progId="Equation.3">
                  <p:embed/>
                </p:oleObj>
              </mc:Choice>
              <mc:Fallback>
                <p:oleObj name="Equation" r:id="rId3" imgW="243840" imgH="304745" progId="Equation.3">
                  <p:embed/>
                  <p:pic>
                    <p:nvPicPr>
                      <p:cNvPr id="0"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0563" y="1628775"/>
                        <a:ext cx="280987"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6" name="Object 3">
            <a:extLst>
              <a:ext uri="{FF2B5EF4-FFF2-40B4-BE49-F238E27FC236}">
                <a16:creationId xmlns:a16="http://schemas.microsoft.com/office/drawing/2014/main" id="{8035A6DC-9A8C-8F34-2179-DC297138790B}"/>
              </a:ext>
            </a:extLst>
          </p:cNvPr>
          <p:cNvGraphicFramePr>
            <a:graphicFrameLocks/>
          </p:cNvGraphicFramePr>
          <p:nvPr/>
        </p:nvGraphicFramePr>
        <p:xfrm>
          <a:off x="5184775" y="1344613"/>
          <a:ext cx="280988" cy="442912"/>
        </p:xfrm>
        <a:graphic>
          <a:graphicData uri="http://schemas.openxmlformats.org/presentationml/2006/ole">
            <mc:AlternateContent xmlns:mc="http://schemas.openxmlformats.org/markup-compatibility/2006">
              <mc:Choice xmlns:v="urn:schemas-microsoft-com:vml" Requires="v">
                <p:oleObj name="Equation" r:id="rId5" imgW="243840" imgH="403999" progId="Equation.3">
                  <p:embed/>
                </p:oleObj>
              </mc:Choice>
              <mc:Fallback>
                <p:oleObj name="Equation" r:id="rId5" imgW="243840" imgH="403999" progId="Equation.3">
                  <p:embed/>
                  <p:pic>
                    <p:nvPicPr>
                      <p:cNvPr id="0" name="Object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4775" y="1344613"/>
                        <a:ext cx="280988"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37" name="Line 17">
            <a:extLst>
              <a:ext uri="{FF2B5EF4-FFF2-40B4-BE49-F238E27FC236}">
                <a16:creationId xmlns:a16="http://schemas.microsoft.com/office/drawing/2014/main" id="{C6597FF2-64A8-57FF-18C6-E93BDE3B31C4}"/>
              </a:ext>
            </a:extLst>
          </p:cNvPr>
          <p:cNvSpPr>
            <a:spLocks noChangeShapeType="1"/>
          </p:cNvSpPr>
          <p:nvPr/>
        </p:nvSpPr>
        <p:spPr bwMode="auto">
          <a:xfrm>
            <a:off x="6005513" y="846138"/>
            <a:ext cx="0" cy="685800"/>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1138" name="Line 18">
            <a:extLst>
              <a:ext uri="{FF2B5EF4-FFF2-40B4-BE49-F238E27FC236}">
                <a16:creationId xmlns:a16="http://schemas.microsoft.com/office/drawing/2014/main" id="{7FE656A4-33A9-AF50-275D-07F3D8CD0504}"/>
              </a:ext>
            </a:extLst>
          </p:cNvPr>
          <p:cNvSpPr>
            <a:spLocks noChangeShapeType="1"/>
          </p:cNvSpPr>
          <p:nvPr/>
        </p:nvSpPr>
        <p:spPr bwMode="auto">
          <a:xfrm flipH="1">
            <a:off x="5411788" y="846138"/>
            <a:ext cx="533400" cy="0"/>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1139" name="Object 4">
            <a:extLst>
              <a:ext uri="{FF2B5EF4-FFF2-40B4-BE49-F238E27FC236}">
                <a16:creationId xmlns:a16="http://schemas.microsoft.com/office/drawing/2014/main" id="{16946207-102C-0D26-42DF-1C0C36A23DFA}"/>
              </a:ext>
            </a:extLst>
          </p:cNvPr>
          <p:cNvGraphicFramePr>
            <a:graphicFrameLocks/>
          </p:cNvGraphicFramePr>
          <p:nvPr/>
        </p:nvGraphicFramePr>
        <p:xfrm>
          <a:off x="4956175" y="658813"/>
          <a:ext cx="355600" cy="457200"/>
        </p:xfrm>
        <a:graphic>
          <a:graphicData uri="http://schemas.openxmlformats.org/presentationml/2006/ole">
            <mc:AlternateContent xmlns:mc="http://schemas.openxmlformats.org/markup-compatibility/2006">
              <mc:Choice xmlns:v="urn:schemas-microsoft-com:vml" Requires="v">
                <p:oleObj name="Equation" r:id="rId7" imgW="319978" imgH="418961" progId="Equation.3">
                  <p:embed/>
                </p:oleObj>
              </mc:Choice>
              <mc:Fallback>
                <p:oleObj name="Equation" r:id="rId7" imgW="319978" imgH="418961" progId="Equation.3">
                  <p:embed/>
                  <p:pic>
                    <p:nvPicPr>
                      <p:cNvPr id="0" name="Object 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6175" y="658813"/>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40" name="Object 5">
            <a:extLst>
              <a:ext uri="{FF2B5EF4-FFF2-40B4-BE49-F238E27FC236}">
                <a16:creationId xmlns:a16="http://schemas.microsoft.com/office/drawing/2014/main" id="{70350C6B-E28A-D0D6-A653-4E7BFCDEE54A}"/>
              </a:ext>
            </a:extLst>
          </p:cNvPr>
          <p:cNvGraphicFramePr>
            <a:graphicFrameLocks/>
          </p:cNvGraphicFramePr>
          <p:nvPr/>
        </p:nvGraphicFramePr>
        <p:xfrm>
          <a:off x="5584825" y="1333500"/>
          <a:ext cx="366713" cy="442913"/>
        </p:xfrm>
        <a:graphic>
          <a:graphicData uri="http://schemas.openxmlformats.org/presentationml/2006/ole">
            <mc:AlternateContent xmlns:mc="http://schemas.openxmlformats.org/markup-compatibility/2006">
              <mc:Choice xmlns:v="urn:schemas-microsoft-com:vml" Requires="v">
                <p:oleObj name="Equation" r:id="rId9" imgW="327442" imgH="403999" progId="Equation.3">
                  <p:embed/>
                </p:oleObj>
              </mc:Choice>
              <mc:Fallback>
                <p:oleObj name="Equation" r:id="rId9" imgW="327442" imgH="403999" progId="Equation.3">
                  <p:embed/>
                  <p:pic>
                    <p:nvPicPr>
                      <p:cNvPr id="0" name="Object 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84825" y="1333500"/>
                        <a:ext cx="36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41" name="Line 21">
            <a:extLst>
              <a:ext uri="{FF2B5EF4-FFF2-40B4-BE49-F238E27FC236}">
                <a16:creationId xmlns:a16="http://schemas.microsoft.com/office/drawing/2014/main" id="{6D4F30C2-2ACB-5A78-0D35-46733EDCA029}"/>
              </a:ext>
            </a:extLst>
          </p:cNvPr>
          <p:cNvSpPr>
            <a:spLocks noChangeShapeType="1"/>
          </p:cNvSpPr>
          <p:nvPr/>
        </p:nvSpPr>
        <p:spPr bwMode="auto">
          <a:xfrm flipH="1">
            <a:off x="5487988" y="846138"/>
            <a:ext cx="457200" cy="685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9" name="Rectangle 22">
            <a:extLst>
              <a:ext uri="{FF2B5EF4-FFF2-40B4-BE49-F238E27FC236}">
                <a16:creationId xmlns:a16="http://schemas.microsoft.com/office/drawing/2014/main" id="{330F8BAD-4881-F8CA-6F69-CAA35986C41D}"/>
              </a:ext>
            </a:extLst>
          </p:cNvPr>
          <p:cNvSpPr>
            <a:spLocks noChangeArrowheads="1"/>
          </p:cNvSpPr>
          <p:nvPr/>
        </p:nvSpPr>
        <p:spPr bwMode="auto">
          <a:xfrm>
            <a:off x="611188" y="404813"/>
            <a:ext cx="2659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66FFFF"/>
                </a:solidFill>
                <a:latin typeface="宋体" panose="02010600030101010101" pitchFamily="2" charset="-122"/>
              </a:rPr>
              <a:t>纵向磁约束</a:t>
            </a:r>
          </a:p>
        </p:txBody>
      </p:sp>
      <p:graphicFrame>
        <p:nvGraphicFramePr>
          <p:cNvPr id="261143" name="Object 6">
            <a:extLst>
              <a:ext uri="{FF2B5EF4-FFF2-40B4-BE49-F238E27FC236}">
                <a16:creationId xmlns:a16="http://schemas.microsoft.com/office/drawing/2014/main" id="{CA8A5B3F-1571-193B-3DF8-4CD83D9343BC}"/>
              </a:ext>
            </a:extLst>
          </p:cNvPr>
          <p:cNvGraphicFramePr>
            <a:graphicFrameLocks/>
          </p:cNvGraphicFramePr>
          <p:nvPr/>
        </p:nvGraphicFramePr>
        <p:xfrm>
          <a:off x="1566863" y="976313"/>
          <a:ext cx="355600" cy="457200"/>
        </p:xfrm>
        <a:graphic>
          <a:graphicData uri="http://schemas.openxmlformats.org/presentationml/2006/ole">
            <mc:AlternateContent xmlns:mc="http://schemas.openxmlformats.org/markup-compatibility/2006">
              <mc:Choice xmlns:v="urn:schemas-microsoft-com:vml" Requires="v">
                <p:oleObj name="Equation" r:id="rId7" imgW="319978" imgH="418961" progId="Equation.3">
                  <p:embed/>
                </p:oleObj>
              </mc:Choice>
              <mc:Fallback>
                <p:oleObj name="Equation" r:id="rId7" imgW="319978" imgH="418961"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66863" y="976313"/>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44" name="Object 7">
            <a:extLst>
              <a:ext uri="{FF2B5EF4-FFF2-40B4-BE49-F238E27FC236}">
                <a16:creationId xmlns:a16="http://schemas.microsoft.com/office/drawing/2014/main" id="{193A6C55-15B6-889B-CDCB-172313805CB5}"/>
              </a:ext>
            </a:extLst>
          </p:cNvPr>
          <p:cNvGraphicFramePr>
            <a:graphicFrameLocks/>
          </p:cNvGraphicFramePr>
          <p:nvPr/>
        </p:nvGraphicFramePr>
        <p:xfrm>
          <a:off x="728663" y="976313"/>
          <a:ext cx="712787" cy="442912"/>
        </p:xfrm>
        <a:graphic>
          <a:graphicData uri="http://schemas.openxmlformats.org/presentationml/2006/ole">
            <mc:AlternateContent xmlns:mc="http://schemas.openxmlformats.org/markup-compatibility/2006">
              <mc:Choice xmlns:v="urn:schemas-microsoft-com:vml" Requires="v">
                <p:oleObj name="Equation" r:id="rId12" imgW="670809" imgH="403999" progId="Equation.3">
                  <p:embed/>
                </p:oleObj>
              </mc:Choice>
              <mc:Fallback>
                <p:oleObj name="Equation" r:id="rId12" imgW="670809" imgH="403999"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8663" y="976313"/>
                        <a:ext cx="712787"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45" name="Object 8">
            <a:extLst>
              <a:ext uri="{FF2B5EF4-FFF2-40B4-BE49-F238E27FC236}">
                <a16:creationId xmlns:a16="http://schemas.microsoft.com/office/drawing/2014/main" id="{70919DA0-F81E-EB84-0EBE-E1601CA4A13C}"/>
              </a:ext>
            </a:extLst>
          </p:cNvPr>
          <p:cNvGraphicFramePr>
            <a:graphicFrameLocks/>
          </p:cNvGraphicFramePr>
          <p:nvPr/>
        </p:nvGraphicFramePr>
        <p:xfrm>
          <a:off x="2328863" y="976313"/>
          <a:ext cx="366712" cy="442912"/>
        </p:xfrm>
        <a:graphic>
          <a:graphicData uri="http://schemas.openxmlformats.org/presentationml/2006/ole">
            <mc:AlternateContent xmlns:mc="http://schemas.openxmlformats.org/markup-compatibility/2006">
              <mc:Choice xmlns:v="urn:schemas-microsoft-com:vml" Requires="v">
                <p:oleObj name="Equation" r:id="rId9" imgW="327442" imgH="403999" progId="Equation.3">
                  <p:embed/>
                </p:oleObj>
              </mc:Choice>
              <mc:Fallback>
                <p:oleObj name="Equation" r:id="rId9" imgW="327442" imgH="403999" progId="Equation.3">
                  <p:embed/>
                  <p:pic>
                    <p:nvPicPr>
                      <p:cNvPr id="0" name="Object 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28863" y="976313"/>
                        <a:ext cx="3667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46" name="Object 9">
            <a:extLst>
              <a:ext uri="{FF2B5EF4-FFF2-40B4-BE49-F238E27FC236}">
                <a16:creationId xmlns:a16="http://schemas.microsoft.com/office/drawing/2014/main" id="{CA367AD7-E294-E622-B6BE-5BFB23DA2939}"/>
              </a:ext>
            </a:extLst>
          </p:cNvPr>
          <p:cNvGraphicFramePr>
            <a:graphicFrameLocks/>
          </p:cNvGraphicFramePr>
          <p:nvPr/>
        </p:nvGraphicFramePr>
        <p:xfrm>
          <a:off x="715963" y="1844675"/>
          <a:ext cx="355600" cy="457200"/>
        </p:xfrm>
        <a:graphic>
          <a:graphicData uri="http://schemas.openxmlformats.org/presentationml/2006/ole">
            <mc:AlternateContent xmlns:mc="http://schemas.openxmlformats.org/markup-compatibility/2006">
              <mc:Choice xmlns:v="urn:schemas-microsoft-com:vml" Requires="v">
                <p:oleObj name="Equation" r:id="rId7" imgW="319978" imgH="418961" progId="Equation.3">
                  <p:embed/>
                </p:oleObj>
              </mc:Choice>
              <mc:Fallback>
                <p:oleObj name="Equation" r:id="rId7" imgW="319978" imgH="418961" progId="Equation.3">
                  <p:embed/>
                  <p:pic>
                    <p:nvPicPr>
                      <p:cNvPr id="0" name="Object 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5963" y="1844675"/>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47" name="AutoShape 27">
            <a:extLst>
              <a:ext uri="{FF2B5EF4-FFF2-40B4-BE49-F238E27FC236}">
                <a16:creationId xmlns:a16="http://schemas.microsoft.com/office/drawing/2014/main" id="{1E40912A-31B7-FF6F-AE4B-F21EEBA75C2B}"/>
              </a:ext>
            </a:extLst>
          </p:cNvPr>
          <p:cNvSpPr>
            <a:spLocks noChangeArrowheads="1"/>
          </p:cNvSpPr>
          <p:nvPr/>
        </p:nvSpPr>
        <p:spPr bwMode="auto">
          <a:xfrm>
            <a:off x="7470775" y="430213"/>
            <a:ext cx="914400" cy="533400"/>
          </a:xfrm>
          <a:prstGeom prst="wedgeRectCallout">
            <a:avLst>
              <a:gd name="adj1" fmla="val 41148"/>
              <a:gd name="adj2" fmla="val 274106"/>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磁镜</a:t>
            </a:r>
          </a:p>
        </p:txBody>
      </p:sp>
      <p:sp>
        <p:nvSpPr>
          <p:cNvPr id="261148" name="Text Box 28">
            <a:extLst>
              <a:ext uri="{FF2B5EF4-FFF2-40B4-BE49-F238E27FC236}">
                <a16:creationId xmlns:a16="http://schemas.microsoft.com/office/drawing/2014/main" id="{33634C96-0479-9707-84E4-AFB5548F4DC2}"/>
              </a:ext>
            </a:extLst>
          </p:cNvPr>
          <p:cNvSpPr txBox="1">
            <a:spLocks noChangeArrowheads="1"/>
          </p:cNvSpPr>
          <p:nvPr/>
        </p:nvSpPr>
        <p:spPr bwMode="auto">
          <a:xfrm>
            <a:off x="601663" y="2924175"/>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在非均匀磁场中，纵向运动受到抑制</a:t>
            </a:r>
            <a:r>
              <a:rPr kumimoji="1" lang="en-US" altLang="zh-CN"/>
              <a:t>——</a:t>
            </a:r>
            <a:r>
              <a:rPr kumimoji="1" lang="en-US" altLang="zh-CN">
                <a:solidFill>
                  <a:schemeClr val="hlink"/>
                </a:solidFill>
                <a:latin typeface="宋体" panose="02010600030101010101" pitchFamily="2" charset="-122"/>
              </a:rPr>
              <a:t> </a:t>
            </a:r>
            <a:r>
              <a:rPr kumimoji="1" lang="zh-CN" altLang="en-US">
                <a:solidFill>
                  <a:srgbClr val="66FFFF"/>
                </a:solidFill>
                <a:latin typeface="宋体" panose="02010600030101010101" pitchFamily="2" charset="-122"/>
              </a:rPr>
              <a:t>磁镜效应</a:t>
            </a:r>
          </a:p>
        </p:txBody>
      </p:sp>
      <p:sp>
        <p:nvSpPr>
          <p:cNvPr id="261149" name="Text Box 29">
            <a:extLst>
              <a:ext uri="{FF2B5EF4-FFF2-40B4-BE49-F238E27FC236}">
                <a16:creationId xmlns:a16="http://schemas.microsoft.com/office/drawing/2014/main" id="{52552901-CD9C-DDDC-A09E-11345CFF4CB6}"/>
              </a:ext>
            </a:extLst>
          </p:cNvPr>
          <p:cNvSpPr txBox="1">
            <a:spLocks noChangeArrowheads="1"/>
          </p:cNvSpPr>
          <p:nvPr/>
        </p:nvSpPr>
        <p:spPr bwMode="auto">
          <a:xfrm>
            <a:off x="601663" y="4243388"/>
            <a:ext cx="410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受控热核聚变实验研究</a:t>
            </a:r>
          </a:p>
        </p:txBody>
      </p:sp>
      <p:sp>
        <p:nvSpPr>
          <p:cNvPr id="261150" name="Text Box 30">
            <a:extLst>
              <a:ext uri="{FF2B5EF4-FFF2-40B4-BE49-F238E27FC236}">
                <a16:creationId xmlns:a16="http://schemas.microsoft.com/office/drawing/2014/main" id="{68055873-84D9-7285-33F3-61C95E9044FC}"/>
              </a:ext>
            </a:extLst>
          </p:cNvPr>
          <p:cNvSpPr txBox="1">
            <a:spLocks noChangeArrowheads="1"/>
          </p:cNvSpPr>
          <p:nvPr/>
        </p:nvSpPr>
        <p:spPr bwMode="auto">
          <a:xfrm>
            <a:off x="581025" y="3690938"/>
            <a:ext cx="3770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66FFFF"/>
                </a:solidFill>
                <a:latin typeface="宋体" panose="02010600030101010101" pitchFamily="2" charset="-122"/>
              </a:rPr>
              <a:t>磁镜效应的典型应用</a:t>
            </a:r>
          </a:p>
        </p:txBody>
      </p:sp>
      <p:grpSp>
        <p:nvGrpSpPr>
          <p:cNvPr id="3" name="Group 31">
            <a:extLst>
              <a:ext uri="{FF2B5EF4-FFF2-40B4-BE49-F238E27FC236}">
                <a16:creationId xmlns:a16="http://schemas.microsoft.com/office/drawing/2014/main" id="{0FCC9CD2-54DC-E93F-0701-B12E41A75A7A}"/>
              </a:ext>
            </a:extLst>
          </p:cNvPr>
          <p:cNvGrpSpPr>
            <a:grpSpLocks/>
          </p:cNvGrpSpPr>
          <p:nvPr/>
        </p:nvGrpSpPr>
        <p:grpSpPr bwMode="auto">
          <a:xfrm>
            <a:off x="5718175" y="620713"/>
            <a:ext cx="2514600" cy="2309812"/>
            <a:chOff x="3696" y="482"/>
            <a:chExt cx="1584" cy="1455"/>
          </a:xfrm>
        </p:grpSpPr>
        <p:sp>
          <p:nvSpPr>
            <p:cNvPr id="17540" name="Freeform 32">
              <a:extLst>
                <a:ext uri="{FF2B5EF4-FFF2-40B4-BE49-F238E27FC236}">
                  <a16:creationId xmlns:a16="http://schemas.microsoft.com/office/drawing/2014/main" id="{A49A13F8-B2E8-D000-31F8-1D3AF1D165CB}"/>
                </a:ext>
              </a:extLst>
            </p:cNvPr>
            <p:cNvSpPr>
              <a:spLocks/>
            </p:cNvSpPr>
            <p:nvPr/>
          </p:nvSpPr>
          <p:spPr bwMode="auto">
            <a:xfrm>
              <a:off x="3723" y="482"/>
              <a:ext cx="1516" cy="544"/>
            </a:xfrm>
            <a:custGeom>
              <a:avLst/>
              <a:gdLst>
                <a:gd name="T0" fmla="*/ 0 w 884"/>
                <a:gd name="T1" fmla="*/ 0 h 150"/>
                <a:gd name="T2" fmla="*/ 32338 w 884"/>
                <a:gd name="T3" fmla="*/ 0 h 150"/>
                <a:gd name="T4" fmla="*/ 95105 w 884"/>
                <a:gd name="T5" fmla="*/ 2147483646 h 150"/>
                <a:gd name="T6" fmla="*/ 196437 w 884"/>
                <a:gd name="T7" fmla="*/ 2147483646 h 150"/>
                <a:gd name="T8" fmla="*/ 361960 w 884"/>
                <a:gd name="T9" fmla="*/ 2147483646 h 150"/>
                <a:gd name="T10" fmla="*/ 564773 w 884"/>
                <a:gd name="T11" fmla="*/ 2147483646 h 150"/>
                <a:gd name="T12" fmla="*/ 799153 w 884"/>
                <a:gd name="T13" fmla="*/ 2147483646 h 150"/>
                <a:gd name="T14" fmla="*/ 1069775 w 884"/>
                <a:gd name="T15" fmla="*/ 2147483646 h 150"/>
                <a:gd name="T16" fmla="*/ 1402818 w 884"/>
                <a:gd name="T17" fmla="*/ 2147483646 h 150"/>
                <a:gd name="T18" fmla="*/ 1735376 w 884"/>
                <a:gd name="T19" fmla="*/ 2147483646 h 150"/>
                <a:gd name="T20" fmla="*/ 2105144 w 884"/>
                <a:gd name="T21" fmla="*/ 2147483646 h 150"/>
                <a:gd name="T22" fmla="*/ 2976052 w 884"/>
                <a:gd name="T23" fmla="*/ 2147483646 h 150"/>
                <a:gd name="T24" fmla="*/ 3912832 w 884"/>
                <a:gd name="T25" fmla="*/ 2147483646 h 150"/>
                <a:gd name="T26" fmla="*/ 4948342 w 884"/>
                <a:gd name="T27" fmla="*/ 2147483646 h 150"/>
                <a:gd name="T28" fmla="*/ 4948342 w 884"/>
                <a:gd name="T29" fmla="*/ 2147483646 h 150"/>
                <a:gd name="T30" fmla="*/ 3912832 w 884"/>
                <a:gd name="T31" fmla="*/ 2147483646 h 150"/>
                <a:gd name="T32" fmla="*/ 2976052 w 884"/>
                <a:gd name="T33" fmla="*/ 2147483646 h 150"/>
                <a:gd name="T34" fmla="*/ 2105144 w 884"/>
                <a:gd name="T35" fmla="*/ 2147483646 h 150"/>
                <a:gd name="T36" fmla="*/ 1735376 w 884"/>
                <a:gd name="T37" fmla="*/ 2147483646 h 150"/>
                <a:gd name="T38" fmla="*/ 1402818 w 884"/>
                <a:gd name="T39" fmla="*/ 2147483646 h 150"/>
                <a:gd name="T40" fmla="*/ 1069775 w 884"/>
                <a:gd name="T41" fmla="*/ 2147483646 h 150"/>
                <a:gd name="T42" fmla="*/ 799153 w 884"/>
                <a:gd name="T43" fmla="*/ 2147483646 h 150"/>
                <a:gd name="T44" fmla="*/ 564773 w 884"/>
                <a:gd name="T45" fmla="*/ 2147483646 h 150"/>
                <a:gd name="T46" fmla="*/ 361960 w 884"/>
                <a:gd name="T47" fmla="*/ 2147483646 h 150"/>
                <a:gd name="T48" fmla="*/ 196437 w 884"/>
                <a:gd name="T49" fmla="*/ 2147483646 h 150"/>
                <a:gd name="T50" fmla="*/ 95105 w 884"/>
                <a:gd name="T51" fmla="*/ 2147483646 h 150"/>
                <a:gd name="T52" fmla="*/ 32338 w 884"/>
                <a:gd name="T53" fmla="*/ 0 h 150"/>
                <a:gd name="T54" fmla="*/ 0 w 884"/>
                <a:gd name="T55" fmla="*/ 0 h 150"/>
                <a:gd name="T56" fmla="*/ 0 w 884"/>
                <a:gd name="T57" fmla="*/ 0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84"/>
                <a:gd name="T88" fmla="*/ 0 h 150"/>
                <a:gd name="T89" fmla="*/ 884 w 884"/>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84" h="150">
                  <a:moveTo>
                    <a:pt x="0" y="0"/>
                  </a:moveTo>
                  <a:lnTo>
                    <a:pt x="6" y="0"/>
                  </a:lnTo>
                  <a:lnTo>
                    <a:pt x="17" y="6"/>
                  </a:lnTo>
                  <a:lnTo>
                    <a:pt x="35" y="12"/>
                  </a:lnTo>
                  <a:lnTo>
                    <a:pt x="65" y="24"/>
                  </a:lnTo>
                  <a:lnTo>
                    <a:pt x="101" y="36"/>
                  </a:lnTo>
                  <a:lnTo>
                    <a:pt x="143" y="48"/>
                  </a:lnTo>
                  <a:lnTo>
                    <a:pt x="191" y="60"/>
                  </a:lnTo>
                  <a:lnTo>
                    <a:pt x="251" y="78"/>
                  </a:lnTo>
                  <a:lnTo>
                    <a:pt x="310" y="90"/>
                  </a:lnTo>
                  <a:lnTo>
                    <a:pt x="376" y="102"/>
                  </a:lnTo>
                  <a:lnTo>
                    <a:pt x="532" y="126"/>
                  </a:lnTo>
                  <a:lnTo>
                    <a:pt x="699" y="144"/>
                  </a:lnTo>
                  <a:lnTo>
                    <a:pt x="884" y="150"/>
                  </a:lnTo>
                  <a:lnTo>
                    <a:pt x="699" y="144"/>
                  </a:lnTo>
                  <a:lnTo>
                    <a:pt x="532" y="126"/>
                  </a:lnTo>
                  <a:lnTo>
                    <a:pt x="376" y="102"/>
                  </a:lnTo>
                  <a:lnTo>
                    <a:pt x="310" y="90"/>
                  </a:lnTo>
                  <a:lnTo>
                    <a:pt x="251" y="78"/>
                  </a:lnTo>
                  <a:lnTo>
                    <a:pt x="191" y="60"/>
                  </a:lnTo>
                  <a:lnTo>
                    <a:pt x="143" y="48"/>
                  </a:lnTo>
                  <a:lnTo>
                    <a:pt x="101" y="36"/>
                  </a:lnTo>
                  <a:lnTo>
                    <a:pt x="65" y="24"/>
                  </a:lnTo>
                  <a:lnTo>
                    <a:pt x="35" y="12"/>
                  </a:lnTo>
                  <a:lnTo>
                    <a:pt x="17" y="6"/>
                  </a:lnTo>
                  <a:lnTo>
                    <a:pt x="6" y="0"/>
                  </a:lnTo>
                  <a:lnTo>
                    <a:pt x="0" y="0"/>
                  </a:lnTo>
                  <a:close/>
                </a:path>
              </a:pathLst>
            </a:custGeom>
            <a:solidFill>
              <a:srgbClr val="000000"/>
            </a:solidFill>
            <a:ln w="28575">
              <a:solidFill>
                <a:schemeClr val="bg1"/>
              </a:solidFill>
              <a:round/>
              <a:headEnd/>
              <a:tailEnd/>
            </a:ln>
          </p:spPr>
          <p:txBody>
            <a:bodyPr/>
            <a:lstStyle/>
            <a:p>
              <a:endParaRPr lang="zh-CN" altLang="en-US"/>
            </a:p>
          </p:txBody>
        </p:sp>
        <p:sp>
          <p:nvSpPr>
            <p:cNvPr id="17541" name="Freeform 33">
              <a:extLst>
                <a:ext uri="{FF2B5EF4-FFF2-40B4-BE49-F238E27FC236}">
                  <a16:creationId xmlns:a16="http://schemas.microsoft.com/office/drawing/2014/main" id="{F8E0F91C-075C-2431-A7C1-720C1BE95A69}"/>
                </a:ext>
              </a:extLst>
            </p:cNvPr>
            <p:cNvSpPr>
              <a:spLocks/>
            </p:cNvSpPr>
            <p:nvPr/>
          </p:nvSpPr>
          <p:spPr bwMode="auto">
            <a:xfrm>
              <a:off x="3778" y="1456"/>
              <a:ext cx="1475" cy="481"/>
            </a:xfrm>
            <a:custGeom>
              <a:avLst/>
              <a:gdLst>
                <a:gd name="T0" fmla="*/ 0 w 884"/>
                <a:gd name="T1" fmla="*/ 2147483646 h 150"/>
                <a:gd name="T2" fmla="*/ 21758 w 884"/>
                <a:gd name="T3" fmla="*/ 2147483646 h 150"/>
                <a:gd name="T4" fmla="*/ 60575 w 884"/>
                <a:gd name="T5" fmla="*/ 2147483646 h 150"/>
                <a:gd name="T6" fmla="*/ 125917 w 884"/>
                <a:gd name="T7" fmla="*/ 2147483646 h 150"/>
                <a:gd name="T8" fmla="*/ 233360 w 884"/>
                <a:gd name="T9" fmla="*/ 2147483646 h 150"/>
                <a:gd name="T10" fmla="*/ 365807 w 884"/>
                <a:gd name="T11" fmla="*/ 2147483646 h 150"/>
                <a:gd name="T12" fmla="*/ 517343 w 884"/>
                <a:gd name="T13" fmla="*/ 2147483646 h 150"/>
                <a:gd name="T14" fmla="*/ 690066 w 884"/>
                <a:gd name="T15" fmla="*/ 2147483646 h 150"/>
                <a:gd name="T16" fmla="*/ 906202 w 884"/>
                <a:gd name="T17" fmla="*/ 2147483646 h 150"/>
                <a:gd name="T18" fmla="*/ 1119141 w 884"/>
                <a:gd name="T19" fmla="*/ 2147483646 h 150"/>
                <a:gd name="T20" fmla="*/ 1356027 w 884"/>
                <a:gd name="T21" fmla="*/ 2147483646 h 150"/>
                <a:gd name="T22" fmla="*/ 1921189 w 884"/>
                <a:gd name="T23" fmla="*/ 2147483646 h 150"/>
                <a:gd name="T24" fmla="*/ 2522926 w 884"/>
                <a:gd name="T25" fmla="*/ 743550554 h 150"/>
                <a:gd name="T26" fmla="*/ 3190166 w 884"/>
                <a:gd name="T27" fmla="*/ 0 h 150"/>
                <a:gd name="T28" fmla="*/ 3190166 w 884"/>
                <a:gd name="T29" fmla="*/ 0 h 150"/>
                <a:gd name="T30" fmla="*/ 2522926 w 884"/>
                <a:gd name="T31" fmla="*/ 743550554 h 150"/>
                <a:gd name="T32" fmla="*/ 1921189 w 884"/>
                <a:gd name="T33" fmla="*/ 2147483646 h 150"/>
                <a:gd name="T34" fmla="*/ 1356027 w 884"/>
                <a:gd name="T35" fmla="*/ 2147483646 h 150"/>
                <a:gd name="T36" fmla="*/ 1119141 w 884"/>
                <a:gd name="T37" fmla="*/ 2147483646 h 150"/>
                <a:gd name="T38" fmla="*/ 906202 w 884"/>
                <a:gd name="T39" fmla="*/ 2147483646 h 150"/>
                <a:gd name="T40" fmla="*/ 690066 w 884"/>
                <a:gd name="T41" fmla="*/ 2147483646 h 150"/>
                <a:gd name="T42" fmla="*/ 517343 w 884"/>
                <a:gd name="T43" fmla="*/ 2147483646 h 150"/>
                <a:gd name="T44" fmla="*/ 365807 w 884"/>
                <a:gd name="T45" fmla="*/ 2147483646 h 150"/>
                <a:gd name="T46" fmla="*/ 233360 w 884"/>
                <a:gd name="T47" fmla="*/ 2147483646 h 150"/>
                <a:gd name="T48" fmla="*/ 125917 w 884"/>
                <a:gd name="T49" fmla="*/ 2147483646 h 150"/>
                <a:gd name="T50" fmla="*/ 60575 w 884"/>
                <a:gd name="T51" fmla="*/ 2147483646 h 150"/>
                <a:gd name="T52" fmla="*/ 21758 w 884"/>
                <a:gd name="T53" fmla="*/ 2147483646 h 150"/>
                <a:gd name="T54" fmla="*/ 0 w 884"/>
                <a:gd name="T55" fmla="*/ 2147483646 h 150"/>
                <a:gd name="T56" fmla="*/ 0 w 884"/>
                <a:gd name="T57" fmla="*/ 2147483646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84"/>
                <a:gd name="T88" fmla="*/ 0 h 150"/>
                <a:gd name="T89" fmla="*/ 884 w 884"/>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84" h="150">
                  <a:moveTo>
                    <a:pt x="0" y="150"/>
                  </a:moveTo>
                  <a:lnTo>
                    <a:pt x="6" y="150"/>
                  </a:lnTo>
                  <a:lnTo>
                    <a:pt x="17" y="144"/>
                  </a:lnTo>
                  <a:lnTo>
                    <a:pt x="35" y="138"/>
                  </a:lnTo>
                  <a:lnTo>
                    <a:pt x="65" y="126"/>
                  </a:lnTo>
                  <a:lnTo>
                    <a:pt x="101" y="114"/>
                  </a:lnTo>
                  <a:lnTo>
                    <a:pt x="143" y="102"/>
                  </a:lnTo>
                  <a:lnTo>
                    <a:pt x="191" y="90"/>
                  </a:lnTo>
                  <a:lnTo>
                    <a:pt x="251" y="78"/>
                  </a:lnTo>
                  <a:lnTo>
                    <a:pt x="310" y="60"/>
                  </a:lnTo>
                  <a:lnTo>
                    <a:pt x="376" y="48"/>
                  </a:lnTo>
                  <a:lnTo>
                    <a:pt x="532" y="24"/>
                  </a:lnTo>
                  <a:lnTo>
                    <a:pt x="699" y="6"/>
                  </a:lnTo>
                  <a:lnTo>
                    <a:pt x="884" y="0"/>
                  </a:lnTo>
                  <a:lnTo>
                    <a:pt x="699" y="6"/>
                  </a:lnTo>
                  <a:lnTo>
                    <a:pt x="532" y="24"/>
                  </a:lnTo>
                  <a:lnTo>
                    <a:pt x="376" y="48"/>
                  </a:lnTo>
                  <a:lnTo>
                    <a:pt x="310" y="60"/>
                  </a:lnTo>
                  <a:lnTo>
                    <a:pt x="251" y="78"/>
                  </a:lnTo>
                  <a:lnTo>
                    <a:pt x="191" y="90"/>
                  </a:lnTo>
                  <a:lnTo>
                    <a:pt x="143" y="102"/>
                  </a:lnTo>
                  <a:lnTo>
                    <a:pt x="101" y="114"/>
                  </a:lnTo>
                  <a:lnTo>
                    <a:pt x="65" y="126"/>
                  </a:lnTo>
                  <a:lnTo>
                    <a:pt x="35" y="138"/>
                  </a:lnTo>
                  <a:lnTo>
                    <a:pt x="17" y="144"/>
                  </a:lnTo>
                  <a:lnTo>
                    <a:pt x="6" y="150"/>
                  </a:lnTo>
                  <a:lnTo>
                    <a:pt x="0" y="150"/>
                  </a:lnTo>
                  <a:close/>
                </a:path>
              </a:pathLst>
            </a:custGeom>
            <a:solidFill>
              <a:srgbClr val="000000"/>
            </a:solidFill>
            <a:ln w="28575">
              <a:solidFill>
                <a:schemeClr val="bg1"/>
              </a:solidFill>
              <a:round/>
              <a:headEnd/>
              <a:tailEnd/>
            </a:ln>
          </p:spPr>
          <p:txBody>
            <a:bodyPr/>
            <a:lstStyle/>
            <a:p>
              <a:endParaRPr lang="zh-CN" altLang="en-US"/>
            </a:p>
          </p:txBody>
        </p:sp>
        <p:sp>
          <p:nvSpPr>
            <p:cNvPr id="17542" name="Freeform 34">
              <a:extLst>
                <a:ext uri="{FF2B5EF4-FFF2-40B4-BE49-F238E27FC236}">
                  <a16:creationId xmlns:a16="http://schemas.microsoft.com/office/drawing/2014/main" id="{780573B0-CA68-6905-9CAA-6377E2874464}"/>
                </a:ext>
              </a:extLst>
            </p:cNvPr>
            <p:cNvSpPr>
              <a:spLocks/>
            </p:cNvSpPr>
            <p:nvPr/>
          </p:nvSpPr>
          <p:spPr bwMode="auto">
            <a:xfrm>
              <a:off x="3696" y="1221"/>
              <a:ext cx="1557" cy="4"/>
            </a:xfrm>
            <a:custGeom>
              <a:avLst/>
              <a:gdLst>
                <a:gd name="T0" fmla="*/ 1474174 w 986"/>
                <a:gd name="T1" fmla="*/ 0 h 4"/>
                <a:gd name="T2" fmla="*/ 0 w 986"/>
                <a:gd name="T3" fmla="*/ 0 h 4"/>
                <a:gd name="T4" fmla="*/ 1474174 w 986"/>
                <a:gd name="T5" fmla="*/ 0 h 4"/>
                <a:gd name="T6" fmla="*/ 1474174 w 986"/>
                <a:gd name="T7" fmla="*/ 0 h 4"/>
                <a:gd name="T8" fmla="*/ 0 60000 65536"/>
                <a:gd name="T9" fmla="*/ 0 60000 65536"/>
                <a:gd name="T10" fmla="*/ 0 60000 65536"/>
                <a:gd name="T11" fmla="*/ 0 60000 65536"/>
                <a:gd name="T12" fmla="*/ 0 w 986"/>
                <a:gd name="T13" fmla="*/ 0 h 4"/>
                <a:gd name="T14" fmla="*/ 986 w 986"/>
                <a:gd name="T15" fmla="*/ 4 h 4"/>
              </a:gdLst>
              <a:ahLst/>
              <a:cxnLst>
                <a:cxn ang="T8">
                  <a:pos x="T0" y="T1"/>
                </a:cxn>
                <a:cxn ang="T9">
                  <a:pos x="T2" y="T3"/>
                </a:cxn>
                <a:cxn ang="T10">
                  <a:pos x="T4" y="T5"/>
                </a:cxn>
                <a:cxn ang="T11">
                  <a:pos x="T6" y="T7"/>
                </a:cxn>
              </a:cxnLst>
              <a:rect l="T12" t="T13" r="T14" b="T15"/>
              <a:pathLst>
                <a:path w="986" h="4">
                  <a:moveTo>
                    <a:pt x="986" y="0"/>
                  </a:moveTo>
                  <a:lnTo>
                    <a:pt x="0" y="0"/>
                  </a:lnTo>
                  <a:lnTo>
                    <a:pt x="986" y="0"/>
                  </a:lnTo>
                  <a:close/>
                </a:path>
              </a:pathLst>
            </a:custGeom>
            <a:solidFill>
              <a:srgbClr val="000000"/>
            </a:solidFill>
            <a:ln w="28575">
              <a:solidFill>
                <a:schemeClr val="bg1"/>
              </a:solidFill>
              <a:round/>
              <a:headEnd/>
              <a:tailEnd/>
            </a:ln>
          </p:spPr>
          <p:txBody>
            <a:bodyPr/>
            <a:lstStyle/>
            <a:p>
              <a:endParaRPr lang="zh-CN" altLang="en-US"/>
            </a:p>
          </p:txBody>
        </p:sp>
        <p:sp>
          <p:nvSpPr>
            <p:cNvPr id="17543" name="Line 35">
              <a:extLst>
                <a:ext uri="{FF2B5EF4-FFF2-40B4-BE49-F238E27FC236}">
                  <a16:creationId xmlns:a16="http://schemas.microsoft.com/office/drawing/2014/main" id="{092E2D21-4360-760E-BEA6-5D2E0BD9FF48}"/>
                </a:ext>
              </a:extLst>
            </p:cNvPr>
            <p:cNvSpPr>
              <a:spLocks noChangeShapeType="1"/>
            </p:cNvSpPr>
            <p:nvPr/>
          </p:nvSpPr>
          <p:spPr bwMode="auto">
            <a:xfrm>
              <a:off x="5253" y="1221"/>
              <a:ext cx="2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44" name="Line 36">
              <a:extLst>
                <a:ext uri="{FF2B5EF4-FFF2-40B4-BE49-F238E27FC236}">
                  <a16:creationId xmlns:a16="http://schemas.microsoft.com/office/drawing/2014/main" id="{4FC38FE5-9DF8-909A-CBC9-DA7EF43B5600}"/>
                </a:ext>
              </a:extLst>
            </p:cNvPr>
            <p:cNvSpPr>
              <a:spLocks noChangeShapeType="1"/>
            </p:cNvSpPr>
            <p:nvPr/>
          </p:nvSpPr>
          <p:spPr bwMode="auto">
            <a:xfrm>
              <a:off x="5253" y="1456"/>
              <a:ext cx="2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45" name="Line 37">
              <a:extLst>
                <a:ext uri="{FF2B5EF4-FFF2-40B4-BE49-F238E27FC236}">
                  <a16:creationId xmlns:a16="http://schemas.microsoft.com/office/drawing/2014/main" id="{D7DD1F97-0F81-286C-38B7-F74ABF882CF9}"/>
                </a:ext>
              </a:extLst>
            </p:cNvPr>
            <p:cNvSpPr>
              <a:spLocks noChangeShapeType="1"/>
            </p:cNvSpPr>
            <p:nvPr/>
          </p:nvSpPr>
          <p:spPr bwMode="auto">
            <a:xfrm>
              <a:off x="5253" y="1026"/>
              <a:ext cx="2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61158" name="Oval 38">
            <a:extLst>
              <a:ext uri="{FF2B5EF4-FFF2-40B4-BE49-F238E27FC236}">
                <a16:creationId xmlns:a16="http://schemas.microsoft.com/office/drawing/2014/main" id="{1DE2880A-A58F-D8CC-9A37-A032F2094E65}"/>
              </a:ext>
            </a:extLst>
          </p:cNvPr>
          <p:cNvSpPr>
            <a:spLocks noChangeArrowheads="1"/>
          </p:cNvSpPr>
          <p:nvPr/>
        </p:nvSpPr>
        <p:spPr bwMode="auto">
          <a:xfrm>
            <a:off x="5868988" y="693738"/>
            <a:ext cx="228600" cy="2286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ctr" eaLnBrk="1" hangingPunct="1">
              <a:defRPr/>
            </a:pPr>
            <a:endParaRPr kumimoji="1" lang="zh-CN" altLang="en-US">
              <a:solidFill>
                <a:schemeClr val="tx1"/>
              </a:solidFill>
            </a:endParaRPr>
          </a:p>
        </p:txBody>
      </p:sp>
      <p:sp>
        <p:nvSpPr>
          <p:cNvPr id="261159" name="Rectangle 39">
            <a:extLst>
              <a:ext uri="{FF2B5EF4-FFF2-40B4-BE49-F238E27FC236}">
                <a16:creationId xmlns:a16="http://schemas.microsoft.com/office/drawing/2014/main" id="{C0980E8F-9883-9208-B61F-181597C59314}"/>
              </a:ext>
            </a:extLst>
          </p:cNvPr>
          <p:cNvSpPr>
            <a:spLocks noChangeArrowheads="1"/>
          </p:cNvSpPr>
          <p:nvPr/>
        </p:nvSpPr>
        <p:spPr bwMode="auto">
          <a:xfrm>
            <a:off x="319088" y="4797425"/>
            <a:ext cx="45481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kumimoji="1" lang="en-US" altLang="zh-CN">
                <a:latin typeface="宋体" panose="02010600030101010101" pitchFamily="2" charset="-122"/>
              </a:rPr>
              <a:t>    </a:t>
            </a:r>
            <a:r>
              <a:rPr kumimoji="1" lang="zh-CN" altLang="en-US">
                <a:latin typeface="宋体" panose="02010600030101010101" pitchFamily="2" charset="-122"/>
              </a:rPr>
              <a:t>能约束运动带电粒子的磁场分布称为</a:t>
            </a:r>
            <a:r>
              <a:rPr kumimoji="1" lang="zh-CN" altLang="en-US">
                <a:solidFill>
                  <a:srgbClr val="00FFFF"/>
                </a:solidFill>
                <a:latin typeface="宋体" panose="02010600030101010101" pitchFamily="2" charset="-122"/>
              </a:rPr>
              <a:t>磁镜约束 </a:t>
            </a:r>
            <a:r>
              <a:rPr kumimoji="1" lang="en-US" altLang="zh-CN"/>
              <a:t>——</a:t>
            </a:r>
            <a:r>
              <a:rPr kumimoji="1" lang="en-US" altLang="zh-CN">
                <a:latin typeface="宋体" panose="02010600030101010101" pitchFamily="2" charset="-122"/>
              </a:rPr>
              <a:t> </a:t>
            </a:r>
            <a:r>
              <a:rPr kumimoji="1" lang="zh-CN" altLang="en-US">
                <a:solidFill>
                  <a:srgbClr val="00FFFF"/>
                </a:solidFill>
                <a:latin typeface="宋体" panose="02010600030101010101" pitchFamily="2" charset="-122"/>
              </a:rPr>
              <a:t>磁瓶</a:t>
            </a:r>
          </a:p>
        </p:txBody>
      </p:sp>
      <p:sp>
        <p:nvSpPr>
          <p:cNvPr id="261160" name="Text Box 40">
            <a:extLst>
              <a:ext uri="{FF2B5EF4-FFF2-40B4-BE49-F238E27FC236}">
                <a16:creationId xmlns:a16="http://schemas.microsoft.com/office/drawing/2014/main" id="{16DF3EC7-A66C-C33A-202F-1619F64024E2}"/>
              </a:ext>
            </a:extLst>
          </p:cNvPr>
          <p:cNvSpPr txBox="1">
            <a:spLocks noChangeArrowheads="1"/>
          </p:cNvSpPr>
          <p:nvPr/>
        </p:nvSpPr>
        <p:spPr bwMode="auto">
          <a:xfrm>
            <a:off x="403225" y="5876925"/>
            <a:ext cx="538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FFFF00"/>
                </a:solidFill>
              </a:rPr>
              <a:t>•</a:t>
            </a:r>
            <a:r>
              <a:rPr kumimoji="1" lang="en-US" altLang="zh-CN">
                <a:solidFill>
                  <a:srgbClr val="FFFF00"/>
                </a:solidFill>
                <a:latin typeface="宋体" panose="02010600030101010101" pitchFamily="2" charset="-122"/>
              </a:rPr>
              <a:t> </a:t>
            </a:r>
            <a:r>
              <a:rPr kumimoji="1" lang="zh-CN" altLang="en-US">
                <a:solidFill>
                  <a:srgbClr val="66FFFF"/>
                </a:solidFill>
                <a:latin typeface="宋体" panose="02010600030101010101" pitchFamily="2" charset="-122"/>
              </a:rPr>
              <a:t>地球的磁约束效应 </a:t>
            </a:r>
            <a:r>
              <a:rPr kumimoji="1" lang="en-US" altLang="zh-CN">
                <a:solidFill>
                  <a:srgbClr val="66FFFF"/>
                </a:solidFill>
              </a:rPr>
              <a:t>——</a:t>
            </a:r>
            <a:r>
              <a:rPr kumimoji="1" lang="en-US" altLang="zh-CN">
                <a:solidFill>
                  <a:schemeClr val="hlink"/>
                </a:solidFill>
                <a:latin typeface="宋体" panose="02010600030101010101" pitchFamily="2" charset="-122"/>
              </a:rPr>
              <a:t> </a:t>
            </a:r>
            <a:r>
              <a:rPr kumimoji="1" lang="zh-CN" altLang="en-US">
                <a:latin typeface="宋体" panose="02010600030101010101" pitchFamily="2" charset="-122"/>
              </a:rPr>
              <a:t>天然磁瓶</a:t>
            </a:r>
          </a:p>
        </p:txBody>
      </p:sp>
      <p:sp>
        <p:nvSpPr>
          <p:cNvPr id="261161" name="AutoShape 41">
            <a:extLst>
              <a:ext uri="{FF2B5EF4-FFF2-40B4-BE49-F238E27FC236}">
                <a16:creationId xmlns:a16="http://schemas.microsoft.com/office/drawing/2014/main" id="{D48AACD0-F7AA-1089-6367-0EBBEBADF7C8}"/>
              </a:ext>
            </a:extLst>
          </p:cNvPr>
          <p:cNvSpPr>
            <a:spLocks noChangeArrowheads="1"/>
          </p:cNvSpPr>
          <p:nvPr/>
        </p:nvSpPr>
        <p:spPr bwMode="auto">
          <a:xfrm rot="5526343">
            <a:off x="4851400" y="4486275"/>
            <a:ext cx="822325" cy="434975"/>
          </a:xfrm>
          <a:prstGeom prst="can">
            <a:avLst>
              <a:gd name="adj" fmla="val 48542"/>
            </a:avLst>
          </a:prstGeom>
          <a:gradFill rotWithShape="0">
            <a:gsLst>
              <a:gs pos="0">
                <a:srgbClr val="3366FF"/>
              </a:gs>
              <a:gs pos="100000">
                <a:srgbClr val="182F76"/>
              </a:gs>
            </a:gsLst>
            <a:lin ang="0" scaled="1"/>
          </a:gra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pSp>
        <p:nvGrpSpPr>
          <p:cNvPr id="4" name="Group 42">
            <a:extLst>
              <a:ext uri="{FF2B5EF4-FFF2-40B4-BE49-F238E27FC236}">
                <a16:creationId xmlns:a16="http://schemas.microsoft.com/office/drawing/2014/main" id="{30BB1C8F-C431-2A25-25B1-AF22120A7D32}"/>
              </a:ext>
            </a:extLst>
          </p:cNvPr>
          <p:cNvGrpSpPr>
            <a:grpSpLocks/>
          </p:cNvGrpSpPr>
          <p:nvPr/>
        </p:nvGrpSpPr>
        <p:grpSpPr bwMode="auto">
          <a:xfrm>
            <a:off x="6902450" y="3817938"/>
            <a:ext cx="1412875" cy="1800225"/>
            <a:chOff x="3894" y="231"/>
            <a:chExt cx="1207" cy="1315"/>
          </a:xfrm>
        </p:grpSpPr>
        <p:sp>
          <p:nvSpPr>
            <p:cNvPr id="17533" name="Freeform 43">
              <a:extLst>
                <a:ext uri="{FF2B5EF4-FFF2-40B4-BE49-F238E27FC236}">
                  <a16:creationId xmlns:a16="http://schemas.microsoft.com/office/drawing/2014/main" id="{C0C392F0-6C61-F718-CC8A-AA3787045375}"/>
                </a:ext>
              </a:extLst>
            </p:cNvPr>
            <p:cNvSpPr>
              <a:spLocks noEditPoints="1"/>
            </p:cNvSpPr>
            <p:nvPr/>
          </p:nvSpPr>
          <p:spPr bwMode="auto">
            <a:xfrm>
              <a:off x="3922" y="231"/>
              <a:ext cx="1179" cy="579"/>
            </a:xfrm>
            <a:custGeom>
              <a:avLst/>
              <a:gdLst>
                <a:gd name="T0" fmla="*/ 595 w 1234"/>
                <a:gd name="T1" fmla="*/ 95423 h 412"/>
                <a:gd name="T2" fmla="*/ 580 w 1234"/>
                <a:gd name="T3" fmla="*/ 92138 h 412"/>
                <a:gd name="T4" fmla="*/ 545 w 1234"/>
                <a:gd name="T5" fmla="*/ 79302 h 412"/>
                <a:gd name="T6" fmla="*/ 486 w 1234"/>
                <a:gd name="T7" fmla="*/ 66713 h 412"/>
                <a:gd name="T8" fmla="*/ 415 w 1234"/>
                <a:gd name="T9" fmla="*/ 47746 h 412"/>
                <a:gd name="T10" fmla="*/ 327 w 1234"/>
                <a:gd name="T11" fmla="*/ 31754 h 412"/>
                <a:gd name="T12" fmla="*/ 225 w 1234"/>
                <a:gd name="T13" fmla="*/ 15837 h 412"/>
                <a:gd name="T14" fmla="*/ 116 w 1234"/>
                <a:gd name="T15" fmla="*/ 2905 h 412"/>
                <a:gd name="T16" fmla="*/ 0 w 1234"/>
                <a:gd name="T17" fmla="*/ 0 h 412"/>
                <a:gd name="T18" fmla="*/ 0 w 1234"/>
                <a:gd name="T19" fmla="*/ 0 h 412"/>
                <a:gd name="T20" fmla="*/ 116 w 1234"/>
                <a:gd name="T21" fmla="*/ 2905 h 412"/>
                <a:gd name="T22" fmla="*/ 225 w 1234"/>
                <a:gd name="T23" fmla="*/ 15837 h 412"/>
                <a:gd name="T24" fmla="*/ 327 w 1234"/>
                <a:gd name="T25" fmla="*/ 31754 h 412"/>
                <a:gd name="T26" fmla="*/ 415 w 1234"/>
                <a:gd name="T27" fmla="*/ 47746 h 412"/>
                <a:gd name="T28" fmla="*/ 486 w 1234"/>
                <a:gd name="T29" fmla="*/ 66713 h 412"/>
                <a:gd name="T30" fmla="*/ 545 w 1234"/>
                <a:gd name="T31" fmla="*/ 79302 h 412"/>
                <a:gd name="T32" fmla="*/ 580 w 1234"/>
                <a:gd name="T33" fmla="*/ 92138 h 412"/>
                <a:gd name="T34" fmla="*/ 595 w 1234"/>
                <a:gd name="T35" fmla="*/ 95423 h 412"/>
                <a:gd name="T36" fmla="*/ 595 w 1234"/>
                <a:gd name="T37" fmla="*/ 95423 h 412"/>
                <a:gd name="T38" fmla="*/ 595 w 1234"/>
                <a:gd name="T39" fmla="*/ 95423 h 412"/>
                <a:gd name="T40" fmla="*/ 595 w 1234"/>
                <a:gd name="T41" fmla="*/ 95423 h 412"/>
                <a:gd name="T42" fmla="*/ 595 w 1234"/>
                <a:gd name="T43" fmla="*/ 95423 h 4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34"/>
                <a:gd name="T67" fmla="*/ 0 h 412"/>
                <a:gd name="T68" fmla="*/ 1234 w 1234"/>
                <a:gd name="T69" fmla="*/ 412 h 41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34" h="412">
                  <a:moveTo>
                    <a:pt x="1234" y="412"/>
                  </a:moveTo>
                  <a:lnTo>
                    <a:pt x="1204" y="398"/>
                  </a:lnTo>
                  <a:lnTo>
                    <a:pt x="1129" y="343"/>
                  </a:lnTo>
                  <a:lnTo>
                    <a:pt x="1008" y="288"/>
                  </a:lnTo>
                  <a:lnTo>
                    <a:pt x="858" y="206"/>
                  </a:lnTo>
                  <a:lnTo>
                    <a:pt x="677" y="137"/>
                  </a:lnTo>
                  <a:lnTo>
                    <a:pt x="467" y="68"/>
                  </a:lnTo>
                  <a:lnTo>
                    <a:pt x="241" y="13"/>
                  </a:lnTo>
                  <a:lnTo>
                    <a:pt x="0" y="0"/>
                  </a:lnTo>
                  <a:lnTo>
                    <a:pt x="241" y="13"/>
                  </a:lnTo>
                  <a:lnTo>
                    <a:pt x="467" y="68"/>
                  </a:lnTo>
                  <a:lnTo>
                    <a:pt x="677" y="137"/>
                  </a:lnTo>
                  <a:lnTo>
                    <a:pt x="858" y="206"/>
                  </a:lnTo>
                  <a:lnTo>
                    <a:pt x="1008" y="288"/>
                  </a:lnTo>
                  <a:lnTo>
                    <a:pt x="1129" y="343"/>
                  </a:lnTo>
                  <a:lnTo>
                    <a:pt x="1204" y="398"/>
                  </a:lnTo>
                  <a:lnTo>
                    <a:pt x="1234" y="412"/>
                  </a:lnTo>
                  <a:close/>
                  <a:moveTo>
                    <a:pt x="1234" y="412"/>
                  </a:moveTo>
                  <a:lnTo>
                    <a:pt x="1234" y="412"/>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34" name="Freeform 44">
              <a:extLst>
                <a:ext uri="{FF2B5EF4-FFF2-40B4-BE49-F238E27FC236}">
                  <a16:creationId xmlns:a16="http://schemas.microsoft.com/office/drawing/2014/main" id="{0BE187D5-1A65-6B40-45BA-7B9160B0B0C5}"/>
                </a:ext>
              </a:extLst>
            </p:cNvPr>
            <p:cNvSpPr>
              <a:spLocks noEditPoints="1"/>
            </p:cNvSpPr>
            <p:nvPr/>
          </p:nvSpPr>
          <p:spPr bwMode="auto">
            <a:xfrm>
              <a:off x="3894" y="966"/>
              <a:ext cx="1207" cy="580"/>
            </a:xfrm>
            <a:custGeom>
              <a:avLst/>
              <a:gdLst>
                <a:gd name="T0" fmla="*/ 0 w 1264"/>
                <a:gd name="T1" fmla="*/ 94616 h 413"/>
                <a:gd name="T2" fmla="*/ 115 w 1264"/>
                <a:gd name="T3" fmla="*/ 91217 h 413"/>
                <a:gd name="T4" fmla="*/ 222 w 1264"/>
                <a:gd name="T5" fmla="*/ 78676 h 413"/>
                <a:gd name="T6" fmla="*/ 329 w 1264"/>
                <a:gd name="T7" fmla="*/ 66100 h 413"/>
                <a:gd name="T8" fmla="*/ 416 w 1264"/>
                <a:gd name="T9" fmla="*/ 47068 h 413"/>
                <a:gd name="T10" fmla="*/ 496 w 1264"/>
                <a:gd name="T11" fmla="*/ 31533 h 413"/>
                <a:gd name="T12" fmla="*/ 555 w 1264"/>
                <a:gd name="T13" fmla="*/ 15765 h 413"/>
                <a:gd name="T14" fmla="*/ 589 w 1264"/>
                <a:gd name="T15" fmla="*/ 3224 h 413"/>
                <a:gd name="T16" fmla="*/ 605 w 1264"/>
                <a:gd name="T17" fmla="*/ 0 h 413"/>
                <a:gd name="T18" fmla="*/ 605 w 1264"/>
                <a:gd name="T19" fmla="*/ 0 h 413"/>
                <a:gd name="T20" fmla="*/ 589 w 1264"/>
                <a:gd name="T21" fmla="*/ 3224 h 413"/>
                <a:gd name="T22" fmla="*/ 555 w 1264"/>
                <a:gd name="T23" fmla="*/ 15765 h 413"/>
                <a:gd name="T24" fmla="*/ 496 w 1264"/>
                <a:gd name="T25" fmla="*/ 31533 h 413"/>
                <a:gd name="T26" fmla="*/ 416 w 1264"/>
                <a:gd name="T27" fmla="*/ 47068 h 413"/>
                <a:gd name="T28" fmla="*/ 329 w 1264"/>
                <a:gd name="T29" fmla="*/ 66100 h 413"/>
                <a:gd name="T30" fmla="*/ 222 w 1264"/>
                <a:gd name="T31" fmla="*/ 78676 h 413"/>
                <a:gd name="T32" fmla="*/ 115 w 1264"/>
                <a:gd name="T33" fmla="*/ 91217 h 413"/>
                <a:gd name="T34" fmla="*/ 0 w 1264"/>
                <a:gd name="T35" fmla="*/ 94616 h 413"/>
                <a:gd name="T36" fmla="*/ 0 w 1264"/>
                <a:gd name="T37" fmla="*/ 94616 h 413"/>
                <a:gd name="T38" fmla="*/ 0 w 1264"/>
                <a:gd name="T39" fmla="*/ 94616 h 413"/>
                <a:gd name="T40" fmla="*/ 0 w 1264"/>
                <a:gd name="T41" fmla="*/ 94616 h 413"/>
                <a:gd name="T42" fmla="*/ 0 w 1264"/>
                <a:gd name="T43" fmla="*/ 94616 h 41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64"/>
                <a:gd name="T67" fmla="*/ 0 h 413"/>
                <a:gd name="T68" fmla="*/ 1264 w 1264"/>
                <a:gd name="T69" fmla="*/ 413 h 41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64" h="413">
                  <a:moveTo>
                    <a:pt x="0" y="413"/>
                  </a:moveTo>
                  <a:lnTo>
                    <a:pt x="241" y="399"/>
                  </a:lnTo>
                  <a:lnTo>
                    <a:pt x="467" y="344"/>
                  </a:lnTo>
                  <a:lnTo>
                    <a:pt x="692" y="289"/>
                  </a:lnTo>
                  <a:lnTo>
                    <a:pt x="873" y="206"/>
                  </a:lnTo>
                  <a:lnTo>
                    <a:pt x="1038" y="138"/>
                  </a:lnTo>
                  <a:lnTo>
                    <a:pt x="1159" y="69"/>
                  </a:lnTo>
                  <a:lnTo>
                    <a:pt x="1234" y="14"/>
                  </a:lnTo>
                  <a:lnTo>
                    <a:pt x="1264" y="0"/>
                  </a:lnTo>
                  <a:lnTo>
                    <a:pt x="1234" y="14"/>
                  </a:lnTo>
                  <a:lnTo>
                    <a:pt x="1159" y="69"/>
                  </a:lnTo>
                  <a:lnTo>
                    <a:pt x="1038" y="138"/>
                  </a:lnTo>
                  <a:lnTo>
                    <a:pt x="873" y="206"/>
                  </a:lnTo>
                  <a:lnTo>
                    <a:pt x="692" y="289"/>
                  </a:lnTo>
                  <a:lnTo>
                    <a:pt x="467" y="344"/>
                  </a:lnTo>
                  <a:lnTo>
                    <a:pt x="241" y="399"/>
                  </a:lnTo>
                  <a:lnTo>
                    <a:pt x="0" y="413"/>
                  </a:lnTo>
                  <a:close/>
                  <a:moveTo>
                    <a:pt x="0" y="413"/>
                  </a:moveTo>
                  <a:lnTo>
                    <a:pt x="0" y="413"/>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35" name="Freeform 45">
              <a:extLst>
                <a:ext uri="{FF2B5EF4-FFF2-40B4-BE49-F238E27FC236}">
                  <a16:creationId xmlns:a16="http://schemas.microsoft.com/office/drawing/2014/main" id="{D8DC68B6-79E4-9CEA-B031-4FA1011514C0}"/>
                </a:ext>
              </a:extLst>
            </p:cNvPr>
            <p:cNvSpPr>
              <a:spLocks noEditPoints="1"/>
            </p:cNvSpPr>
            <p:nvPr/>
          </p:nvSpPr>
          <p:spPr bwMode="auto">
            <a:xfrm>
              <a:off x="3922" y="888"/>
              <a:ext cx="1179" cy="1"/>
            </a:xfrm>
            <a:custGeom>
              <a:avLst/>
              <a:gdLst>
                <a:gd name="T0" fmla="*/ 595 w 1234"/>
                <a:gd name="T1" fmla="*/ 0 h 1"/>
                <a:gd name="T2" fmla="*/ 0 w 1234"/>
                <a:gd name="T3" fmla="*/ 0 h 1"/>
                <a:gd name="T4" fmla="*/ 595 w 1234"/>
                <a:gd name="T5" fmla="*/ 0 h 1"/>
                <a:gd name="T6" fmla="*/ 595 w 1234"/>
                <a:gd name="T7" fmla="*/ 0 h 1"/>
                <a:gd name="T8" fmla="*/ 595 w 1234"/>
                <a:gd name="T9" fmla="*/ 0 h 1"/>
                <a:gd name="T10" fmla="*/ 595 w 1234"/>
                <a:gd name="T11" fmla="*/ 0 h 1"/>
                <a:gd name="T12" fmla="*/ 595 w 1234"/>
                <a:gd name="T13" fmla="*/ 0 h 1"/>
                <a:gd name="T14" fmla="*/ 0 60000 65536"/>
                <a:gd name="T15" fmla="*/ 0 60000 65536"/>
                <a:gd name="T16" fmla="*/ 0 60000 65536"/>
                <a:gd name="T17" fmla="*/ 0 60000 65536"/>
                <a:gd name="T18" fmla="*/ 0 60000 65536"/>
                <a:gd name="T19" fmla="*/ 0 60000 65536"/>
                <a:gd name="T20" fmla="*/ 0 60000 65536"/>
                <a:gd name="T21" fmla="*/ 0 w 1234"/>
                <a:gd name="T22" fmla="*/ 0 h 1"/>
                <a:gd name="T23" fmla="*/ 1234 w 1234"/>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4" h="1">
                  <a:moveTo>
                    <a:pt x="1234" y="0"/>
                  </a:moveTo>
                  <a:lnTo>
                    <a:pt x="0" y="0"/>
                  </a:lnTo>
                  <a:lnTo>
                    <a:pt x="1234" y="0"/>
                  </a:lnTo>
                  <a:close/>
                  <a:moveTo>
                    <a:pt x="1234" y="0"/>
                  </a:moveTo>
                  <a:lnTo>
                    <a:pt x="1234" y="0"/>
                  </a:lnTo>
                  <a:close/>
                </a:path>
              </a:pathLst>
            </a:custGeom>
            <a:solidFill>
              <a:schemeClr val="bg1"/>
            </a:solidFill>
            <a:ln w="6350">
              <a:solidFill>
                <a:schemeClr val="bg1"/>
              </a:solidFill>
              <a:round/>
              <a:headEnd/>
              <a:tailEnd/>
            </a:ln>
          </p:spPr>
          <p:txBody>
            <a:bodyPr/>
            <a:lstStyle/>
            <a:p>
              <a:endParaRPr lang="zh-CN" altLang="en-US"/>
            </a:p>
          </p:txBody>
        </p:sp>
        <p:sp>
          <p:nvSpPr>
            <p:cNvPr id="17536" name="Freeform 46">
              <a:extLst>
                <a:ext uri="{FF2B5EF4-FFF2-40B4-BE49-F238E27FC236}">
                  <a16:creationId xmlns:a16="http://schemas.microsoft.com/office/drawing/2014/main" id="{217916DC-C85C-3A80-BF7F-1880EFEB1D45}"/>
                </a:ext>
              </a:extLst>
            </p:cNvPr>
            <p:cNvSpPr>
              <a:spLocks noEditPoints="1"/>
            </p:cNvSpPr>
            <p:nvPr/>
          </p:nvSpPr>
          <p:spPr bwMode="auto">
            <a:xfrm>
              <a:off x="3922" y="443"/>
              <a:ext cx="1179" cy="387"/>
            </a:xfrm>
            <a:custGeom>
              <a:avLst/>
              <a:gdLst>
                <a:gd name="T0" fmla="*/ 595 w 1234"/>
                <a:gd name="T1" fmla="*/ 65068 h 275"/>
                <a:gd name="T2" fmla="*/ 580 w 1234"/>
                <a:gd name="T3" fmla="*/ 61650 h 275"/>
                <a:gd name="T4" fmla="*/ 545 w 1234"/>
                <a:gd name="T5" fmla="*/ 55372 h 275"/>
                <a:gd name="T6" fmla="*/ 486 w 1234"/>
                <a:gd name="T7" fmla="*/ 45445 h 275"/>
                <a:gd name="T8" fmla="*/ 415 w 1234"/>
                <a:gd name="T9" fmla="*/ 32531 h 275"/>
                <a:gd name="T10" fmla="*/ 327 w 1234"/>
                <a:gd name="T11" fmla="*/ 19378 h 275"/>
                <a:gd name="T12" fmla="*/ 225 w 1234"/>
                <a:gd name="T13" fmla="*/ 9785 h 275"/>
                <a:gd name="T14" fmla="*/ 116 w 1234"/>
                <a:gd name="T15" fmla="*/ 3293 h 275"/>
                <a:gd name="T16" fmla="*/ 0 w 1234"/>
                <a:gd name="T17" fmla="*/ 0 h 275"/>
                <a:gd name="T18" fmla="*/ 0 w 1234"/>
                <a:gd name="T19" fmla="*/ 0 h 275"/>
                <a:gd name="T20" fmla="*/ 116 w 1234"/>
                <a:gd name="T21" fmla="*/ 3293 h 275"/>
                <a:gd name="T22" fmla="*/ 225 w 1234"/>
                <a:gd name="T23" fmla="*/ 9785 h 275"/>
                <a:gd name="T24" fmla="*/ 327 w 1234"/>
                <a:gd name="T25" fmla="*/ 19378 h 275"/>
                <a:gd name="T26" fmla="*/ 415 w 1234"/>
                <a:gd name="T27" fmla="*/ 32531 h 275"/>
                <a:gd name="T28" fmla="*/ 486 w 1234"/>
                <a:gd name="T29" fmla="*/ 45445 h 275"/>
                <a:gd name="T30" fmla="*/ 545 w 1234"/>
                <a:gd name="T31" fmla="*/ 55372 h 275"/>
                <a:gd name="T32" fmla="*/ 580 w 1234"/>
                <a:gd name="T33" fmla="*/ 61650 h 275"/>
                <a:gd name="T34" fmla="*/ 595 w 1234"/>
                <a:gd name="T35" fmla="*/ 65068 h 275"/>
                <a:gd name="T36" fmla="*/ 595 w 1234"/>
                <a:gd name="T37" fmla="*/ 65068 h 275"/>
                <a:gd name="T38" fmla="*/ 595 w 1234"/>
                <a:gd name="T39" fmla="*/ 65068 h 275"/>
                <a:gd name="T40" fmla="*/ 595 w 1234"/>
                <a:gd name="T41" fmla="*/ 65068 h 275"/>
                <a:gd name="T42" fmla="*/ 595 w 1234"/>
                <a:gd name="T43" fmla="*/ 65068 h 2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34"/>
                <a:gd name="T67" fmla="*/ 0 h 275"/>
                <a:gd name="T68" fmla="*/ 1234 w 1234"/>
                <a:gd name="T69" fmla="*/ 275 h 27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34" h="275">
                  <a:moveTo>
                    <a:pt x="1234" y="275"/>
                  </a:moveTo>
                  <a:lnTo>
                    <a:pt x="1204" y="261"/>
                  </a:lnTo>
                  <a:lnTo>
                    <a:pt x="1129" y="234"/>
                  </a:lnTo>
                  <a:lnTo>
                    <a:pt x="1008" y="192"/>
                  </a:lnTo>
                  <a:lnTo>
                    <a:pt x="858" y="137"/>
                  </a:lnTo>
                  <a:lnTo>
                    <a:pt x="677" y="82"/>
                  </a:lnTo>
                  <a:lnTo>
                    <a:pt x="467" y="41"/>
                  </a:lnTo>
                  <a:lnTo>
                    <a:pt x="241" y="14"/>
                  </a:lnTo>
                  <a:lnTo>
                    <a:pt x="0" y="0"/>
                  </a:lnTo>
                  <a:lnTo>
                    <a:pt x="241" y="14"/>
                  </a:lnTo>
                  <a:lnTo>
                    <a:pt x="467" y="41"/>
                  </a:lnTo>
                  <a:lnTo>
                    <a:pt x="677" y="82"/>
                  </a:lnTo>
                  <a:lnTo>
                    <a:pt x="858" y="137"/>
                  </a:lnTo>
                  <a:lnTo>
                    <a:pt x="1008" y="192"/>
                  </a:lnTo>
                  <a:lnTo>
                    <a:pt x="1129" y="234"/>
                  </a:lnTo>
                  <a:lnTo>
                    <a:pt x="1204" y="261"/>
                  </a:lnTo>
                  <a:lnTo>
                    <a:pt x="1234" y="275"/>
                  </a:lnTo>
                  <a:close/>
                  <a:moveTo>
                    <a:pt x="1234" y="275"/>
                  </a:moveTo>
                  <a:lnTo>
                    <a:pt x="1234" y="275"/>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37" name="Freeform 47">
              <a:extLst>
                <a:ext uri="{FF2B5EF4-FFF2-40B4-BE49-F238E27FC236}">
                  <a16:creationId xmlns:a16="http://schemas.microsoft.com/office/drawing/2014/main" id="{79439A5B-1455-D1C2-4132-DBB7603F20F3}"/>
                </a:ext>
              </a:extLst>
            </p:cNvPr>
            <p:cNvSpPr>
              <a:spLocks noEditPoints="1"/>
            </p:cNvSpPr>
            <p:nvPr/>
          </p:nvSpPr>
          <p:spPr bwMode="auto">
            <a:xfrm>
              <a:off x="3922" y="656"/>
              <a:ext cx="1179" cy="212"/>
            </a:xfrm>
            <a:custGeom>
              <a:avLst/>
              <a:gdLst>
                <a:gd name="T0" fmla="*/ 595 w 1234"/>
                <a:gd name="T1" fmla="*/ 34416 h 151"/>
                <a:gd name="T2" fmla="*/ 580 w 1234"/>
                <a:gd name="T3" fmla="*/ 34416 h 151"/>
                <a:gd name="T4" fmla="*/ 545 w 1234"/>
                <a:gd name="T5" fmla="*/ 28275 h 151"/>
                <a:gd name="T6" fmla="*/ 486 w 1234"/>
                <a:gd name="T7" fmla="*/ 24937 h 151"/>
                <a:gd name="T8" fmla="*/ 415 w 1234"/>
                <a:gd name="T9" fmla="*/ 18935 h 151"/>
                <a:gd name="T10" fmla="*/ 327 w 1234"/>
                <a:gd name="T11" fmla="*/ 12493 h 151"/>
                <a:gd name="T12" fmla="*/ 225 w 1234"/>
                <a:gd name="T13" fmla="*/ 6338 h 151"/>
                <a:gd name="T14" fmla="*/ 116 w 1234"/>
                <a:gd name="T15" fmla="*/ 3215 h 151"/>
                <a:gd name="T16" fmla="*/ 0 w 1234"/>
                <a:gd name="T17" fmla="*/ 0 h 151"/>
                <a:gd name="T18" fmla="*/ 0 w 1234"/>
                <a:gd name="T19" fmla="*/ 0 h 151"/>
                <a:gd name="T20" fmla="*/ 116 w 1234"/>
                <a:gd name="T21" fmla="*/ 3215 h 151"/>
                <a:gd name="T22" fmla="*/ 225 w 1234"/>
                <a:gd name="T23" fmla="*/ 6338 h 151"/>
                <a:gd name="T24" fmla="*/ 327 w 1234"/>
                <a:gd name="T25" fmla="*/ 12493 h 151"/>
                <a:gd name="T26" fmla="*/ 415 w 1234"/>
                <a:gd name="T27" fmla="*/ 18935 h 151"/>
                <a:gd name="T28" fmla="*/ 486 w 1234"/>
                <a:gd name="T29" fmla="*/ 24937 h 151"/>
                <a:gd name="T30" fmla="*/ 545 w 1234"/>
                <a:gd name="T31" fmla="*/ 28275 h 151"/>
                <a:gd name="T32" fmla="*/ 580 w 1234"/>
                <a:gd name="T33" fmla="*/ 34416 h 151"/>
                <a:gd name="T34" fmla="*/ 595 w 1234"/>
                <a:gd name="T35" fmla="*/ 34416 h 151"/>
                <a:gd name="T36" fmla="*/ 595 w 1234"/>
                <a:gd name="T37" fmla="*/ 34416 h 151"/>
                <a:gd name="T38" fmla="*/ 595 w 1234"/>
                <a:gd name="T39" fmla="*/ 34416 h 151"/>
                <a:gd name="T40" fmla="*/ 595 w 1234"/>
                <a:gd name="T41" fmla="*/ 34416 h 151"/>
                <a:gd name="T42" fmla="*/ 595 w 1234"/>
                <a:gd name="T43" fmla="*/ 34416 h 1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34"/>
                <a:gd name="T67" fmla="*/ 0 h 151"/>
                <a:gd name="T68" fmla="*/ 1234 w 1234"/>
                <a:gd name="T69" fmla="*/ 151 h 15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34" h="151">
                  <a:moveTo>
                    <a:pt x="1234" y="151"/>
                  </a:moveTo>
                  <a:lnTo>
                    <a:pt x="1204" y="151"/>
                  </a:lnTo>
                  <a:lnTo>
                    <a:pt x="1129" y="124"/>
                  </a:lnTo>
                  <a:lnTo>
                    <a:pt x="1008" y="110"/>
                  </a:lnTo>
                  <a:lnTo>
                    <a:pt x="858" y="83"/>
                  </a:lnTo>
                  <a:lnTo>
                    <a:pt x="677" y="55"/>
                  </a:lnTo>
                  <a:lnTo>
                    <a:pt x="467" y="28"/>
                  </a:lnTo>
                  <a:lnTo>
                    <a:pt x="241" y="14"/>
                  </a:lnTo>
                  <a:lnTo>
                    <a:pt x="0" y="0"/>
                  </a:lnTo>
                  <a:lnTo>
                    <a:pt x="241" y="14"/>
                  </a:lnTo>
                  <a:lnTo>
                    <a:pt x="467" y="28"/>
                  </a:lnTo>
                  <a:lnTo>
                    <a:pt x="677" y="55"/>
                  </a:lnTo>
                  <a:lnTo>
                    <a:pt x="858" y="83"/>
                  </a:lnTo>
                  <a:lnTo>
                    <a:pt x="1008" y="110"/>
                  </a:lnTo>
                  <a:lnTo>
                    <a:pt x="1129" y="124"/>
                  </a:lnTo>
                  <a:lnTo>
                    <a:pt x="1204" y="151"/>
                  </a:lnTo>
                  <a:lnTo>
                    <a:pt x="1234" y="151"/>
                  </a:lnTo>
                  <a:close/>
                  <a:moveTo>
                    <a:pt x="1234" y="151"/>
                  </a:moveTo>
                  <a:lnTo>
                    <a:pt x="1234" y="151"/>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38" name="Freeform 48">
              <a:extLst>
                <a:ext uri="{FF2B5EF4-FFF2-40B4-BE49-F238E27FC236}">
                  <a16:creationId xmlns:a16="http://schemas.microsoft.com/office/drawing/2014/main" id="{46BE9DA7-AA21-A073-1825-36B8DF0486D8}"/>
                </a:ext>
              </a:extLst>
            </p:cNvPr>
            <p:cNvSpPr>
              <a:spLocks noEditPoints="1"/>
            </p:cNvSpPr>
            <p:nvPr/>
          </p:nvSpPr>
          <p:spPr bwMode="auto">
            <a:xfrm>
              <a:off x="3894" y="946"/>
              <a:ext cx="1207" cy="386"/>
            </a:xfrm>
            <a:custGeom>
              <a:avLst/>
              <a:gdLst>
                <a:gd name="T0" fmla="*/ 0 w 1264"/>
                <a:gd name="T1" fmla="*/ 62449 h 275"/>
                <a:gd name="T2" fmla="*/ 115 w 1264"/>
                <a:gd name="T3" fmla="*/ 59573 h 275"/>
                <a:gd name="T4" fmla="*/ 222 w 1264"/>
                <a:gd name="T5" fmla="*/ 53035 h 275"/>
                <a:gd name="T6" fmla="*/ 329 w 1264"/>
                <a:gd name="T7" fmla="*/ 43750 h 275"/>
                <a:gd name="T8" fmla="*/ 416 w 1264"/>
                <a:gd name="T9" fmla="*/ 31352 h 275"/>
                <a:gd name="T10" fmla="*/ 496 w 1264"/>
                <a:gd name="T11" fmla="*/ 18885 h 275"/>
                <a:gd name="T12" fmla="*/ 555 w 1264"/>
                <a:gd name="T13" fmla="*/ 9585 h 275"/>
                <a:gd name="T14" fmla="*/ 589 w 1264"/>
                <a:gd name="T15" fmla="*/ 3213 h 275"/>
                <a:gd name="T16" fmla="*/ 605 w 1264"/>
                <a:gd name="T17" fmla="*/ 0 h 275"/>
                <a:gd name="T18" fmla="*/ 605 w 1264"/>
                <a:gd name="T19" fmla="*/ 0 h 275"/>
                <a:gd name="T20" fmla="*/ 589 w 1264"/>
                <a:gd name="T21" fmla="*/ 3213 h 275"/>
                <a:gd name="T22" fmla="*/ 555 w 1264"/>
                <a:gd name="T23" fmla="*/ 9585 h 275"/>
                <a:gd name="T24" fmla="*/ 496 w 1264"/>
                <a:gd name="T25" fmla="*/ 18885 h 275"/>
                <a:gd name="T26" fmla="*/ 416 w 1264"/>
                <a:gd name="T27" fmla="*/ 31352 h 275"/>
                <a:gd name="T28" fmla="*/ 329 w 1264"/>
                <a:gd name="T29" fmla="*/ 43750 h 275"/>
                <a:gd name="T30" fmla="*/ 222 w 1264"/>
                <a:gd name="T31" fmla="*/ 53035 h 275"/>
                <a:gd name="T32" fmla="*/ 115 w 1264"/>
                <a:gd name="T33" fmla="*/ 59573 h 275"/>
                <a:gd name="T34" fmla="*/ 0 w 1264"/>
                <a:gd name="T35" fmla="*/ 62449 h 275"/>
                <a:gd name="T36" fmla="*/ 0 w 1264"/>
                <a:gd name="T37" fmla="*/ 62449 h 275"/>
                <a:gd name="T38" fmla="*/ 0 w 1264"/>
                <a:gd name="T39" fmla="*/ 62449 h 275"/>
                <a:gd name="T40" fmla="*/ 0 w 1264"/>
                <a:gd name="T41" fmla="*/ 62449 h 275"/>
                <a:gd name="T42" fmla="*/ 0 w 1264"/>
                <a:gd name="T43" fmla="*/ 62449 h 2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64"/>
                <a:gd name="T67" fmla="*/ 0 h 275"/>
                <a:gd name="T68" fmla="*/ 1264 w 1264"/>
                <a:gd name="T69" fmla="*/ 275 h 27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64" h="275">
                  <a:moveTo>
                    <a:pt x="0" y="275"/>
                  </a:moveTo>
                  <a:lnTo>
                    <a:pt x="241" y="262"/>
                  </a:lnTo>
                  <a:lnTo>
                    <a:pt x="467" y="234"/>
                  </a:lnTo>
                  <a:lnTo>
                    <a:pt x="692" y="193"/>
                  </a:lnTo>
                  <a:lnTo>
                    <a:pt x="873" y="138"/>
                  </a:lnTo>
                  <a:lnTo>
                    <a:pt x="1038" y="83"/>
                  </a:lnTo>
                  <a:lnTo>
                    <a:pt x="1159" y="42"/>
                  </a:lnTo>
                  <a:lnTo>
                    <a:pt x="1234" y="14"/>
                  </a:lnTo>
                  <a:lnTo>
                    <a:pt x="1264" y="0"/>
                  </a:lnTo>
                  <a:lnTo>
                    <a:pt x="1234" y="14"/>
                  </a:lnTo>
                  <a:lnTo>
                    <a:pt x="1159" y="42"/>
                  </a:lnTo>
                  <a:lnTo>
                    <a:pt x="1038" y="83"/>
                  </a:lnTo>
                  <a:lnTo>
                    <a:pt x="873" y="138"/>
                  </a:lnTo>
                  <a:lnTo>
                    <a:pt x="692" y="193"/>
                  </a:lnTo>
                  <a:lnTo>
                    <a:pt x="467" y="234"/>
                  </a:lnTo>
                  <a:lnTo>
                    <a:pt x="241" y="262"/>
                  </a:lnTo>
                  <a:lnTo>
                    <a:pt x="0" y="275"/>
                  </a:lnTo>
                  <a:close/>
                  <a:moveTo>
                    <a:pt x="0" y="275"/>
                  </a:moveTo>
                  <a:lnTo>
                    <a:pt x="0" y="275"/>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39" name="Freeform 49">
              <a:extLst>
                <a:ext uri="{FF2B5EF4-FFF2-40B4-BE49-F238E27FC236}">
                  <a16:creationId xmlns:a16="http://schemas.microsoft.com/office/drawing/2014/main" id="{BBF64146-8D3C-8ACF-9F8C-A8D4070BA98C}"/>
                </a:ext>
              </a:extLst>
            </p:cNvPr>
            <p:cNvSpPr>
              <a:spLocks noEditPoints="1"/>
            </p:cNvSpPr>
            <p:nvPr/>
          </p:nvSpPr>
          <p:spPr bwMode="auto">
            <a:xfrm>
              <a:off x="3894" y="907"/>
              <a:ext cx="1207" cy="213"/>
            </a:xfrm>
            <a:custGeom>
              <a:avLst/>
              <a:gdLst>
                <a:gd name="T0" fmla="*/ 0 w 1264"/>
                <a:gd name="T1" fmla="*/ 37056 h 151"/>
                <a:gd name="T2" fmla="*/ 115 w 1264"/>
                <a:gd name="T3" fmla="*/ 37056 h 151"/>
                <a:gd name="T4" fmla="*/ 222 w 1264"/>
                <a:gd name="T5" fmla="*/ 30510 h 151"/>
                <a:gd name="T6" fmla="*/ 329 w 1264"/>
                <a:gd name="T7" fmla="*/ 27069 h 151"/>
                <a:gd name="T8" fmla="*/ 416 w 1264"/>
                <a:gd name="T9" fmla="*/ 20241 h 151"/>
                <a:gd name="T10" fmla="*/ 496 w 1264"/>
                <a:gd name="T11" fmla="*/ 13604 h 151"/>
                <a:gd name="T12" fmla="*/ 555 w 1264"/>
                <a:gd name="T13" fmla="*/ 6635 h 151"/>
                <a:gd name="T14" fmla="*/ 589 w 1264"/>
                <a:gd name="T15" fmla="*/ 3436 h 151"/>
                <a:gd name="T16" fmla="*/ 605 w 1264"/>
                <a:gd name="T17" fmla="*/ 0 h 151"/>
                <a:gd name="T18" fmla="*/ 605 w 1264"/>
                <a:gd name="T19" fmla="*/ 0 h 151"/>
                <a:gd name="T20" fmla="*/ 589 w 1264"/>
                <a:gd name="T21" fmla="*/ 3436 h 151"/>
                <a:gd name="T22" fmla="*/ 555 w 1264"/>
                <a:gd name="T23" fmla="*/ 6635 h 151"/>
                <a:gd name="T24" fmla="*/ 496 w 1264"/>
                <a:gd name="T25" fmla="*/ 13604 h 151"/>
                <a:gd name="T26" fmla="*/ 416 w 1264"/>
                <a:gd name="T27" fmla="*/ 20241 h 151"/>
                <a:gd name="T28" fmla="*/ 329 w 1264"/>
                <a:gd name="T29" fmla="*/ 27069 h 151"/>
                <a:gd name="T30" fmla="*/ 222 w 1264"/>
                <a:gd name="T31" fmla="*/ 30510 h 151"/>
                <a:gd name="T32" fmla="*/ 115 w 1264"/>
                <a:gd name="T33" fmla="*/ 37056 h 151"/>
                <a:gd name="T34" fmla="*/ 0 w 1264"/>
                <a:gd name="T35" fmla="*/ 37056 h 151"/>
                <a:gd name="T36" fmla="*/ 0 w 1264"/>
                <a:gd name="T37" fmla="*/ 37056 h 151"/>
                <a:gd name="T38" fmla="*/ 0 w 1264"/>
                <a:gd name="T39" fmla="*/ 37056 h 151"/>
                <a:gd name="T40" fmla="*/ 0 w 1264"/>
                <a:gd name="T41" fmla="*/ 37056 h 151"/>
                <a:gd name="T42" fmla="*/ 0 w 1264"/>
                <a:gd name="T43" fmla="*/ 37056 h 1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64"/>
                <a:gd name="T67" fmla="*/ 0 h 151"/>
                <a:gd name="T68" fmla="*/ 1264 w 1264"/>
                <a:gd name="T69" fmla="*/ 151 h 15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64" h="151">
                  <a:moveTo>
                    <a:pt x="0" y="151"/>
                  </a:moveTo>
                  <a:lnTo>
                    <a:pt x="241" y="151"/>
                  </a:lnTo>
                  <a:lnTo>
                    <a:pt x="467" y="124"/>
                  </a:lnTo>
                  <a:lnTo>
                    <a:pt x="692" y="110"/>
                  </a:lnTo>
                  <a:lnTo>
                    <a:pt x="873" y="82"/>
                  </a:lnTo>
                  <a:lnTo>
                    <a:pt x="1038" y="55"/>
                  </a:lnTo>
                  <a:lnTo>
                    <a:pt x="1159" y="27"/>
                  </a:lnTo>
                  <a:lnTo>
                    <a:pt x="1234" y="14"/>
                  </a:lnTo>
                  <a:lnTo>
                    <a:pt x="1264" y="0"/>
                  </a:lnTo>
                  <a:lnTo>
                    <a:pt x="1234" y="14"/>
                  </a:lnTo>
                  <a:lnTo>
                    <a:pt x="1159" y="27"/>
                  </a:lnTo>
                  <a:lnTo>
                    <a:pt x="1038" y="55"/>
                  </a:lnTo>
                  <a:lnTo>
                    <a:pt x="873" y="82"/>
                  </a:lnTo>
                  <a:lnTo>
                    <a:pt x="692" y="110"/>
                  </a:lnTo>
                  <a:lnTo>
                    <a:pt x="467" y="124"/>
                  </a:lnTo>
                  <a:lnTo>
                    <a:pt x="241" y="151"/>
                  </a:lnTo>
                  <a:lnTo>
                    <a:pt x="0" y="151"/>
                  </a:lnTo>
                  <a:close/>
                  <a:moveTo>
                    <a:pt x="0" y="151"/>
                  </a:moveTo>
                  <a:lnTo>
                    <a:pt x="0" y="151"/>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 name="Group 50">
            <a:extLst>
              <a:ext uri="{FF2B5EF4-FFF2-40B4-BE49-F238E27FC236}">
                <a16:creationId xmlns:a16="http://schemas.microsoft.com/office/drawing/2014/main" id="{83EF1719-5B84-5658-F59E-013DE6137EB2}"/>
              </a:ext>
            </a:extLst>
          </p:cNvPr>
          <p:cNvGrpSpPr>
            <a:grpSpLocks/>
          </p:cNvGrpSpPr>
          <p:nvPr/>
        </p:nvGrpSpPr>
        <p:grpSpPr bwMode="auto">
          <a:xfrm>
            <a:off x="5440363" y="3754438"/>
            <a:ext cx="1497012" cy="1905000"/>
            <a:chOff x="2701" y="192"/>
            <a:chExt cx="1279" cy="1392"/>
          </a:xfrm>
        </p:grpSpPr>
        <p:sp>
          <p:nvSpPr>
            <p:cNvPr id="17519" name="Freeform 51">
              <a:extLst>
                <a:ext uri="{FF2B5EF4-FFF2-40B4-BE49-F238E27FC236}">
                  <a16:creationId xmlns:a16="http://schemas.microsoft.com/office/drawing/2014/main" id="{C7E000E8-3953-586A-A6C3-150FFD3DE8FF}"/>
                </a:ext>
              </a:extLst>
            </p:cNvPr>
            <p:cNvSpPr>
              <a:spLocks noEditPoints="1"/>
            </p:cNvSpPr>
            <p:nvPr/>
          </p:nvSpPr>
          <p:spPr bwMode="auto">
            <a:xfrm>
              <a:off x="2729" y="223"/>
              <a:ext cx="1206" cy="579"/>
            </a:xfrm>
            <a:custGeom>
              <a:avLst/>
              <a:gdLst>
                <a:gd name="T0" fmla="*/ 604 w 1263"/>
                <a:gd name="T1" fmla="*/ 0 h 412"/>
                <a:gd name="T2" fmla="*/ 489 w 1263"/>
                <a:gd name="T3" fmla="*/ 2905 h 412"/>
                <a:gd name="T4" fmla="*/ 374 w 1263"/>
                <a:gd name="T5" fmla="*/ 15837 h 412"/>
                <a:gd name="T6" fmla="*/ 273 w 1263"/>
                <a:gd name="T7" fmla="*/ 31754 h 412"/>
                <a:gd name="T8" fmla="*/ 186 w 1263"/>
                <a:gd name="T9" fmla="*/ 47746 h 412"/>
                <a:gd name="T10" fmla="*/ 108 w 1263"/>
                <a:gd name="T11" fmla="*/ 66713 h 412"/>
                <a:gd name="T12" fmla="*/ 50 w 1263"/>
                <a:gd name="T13" fmla="*/ 79302 h 412"/>
                <a:gd name="T14" fmla="*/ 14 w 1263"/>
                <a:gd name="T15" fmla="*/ 92138 h 412"/>
                <a:gd name="T16" fmla="*/ 0 w 1263"/>
                <a:gd name="T17" fmla="*/ 95423 h 412"/>
                <a:gd name="T18" fmla="*/ 0 w 1263"/>
                <a:gd name="T19" fmla="*/ 95423 h 412"/>
                <a:gd name="T20" fmla="*/ 14 w 1263"/>
                <a:gd name="T21" fmla="*/ 92138 h 412"/>
                <a:gd name="T22" fmla="*/ 50 w 1263"/>
                <a:gd name="T23" fmla="*/ 79302 h 412"/>
                <a:gd name="T24" fmla="*/ 108 w 1263"/>
                <a:gd name="T25" fmla="*/ 66713 h 412"/>
                <a:gd name="T26" fmla="*/ 186 w 1263"/>
                <a:gd name="T27" fmla="*/ 47746 h 412"/>
                <a:gd name="T28" fmla="*/ 273 w 1263"/>
                <a:gd name="T29" fmla="*/ 31754 h 412"/>
                <a:gd name="T30" fmla="*/ 374 w 1263"/>
                <a:gd name="T31" fmla="*/ 15837 h 412"/>
                <a:gd name="T32" fmla="*/ 489 w 1263"/>
                <a:gd name="T33" fmla="*/ 2905 h 412"/>
                <a:gd name="T34" fmla="*/ 604 w 1263"/>
                <a:gd name="T35" fmla="*/ 0 h 412"/>
                <a:gd name="T36" fmla="*/ 604 w 1263"/>
                <a:gd name="T37" fmla="*/ 0 h 412"/>
                <a:gd name="T38" fmla="*/ 604 w 1263"/>
                <a:gd name="T39" fmla="*/ 0 h 412"/>
                <a:gd name="T40" fmla="*/ 604 w 1263"/>
                <a:gd name="T41" fmla="*/ 0 h 412"/>
                <a:gd name="T42" fmla="*/ 604 w 1263"/>
                <a:gd name="T43" fmla="*/ 0 h 4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63"/>
                <a:gd name="T67" fmla="*/ 0 h 412"/>
                <a:gd name="T68" fmla="*/ 1263 w 1263"/>
                <a:gd name="T69" fmla="*/ 412 h 41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63" h="412">
                  <a:moveTo>
                    <a:pt x="1263" y="0"/>
                  </a:moveTo>
                  <a:lnTo>
                    <a:pt x="1023" y="13"/>
                  </a:lnTo>
                  <a:lnTo>
                    <a:pt x="782" y="68"/>
                  </a:lnTo>
                  <a:lnTo>
                    <a:pt x="571" y="137"/>
                  </a:lnTo>
                  <a:lnTo>
                    <a:pt x="391" y="206"/>
                  </a:lnTo>
                  <a:lnTo>
                    <a:pt x="225" y="288"/>
                  </a:lnTo>
                  <a:lnTo>
                    <a:pt x="105" y="343"/>
                  </a:lnTo>
                  <a:lnTo>
                    <a:pt x="30" y="398"/>
                  </a:lnTo>
                  <a:lnTo>
                    <a:pt x="0" y="412"/>
                  </a:lnTo>
                  <a:lnTo>
                    <a:pt x="30" y="398"/>
                  </a:lnTo>
                  <a:lnTo>
                    <a:pt x="105" y="343"/>
                  </a:lnTo>
                  <a:lnTo>
                    <a:pt x="225" y="288"/>
                  </a:lnTo>
                  <a:lnTo>
                    <a:pt x="391" y="206"/>
                  </a:lnTo>
                  <a:lnTo>
                    <a:pt x="571" y="137"/>
                  </a:lnTo>
                  <a:lnTo>
                    <a:pt x="782" y="68"/>
                  </a:lnTo>
                  <a:lnTo>
                    <a:pt x="1023" y="13"/>
                  </a:lnTo>
                  <a:lnTo>
                    <a:pt x="1263" y="0"/>
                  </a:lnTo>
                  <a:close/>
                  <a:moveTo>
                    <a:pt x="1263" y="0"/>
                  </a:moveTo>
                  <a:lnTo>
                    <a:pt x="1263" y="0"/>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20" name="Freeform 52">
              <a:extLst>
                <a:ext uri="{FF2B5EF4-FFF2-40B4-BE49-F238E27FC236}">
                  <a16:creationId xmlns:a16="http://schemas.microsoft.com/office/drawing/2014/main" id="{1A31B867-DD55-ED47-D5B2-174372B2EA2C}"/>
                </a:ext>
              </a:extLst>
            </p:cNvPr>
            <p:cNvSpPr>
              <a:spLocks noEditPoints="1"/>
            </p:cNvSpPr>
            <p:nvPr/>
          </p:nvSpPr>
          <p:spPr bwMode="auto">
            <a:xfrm>
              <a:off x="2701" y="966"/>
              <a:ext cx="1193" cy="580"/>
            </a:xfrm>
            <a:custGeom>
              <a:avLst/>
              <a:gdLst>
                <a:gd name="T0" fmla="*/ 0 w 1248"/>
                <a:gd name="T1" fmla="*/ 0 h 413"/>
                <a:gd name="T2" fmla="*/ 14 w 1248"/>
                <a:gd name="T3" fmla="*/ 3224 h 413"/>
                <a:gd name="T4" fmla="*/ 51 w 1248"/>
                <a:gd name="T5" fmla="*/ 15765 h 413"/>
                <a:gd name="T6" fmla="*/ 109 w 1248"/>
                <a:gd name="T7" fmla="*/ 31533 h 413"/>
                <a:gd name="T8" fmla="*/ 182 w 1248"/>
                <a:gd name="T9" fmla="*/ 47068 h 413"/>
                <a:gd name="T10" fmla="*/ 271 w 1248"/>
                <a:gd name="T11" fmla="*/ 66100 h 413"/>
                <a:gd name="T12" fmla="*/ 381 w 1248"/>
                <a:gd name="T13" fmla="*/ 78676 h 413"/>
                <a:gd name="T14" fmla="*/ 490 w 1248"/>
                <a:gd name="T15" fmla="*/ 91217 h 413"/>
                <a:gd name="T16" fmla="*/ 607 w 1248"/>
                <a:gd name="T17" fmla="*/ 94616 h 413"/>
                <a:gd name="T18" fmla="*/ 607 w 1248"/>
                <a:gd name="T19" fmla="*/ 94616 h 413"/>
                <a:gd name="T20" fmla="*/ 490 w 1248"/>
                <a:gd name="T21" fmla="*/ 91217 h 413"/>
                <a:gd name="T22" fmla="*/ 381 w 1248"/>
                <a:gd name="T23" fmla="*/ 78676 h 413"/>
                <a:gd name="T24" fmla="*/ 271 w 1248"/>
                <a:gd name="T25" fmla="*/ 66100 h 413"/>
                <a:gd name="T26" fmla="*/ 182 w 1248"/>
                <a:gd name="T27" fmla="*/ 47068 h 413"/>
                <a:gd name="T28" fmla="*/ 109 w 1248"/>
                <a:gd name="T29" fmla="*/ 31533 h 413"/>
                <a:gd name="T30" fmla="*/ 51 w 1248"/>
                <a:gd name="T31" fmla="*/ 15765 h 413"/>
                <a:gd name="T32" fmla="*/ 14 w 1248"/>
                <a:gd name="T33" fmla="*/ 3224 h 413"/>
                <a:gd name="T34" fmla="*/ 0 w 1248"/>
                <a:gd name="T35" fmla="*/ 0 h 413"/>
                <a:gd name="T36" fmla="*/ 0 w 1248"/>
                <a:gd name="T37" fmla="*/ 0 h 413"/>
                <a:gd name="T38" fmla="*/ 0 w 1248"/>
                <a:gd name="T39" fmla="*/ 0 h 413"/>
                <a:gd name="T40" fmla="*/ 0 w 1248"/>
                <a:gd name="T41" fmla="*/ 0 h 413"/>
                <a:gd name="T42" fmla="*/ 0 w 1248"/>
                <a:gd name="T43" fmla="*/ 0 h 41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48"/>
                <a:gd name="T67" fmla="*/ 0 h 413"/>
                <a:gd name="T68" fmla="*/ 1248 w 1248"/>
                <a:gd name="T69" fmla="*/ 413 h 41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48" h="413">
                  <a:moveTo>
                    <a:pt x="0" y="0"/>
                  </a:moveTo>
                  <a:lnTo>
                    <a:pt x="30" y="14"/>
                  </a:lnTo>
                  <a:lnTo>
                    <a:pt x="105" y="69"/>
                  </a:lnTo>
                  <a:lnTo>
                    <a:pt x="225" y="138"/>
                  </a:lnTo>
                  <a:lnTo>
                    <a:pt x="376" y="206"/>
                  </a:lnTo>
                  <a:lnTo>
                    <a:pt x="556" y="289"/>
                  </a:lnTo>
                  <a:lnTo>
                    <a:pt x="782" y="344"/>
                  </a:lnTo>
                  <a:lnTo>
                    <a:pt x="1008" y="399"/>
                  </a:lnTo>
                  <a:lnTo>
                    <a:pt x="1248" y="413"/>
                  </a:lnTo>
                  <a:lnTo>
                    <a:pt x="1008" y="399"/>
                  </a:lnTo>
                  <a:lnTo>
                    <a:pt x="782" y="344"/>
                  </a:lnTo>
                  <a:lnTo>
                    <a:pt x="556" y="289"/>
                  </a:lnTo>
                  <a:lnTo>
                    <a:pt x="376" y="206"/>
                  </a:lnTo>
                  <a:lnTo>
                    <a:pt x="225" y="138"/>
                  </a:lnTo>
                  <a:lnTo>
                    <a:pt x="105" y="69"/>
                  </a:lnTo>
                  <a:lnTo>
                    <a:pt x="30" y="14"/>
                  </a:lnTo>
                  <a:lnTo>
                    <a:pt x="0" y="0"/>
                  </a:lnTo>
                  <a:close/>
                  <a:moveTo>
                    <a:pt x="0" y="0"/>
                  </a:moveTo>
                  <a:lnTo>
                    <a:pt x="0" y="0"/>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21" name="Freeform 53">
              <a:extLst>
                <a:ext uri="{FF2B5EF4-FFF2-40B4-BE49-F238E27FC236}">
                  <a16:creationId xmlns:a16="http://schemas.microsoft.com/office/drawing/2014/main" id="{45D9FC52-AE56-E91D-A8C1-437DC5D50B27}"/>
                </a:ext>
              </a:extLst>
            </p:cNvPr>
            <p:cNvSpPr>
              <a:spLocks noEditPoints="1"/>
            </p:cNvSpPr>
            <p:nvPr/>
          </p:nvSpPr>
          <p:spPr bwMode="auto">
            <a:xfrm>
              <a:off x="2716" y="888"/>
              <a:ext cx="1206" cy="1"/>
            </a:xfrm>
            <a:custGeom>
              <a:avLst/>
              <a:gdLst>
                <a:gd name="T0" fmla="*/ 604 w 1263"/>
                <a:gd name="T1" fmla="*/ 0 h 1"/>
                <a:gd name="T2" fmla="*/ 0 w 1263"/>
                <a:gd name="T3" fmla="*/ 0 h 1"/>
                <a:gd name="T4" fmla="*/ 604 w 1263"/>
                <a:gd name="T5" fmla="*/ 0 h 1"/>
                <a:gd name="T6" fmla="*/ 604 w 1263"/>
                <a:gd name="T7" fmla="*/ 0 h 1"/>
                <a:gd name="T8" fmla="*/ 604 w 1263"/>
                <a:gd name="T9" fmla="*/ 0 h 1"/>
                <a:gd name="T10" fmla="*/ 604 w 1263"/>
                <a:gd name="T11" fmla="*/ 0 h 1"/>
                <a:gd name="T12" fmla="*/ 604 w 1263"/>
                <a:gd name="T13" fmla="*/ 0 h 1"/>
                <a:gd name="T14" fmla="*/ 0 60000 65536"/>
                <a:gd name="T15" fmla="*/ 0 60000 65536"/>
                <a:gd name="T16" fmla="*/ 0 60000 65536"/>
                <a:gd name="T17" fmla="*/ 0 60000 65536"/>
                <a:gd name="T18" fmla="*/ 0 60000 65536"/>
                <a:gd name="T19" fmla="*/ 0 60000 65536"/>
                <a:gd name="T20" fmla="*/ 0 60000 65536"/>
                <a:gd name="T21" fmla="*/ 0 w 1263"/>
                <a:gd name="T22" fmla="*/ 0 h 1"/>
                <a:gd name="T23" fmla="*/ 1263 w 1263"/>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3" h="1">
                  <a:moveTo>
                    <a:pt x="1263" y="0"/>
                  </a:moveTo>
                  <a:lnTo>
                    <a:pt x="0" y="0"/>
                  </a:lnTo>
                  <a:lnTo>
                    <a:pt x="1263" y="0"/>
                  </a:lnTo>
                  <a:close/>
                  <a:moveTo>
                    <a:pt x="1263" y="0"/>
                  </a:moveTo>
                  <a:lnTo>
                    <a:pt x="1263" y="0"/>
                  </a:lnTo>
                  <a:close/>
                </a:path>
              </a:pathLst>
            </a:custGeom>
            <a:solidFill>
              <a:schemeClr val="bg1"/>
            </a:solidFill>
            <a:ln w="6350">
              <a:solidFill>
                <a:schemeClr val="bg1"/>
              </a:solidFill>
              <a:round/>
              <a:headEnd/>
              <a:tailEnd/>
            </a:ln>
          </p:spPr>
          <p:txBody>
            <a:bodyPr/>
            <a:lstStyle/>
            <a:p>
              <a:endParaRPr lang="zh-CN" altLang="en-US"/>
            </a:p>
          </p:txBody>
        </p:sp>
        <p:sp>
          <p:nvSpPr>
            <p:cNvPr id="17522" name="Freeform 54">
              <a:extLst>
                <a:ext uri="{FF2B5EF4-FFF2-40B4-BE49-F238E27FC236}">
                  <a16:creationId xmlns:a16="http://schemas.microsoft.com/office/drawing/2014/main" id="{0E3C2E52-382F-7880-EEAC-E9D9303ACF25}"/>
                </a:ext>
              </a:extLst>
            </p:cNvPr>
            <p:cNvSpPr>
              <a:spLocks noEditPoints="1"/>
            </p:cNvSpPr>
            <p:nvPr/>
          </p:nvSpPr>
          <p:spPr bwMode="auto">
            <a:xfrm>
              <a:off x="2716" y="443"/>
              <a:ext cx="1206" cy="387"/>
            </a:xfrm>
            <a:custGeom>
              <a:avLst/>
              <a:gdLst>
                <a:gd name="T0" fmla="*/ 604 w 1263"/>
                <a:gd name="T1" fmla="*/ 0 h 275"/>
                <a:gd name="T2" fmla="*/ 489 w 1263"/>
                <a:gd name="T3" fmla="*/ 3293 h 275"/>
                <a:gd name="T4" fmla="*/ 374 w 1263"/>
                <a:gd name="T5" fmla="*/ 9785 h 275"/>
                <a:gd name="T6" fmla="*/ 273 w 1263"/>
                <a:gd name="T7" fmla="*/ 19378 h 275"/>
                <a:gd name="T8" fmla="*/ 186 w 1263"/>
                <a:gd name="T9" fmla="*/ 32531 h 275"/>
                <a:gd name="T10" fmla="*/ 108 w 1263"/>
                <a:gd name="T11" fmla="*/ 45445 h 275"/>
                <a:gd name="T12" fmla="*/ 50 w 1263"/>
                <a:gd name="T13" fmla="*/ 55372 h 275"/>
                <a:gd name="T14" fmla="*/ 14 w 1263"/>
                <a:gd name="T15" fmla="*/ 61650 h 275"/>
                <a:gd name="T16" fmla="*/ 0 w 1263"/>
                <a:gd name="T17" fmla="*/ 65068 h 275"/>
                <a:gd name="T18" fmla="*/ 0 w 1263"/>
                <a:gd name="T19" fmla="*/ 65068 h 275"/>
                <a:gd name="T20" fmla="*/ 14 w 1263"/>
                <a:gd name="T21" fmla="*/ 61650 h 275"/>
                <a:gd name="T22" fmla="*/ 50 w 1263"/>
                <a:gd name="T23" fmla="*/ 55372 h 275"/>
                <a:gd name="T24" fmla="*/ 108 w 1263"/>
                <a:gd name="T25" fmla="*/ 45445 h 275"/>
                <a:gd name="T26" fmla="*/ 186 w 1263"/>
                <a:gd name="T27" fmla="*/ 32531 h 275"/>
                <a:gd name="T28" fmla="*/ 273 w 1263"/>
                <a:gd name="T29" fmla="*/ 19378 h 275"/>
                <a:gd name="T30" fmla="*/ 374 w 1263"/>
                <a:gd name="T31" fmla="*/ 9785 h 275"/>
                <a:gd name="T32" fmla="*/ 489 w 1263"/>
                <a:gd name="T33" fmla="*/ 3293 h 275"/>
                <a:gd name="T34" fmla="*/ 604 w 1263"/>
                <a:gd name="T35" fmla="*/ 0 h 275"/>
                <a:gd name="T36" fmla="*/ 604 w 1263"/>
                <a:gd name="T37" fmla="*/ 0 h 275"/>
                <a:gd name="T38" fmla="*/ 604 w 1263"/>
                <a:gd name="T39" fmla="*/ 0 h 275"/>
                <a:gd name="T40" fmla="*/ 604 w 1263"/>
                <a:gd name="T41" fmla="*/ 0 h 275"/>
                <a:gd name="T42" fmla="*/ 604 w 1263"/>
                <a:gd name="T43" fmla="*/ 0 h 2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63"/>
                <a:gd name="T67" fmla="*/ 0 h 275"/>
                <a:gd name="T68" fmla="*/ 1263 w 1263"/>
                <a:gd name="T69" fmla="*/ 275 h 27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63" h="275">
                  <a:moveTo>
                    <a:pt x="1263" y="0"/>
                  </a:moveTo>
                  <a:lnTo>
                    <a:pt x="1023" y="14"/>
                  </a:lnTo>
                  <a:lnTo>
                    <a:pt x="782" y="41"/>
                  </a:lnTo>
                  <a:lnTo>
                    <a:pt x="571" y="82"/>
                  </a:lnTo>
                  <a:lnTo>
                    <a:pt x="391" y="137"/>
                  </a:lnTo>
                  <a:lnTo>
                    <a:pt x="225" y="192"/>
                  </a:lnTo>
                  <a:lnTo>
                    <a:pt x="105" y="234"/>
                  </a:lnTo>
                  <a:lnTo>
                    <a:pt x="30" y="261"/>
                  </a:lnTo>
                  <a:lnTo>
                    <a:pt x="0" y="275"/>
                  </a:lnTo>
                  <a:lnTo>
                    <a:pt x="30" y="261"/>
                  </a:lnTo>
                  <a:lnTo>
                    <a:pt x="105" y="234"/>
                  </a:lnTo>
                  <a:lnTo>
                    <a:pt x="225" y="192"/>
                  </a:lnTo>
                  <a:lnTo>
                    <a:pt x="391" y="137"/>
                  </a:lnTo>
                  <a:lnTo>
                    <a:pt x="571" y="82"/>
                  </a:lnTo>
                  <a:lnTo>
                    <a:pt x="782" y="41"/>
                  </a:lnTo>
                  <a:lnTo>
                    <a:pt x="1023" y="14"/>
                  </a:lnTo>
                  <a:lnTo>
                    <a:pt x="1263" y="0"/>
                  </a:lnTo>
                  <a:close/>
                  <a:moveTo>
                    <a:pt x="1263" y="0"/>
                  </a:moveTo>
                  <a:lnTo>
                    <a:pt x="1263" y="0"/>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23" name="Freeform 55">
              <a:extLst>
                <a:ext uri="{FF2B5EF4-FFF2-40B4-BE49-F238E27FC236}">
                  <a16:creationId xmlns:a16="http://schemas.microsoft.com/office/drawing/2014/main" id="{E7EA4CC3-A86E-61FA-7B24-2B8F2E81112C}"/>
                </a:ext>
              </a:extLst>
            </p:cNvPr>
            <p:cNvSpPr>
              <a:spLocks noEditPoints="1"/>
            </p:cNvSpPr>
            <p:nvPr/>
          </p:nvSpPr>
          <p:spPr bwMode="auto">
            <a:xfrm>
              <a:off x="2716" y="656"/>
              <a:ext cx="1206" cy="212"/>
            </a:xfrm>
            <a:custGeom>
              <a:avLst/>
              <a:gdLst>
                <a:gd name="T0" fmla="*/ 604 w 1263"/>
                <a:gd name="T1" fmla="*/ 0 h 151"/>
                <a:gd name="T2" fmla="*/ 489 w 1263"/>
                <a:gd name="T3" fmla="*/ 3215 h 151"/>
                <a:gd name="T4" fmla="*/ 374 w 1263"/>
                <a:gd name="T5" fmla="*/ 6338 h 151"/>
                <a:gd name="T6" fmla="*/ 273 w 1263"/>
                <a:gd name="T7" fmla="*/ 12493 h 151"/>
                <a:gd name="T8" fmla="*/ 186 w 1263"/>
                <a:gd name="T9" fmla="*/ 18935 h 151"/>
                <a:gd name="T10" fmla="*/ 108 w 1263"/>
                <a:gd name="T11" fmla="*/ 24937 h 151"/>
                <a:gd name="T12" fmla="*/ 50 w 1263"/>
                <a:gd name="T13" fmla="*/ 28275 h 151"/>
                <a:gd name="T14" fmla="*/ 14 w 1263"/>
                <a:gd name="T15" fmla="*/ 34416 h 151"/>
                <a:gd name="T16" fmla="*/ 0 w 1263"/>
                <a:gd name="T17" fmla="*/ 34416 h 151"/>
                <a:gd name="T18" fmla="*/ 0 w 1263"/>
                <a:gd name="T19" fmla="*/ 34416 h 151"/>
                <a:gd name="T20" fmla="*/ 14 w 1263"/>
                <a:gd name="T21" fmla="*/ 34416 h 151"/>
                <a:gd name="T22" fmla="*/ 50 w 1263"/>
                <a:gd name="T23" fmla="*/ 28275 h 151"/>
                <a:gd name="T24" fmla="*/ 108 w 1263"/>
                <a:gd name="T25" fmla="*/ 24937 h 151"/>
                <a:gd name="T26" fmla="*/ 186 w 1263"/>
                <a:gd name="T27" fmla="*/ 18935 h 151"/>
                <a:gd name="T28" fmla="*/ 273 w 1263"/>
                <a:gd name="T29" fmla="*/ 12493 h 151"/>
                <a:gd name="T30" fmla="*/ 374 w 1263"/>
                <a:gd name="T31" fmla="*/ 6338 h 151"/>
                <a:gd name="T32" fmla="*/ 489 w 1263"/>
                <a:gd name="T33" fmla="*/ 3215 h 151"/>
                <a:gd name="T34" fmla="*/ 604 w 1263"/>
                <a:gd name="T35" fmla="*/ 0 h 151"/>
                <a:gd name="T36" fmla="*/ 604 w 1263"/>
                <a:gd name="T37" fmla="*/ 0 h 151"/>
                <a:gd name="T38" fmla="*/ 604 w 1263"/>
                <a:gd name="T39" fmla="*/ 0 h 151"/>
                <a:gd name="T40" fmla="*/ 604 w 1263"/>
                <a:gd name="T41" fmla="*/ 0 h 151"/>
                <a:gd name="T42" fmla="*/ 604 w 1263"/>
                <a:gd name="T43" fmla="*/ 0 h 1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63"/>
                <a:gd name="T67" fmla="*/ 0 h 151"/>
                <a:gd name="T68" fmla="*/ 1263 w 1263"/>
                <a:gd name="T69" fmla="*/ 151 h 15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63" h="151">
                  <a:moveTo>
                    <a:pt x="1263" y="0"/>
                  </a:moveTo>
                  <a:lnTo>
                    <a:pt x="1023" y="14"/>
                  </a:lnTo>
                  <a:lnTo>
                    <a:pt x="782" y="28"/>
                  </a:lnTo>
                  <a:lnTo>
                    <a:pt x="571" y="55"/>
                  </a:lnTo>
                  <a:lnTo>
                    <a:pt x="391" y="83"/>
                  </a:lnTo>
                  <a:lnTo>
                    <a:pt x="225" y="110"/>
                  </a:lnTo>
                  <a:lnTo>
                    <a:pt x="105" y="124"/>
                  </a:lnTo>
                  <a:lnTo>
                    <a:pt x="30" y="151"/>
                  </a:lnTo>
                  <a:lnTo>
                    <a:pt x="0" y="151"/>
                  </a:lnTo>
                  <a:lnTo>
                    <a:pt x="30" y="151"/>
                  </a:lnTo>
                  <a:lnTo>
                    <a:pt x="105" y="124"/>
                  </a:lnTo>
                  <a:lnTo>
                    <a:pt x="225" y="110"/>
                  </a:lnTo>
                  <a:lnTo>
                    <a:pt x="391" y="83"/>
                  </a:lnTo>
                  <a:lnTo>
                    <a:pt x="571" y="55"/>
                  </a:lnTo>
                  <a:lnTo>
                    <a:pt x="782" y="28"/>
                  </a:lnTo>
                  <a:lnTo>
                    <a:pt x="1023" y="14"/>
                  </a:lnTo>
                  <a:lnTo>
                    <a:pt x="1263" y="0"/>
                  </a:lnTo>
                  <a:close/>
                  <a:moveTo>
                    <a:pt x="1263" y="0"/>
                  </a:moveTo>
                  <a:lnTo>
                    <a:pt x="1263" y="0"/>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24" name="Freeform 56">
              <a:extLst>
                <a:ext uri="{FF2B5EF4-FFF2-40B4-BE49-F238E27FC236}">
                  <a16:creationId xmlns:a16="http://schemas.microsoft.com/office/drawing/2014/main" id="{84926F5E-0BBB-2EA5-A154-B68AD52F068A}"/>
                </a:ext>
              </a:extLst>
            </p:cNvPr>
            <p:cNvSpPr>
              <a:spLocks noEditPoints="1"/>
            </p:cNvSpPr>
            <p:nvPr/>
          </p:nvSpPr>
          <p:spPr bwMode="auto">
            <a:xfrm>
              <a:off x="2701" y="946"/>
              <a:ext cx="1193" cy="386"/>
            </a:xfrm>
            <a:custGeom>
              <a:avLst/>
              <a:gdLst>
                <a:gd name="T0" fmla="*/ 0 w 1248"/>
                <a:gd name="T1" fmla="*/ 0 h 275"/>
                <a:gd name="T2" fmla="*/ 14 w 1248"/>
                <a:gd name="T3" fmla="*/ 3213 h 275"/>
                <a:gd name="T4" fmla="*/ 51 w 1248"/>
                <a:gd name="T5" fmla="*/ 9585 h 275"/>
                <a:gd name="T6" fmla="*/ 109 w 1248"/>
                <a:gd name="T7" fmla="*/ 18885 h 275"/>
                <a:gd name="T8" fmla="*/ 182 w 1248"/>
                <a:gd name="T9" fmla="*/ 31352 h 275"/>
                <a:gd name="T10" fmla="*/ 271 w 1248"/>
                <a:gd name="T11" fmla="*/ 43750 h 275"/>
                <a:gd name="T12" fmla="*/ 381 w 1248"/>
                <a:gd name="T13" fmla="*/ 53035 h 275"/>
                <a:gd name="T14" fmla="*/ 490 w 1248"/>
                <a:gd name="T15" fmla="*/ 59573 h 275"/>
                <a:gd name="T16" fmla="*/ 607 w 1248"/>
                <a:gd name="T17" fmla="*/ 62449 h 275"/>
                <a:gd name="T18" fmla="*/ 607 w 1248"/>
                <a:gd name="T19" fmla="*/ 62449 h 275"/>
                <a:gd name="T20" fmla="*/ 490 w 1248"/>
                <a:gd name="T21" fmla="*/ 59573 h 275"/>
                <a:gd name="T22" fmla="*/ 381 w 1248"/>
                <a:gd name="T23" fmla="*/ 53035 h 275"/>
                <a:gd name="T24" fmla="*/ 271 w 1248"/>
                <a:gd name="T25" fmla="*/ 43750 h 275"/>
                <a:gd name="T26" fmla="*/ 182 w 1248"/>
                <a:gd name="T27" fmla="*/ 31352 h 275"/>
                <a:gd name="T28" fmla="*/ 109 w 1248"/>
                <a:gd name="T29" fmla="*/ 18885 h 275"/>
                <a:gd name="T30" fmla="*/ 51 w 1248"/>
                <a:gd name="T31" fmla="*/ 9585 h 275"/>
                <a:gd name="T32" fmla="*/ 14 w 1248"/>
                <a:gd name="T33" fmla="*/ 3213 h 275"/>
                <a:gd name="T34" fmla="*/ 0 w 1248"/>
                <a:gd name="T35" fmla="*/ 0 h 275"/>
                <a:gd name="T36" fmla="*/ 0 w 1248"/>
                <a:gd name="T37" fmla="*/ 0 h 275"/>
                <a:gd name="T38" fmla="*/ 0 w 1248"/>
                <a:gd name="T39" fmla="*/ 0 h 275"/>
                <a:gd name="T40" fmla="*/ 0 w 1248"/>
                <a:gd name="T41" fmla="*/ 0 h 275"/>
                <a:gd name="T42" fmla="*/ 0 w 1248"/>
                <a:gd name="T43" fmla="*/ 0 h 2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48"/>
                <a:gd name="T67" fmla="*/ 0 h 275"/>
                <a:gd name="T68" fmla="*/ 1248 w 1248"/>
                <a:gd name="T69" fmla="*/ 275 h 27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48" h="275">
                  <a:moveTo>
                    <a:pt x="0" y="0"/>
                  </a:moveTo>
                  <a:lnTo>
                    <a:pt x="30" y="14"/>
                  </a:lnTo>
                  <a:lnTo>
                    <a:pt x="105" y="42"/>
                  </a:lnTo>
                  <a:lnTo>
                    <a:pt x="225" y="83"/>
                  </a:lnTo>
                  <a:lnTo>
                    <a:pt x="376" y="138"/>
                  </a:lnTo>
                  <a:lnTo>
                    <a:pt x="556" y="193"/>
                  </a:lnTo>
                  <a:lnTo>
                    <a:pt x="782" y="234"/>
                  </a:lnTo>
                  <a:lnTo>
                    <a:pt x="1008" y="262"/>
                  </a:lnTo>
                  <a:lnTo>
                    <a:pt x="1248" y="275"/>
                  </a:lnTo>
                  <a:lnTo>
                    <a:pt x="1008" y="262"/>
                  </a:lnTo>
                  <a:lnTo>
                    <a:pt x="782" y="234"/>
                  </a:lnTo>
                  <a:lnTo>
                    <a:pt x="556" y="193"/>
                  </a:lnTo>
                  <a:lnTo>
                    <a:pt x="376" y="138"/>
                  </a:lnTo>
                  <a:lnTo>
                    <a:pt x="225" y="83"/>
                  </a:lnTo>
                  <a:lnTo>
                    <a:pt x="105" y="42"/>
                  </a:lnTo>
                  <a:lnTo>
                    <a:pt x="30" y="14"/>
                  </a:lnTo>
                  <a:lnTo>
                    <a:pt x="0" y="0"/>
                  </a:lnTo>
                  <a:close/>
                  <a:moveTo>
                    <a:pt x="0" y="0"/>
                  </a:moveTo>
                  <a:lnTo>
                    <a:pt x="0" y="0"/>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25" name="Freeform 57">
              <a:extLst>
                <a:ext uri="{FF2B5EF4-FFF2-40B4-BE49-F238E27FC236}">
                  <a16:creationId xmlns:a16="http://schemas.microsoft.com/office/drawing/2014/main" id="{AEF0C0D3-25FF-11B9-376C-A7A51BE7E039}"/>
                </a:ext>
              </a:extLst>
            </p:cNvPr>
            <p:cNvSpPr>
              <a:spLocks noEditPoints="1"/>
            </p:cNvSpPr>
            <p:nvPr/>
          </p:nvSpPr>
          <p:spPr bwMode="auto">
            <a:xfrm>
              <a:off x="2701" y="907"/>
              <a:ext cx="1193" cy="213"/>
            </a:xfrm>
            <a:custGeom>
              <a:avLst/>
              <a:gdLst>
                <a:gd name="T0" fmla="*/ 0 w 1248"/>
                <a:gd name="T1" fmla="*/ 0 h 151"/>
                <a:gd name="T2" fmla="*/ 14 w 1248"/>
                <a:gd name="T3" fmla="*/ 3436 h 151"/>
                <a:gd name="T4" fmla="*/ 51 w 1248"/>
                <a:gd name="T5" fmla="*/ 6635 h 151"/>
                <a:gd name="T6" fmla="*/ 109 w 1248"/>
                <a:gd name="T7" fmla="*/ 13604 h 151"/>
                <a:gd name="T8" fmla="*/ 182 w 1248"/>
                <a:gd name="T9" fmla="*/ 20241 h 151"/>
                <a:gd name="T10" fmla="*/ 271 w 1248"/>
                <a:gd name="T11" fmla="*/ 27069 h 151"/>
                <a:gd name="T12" fmla="*/ 381 w 1248"/>
                <a:gd name="T13" fmla="*/ 30510 h 151"/>
                <a:gd name="T14" fmla="*/ 490 w 1248"/>
                <a:gd name="T15" fmla="*/ 37056 h 151"/>
                <a:gd name="T16" fmla="*/ 607 w 1248"/>
                <a:gd name="T17" fmla="*/ 37056 h 151"/>
                <a:gd name="T18" fmla="*/ 607 w 1248"/>
                <a:gd name="T19" fmla="*/ 37056 h 151"/>
                <a:gd name="T20" fmla="*/ 490 w 1248"/>
                <a:gd name="T21" fmla="*/ 37056 h 151"/>
                <a:gd name="T22" fmla="*/ 381 w 1248"/>
                <a:gd name="T23" fmla="*/ 30510 h 151"/>
                <a:gd name="T24" fmla="*/ 271 w 1248"/>
                <a:gd name="T25" fmla="*/ 27069 h 151"/>
                <a:gd name="T26" fmla="*/ 182 w 1248"/>
                <a:gd name="T27" fmla="*/ 20241 h 151"/>
                <a:gd name="T28" fmla="*/ 109 w 1248"/>
                <a:gd name="T29" fmla="*/ 13604 h 151"/>
                <a:gd name="T30" fmla="*/ 51 w 1248"/>
                <a:gd name="T31" fmla="*/ 6635 h 151"/>
                <a:gd name="T32" fmla="*/ 14 w 1248"/>
                <a:gd name="T33" fmla="*/ 3436 h 151"/>
                <a:gd name="T34" fmla="*/ 0 w 1248"/>
                <a:gd name="T35" fmla="*/ 0 h 151"/>
                <a:gd name="T36" fmla="*/ 0 w 1248"/>
                <a:gd name="T37" fmla="*/ 0 h 151"/>
                <a:gd name="T38" fmla="*/ 0 w 1248"/>
                <a:gd name="T39" fmla="*/ 0 h 151"/>
                <a:gd name="T40" fmla="*/ 0 w 1248"/>
                <a:gd name="T41" fmla="*/ 0 h 151"/>
                <a:gd name="T42" fmla="*/ 0 w 1248"/>
                <a:gd name="T43" fmla="*/ 0 h 1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48"/>
                <a:gd name="T67" fmla="*/ 0 h 151"/>
                <a:gd name="T68" fmla="*/ 1248 w 1248"/>
                <a:gd name="T69" fmla="*/ 151 h 15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48" h="151">
                  <a:moveTo>
                    <a:pt x="0" y="0"/>
                  </a:moveTo>
                  <a:lnTo>
                    <a:pt x="30" y="14"/>
                  </a:lnTo>
                  <a:lnTo>
                    <a:pt x="105" y="27"/>
                  </a:lnTo>
                  <a:lnTo>
                    <a:pt x="225" y="55"/>
                  </a:lnTo>
                  <a:lnTo>
                    <a:pt x="376" y="82"/>
                  </a:lnTo>
                  <a:lnTo>
                    <a:pt x="556" y="110"/>
                  </a:lnTo>
                  <a:lnTo>
                    <a:pt x="782" y="124"/>
                  </a:lnTo>
                  <a:lnTo>
                    <a:pt x="1008" y="151"/>
                  </a:lnTo>
                  <a:lnTo>
                    <a:pt x="1248" y="151"/>
                  </a:lnTo>
                  <a:lnTo>
                    <a:pt x="1008" y="151"/>
                  </a:lnTo>
                  <a:lnTo>
                    <a:pt x="782" y="124"/>
                  </a:lnTo>
                  <a:lnTo>
                    <a:pt x="556" y="110"/>
                  </a:lnTo>
                  <a:lnTo>
                    <a:pt x="376" y="82"/>
                  </a:lnTo>
                  <a:lnTo>
                    <a:pt x="225" y="55"/>
                  </a:lnTo>
                  <a:lnTo>
                    <a:pt x="105" y="27"/>
                  </a:lnTo>
                  <a:lnTo>
                    <a:pt x="30" y="14"/>
                  </a:lnTo>
                  <a:lnTo>
                    <a:pt x="0" y="0"/>
                  </a:lnTo>
                  <a:close/>
                  <a:moveTo>
                    <a:pt x="0" y="0"/>
                  </a:moveTo>
                  <a:lnTo>
                    <a:pt x="0" y="0"/>
                  </a:lnTo>
                  <a:close/>
                </a:path>
              </a:pathLst>
            </a:custGeom>
            <a:noFill/>
            <a:ln w="63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26" name="Freeform 58">
              <a:extLst>
                <a:ext uri="{FF2B5EF4-FFF2-40B4-BE49-F238E27FC236}">
                  <a16:creationId xmlns:a16="http://schemas.microsoft.com/office/drawing/2014/main" id="{47547CA1-2E59-7FE0-AD62-493A527BF469}"/>
                </a:ext>
              </a:extLst>
            </p:cNvPr>
            <p:cNvSpPr>
              <a:spLocks/>
            </p:cNvSpPr>
            <p:nvPr/>
          </p:nvSpPr>
          <p:spPr bwMode="auto">
            <a:xfrm>
              <a:off x="3851" y="850"/>
              <a:ext cx="129" cy="77"/>
            </a:xfrm>
            <a:custGeom>
              <a:avLst/>
              <a:gdLst>
                <a:gd name="T0" fmla="*/ 32 w 136"/>
                <a:gd name="T1" fmla="*/ 2801 h 55"/>
                <a:gd name="T2" fmla="*/ 21 w 136"/>
                <a:gd name="T3" fmla="*/ 2801 h 55"/>
                <a:gd name="T4" fmla="*/ 0 w 136"/>
                <a:gd name="T5" fmla="*/ 0 h 55"/>
                <a:gd name="T6" fmla="*/ 0 w 136"/>
                <a:gd name="T7" fmla="*/ 11938 h 55"/>
                <a:gd name="T8" fmla="*/ 13 w 136"/>
                <a:gd name="T9" fmla="*/ 8903 h 55"/>
                <a:gd name="T10" fmla="*/ 32 w 136"/>
                <a:gd name="T11" fmla="*/ 8903 h 55"/>
                <a:gd name="T12" fmla="*/ 46 w 136"/>
                <a:gd name="T13" fmla="*/ 5905 h 55"/>
                <a:gd name="T14" fmla="*/ 59 w 136"/>
                <a:gd name="T15" fmla="*/ 5905 h 55"/>
                <a:gd name="T16" fmla="*/ 46 w 136"/>
                <a:gd name="T17" fmla="*/ 5905 h 55"/>
                <a:gd name="T18" fmla="*/ 32 w 136"/>
                <a:gd name="T19" fmla="*/ 2801 h 55"/>
                <a:gd name="T20" fmla="*/ 32 w 136"/>
                <a:gd name="T21" fmla="*/ 280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55"/>
                <a:gd name="T35" fmla="*/ 136 w 136"/>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55">
                  <a:moveTo>
                    <a:pt x="75" y="13"/>
                  </a:moveTo>
                  <a:lnTo>
                    <a:pt x="45" y="13"/>
                  </a:lnTo>
                  <a:lnTo>
                    <a:pt x="0" y="0"/>
                  </a:lnTo>
                  <a:lnTo>
                    <a:pt x="0" y="55"/>
                  </a:lnTo>
                  <a:lnTo>
                    <a:pt x="30" y="41"/>
                  </a:lnTo>
                  <a:lnTo>
                    <a:pt x="75" y="41"/>
                  </a:lnTo>
                  <a:lnTo>
                    <a:pt x="106" y="27"/>
                  </a:lnTo>
                  <a:lnTo>
                    <a:pt x="136" y="27"/>
                  </a:lnTo>
                  <a:lnTo>
                    <a:pt x="106" y="27"/>
                  </a:lnTo>
                  <a:lnTo>
                    <a:pt x="75" y="13"/>
                  </a:lnTo>
                  <a:close/>
                </a:path>
              </a:pathLst>
            </a:custGeom>
            <a:solidFill>
              <a:schemeClr val="bg1"/>
            </a:solidFill>
            <a:ln w="6350">
              <a:solidFill>
                <a:schemeClr val="bg1"/>
              </a:solidFill>
              <a:round/>
              <a:headEnd/>
              <a:tailEnd/>
            </a:ln>
          </p:spPr>
          <p:txBody>
            <a:bodyPr/>
            <a:lstStyle/>
            <a:p>
              <a:endParaRPr lang="zh-CN" altLang="en-US"/>
            </a:p>
          </p:txBody>
        </p:sp>
        <p:sp>
          <p:nvSpPr>
            <p:cNvPr id="17527" name="Freeform 59">
              <a:extLst>
                <a:ext uri="{FF2B5EF4-FFF2-40B4-BE49-F238E27FC236}">
                  <a16:creationId xmlns:a16="http://schemas.microsoft.com/office/drawing/2014/main" id="{168EB534-3325-55DF-BEAE-4B4B3288A5C5}"/>
                </a:ext>
              </a:extLst>
            </p:cNvPr>
            <p:cNvSpPr>
              <a:spLocks/>
            </p:cNvSpPr>
            <p:nvPr/>
          </p:nvSpPr>
          <p:spPr bwMode="auto">
            <a:xfrm>
              <a:off x="3851" y="1082"/>
              <a:ext cx="129" cy="58"/>
            </a:xfrm>
            <a:custGeom>
              <a:avLst/>
              <a:gdLst>
                <a:gd name="T0" fmla="*/ 32 w 136"/>
                <a:gd name="T1" fmla="*/ 3196 h 41"/>
                <a:gd name="T2" fmla="*/ 21 w 136"/>
                <a:gd name="T3" fmla="*/ 0 h 41"/>
                <a:gd name="T4" fmla="*/ 0 w 136"/>
                <a:gd name="T5" fmla="*/ 0 h 41"/>
                <a:gd name="T6" fmla="*/ 0 w 136"/>
                <a:gd name="T7" fmla="*/ 10521 h 41"/>
                <a:gd name="T8" fmla="*/ 13 w 136"/>
                <a:gd name="T9" fmla="*/ 10521 h 41"/>
                <a:gd name="T10" fmla="*/ 32 w 136"/>
                <a:gd name="T11" fmla="*/ 6944 h 41"/>
                <a:gd name="T12" fmla="*/ 46 w 136"/>
                <a:gd name="T13" fmla="*/ 6944 h 41"/>
                <a:gd name="T14" fmla="*/ 59 w 136"/>
                <a:gd name="T15" fmla="*/ 3196 h 41"/>
                <a:gd name="T16" fmla="*/ 46 w 136"/>
                <a:gd name="T17" fmla="*/ 3196 h 41"/>
                <a:gd name="T18" fmla="*/ 32 w 136"/>
                <a:gd name="T19" fmla="*/ 3196 h 41"/>
                <a:gd name="T20" fmla="*/ 32 w 136"/>
                <a:gd name="T21" fmla="*/ 3196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41"/>
                <a:gd name="T35" fmla="*/ 136 w 136"/>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41">
                  <a:moveTo>
                    <a:pt x="75" y="13"/>
                  </a:moveTo>
                  <a:lnTo>
                    <a:pt x="45" y="0"/>
                  </a:lnTo>
                  <a:lnTo>
                    <a:pt x="0" y="0"/>
                  </a:lnTo>
                  <a:lnTo>
                    <a:pt x="0" y="41"/>
                  </a:lnTo>
                  <a:lnTo>
                    <a:pt x="30" y="41"/>
                  </a:lnTo>
                  <a:lnTo>
                    <a:pt x="75" y="27"/>
                  </a:lnTo>
                  <a:lnTo>
                    <a:pt x="106" y="27"/>
                  </a:lnTo>
                  <a:lnTo>
                    <a:pt x="136" y="13"/>
                  </a:lnTo>
                  <a:lnTo>
                    <a:pt x="106" y="13"/>
                  </a:lnTo>
                  <a:lnTo>
                    <a:pt x="75" y="13"/>
                  </a:lnTo>
                  <a:close/>
                </a:path>
              </a:pathLst>
            </a:custGeom>
            <a:solidFill>
              <a:schemeClr val="bg1"/>
            </a:solidFill>
            <a:ln w="6350">
              <a:solidFill>
                <a:schemeClr val="bg1"/>
              </a:solidFill>
              <a:round/>
              <a:headEnd/>
              <a:tailEnd/>
            </a:ln>
          </p:spPr>
          <p:txBody>
            <a:bodyPr/>
            <a:lstStyle/>
            <a:p>
              <a:endParaRPr lang="zh-CN" altLang="en-US"/>
            </a:p>
          </p:txBody>
        </p:sp>
        <p:sp>
          <p:nvSpPr>
            <p:cNvPr id="17528" name="Freeform 60">
              <a:extLst>
                <a:ext uri="{FF2B5EF4-FFF2-40B4-BE49-F238E27FC236}">
                  <a16:creationId xmlns:a16="http://schemas.microsoft.com/office/drawing/2014/main" id="{C7542F58-46F5-9A3D-3D0D-080ED104B9FE}"/>
                </a:ext>
              </a:extLst>
            </p:cNvPr>
            <p:cNvSpPr>
              <a:spLocks/>
            </p:cNvSpPr>
            <p:nvPr/>
          </p:nvSpPr>
          <p:spPr bwMode="auto">
            <a:xfrm>
              <a:off x="3851" y="1526"/>
              <a:ext cx="129" cy="58"/>
            </a:xfrm>
            <a:custGeom>
              <a:avLst/>
              <a:gdLst>
                <a:gd name="T0" fmla="*/ 32 w 136"/>
                <a:gd name="T1" fmla="*/ 0 h 41"/>
                <a:gd name="T2" fmla="*/ 21 w 136"/>
                <a:gd name="T3" fmla="*/ 0 h 41"/>
                <a:gd name="T4" fmla="*/ 0 w 136"/>
                <a:gd name="T5" fmla="*/ 0 h 41"/>
                <a:gd name="T6" fmla="*/ 0 w 136"/>
                <a:gd name="T7" fmla="*/ 10521 h 41"/>
                <a:gd name="T8" fmla="*/ 13 w 136"/>
                <a:gd name="T9" fmla="*/ 6944 h 41"/>
                <a:gd name="T10" fmla="*/ 32 w 136"/>
                <a:gd name="T11" fmla="*/ 6944 h 41"/>
                <a:gd name="T12" fmla="*/ 46 w 136"/>
                <a:gd name="T13" fmla="*/ 3712 h 41"/>
                <a:gd name="T14" fmla="*/ 59 w 136"/>
                <a:gd name="T15" fmla="*/ 3712 h 41"/>
                <a:gd name="T16" fmla="*/ 46 w 136"/>
                <a:gd name="T17" fmla="*/ 3712 h 41"/>
                <a:gd name="T18" fmla="*/ 32 w 136"/>
                <a:gd name="T19" fmla="*/ 0 h 41"/>
                <a:gd name="T20" fmla="*/ 32 w 136"/>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41"/>
                <a:gd name="T35" fmla="*/ 136 w 136"/>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41">
                  <a:moveTo>
                    <a:pt x="75" y="0"/>
                  </a:moveTo>
                  <a:lnTo>
                    <a:pt x="45" y="0"/>
                  </a:lnTo>
                  <a:lnTo>
                    <a:pt x="0" y="0"/>
                  </a:lnTo>
                  <a:lnTo>
                    <a:pt x="0" y="41"/>
                  </a:lnTo>
                  <a:lnTo>
                    <a:pt x="30" y="27"/>
                  </a:lnTo>
                  <a:lnTo>
                    <a:pt x="75" y="27"/>
                  </a:lnTo>
                  <a:lnTo>
                    <a:pt x="106" y="14"/>
                  </a:lnTo>
                  <a:lnTo>
                    <a:pt x="136" y="14"/>
                  </a:lnTo>
                  <a:lnTo>
                    <a:pt x="106" y="14"/>
                  </a:lnTo>
                  <a:lnTo>
                    <a:pt x="75" y="0"/>
                  </a:lnTo>
                  <a:close/>
                </a:path>
              </a:pathLst>
            </a:custGeom>
            <a:solidFill>
              <a:schemeClr val="bg1"/>
            </a:solidFill>
            <a:ln w="6350">
              <a:solidFill>
                <a:schemeClr val="bg1"/>
              </a:solidFill>
              <a:round/>
              <a:headEnd/>
              <a:tailEnd/>
            </a:ln>
          </p:spPr>
          <p:txBody>
            <a:bodyPr/>
            <a:lstStyle/>
            <a:p>
              <a:endParaRPr lang="zh-CN" altLang="en-US"/>
            </a:p>
          </p:txBody>
        </p:sp>
        <p:sp>
          <p:nvSpPr>
            <p:cNvPr id="17529" name="Freeform 61">
              <a:extLst>
                <a:ext uri="{FF2B5EF4-FFF2-40B4-BE49-F238E27FC236}">
                  <a16:creationId xmlns:a16="http://schemas.microsoft.com/office/drawing/2014/main" id="{762E2F67-C354-3EDC-D224-7B0C7D5525F1}"/>
                </a:ext>
              </a:extLst>
            </p:cNvPr>
            <p:cNvSpPr>
              <a:spLocks/>
            </p:cNvSpPr>
            <p:nvPr/>
          </p:nvSpPr>
          <p:spPr bwMode="auto">
            <a:xfrm>
              <a:off x="3851" y="1294"/>
              <a:ext cx="129" cy="58"/>
            </a:xfrm>
            <a:custGeom>
              <a:avLst/>
              <a:gdLst>
                <a:gd name="T0" fmla="*/ 32 w 136"/>
                <a:gd name="T1" fmla="*/ 3712 h 41"/>
                <a:gd name="T2" fmla="*/ 21 w 136"/>
                <a:gd name="T3" fmla="*/ 3712 h 41"/>
                <a:gd name="T4" fmla="*/ 0 w 136"/>
                <a:gd name="T5" fmla="*/ 0 h 41"/>
                <a:gd name="T6" fmla="*/ 0 w 136"/>
                <a:gd name="T7" fmla="*/ 10521 h 41"/>
                <a:gd name="T8" fmla="*/ 13 w 136"/>
                <a:gd name="T9" fmla="*/ 10521 h 41"/>
                <a:gd name="T10" fmla="*/ 32 w 136"/>
                <a:gd name="T11" fmla="*/ 6944 h 41"/>
                <a:gd name="T12" fmla="*/ 46 w 136"/>
                <a:gd name="T13" fmla="*/ 6944 h 41"/>
                <a:gd name="T14" fmla="*/ 59 w 136"/>
                <a:gd name="T15" fmla="*/ 6944 h 41"/>
                <a:gd name="T16" fmla="*/ 46 w 136"/>
                <a:gd name="T17" fmla="*/ 6944 h 41"/>
                <a:gd name="T18" fmla="*/ 32 w 136"/>
                <a:gd name="T19" fmla="*/ 3712 h 41"/>
                <a:gd name="T20" fmla="*/ 32 w 136"/>
                <a:gd name="T21" fmla="*/ 3712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41"/>
                <a:gd name="T35" fmla="*/ 136 w 136"/>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41">
                  <a:moveTo>
                    <a:pt x="75" y="14"/>
                  </a:moveTo>
                  <a:lnTo>
                    <a:pt x="45" y="14"/>
                  </a:lnTo>
                  <a:lnTo>
                    <a:pt x="0" y="0"/>
                  </a:lnTo>
                  <a:lnTo>
                    <a:pt x="0" y="41"/>
                  </a:lnTo>
                  <a:lnTo>
                    <a:pt x="30" y="41"/>
                  </a:lnTo>
                  <a:lnTo>
                    <a:pt x="75" y="27"/>
                  </a:lnTo>
                  <a:lnTo>
                    <a:pt x="106" y="27"/>
                  </a:lnTo>
                  <a:lnTo>
                    <a:pt x="136" y="27"/>
                  </a:lnTo>
                  <a:lnTo>
                    <a:pt x="106" y="27"/>
                  </a:lnTo>
                  <a:lnTo>
                    <a:pt x="75" y="14"/>
                  </a:lnTo>
                  <a:close/>
                </a:path>
              </a:pathLst>
            </a:custGeom>
            <a:solidFill>
              <a:schemeClr val="bg1"/>
            </a:solidFill>
            <a:ln w="6350">
              <a:solidFill>
                <a:schemeClr val="bg1"/>
              </a:solidFill>
              <a:round/>
              <a:headEnd/>
              <a:tailEnd/>
            </a:ln>
          </p:spPr>
          <p:txBody>
            <a:bodyPr/>
            <a:lstStyle/>
            <a:p>
              <a:endParaRPr lang="zh-CN" altLang="en-US"/>
            </a:p>
          </p:txBody>
        </p:sp>
        <p:sp>
          <p:nvSpPr>
            <p:cNvPr id="17530" name="Freeform 62">
              <a:extLst>
                <a:ext uri="{FF2B5EF4-FFF2-40B4-BE49-F238E27FC236}">
                  <a16:creationId xmlns:a16="http://schemas.microsoft.com/office/drawing/2014/main" id="{C81AD18B-0487-BAE1-A92D-F32992DDEFC2}"/>
                </a:ext>
              </a:extLst>
            </p:cNvPr>
            <p:cNvSpPr>
              <a:spLocks/>
            </p:cNvSpPr>
            <p:nvPr/>
          </p:nvSpPr>
          <p:spPr bwMode="auto">
            <a:xfrm>
              <a:off x="3851" y="192"/>
              <a:ext cx="129" cy="58"/>
            </a:xfrm>
            <a:custGeom>
              <a:avLst/>
              <a:gdLst>
                <a:gd name="T0" fmla="*/ 32 w 136"/>
                <a:gd name="T1" fmla="*/ 3712 h 41"/>
                <a:gd name="T2" fmla="*/ 21 w 136"/>
                <a:gd name="T3" fmla="*/ 3712 h 41"/>
                <a:gd name="T4" fmla="*/ 0 w 136"/>
                <a:gd name="T5" fmla="*/ 0 h 41"/>
                <a:gd name="T6" fmla="*/ 0 w 136"/>
                <a:gd name="T7" fmla="*/ 10521 h 41"/>
                <a:gd name="T8" fmla="*/ 13 w 136"/>
                <a:gd name="T9" fmla="*/ 10521 h 41"/>
                <a:gd name="T10" fmla="*/ 32 w 136"/>
                <a:gd name="T11" fmla="*/ 10521 h 41"/>
                <a:gd name="T12" fmla="*/ 46 w 136"/>
                <a:gd name="T13" fmla="*/ 7428 h 41"/>
                <a:gd name="T14" fmla="*/ 59 w 136"/>
                <a:gd name="T15" fmla="*/ 7428 h 41"/>
                <a:gd name="T16" fmla="*/ 46 w 136"/>
                <a:gd name="T17" fmla="*/ 7428 h 41"/>
                <a:gd name="T18" fmla="*/ 32 w 136"/>
                <a:gd name="T19" fmla="*/ 3712 h 41"/>
                <a:gd name="T20" fmla="*/ 32 w 136"/>
                <a:gd name="T21" fmla="*/ 3712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41"/>
                <a:gd name="T35" fmla="*/ 136 w 136"/>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41">
                  <a:moveTo>
                    <a:pt x="75" y="14"/>
                  </a:moveTo>
                  <a:lnTo>
                    <a:pt x="45" y="14"/>
                  </a:lnTo>
                  <a:lnTo>
                    <a:pt x="0" y="0"/>
                  </a:lnTo>
                  <a:lnTo>
                    <a:pt x="0" y="41"/>
                  </a:lnTo>
                  <a:lnTo>
                    <a:pt x="30" y="41"/>
                  </a:lnTo>
                  <a:lnTo>
                    <a:pt x="75" y="41"/>
                  </a:lnTo>
                  <a:lnTo>
                    <a:pt x="106" y="28"/>
                  </a:lnTo>
                  <a:lnTo>
                    <a:pt x="136" y="28"/>
                  </a:lnTo>
                  <a:lnTo>
                    <a:pt x="106" y="28"/>
                  </a:lnTo>
                  <a:lnTo>
                    <a:pt x="75" y="14"/>
                  </a:lnTo>
                  <a:close/>
                </a:path>
              </a:pathLst>
            </a:custGeom>
            <a:solidFill>
              <a:schemeClr val="bg1"/>
            </a:solidFill>
            <a:ln w="6350">
              <a:solidFill>
                <a:schemeClr val="bg1"/>
              </a:solidFill>
              <a:round/>
              <a:headEnd/>
              <a:tailEnd/>
            </a:ln>
          </p:spPr>
          <p:txBody>
            <a:bodyPr/>
            <a:lstStyle/>
            <a:p>
              <a:endParaRPr lang="zh-CN" altLang="en-US"/>
            </a:p>
          </p:txBody>
        </p:sp>
        <p:sp>
          <p:nvSpPr>
            <p:cNvPr id="17531" name="Freeform 63">
              <a:extLst>
                <a:ext uri="{FF2B5EF4-FFF2-40B4-BE49-F238E27FC236}">
                  <a16:creationId xmlns:a16="http://schemas.microsoft.com/office/drawing/2014/main" id="{F973F6BA-03F0-E3F8-305A-DEEF04E9168A}"/>
                </a:ext>
              </a:extLst>
            </p:cNvPr>
            <p:cNvSpPr>
              <a:spLocks/>
            </p:cNvSpPr>
            <p:nvPr/>
          </p:nvSpPr>
          <p:spPr bwMode="auto">
            <a:xfrm>
              <a:off x="3851" y="636"/>
              <a:ext cx="129" cy="59"/>
            </a:xfrm>
            <a:custGeom>
              <a:avLst/>
              <a:gdLst>
                <a:gd name="T0" fmla="*/ 32 w 136"/>
                <a:gd name="T1" fmla="*/ 3248 h 42"/>
                <a:gd name="T2" fmla="*/ 21 w 136"/>
                <a:gd name="T3" fmla="*/ 3248 h 42"/>
                <a:gd name="T4" fmla="*/ 0 w 136"/>
                <a:gd name="T5" fmla="*/ 0 h 42"/>
                <a:gd name="T6" fmla="*/ 0 w 136"/>
                <a:gd name="T7" fmla="*/ 9677 h 42"/>
                <a:gd name="T8" fmla="*/ 13 w 136"/>
                <a:gd name="T9" fmla="*/ 9677 h 42"/>
                <a:gd name="T10" fmla="*/ 32 w 136"/>
                <a:gd name="T11" fmla="*/ 6410 h 42"/>
                <a:gd name="T12" fmla="*/ 46 w 136"/>
                <a:gd name="T13" fmla="*/ 6410 h 42"/>
                <a:gd name="T14" fmla="*/ 59 w 136"/>
                <a:gd name="T15" fmla="*/ 6410 h 42"/>
                <a:gd name="T16" fmla="*/ 46 w 136"/>
                <a:gd name="T17" fmla="*/ 6410 h 42"/>
                <a:gd name="T18" fmla="*/ 32 w 136"/>
                <a:gd name="T19" fmla="*/ 3248 h 42"/>
                <a:gd name="T20" fmla="*/ 32 w 136"/>
                <a:gd name="T21" fmla="*/ 3248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42"/>
                <a:gd name="T35" fmla="*/ 136 w 136"/>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42">
                  <a:moveTo>
                    <a:pt x="75" y="14"/>
                  </a:moveTo>
                  <a:lnTo>
                    <a:pt x="45" y="14"/>
                  </a:lnTo>
                  <a:lnTo>
                    <a:pt x="0" y="0"/>
                  </a:lnTo>
                  <a:lnTo>
                    <a:pt x="0" y="42"/>
                  </a:lnTo>
                  <a:lnTo>
                    <a:pt x="30" y="42"/>
                  </a:lnTo>
                  <a:lnTo>
                    <a:pt x="75" y="28"/>
                  </a:lnTo>
                  <a:lnTo>
                    <a:pt x="106" y="28"/>
                  </a:lnTo>
                  <a:lnTo>
                    <a:pt x="136" y="28"/>
                  </a:lnTo>
                  <a:lnTo>
                    <a:pt x="106" y="28"/>
                  </a:lnTo>
                  <a:lnTo>
                    <a:pt x="75" y="14"/>
                  </a:lnTo>
                  <a:close/>
                </a:path>
              </a:pathLst>
            </a:custGeom>
            <a:solidFill>
              <a:schemeClr val="bg1"/>
            </a:solidFill>
            <a:ln w="6350">
              <a:solidFill>
                <a:schemeClr val="bg1"/>
              </a:solidFill>
              <a:round/>
              <a:headEnd/>
              <a:tailEnd/>
            </a:ln>
          </p:spPr>
          <p:txBody>
            <a:bodyPr/>
            <a:lstStyle/>
            <a:p>
              <a:endParaRPr lang="zh-CN" altLang="en-US"/>
            </a:p>
          </p:txBody>
        </p:sp>
        <p:sp>
          <p:nvSpPr>
            <p:cNvPr id="17532" name="Freeform 64">
              <a:extLst>
                <a:ext uri="{FF2B5EF4-FFF2-40B4-BE49-F238E27FC236}">
                  <a16:creationId xmlns:a16="http://schemas.microsoft.com/office/drawing/2014/main" id="{A44F729E-B6DE-E03C-36EE-57207671C3DA}"/>
                </a:ext>
              </a:extLst>
            </p:cNvPr>
            <p:cNvSpPr>
              <a:spLocks/>
            </p:cNvSpPr>
            <p:nvPr/>
          </p:nvSpPr>
          <p:spPr bwMode="auto">
            <a:xfrm>
              <a:off x="3851" y="424"/>
              <a:ext cx="129" cy="57"/>
            </a:xfrm>
            <a:custGeom>
              <a:avLst/>
              <a:gdLst>
                <a:gd name="T0" fmla="*/ 32 w 136"/>
                <a:gd name="T1" fmla="*/ 2623 h 41"/>
                <a:gd name="T2" fmla="*/ 21 w 136"/>
                <a:gd name="T3" fmla="*/ 0 h 41"/>
                <a:gd name="T4" fmla="*/ 0 w 136"/>
                <a:gd name="T5" fmla="*/ 0 h 41"/>
                <a:gd name="T6" fmla="*/ 0 w 136"/>
                <a:gd name="T7" fmla="*/ 7999 h 41"/>
                <a:gd name="T8" fmla="*/ 13 w 136"/>
                <a:gd name="T9" fmla="*/ 7999 h 41"/>
                <a:gd name="T10" fmla="*/ 32 w 136"/>
                <a:gd name="T11" fmla="*/ 5458 h 41"/>
                <a:gd name="T12" fmla="*/ 46 w 136"/>
                <a:gd name="T13" fmla="*/ 5458 h 41"/>
                <a:gd name="T14" fmla="*/ 59 w 136"/>
                <a:gd name="T15" fmla="*/ 2623 h 41"/>
                <a:gd name="T16" fmla="*/ 46 w 136"/>
                <a:gd name="T17" fmla="*/ 2623 h 41"/>
                <a:gd name="T18" fmla="*/ 32 w 136"/>
                <a:gd name="T19" fmla="*/ 2623 h 41"/>
                <a:gd name="T20" fmla="*/ 32 w 136"/>
                <a:gd name="T21" fmla="*/ 2623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41"/>
                <a:gd name="T35" fmla="*/ 136 w 136"/>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41">
                  <a:moveTo>
                    <a:pt x="75" y="14"/>
                  </a:moveTo>
                  <a:lnTo>
                    <a:pt x="45" y="0"/>
                  </a:lnTo>
                  <a:lnTo>
                    <a:pt x="0" y="0"/>
                  </a:lnTo>
                  <a:lnTo>
                    <a:pt x="0" y="41"/>
                  </a:lnTo>
                  <a:lnTo>
                    <a:pt x="30" y="41"/>
                  </a:lnTo>
                  <a:lnTo>
                    <a:pt x="75" y="28"/>
                  </a:lnTo>
                  <a:lnTo>
                    <a:pt x="106" y="28"/>
                  </a:lnTo>
                  <a:lnTo>
                    <a:pt x="136" y="14"/>
                  </a:lnTo>
                  <a:lnTo>
                    <a:pt x="106" y="14"/>
                  </a:lnTo>
                  <a:lnTo>
                    <a:pt x="75" y="14"/>
                  </a:lnTo>
                  <a:close/>
                </a:path>
              </a:pathLst>
            </a:custGeom>
            <a:solidFill>
              <a:schemeClr val="bg1"/>
            </a:solidFill>
            <a:ln w="6350">
              <a:solidFill>
                <a:schemeClr val="bg1"/>
              </a:solidFill>
              <a:round/>
              <a:headEnd/>
              <a:tailEnd/>
            </a:ln>
          </p:spPr>
          <p:txBody>
            <a:bodyPr/>
            <a:lstStyle/>
            <a:p>
              <a:endParaRPr lang="zh-CN" altLang="en-US"/>
            </a:p>
          </p:txBody>
        </p:sp>
      </p:grpSp>
      <p:grpSp>
        <p:nvGrpSpPr>
          <p:cNvPr id="6" name="Group 65">
            <a:extLst>
              <a:ext uri="{FF2B5EF4-FFF2-40B4-BE49-F238E27FC236}">
                <a16:creationId xmlns:a16="http://schemas.microsoft.com/office/drawing/2014/main" id="{1F8FCBD2-EFCF-CA8A-7150-5ED90D350D9F}"/>
              </a:ext>
            </a:extLst>
          </p:cNvPr>
          <p:cNvGrpSpPr>
            <a:grpSpLocks/>
          </p:cNvGrpSpPr>
          <p:nvPr/>
        </p:nvGrpSpPr>
        <p:grpSpPr bwMode="auto">
          <a:xfrm>
            <a:off x="6878638" y="3860800"/>
            <a:ext cx="604837" cy="450850"/>
            <a:chOff x="4052" y="289"/>
            <a:chExt cx="517" cy="329"/>
          </a:xfrm>
        </p:grpSpPr>
        <p:sp>
          <p:nvSpPr>
            <p:cNvPr id="17494" name="Freeform 66">
              <a:extLst>
                <a:ext uri="{FF2B5EF4-FFF2-40B4-BE49-F238E27FC236}">
                  <a16:creationId xmlns:a16="http://schemas.microsoft.com/office/drawing/2014/main" id="{12C7CBD5-74B7-672E-5811-0C0FCE40428E}"/>
                </a:ext>
              </a:extLst>
            </p:cNvPr>
            <p:cNvSpPr>
              <a:spLocks/>
            </p:cNvSpPr>
            <p:nvPr/>
          </p:nvSpPr>
          <p:spPr bwMode="auto">
            <a:xfrm>
              <a:off x="4426" y="443"/>
              <a:ext cx="100" cy="78"/>
            </a:xfrm>
            <a:custGeom>
              <a:avLst/>
              <a:gdLst>
                <a:gd name="T0" fmla="*/ 0 w 105"/>
                <a:gd name="T1" fmla="*/ 3784 h 55"/>
                <a:gd name="T2" fmla="*/ 14 w 105"/>
                <a:gd name="T3" fmla="*/ 0 h 55"/>
                <a:gd name="T4" fmla="*/ 28 w 105"/>
                <a:gd name="T5" fmla="*/ 3784 h 55"/>
                <a:gd name="T6" fmla="*/ 48 w 105"/>
                <a:gd name="T7" fmla="*/ 14745 h 55"/>
                <a:gd name="T8" fmla="*/ 48 w 105"/>
                <a:gd name="T9" fmla="*/ 14745 h 55"/>
                <a:gd name="T10" fmla="*/ 28 w 105"/>
                <a:gd name="T11" fmla="*/ 3784 h 55"/>
                <a:gd name="T12" fmla="*/ 14 w 105"/>
                <a:gd name="T13" fmla="*/ 0 h 55"/>
                <a:gd name="T14" fmla="*/ 0 w 105"/>
                <a:gd name="T15" fmla="*/ 3784 h 55"/>
                <a:gd name="T16" fmla="*/ 0 w 105"/>
                <a:gd name="T17" fmla="*/ 3784 h 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5"/>
                <a:gd name="T28" fmla="*/ 0 h 55"/>
                <a:gd name="T29" fmla="*/ 105 w 105"/>
                <a:gd name="T30" fmla="*/ 55 h 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5" h="55">
                  <a:moveTo>
                    <a:pt x="0" y="14"/>
                  </a:moveTo>
                  <a:lnTo>
                    <a:pt x="30" y="0"/>
                  </a:lnTo>
                  <a:lnTo>
                    <a:pt x="60" y="14"/>
                  </a:lnTo>
                  <a:lnTo>
                    <a:pt x="105" y="55"/>
                  </a:lnTo>
                  <a:lnTo>
                    <a:pt x="60" y="14"/>
                  </a:lnTo>
                  <a:lnTo>
                    <a:pt x="30" y="0"/>
                  </a:lnTo>
                  <a:lnTo>
                    <a:pt x="0" y="14"/>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95" name="Freeform 67">
              <a:extLst>
                <a:ext uri="{FF2B5EF4-FFF2-40B4-BE49-F238E27FC236}">
                  <a16:creationId xmlns:a16="http://schemas.microsoft.com/office/drawing/2014/main" id="{6CB98B82-AEE9-97AF-513F-E692DF024940}"/>
                </a:ext>
              </a:extLst>
            </p:cNvPr>
            <p:cNvSpPr>
              <a:spLocks noEditPoints="1"/>
            </p:cNvSpPr>
            <p:nvPr/>
          </p:nvSpPr>
          <p:spPr bwMode="auto">
            <a:xfrm>
              <a:off x="4511" y="521"/>
              <a:ext cx="15" cy="77"/>
            </a:xfrm>
            <a:custGeom>
              <a:avLst/>
              <a:gdLst>
                <a:gd name="T0" fmla="*/ 15 w 15"/>
                <a:gd name="T1" fmla="*/ 0 h 55"/>
                <a:gd name="T2" fmla="*/ 15 w 15"/>
                <a:gd name="T3" fmla="*/ 5905 h 55"/>
                <a:gd name="T4" fmla="*/ 0 w 15"/>
                <a:gd name="T5" fmla="*/ 11938 h 55"/>
                <a:gd name="T6" fmla="*/ 0 w 15"/>
                <a:gd name="T7" fmla="*/ 11938 h 55"/>
                <a:gd name="T8" fmla="*/ 15 w 15"/>
                <a:gd name="T9" fmla="*/ 5905 h 55"/>
                <a:gd name="T10" fmla="*/ 15 w 15"/>
                <a:gd name="T11" fmla="*/ 0 h 55"/>
                <a:gd name="T12" fmla="*/ 15 w 15"/>
                <a:gd name="T13" fmla="*/ 0 h 55"/>
                <a:gd name="T14" fmla="*/ 15 w 15"/>
                <a:gd name="T15" fmla="*/ 0 h 55"/>
                <a:gd name="T16" fmla="*/ 15 w 15"/>
                <a:gd name="T17" fmla="*/ 0 h 55"/>
                <a:gd name="T18" fmla="*/ 15 w 15"/>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
                <a:gd name="T32" fmla="*/ 15 w 15"/>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
                  <a:moveTo>
                    <a:pt x="15" y="0"/>
                  </a:moveTo>
                  <a:lnTo>
                    <a:pt x="15" y="27"/>
                  </a:lnTo>
                  <a:lnTo>
                    <a:pt x="0" y="55"/>
                  </a:lnTo>
                  <a:lnTo>
                    <a:pt x="15" y="27"/>
                  </a:lnTo>
                  <a:lnTo>
                    <a:pt x="15" y="0"/>
                  </a:lnTo>
                  <a:close/>
                  <a:moveTo>
                    <a:pt x="15" y="0"/>
                  </a:moveTo>
                  <a:lnTo>
                    <a:pt x="15"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96" name="Freeform 68">
              <a:extLst>
                <a:ext uri="{FF2B5EF4-FFF2-40B4-BE49-F238E27FC236}">
                  <a16:creationId xmlns:a16="http://schemas.microsoft.com/office/drawing/2014/main" id="{0451F26A-BC82-57E4-A1DA-BDAFE5927CCD}"/>
                </a:ext>
              </a:extLst>
            </p:cNvPr>
            <p:cNvSpPr>
              <a:spLocks noEditPoints="1"/>
            </p:cNvSpPr>
            <p:nvPr/>
          </p:nvSpPr>
          <p:spPr bwMode="auto">
            <a:xfrm>
              <a:off x="4469" y="501"/>
              <a:ext cx="42" cy="117"/>
            </a:xfrm>
            <a:custGeom>
              <a:avLst/>
              <a:gdLst>
                <a:gd name="T0" fmla="*/ 16 w 45"/>
                <a:gd name="T1" fmla="*/ 16737 h 83"/>
                <a:gd name="T2" fmla="*/ 7 w 45"/>
                <a:gd name="T3" fmla="*/ 20173 h 83"/>
                <a:gd name="T4" fmla="*/ 0 w 45"/>
                <a:gd name="T5" fmla="*/ 16737 h 83"/>
                <a:gd name="T6" fmla="*/ 0 w 45"/>
                <a:gd name="T7" fmla="*/ 10094 h 83"/>
                <a:gd name="T8" fmla="*/ 7 w 45"/>
                <a:gd name="T9" fmla="*/ 0 h 83"/>
                <a:gd name="T10" fmla="*/ 7 w 45"/>
                <a:gd name="T11" fmla="*/ 0 h 83"/>
                <a:gd name="T12" fmla="*/ 0 w 45"/>
                <a:gd name="T13" fmla="*/ 10094 h 83"/>
                <a:gd name="T14" fmla="*/ 0 w 45"/>
                <a:gd name="T15" fmla="*/ 16737 h 83"/>
                <a:gd name="T16" fmla="*/ 7 w 45"/>
                <a:gd name="T17" fmla="*/ 20173 h 83"/>
                <a:gd name="T18" fmla="*/ 16 w 45"/>
                <a:gd name="T19" fmla="*/ 16737 h 83"/>
                <a:gd name="T20" fmla="*/ 16 w 45"/>
                <a:gd name="T21" fmla="*/ 16737 h 83"/>
                <a:gd name="T22" fmla="*/ 16 w 45"/>
                <a:gd name="T23" fmla="*/ 16737 h 83"/>
                <a:gd name="T24" fmla="*/ 16 w 45"/>
                <a:gd name="T25" fmla="*/ 16737 h 83"/>
                <a:gd name="T26" fmla="*/ 16 w 45"/>
                <a:gd name="T27" fmla="*/ 16737 h 8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5"/>
                <a:gd name="T43" fmla="*/ 0 h 83"/>
                <a:gd name="T44" fmla="*/ 45 w 45"/>
                <a:gd name="T45" fmla="*/ 83 h 8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5" h="83">
                  <a:moveTo>
                    <a:pt x="45" y="69"/>
                  </a:moveTo>
                  <a:lnTo>
                    <a:pt x="15" y="83"/>
                  </a:lnTo>
                  <a:lnTo>
                    <a:pt x="0" y="69"/>
                  </a:lnTo>
                  <a:lnTo>
                    <a:pt x="0" y="41"/>
                  </a:lnTo>
                  <a:lnTo>
                    <a:pt x="15" y="0"/>
                  </a:lnTo>
                  <a:lnTo>
                    <a:pt x="0" y="41"/>
                  </a:lnTo>
                  <a:lnTo>
                    <a:pt x="0" y="69"/>
                  </a:lnTo>
                  <a:lnTo>
                    <a:pt x="15" y="83"/>
                  </a:lnTo>
                  <a:lnTo>
                    <a:pt x="45" y="69"/>
                  </a:lnTo>
                  <a:close/>
                  <a:moveTo>
                    <a:pt x="45" y="69"/>
                  </a:moveTo>
                  <a:lnTo>
                    <a:pt x="45" y="69"/>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97" name="Freeform 69">
              <a:extLst>
                <a:ext uri="{FF2B5EF4-FFF2-40B4-BE49-F238E27FC236}">
                  <a16:creationId xmlns:a16="http://schemas.microsoft.com/office/drawing/2014/main" id="{A9C5C193-43EA-B9BE-CBC9-2BB785867BA8}"/>
                </a:ext>
              </a:extLst>
            </p:cNvPr>
            <p:cNvSpPr>
              <a:spLocks noEditPoints="1"/>
            </p:cNvSpPr>
            <p:nvPr/>
          </p:nvSpPr>
          <p:spPr bwMode="auto">
            <a:xfrm>
              <a:off x="4483" y="481"/>
              <a:ext cx="28" cy="20"/>
            </a:xfrm>
            <a:custGeom>
              <a:avLst/>
              <a:gdLst>
                <a:gd name="T0" fmla="*/ 0 w 30"/>
                <a:gd name="T1" fmla="*/ 4244 h 14"/>
                <a:gd name="T2" fmla="*/ 7 w 30"/>
                <a:gd name="T3" fmla="*/ 4244 h 14"/>
                <a:gd name="T4" fmla="*/ 10 w 30"/>
                <a:gd name="T5" fmla="*/ 0 h 14"/>
                <a:gd name="T6" fmla="*/ 10 w 30"/>
                <a:gd name="T7" fmla="*/ 0 h 14"/>
                <a:gd name="T8" fmla="*/ 7 w 30"/>
                <a:gd name="T9" fmla="*/ 4244 h 14"/>
                <a:gd name="T10" fmla="*/ 0 w 30"/>
                <a:gd name="T11" fmla="*/ 4244 h 14"/>
                <a:gd name="T12" fmla="*/ 0 w 30"/>
                <a:gd name="T13" fmla="*/ 4244 h 14"/>
                <a:gd name="T14" fmla="*/ 0 w 30"/>
                <a:gd name="T15" fmla="*/ 4244 h 14"/>
                <a:gd name="T16" fmla="*/ 0 w 30"/>
                <a:gd name="T17" fmla="*/ 4244 h 14"/>
                <a:gd name="T18" fmla="*/ 0 w 30"/>
                <a:gd name="T19" fmla="*/ 4244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14"/>
                <a:gd name="T32" fmla="*/ 30 w 30"/>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14">
                  <a:moveTo>
                    <a:pt x="0" y="14"/>
                  </a:moveTo>
                  <a:lnTo>
                    <a:pt x="15" y="14"/>
                  </a:lnTo>
                  <a:lnTo>
                    <a:pt x="30" y="0"/>
                  </a:lnTo>
                  <a:lnTo>
                    <a:pt x="15" y="14"/>
                  </a:lnTo>
                  <a:lnTo>
                    <a:pt x="0" y="14"/>
                  </a:lnTo>
                  <a:close/>
                  <a:moveTo>
                    <a:pt x="0" y="14"/>
                  </a:moveTo>
                  <a:lnTo>
                    <a:pt x="0" y="14"/>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98" name="Freeform 70">
              <a:extLst>
                <a:ext uri="{FF2B5EF4-FFF2-40B4-BE49-F238E27FC236}">
                  <a16:creationId xmlns:a16="http://schemas.microsoft.com/office/drawing/2014/main" id="{E0429D79-B253-4096-9770-6BA746AA2C8A}"/>
                </a:ext>
              </a:extLst>
            </p:cNvPr>
            <p:cNvSpPr>
              <a:spLocks noEditPoints="1"/>
            </p:cNvSpPr>
            <p:nvPr/>
          </p:nvSpPr>
          <p:spPr bwMode="auto">
            <a:xfrm>
              <a:off x="4511" y="463"/>
              <a:ext cx="58" cy="18"/>
            </a:xfrm>
            <a:custGeom>
              <a:avLst/>
              <a:gdLst>
                <a:gd name="T0" fmla="*/ 0 w 60"/>
                <a:gd name="T1" fmla="*/ 2352 h 13"/>
                <a:gd name="T2" fmla="*/ 15 w 60"/>
                <a:gd name="T3" fmla="*/ 0 h 13"/>
                <a:gd name="T4" fmla="*/ 36 w 60"/>
                <a:gd name="T5" fmla="*/ 2352 h 13"/>
                <a:gd name="T6" fmla="*/ 36 w 60"/>
                <a:gd name="T7" fmla="*/ 2352 h 13"/>
                <a:gd name="T8" fmla="*/ 15 w 60"/>
                <a:gd name="T9" fmla="*/ 0 h 13"/>
                <a:gd name="T10" fmla="*/ 0 w 60"/>
                <a:gd name="T11" fmla="*/ 2352 h 13"/>
                <a:gd name="T12" fmla="*/ 0 w 60"/>
                <a:gd name="T13" fmla="*/ 2352 h 13"/>
                <a:gd name="T14" fmla="*/ 0 w 60"/>
                <a:gd name="T15" fmla="*/ 2352 h 13"/>
                <a:gd name="T16" fmla="*/ 0 w 60"/>
                <a:gd name="T17" fmla="*/ 2352 h 13"/>
                <a:gd name="T18" fmla="*/ 0 w 60"/>
                <a:gd name="T19" fmla="*/ 2352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13"/>
                <a:gd name="T32" fmla="*/ 60 w 60"/>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13">
                  <a:moveTo>
                    <a:pt x="0" y="13"/>
                  </a:moveTo>
                  <a:lnTo>
                    <a:pt x="30" y="0"/>
                  </a:lnTo>
                  <a:lnTo>
                    <a:pt x="60" y="13"/>
                  </a:lnTo>
                  <a:lnTo>
                    <a:pt x="30" y="0"/>
                  </a:lnTo>
                  <a:lnTo>
                    <a:pt x="0" y="13"/>
                  </a:lnTo>
                  <a:close/>
                  <a:moveTo>
                    <a:pt x="0" y="13"/>
                  </a:moveTo>
                  <a:lnTo>
                    <a:pt x="0" y="13"/>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99" name="Freeform 71">
              <a:extLst>
                <a:ext uri="{FF2B5EF4-FFF2-40B4-BE49-F238E27FC236}">
                  <a16:creationId xmlns:a16="http://schemas.microsoft.com/office/drawing/2014/main" id="{6C0ADB97-790F-A5A4-5F7F-A7927307C726}"/>
                </a:ext>
              </a:extLst>
            </p:cNvPr>
            <p:cNvSpPr>
              <a:spLocks/>
            </p:cNvSpPr>
            <p:nvPr/>
          </p:nvSpPr>
          <p:spPr bwMode="auto">
            <a:xfrm>
              <a:off x="4397" y="463"/>
              <a:ext cx="29" cy="18"/>
            </a:xfrm>
            <a:custGeom>
              <a:avLst/>
              <a:gdLst>
                <a:gd name="T0" fmla="*/ 15 w 30"/>
                <a:gd name="T1" fmla="*/ 0 h 13"/>
                <a:gd name="T2" fmla="*/ 15 w 30"/>
                <a:gd name="T3" fmla="*/ 2352 h 13"/>
                <a:gd name="T4" fmla="*/ 0 w 30"/>
                <a:gd name="T5" fmla="*/ 2352 h 13"/>
                <a:gd name="T6" fmla="*/ 0 w 30"/>
                <a:gd name="T7" fmla="*/ 2352 h 13"/>
                <a:gd name="T8" fmla="*/ 15 w 30"/>
                <a:gd name="T9" fmla="*/ 2352 h 13"/>
                <a:gd name="T10" fmla="*/ 15 w 30"/>
                <a:gd name="T11" fmla="*/ 0 h 13"/>
                <a:gd name="T12" fmla="*/ 15 w 30"/>
                <a:gd name="T13" fmla="*/ 0 h 13"/>
                <a:gd name="T14" fmla="*/ 0 60000 65536"/>
                <a:gd name="T15" fmla="*/ 0 60000 65536"/>
                <a:gd name="T16" fmla="*/ 0 60000 65536"/>
                <a:gd name="T17" fmla="*/ 0 60000 65536"/>
                <a:gd name="T18" fmla="*/ 0 60000 65536"/>
                <a:gd name="T19" fmla="*/ 0 60000 65536"/>
                <a:gd name="T20" fmla="*/ 0 60000 65536"/>
                <a:gd name="T21" fmla="*/ 0 w 30"/>
                <a:gd name="T22" fmla="*/ 0 h 13"/>
                <a:gd name="T23" fmla="*/ 30 w 30"/>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13">
                  <a:moveTo>
                    <a:pt x="30" y="0"/>
                  </a:moveTo>
                  <a:lnTo>
                    <a:pt x="15" y="13"/>
                  </a:lnTo>
                  <a:lnTo>
                    <a:pt x="0" y="13"/>
                  </a:lnTo>
                  <a:lnTo>
                    <a:pt x="15" y="13"/>
                  </a:lnTo>
                  <a:lnTo>
                    <a:pt x="3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0" name="Freeform 72">
              <a:extLst>
                <a:ext uri="{FF2B5EF4-FFF2-40B4-BE49-F238E27FC236}">
                  <a16:creationId xmlns:a16="http://schemas.microsoft.com/office/drawing/2014/main" id="{6FEE6F85-47F6-5438-FAD3-FFD356447859}"/>
                </a:ext>
              </a:extLst>
            </p:cNvPr>
            <p:cNvSpPr>
              <a:spLocks noEditPoints="1"/>
            </p:cNvSpPr>
            <p:nvPr/>
          </p:nvSpPr>
          <p:spPr bwMode="auto">
            <a:xfrm>
              <a:off x="4383" y="481"/>
              <a:ext cx="14" cy="78"/>
            </a:xfrm>
            <a:custGeom>
              <a:avLst/>
              <a:gdLst>
                <a:gd name="T0" fmla="*/ 7 w 15"/>
                <a:gd name="T1" fmla="*/ 0 h 55"/>
                <a:gd name="T2" fmla="*/ 0 w 15"/>
                <a:gd name="T3" fmla="*/ 7610 h 55"/>
                <a:gd name="T4" fmla="*/ 0 w 15"/>
                <a:gd name="T5" fmla="*/ 14745 h 55"/>
                <a:gd name="T6" fmla="*/ 0 w 15"/>
                <a:gd name="T7" fmla="*/ 14745 h 55"/>
                <a:gd name="T8" fmla="*/ 0 w 15"/>
                <a:gd name="T9" fmla="*/ 7610 h 55"/>
                <a:gd name="T10" fmla="*/ 7 w 15"/>
                <a:gd name="T11" fmla="*/ 0 h 55"/>
                <a:gd name="T12" fmla="*/ 7 w 15"/>
                <a:gd name="T13" fmla="*/ 0 h 55"/>
                <a:gd name="T14" fmla="*/ 7 w 15"/>
                <a:gd name="T15" fmla="*/ 0 h 55"/>
                <a:gd name="T16" fmla="*/ 7 w 15"/>
                <a:gd name="T17" fmla="*/ 0 h 55"/>
                <a:gd name="T18" fmla="*/ 7 w 15"/>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
                <a:gd name="T32" fmla="*/ 15 w 15"/>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
                  <a:moveTo>
                    <a:pt x="15" y="0"/>
                  </a:moveTo>
                  <a:lnTo>
                    <a:pt x="0" y="28"/>
                  </a:lnTo>
                  <a:lnTo>
                    <a:pt x="0" y="55"/>
                  </a:lnTo>
                  <a:lnTo>
                    <a:pt x="0" y="28"/>
                  </a:lnTo>
                  <a:lnTo>
                    <a:pt x="15" y="0"/>
                  </a:lnTo>
                  <a:close/>
                  <a:moveTo>
                    <a:pt x="15" y="0"/>
                  </a:moveTo>
                  <a:lnTo>
                    <a:pt x="15"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1" name="Freeform 73">
              <a:extLst>
                <a:ext uri="{FF2B5EF4-FFF2-40B4-BE49-F238E27FC236}">
                  <a16:creationId xmlns:a16="http://schemas.microsoft.com/office/drawing/2014/main" id="{4A7F6553-34C1-9890-69EC-2B3D831DF99A}"/>
                </a:ext>
              </a:extLst>
            </p:cNvPr>
            <p:cNvSpPr>
              <a:spLocks noEditPoints="1"/>
            </p:cNvSpPr>
            <p:nvPr/>
          </p:nvSpPr>
          <p:spPr bwMode="auto">
            <a:xfrm>
              <a:off x="4383" y="559"/>
              <a:ext cx="43" cy="39"/>
            </a:xfrm>
            <a:custGeom>
              <a:avLst/>
              <a:gdLst>
                <a:gd name="T0" fmla="*/ 0 w 45"/>
                <a:gd name="T1" fmla="*/ 0 h 28"/>
                <a:gd name="T2" fmla="*/ 11 w 45"/>
                <a:gd name="T3" fmla="*/ 5539 h 28"/>
                <a:gd name="T4" fmla="*/ 14 w 45"/>
                <a:gd name="T5" fmla="*/ 5539 h 28"/>
                <a:gd name="T6" fmla="*/ 23 w 45"/>
                <a:gd name="T7" fmla="*/ 2855 h 28"/>
                <a:gd name="T8" fmla="*/ 23 w 45"/>
                <a:gd name="T9" fmla="*/ 2855 h 28"/>
                <a:gd name="T10" fmla="*/ 14 w 45"/>
                <a:gd name="T11" fmla="*/ 5539 h 28"/>
                <a:gd name="T12" fmla="*/ 11 w 45"/>
                <a:gd name="T13" fmla="*/ 5539 h 28"/>
                <a:gd name="T14" fmla="*/ 0 w 45"/>
                <a:gd name="T15" fmla="*/ 0 h 28"/>
                <a:gd name="T16" fmla="*/ 0 w 45"/>
                <a:gd name="T17" fmla="*/ 0 h 28"/>
                <a:gd name="T18" fmla="*/ 0 w 45"/>
                <a:gd name="T19" fmla="*/ 0 h 28"/>
                <a:gd name="T20" fmla="*/ 0 w 45"/>
                <a:gd name="T21" fmla="*/ 0 h 28"/>
                <a:gd name="T22" fmla="*/ 0 w 45"/>
                <a:gd name="T23" fmla="*/ 0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8"/>
                <a:gd name="T38" fmla="*/ 45 w 4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8">
                  <a:moveTo>
                    <a:pt x="0" y="0"/>
                  </a:moveTo>
                  <a:lnTo>
                    <a:pt x="15" y="28"/>
                  </a:lnTo>
                  <a:lnTo>
                    <a:pt x="30" y="28"/>
                  </a:lnTo>
                  <a:lnTo>
                    <a:pt x="45" y="14"/>
                  </a:lnTo>
                  <a:lnTo>
                    <a:pt x="30" y="28"/>
                  </a:lnTo>
                  <a:lnTo>
                    <a:pt x="15" y="28"/>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2" name="Freeform 74">
              <a:extLst>
                <a:ext uri="{FF2B5EF4-FFF2-40B4-BE49-F238E27FC236}">
                  <a16:creationId xmlns:a16="http://schemas.microsoft.com/office/drawing/2014/main" id="{CEA7944B-7F96-2AD9-4B15-D422661CE1DA}"/>
                </a:ext>
              </a:extLst>
            </p:cNvPr>
            <p:cNvSpPr>
              <a:spLocks noEditPoints="1"/>
            </p:cNvSpPr>
            <p:nvPr/>
          </p:nvSpPr>
          <p:spPr bwMode="auto">
            <a:xfrm>
              <a:off x="4426" y="501"/>
              <a:ext cx="14" cy="78"/>
            </a:xfrm>
            <a:custGeom>
              <a:avLst/>
              <a:gdLst>
                <a:gd name="T0" fmla="*/ 0 w 15"/>
                <a:gd name="T1" fmla="*/ 14745 h 55"/>
                <a:gd name="T2" fmla="*/ 7 w 15"/>
                <a:gd name="T3" fmla="*/ 7610 h 55"/>
                <a:gd name="T4" fmla="*/ 7 w 15"/>
                <a:gd name="T5" fmla="*/ 0 h 55"/>
                <a:gd name="T6" fmla="*/ 7 w 15"/>
                <a:gd name="T7" fmla="*/ 0 h 55"/>
                <a:gd name="T8" fmla="*/ 7 w 15"/>
                <a:gd name="T9" fmla="*/ 7610 h 55"/>
                <a:gd name="T10" fmla="*/ 0 w 15"/>
                <a:gd name="T11" fmla="*/ 14745 h 55"/>
                <a:gd name="T12" fmla="*/ 0 w 15"/>
                <a:gd name="T13" fmla="*/ 14745 h 55"/>
                <a:gd name="T14" fmla="*/ 0 w 15"/>
                <a:gd name="T15" fmla="*/ 14745 h 55"/>
                <a:gd name="T16" fmla="*/ 0 w 15"/>
                <a:gd name="T17" fmla="*/ 14745 h 55"/>
                <a:gd name="T18" fmla="*/ 0 w 15"/>
                <a:gd name="T19" fmla="*/ 14745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
                <a:gd name="T32" fmla="*/ 15 w 15"/>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
                  <a:moveTo>
                    <a:pt x="0" y="55"/>
                  </a:moveTo>
                  <a:lnTo>
                    <a:pt x="15" y="28"/>
                  </a:lnTo>
                  <a:lnTo>
                    <a:pt x="15" y="0"/>
                  </a:lnTo>
                  <a:lnTo>
                    <a:pt x="15" y="28"/>
                  </a:lnTo>
                  <a:lnTo>
                    <a:pt x="0" y="55"/>
                  </a:lnTo>
                  <a:close/>
                  <a:moveTo>
                    <a:pt x="0" y="55"/>
                  </a:moveTo>
                  <a:lnTo>
                    <a:pt x="0" y="55"/>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3" name="Freeform 75">
              <a:extLst>
                <a:ext uri="{FF2B5EF4-FFF2-40B4-BE49-F238E27FC236}">
                  <a16:creationId xmlns:a16="http://schemas.microsoft.com/office/drawing/2014/main" id="{6061D04B-A239-C30A-8697-C42B969FF005}"/>
                </a:ext>
              </a:extLst>
            </p:cNvPr>
            <p:cNvSpPr>
              <a:spLocks noEditPoints="1"/>
            </p:cNvSpPr>
            <p:nvPr/>
          </p:nvSpPr>
          <p:spPr bwMode="auto">
            <a:xfrm>
              <a:off x="4339" y="424"/>
              <a:ext cx="101" cy="77"/>
            </a:xfrm>
            <a:custGeom>
              <a:avLst/>
              <a:gdLst>
                <a:gd name="T0" fmla="*/ 57 w 105"/>
                <a:gd name="T1" fmla="*/ 11938 h 55"/>
                <a:gd name="T2" fmla="*/ 49 w 105"/>
                <a:gd name="T3" fmla="*/ 6091 h 55"/>
                <a:gd name="T4" fmla="*/ 33 w 105"/>
                <a:gd name="T5" fmla="*/ 0 h 55"/>
                <a:gd name="T6" fmla="*/ 0 w 105"/>
                <a:gd name="T7" fmla="*/ 0 h 55"/>
                <a:gd name="T8" fmla="*/ 0 w 105"/>
                <a:gd name="T9" fmla="*/ 0 h 55"/>
                <a:gd name="T10" fmla="*/ 33 w 105"/>
                <a:gd name="T11" fmla="*/ 0 h 55"/>
                <a:gd name="T12" fmla="*/ 49 w 105"/>
                <a:gd name="T13" fmla="*/ 6091 h 55"/>
                <a:gd name="T14" fmla="*/ 57 w 105"/>
                <a:gd name="T15" fmla="*/ 11938 h 55"/>
                <a:gd name="T16" fmla="*/ 57 w 105"/>
                <a:gd name="T17" fmla="*/ 11938 h 55"/>
                <a:gd name="T18" fmla="*/ 57 w 105"/>
                <a:gd name="T19" fmla="*/ 11938 h 55"/>
                <a:gd name="T20" fmla="*/ 57 w 105"/>
                <a:gd name="T21" fmla="*/ 11938 h 55"/>
                <a:gd name="T22" fmla="*/ 57 w 105"/>
                <a:gd name="T23" fmla="*/ 11938 h 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5"/>
                <a:gd name="T37" fmla="*/ 0 h 55"/>
                <a:gd name="T38" fmla="*/ 105 w 105"/>
                <a:gd name="T39" fmla="*/ 55 h 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5" h="55">
                  <a:moveTo>
                    <a:pt x="105" y="55"/>
                  </a:moveTo>
                  <a:lnTo>
                    <a:pt x="90" y="28"/>
                  </a:lnTo>
                  <a:lnTo>
                    <a:pt x="60" y="0"/>
                  </a:lnTo>
                  <a:lnTo>
                    <a:pt x="0" y="0"/>
                  </a:lnTo>
                  <a:lnTo>
                    <a:pt x="60" y="0"/>
                  </a:lnTo>
                  <a:lnTo>
                    <a:pt x="90" y="28"/>
                  </a:lnTo>
                  <a:lnTo>
                    <a:pt x="105" y="55"/>
                  </a:lnTo>
                  <a:close/>
                  <a:moveTo>
                    <a:pt x="105" y="55"/>
                  </a:moveTo>
                  <a:lnTo>
                    <a:pt x="105" y="55"/>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4" name="Freeform 76">
              <a:extLst>
                <a:ext uri="{FF2B5EF4-FFF2-40B4-BE49-F238E27FC236}">
                  <a16:creationId xmlns:a16="http://schemas.microsoft.com/office/drawing/2014/main" id="{D76CAA40-B2B8-E21F-9139-571F8AA1CEF6}"/>
                </a:ext>
              </a:extLst>
            </p:cNvPr>
            <p:cNvSpPr>
              <a:spLocks/>
            </p:cNvSpPr>
            <p:nvPr/>
          </p:nvSpPr>
          <p:spPr bwMode="auto">
            <a:xfrm>
              <a:off x="4311" y="424"/>
              <a:ext cx="28" cy="39"/>
            </a:xfrm>
            <a:custGeom>
              <a:avLst/>
              <a:gdLst>
                <a:gd name="T0" fmla="*/ 10 w 30"/>
                <a:gd name="T1" fmla="*/ 0 h 28"/>
                <a:gd name="T2" fmla="*/ 7 w 30"/>
                <a:gd name="T3" fmla="*/ 2855 h 28"/>
                <a:gd name="T4" fmla="*/ 0 w 30"/>
                <a:gd name="T5" fmla="*/ 5539 h 28"/>
                <a:gd name="T6" fmla="*/ 0 w 30"/>
                <a:gd name="T7" fmla="*/ 5539 h 28"/>
                <a:gd name="T8" fmla="*/ 7 w 30"/>
                <a:gd name="T9" fmla="*/ 2855 h 28"/>
                <a:gd name="T10" fmla="*/ 10 w 30"/>
                <a:gd name="T11" fmla="*/ 0 h 28"/>
                <a:gd name="T12" fmla="*/ 10 w 30"/>
                <a:gd name="T13" fmla="*/ 0 h 28"/>
                <a:gd name="T14" fmla="*/ 0 60000 65536"/>
                <a:gd name="T15" fmla="*/ 0 60000 65536"/>
                <a:gd name="T16" fmla="*/ 0 60000 65536"/>
                <a:gd name="T17" fmla="*/ 0 60000 65536"/>
                <a:gd name="T18" fmla="*/ 0 60000 65536"/>
                <a:gd name="T19" fmla="*/ 0 60000 65536"/>
                <a:gd name="T20" fmla="*/ 0 60000 65536"/>
                <a:gd name="T21" fmla="*/ 0 w 30"/>
                <a:gd name="T22" fmla="*/ 0 h 28"/>
                <a:gd name="T23" fmla="*/ 30 w 30"/>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28">
                  <a:moveTo>
                    <a:pt x="30" y="0"/>
                  </a:moveTo>
                  <a:lnTo>
                    <a:pt x="15" y="14"/>
                  </a:lnTo>
                  <a:lnTo>
                    <a:pt x="0" y="28"/>
                  </a:lnTo>
                  <a:lnTo>
                    <a:pt x="15" y="14"/>
                  </a:lnTo>
                  <a:lnTo>
                    <a:pt x="3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5" name="Freeform 77">
              <a:extLst>
                <a:ext uri="{FF2B5EF4-FFF2-40B4-BE49-F238E27FC236}">
                  <a16:creationId xmlns:a16="http://schemas.microsoft.com/office/drawing/2014/main" id="{D86405CF-AE5C-947E-A2AB-2E0A665ECAAC}"/>
                </a:ext>
              </a:extLst>
            </p:cNvPr>
            <p:cNvSpPr>
              <a:spLocks noEditPoints="1"/>
            </p:cNvSpPr>
            <p:nvPr/>
          </p:nvSpPr>
          <p:spPr bwMode="auto">
            <a:xfrm>
              <a:off x="4283" y="463"/>
              <a:ext cx="28" cy="77"/>
            </a:xfrm>
            <a:custGeom>
              <a:avLst/>
              <a:gdLst>
                <a:gd name="T0" fmla="*/ 10 w 30"/>
                <a:gd name="T1" fmla="*/ 0 h 55"/>
                <a:gd name="T2" fmla="*/ 7 w 30"/>
                <a:gd name="T3" fmla="*/ 5905 h 55"/>
                <a:gd name="T4" fmla="*/ 0 w 30"/>
                <a:gd name="T5" fmla="*/ 11938 h 55"/>
                <a:gd name="T6" fmla="*/ 0 w 30"/>
                <a:gd name="T7" fmla="*/ 11938 h 55"/>
                <a:gd name="T8" fmla="*/ 7 w 30"/>
                <a:gd name="T9" fmla="*/ 5905 h 55"/>
                <a:gd name="T10" fmla="*/ 10 w 30"/>
                <a:gd name="T11" fmla="*/ 0 h 55"/>
                <a:gd name="T12" fmla="*/ 10 w 30"/>
                <a:gd name="T13" fmla="*/ 0 h 55"/>
                <a:gd name="T14" fmla="*/ 10 w 30"/>
                <a:gd name="T15" fmla="*/ 0 h 55"/>
                <a:gd name="T16" fmla="*/ 10 w 30"/>
                <a:gd name="T17" fmla="*/ 0 h 55"/>
                <a:gd name="T18" fmla="*/ 10 w 30"/>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55"/>
                <a:gd name="T32" fmla="*/ 30 w 30"/>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55">
                  <a:moveTo>
                    <a:pt x="30" y="0"/>
                  </a:moveTo>
                  <a:lnTo>
                    <a:pt x="15" y="27"/>
                  </a:lnTo>
                  <a:lnTo>
                    <a:pt x="0" y="55"/>
                  </a:lnTo>
                  <a:lnTo>
                    <a:pt x="15" y="27"/>
                  </a:lnTo>
                  <a:lnTo>
                    <a:pt x="30" y="0"/>
                  </a:lnTo>
                  <a:close/>
                  <a:moveTo>
                    <a:pt x="30" y="0"/>
                  </a:moveTo>
                  <a:lnTo>
                    <a:pt x="3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6" name="Freeform 78">
              <a:extLst>
                <a:ext uri="{FF2B5EF4-FFF2-40B4-BE49-F238E27FC236}">
                  <a16:creationId xmlns:a16="http://schemas.microsoft.com/office/drawing/2014/main" id="{BF7C69AB-3C88-4A2B-06E7-ADAF9C96B15F}"/>
                </a:ext>
              </a:extLst>
            </p:cNvPr>
            <p:cNvSpPr>
              <a:spLocks noEditPoints="1"/>
            </p:cNvSpPr>
            <p:nvPr/>
          </p:nvSpPr>
          <p:spPr bwMode="auto">
            <a:xfrm>
              <a:off x="4283" y="540"/>
              <a:ext cx="42" cy="39"/>
            </a:xfrm>
            <a:custGeom>
              <a:avLst/>
              <a:gdLst>
                <a:gd name="T0" fmla="*/ 0 w 45"/>
                <a:gd name="T1" fmla="*/ 0 h 27"/>
                <a:gd name="T2" fmla="*/ 7 w 45"/>
                <a:gd name="T3" fmla="*/ 9627 h 27"/>
                <a:gd name="T4" fmla="*/ 10 w 45"/>
                <a:gd name="T5" fmla="*/ 9627 h 27"/>
                <a:gd name="T6" fmla="*/ 16 w 45"/>
                <a:gd name="T7" fmla="*/ 4614 h 27"/>
                <a:gd name="T8" fmla="*/ 16 w 45"/>
                <a:gd name="T9" fmla="*/ 4614 h 27"/>
                <a:gd name="T10" fmla="*/ 10 w 45"/>
                <a:gd name="T11" fmla="*/ 9627 h 27"/>
                <a:gd name="T12" fmla="*/ 7 w 45"/>
                <a:gd name="T13" fmla="*/ 9627 h 27"/>
                <a:gd name="T14" fmla="*/ 0 w 45"/>
                <a:gd name="T15" fmla="*/ 0 h 27"/>
                <a:gd name="T16" fmla="*/ 0 w 45"/>
                <a:gd name="T17" fmla="*/ 0 h 27"/>
                <a:gd name="T18" fmla="*/ 0 w 45"/>
                <a:gd name="T19" fmla="*/ 0 h 27"/>
                <a:gd name="T20" fmla="*/ 0 w 45"/>
                <a:gd name="T21" fmla="*/ 0 h 27"/>
                <a:gd name="T22" fmla="*/ 0 w 4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7"/>
                <a:gd name="T38" fmla="*/ 45 w 4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7">
                  <a:moveTo>
                    <a:pt x="0" y="0"/>
                  </a:moveTo>
                  <a:lnTo>
                    <a:pt x="15" y="27"/>
                  </a:lnTo>
                  <a:lnTo>
                    <a:pt x="30" y="27"/>
                  </a:lnTo>
                  <a:lnTo>
                    <a:pt x="45" y="13"/>
                  </a:lnTo>
                  <a:lnTo>
                    <a:pt x="30" y="27"/>
                  </a:lnTo>
                  <a:lnTo>
                    <a:pt x="15" y="27"/>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7" name="Freeform 79">
              <a:extLst>
                <a:ext uri="{FF2B5EF4-FFF2-40B4-BE49-F238E27FC236}">
                  <a16:creationId xmlns:a16="http://schemas.microsoft.com/office/drawing/2014/main" id="{55C92F80-06CD-CAF9-6C0C-7C184D023197}"/>
                </a:ext>
              </a:extLst>
            </p:cNvPr>
            <p:cNvSpPr>
              <a:spLocks noEditPoints="1"/>
            </p:cNvSpPr>
            <p:nvPr/>
          </p:nvSpPr>
          <p:spPr bwMode="auto">
            <a:xfrm>
              <a:off x="4325" y="463"/>
              <a:ext cx="29" cy="96"/>
            </a:xfrm>
            <a:custGeom>
              <a:avLst/>
              <a:gdLst>
                <a:gd name="T0" fmla="*/ 0 w 30"/>
                <a:gd name="T1" fmla="*/ 17020 h 68"/>
                <a:gd name="T2" fmla="*/ 15 w 30"/>
                <a:gd name="T3" fmla="*/ 10320 h 68"/>
                <a:gd name="T4" fmla="*/ 15 w 30"/>
                <a:gd name="T5" fmla="*/ 0 h 68"/>
                <a:gd name="T6" fmla="*/ 15 w 30"/>
                <a:gd name="T7" fmla="*/ 0 h 68"/>
                <a:gd name="T8" fmla="*/ 15 w 30"/>
                <a:gd name="T9" fmla="*/ 10320 h 68"/>
                <a:gd name="T10" fmla="*/ 0 w 30"/>
                <a:gd name="T11" fmla="*/ 17020 h 68"/>
                <a:gd name="T12" fmla="*/ 0 w 30"/>
                <a:gd name="T13" fmla="*/ 17020 h 68"/>
                <a:gd name="T14" fmla="*/ 0 w 30"/>
                <a:gd name="T15" fmla="*/ 17020 h 68"/>
                <a:gd name="T16" fmla="*/ 0 w 30"/>
                <a:gd name="T17" fmla="*/ 17020 h 68"/>
                <a:gd name="T18" fmla="*/ 0 w 30"/>
                <a:gd name="T19" fmla="*/ 1702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68"/>
                <a:gd name="T32" fmla="*/ 30 w 30"/>
                <a:gd name="T33" fmla="*/ 68 h 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68">
                  <a:moveTo>
                    <a:pt x="0" y="68"/>
                  </a:moveTo>
                  <a:lnTo>
                    <a:pt x="30" y="41"/>
                  </a:lnTo>
                  <a:lnTo>
                    <a:pt x="30" y="0"/>
                  </a:lnTo>
                  <a:lnTo>
                    <a:pt x="30" y="41"/>
                  </a:lnTo>
                  <a:lnTo>
                    <a:pt x="0" y="68"/>
                  </a:lnTo>
                  <a:close/>
                  <a:moveTo>
                    <a:pt x="0" y="68"/>
                  </a:moveTo>
                  <a:lnTo>
                    <a:pt x="0" y="68"/>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8" name="Freeform 80">
              <a:extLst>
                <a:ext uri="{FF2B5EF4-FFF2-40B4-BE49-F238E27FC236}">
                  <a16:creationId xmlns:a16="http://schemas.microsoft.com/office/drawing/2014/main" id="{7A42ECC7-BACE-0460-2F07-23EAF3E71588}"/>
                </a:ext>
              </a:extLst>
            </p:cNvPr>
            <p:cNvSpPr>
              <a:spLocks noEditPoints="1"/>
            </p:cNvSpPr>
            <p:nvPr/>
          </p:nvSpPr>
          <p:spPr bwMode="auto">
            <a:xfrm>
              <a:off x="4239" y="366"/>
              <a:ext cx="115" cy="97"/>
            </a:xfrm>
            <a:custGeom>
              <a:avLst/>
              <a:gdLst>
                <a:gd name="T0" fmla="*/ 54 w 121"/>
                <a:gd name="T1" fmla="*/ 16008 h 69"/>
                <a:gd name="T2" fmla="*/ 47 w 121"/>
                <a:gd name="T3" fmla="*/ 6253 h 69"/>
                <a:gd name="T4" fmla="*/ 34 w 121"/>
                <a:gd name="T5" fmla="*/ 3264 h 69"/>
                <a:gd name="T6" fmla="*/ 22 w 121"/>
                <a:gd name="T7" fmla="*/ 0 h 69"/>
                <a:gd name="T8" fmla="*/ 0 w 121"/>
                <a:gd name="T9" fmla="*/ 3264 h 69"/>
                <a:gd name="T10" fmla="*/ 0 w 121"/>
                <a:gd name="T11" fmla="*/ 3264 h 69"/>
                <a:gd name="T12" fmla="*/ 22 w 121"/>
                <a:gd name="T13" fmla="*/ 0 h 69"/>
                <a:gd name="T14" fmla="*/ 34 w 121"/>
                <a:gd name="T15" fmla="*/ 3264 h 69"/>
                <a:gd name="T16" fmla="*/ 47 w 121"/>
                <a:gd name="T17" fmla="*/ 6253 h 69"/>
                <a:gd name="T18" fmla="*/ 54 w 121"/>
                <a:gd name="T19" fmla="*/ 16008 h 69"/>
                <a:gd name="T20" fmla="*/ 54 w 121"/>
                <a:gd name="T21" fmla="*/ 16008 h 69"/>
                <a:gd name="T22" fmla="*/ 54 w 121"/>
                <a:gd name="T23" fmla="*/ 16008 h 69"/>
                <a:gd name="T24" fmla="*/ 54 w 121"/>
                <a:gd name="T25" fmla="*/ 16008 h 69"/>
                <a:gd name="T26" fmla="*/ 54 w 121"/>
                <a:gd name="T27" fmla="*/ 16008 h 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1"/>
                <a:gd name="T43" fmla="*/ 0 h 69"/>
                <a:gd name="T44" fmla="*/ 121 w 121"/>
                <a:gd name="T45" fmla="*/ 69 h 6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1" h="69">
                  <a:moveTo>
                    <a:pt x="121" y="69"/>
                  </a:moveTo>
                  <a:lnTo>
                    <a:pt x="106" y="27"/>
                  </a:lnTo>
                  <a:lnTo>
                    <a:pt x="76" y="14"/>
                  </a:lnTo>
                  <a:lnTo>
                    <a:pt x="46" y="0"/>
                  </a:lnTo>
                  <a:lnTo>
                    <a:pt x="0" y="14"/>
                  </a:lnTo>
                  <a:lnTo>
                    <a:pt x="46" y="0"/>
                  </a:lnTo>
                  <a:lnTo>
                    <a:pt x="76" y="14"/>
                  </a:lnTo>
                  <a:lnTo>
                    <a:pt x="106" y="27"/>
                  </a:lnTo>
                  <a:lnTo>
                    <a:pt x="121" y="69"/>
                  </a:lnTo>
                  <a:close/>
                  <a:moveTo>
                    <a:pt x="121" y="69"/>
                  </a:moveTo>
                  <a:lnTo>
                    <a:pt x="121" y="69"/>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09" name="Freeform 81">
              <a:extLst>
                <a:ext uri="{FF2B5EF4-FFF2-40B4-BE49-F238E27FC236}">
                  <a16:creationId xmlns:a16="http://schemas.microsoft.com/office/drawing/2014/main" id="{B17FF848-69FF-B56C-7F16-A50652307CA2}"/>
                </a:ext>
              </a:extLst>
            </p:cNvPr>
            <p:cNvSpPr>
              <a:spLocks/>
            </p:cNvSpPr>
            <p:nvPr/>
          </p:nvSpPr>
          <p:spPr bwMode="auto">
            <a:xfrm>
              <a:off x="4210" y="386"/>
              <a:ext cx="29" cy="38"/>
            </a:xfrm>
            <a:custGeom>
              <a:avLst/>
              <a:gdLst>
                <a:gd name="T0" fmla="*/ 15 w 30"/>
                <a:gd name="T1" fmla="*/ 0 h 27"/>
                <a:gd name="T2" fmla="*/ 15 w 30"/>
                <a:gd name="T3" fmla="*/ 2977 h 27"/>
                <a:gd name="T4" fmla="*/ 0 w 30"/>
                <a:gd name="T5" fmla="*/ 6423 h 27"/>
                <a:gd name="T6" fmla="*/ 0 w 30"/>
                <a:gd name="T7" fmla="*/ 6423 h 27"/>
                <a:gd name="T8" fmla="*/ 15 w 30"/>
                <a:gd name="T9" fmla="*/ 2977 h 27"/>
                <a:gd name="T10" fmla="*/ 15 w 30"/>
                <a:gd name="T11" fmla="*/ 0 h 27"/>
                <a:gd name="T12" fmla="*/ 15 w 30"/>
                <a:gd name="T13" fmla="*/ 0 h 27"/>
                <a:gd name="T14" fmla="*/ 0 60000 65536"/>
                <a:gd name="T15" fmla="*/ 0 60000 65536"/>
                <a:gd name="T16" fmla="*/ 0 60000 65536"/>
                <a:gd name="T17" fmla="*/ 0 60000 65536"/>
                <a:gd name="T18" fmla="*/ 0 60000 65536"/>
                <a:gd name="T19" fmla="*/ 0 60000 65536"/>
                <a:gd name="T20" fmla="*/ 0 60000 65536"/>
                <a:gd name="T21" fmla="*/ 0 w 30"/>
                <a:gd name="T22" fmla="*/ 0 h 27"/>
                <a:gd name="T23" fmla="*/ 30 w 30"/>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27">
                  <a:moveTo>
                    <a:pt x="30" y="0"/>
                  </a:moveTo>
                  <a:lnTo>
                    <a:pt x="15" y="13"/>
                  </a:lnTo>
                  <a:lnTo>
                    <a:pt x="0" y="27"/>
                  </a:lnTo>
                  <a:lnTo>
                    <a:pt x="15" y="13"/>
                  </a:lnTo>
                  <a:lnTo>
                    <a:pt x="3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10" name="Freeform 82">
              <a:extLst>
                <a:ext uri="{FF2B5EF4-FFF2-40B4-BE49-F238E27FC236}">
                  <a16:creationId xmlns:a16="http://schemas.microsoft.com/office/drawing/2014/main" id="{E70E7A51-E54E-3195-11E3-A4D83F1E3D55}"/>
                </a:ext>
              </a:extLst>
            </p:cNvPr>
            <p:cNvSpPr>
              <a:spLocks noEditPoints="1"/>
            </p:cNvSpPr>
            <p:nvPr/>
          </p:nvSpPr>
          <p:spPr bwMode="auto">
            <a:xfrm>
              <a:off x="4181" y="424"/>
              <a:ext cx="29" cy="97"/>
            </a:xfrm>
            <a:custGeom>
              <a:avLst/>
              <a:gdLst>
                <a:gd name="T0" fmla="*/ 15 w 30"/>
                <a:gd name="T1" fmla="*/ 0 h 69"/>
                <a:gd name="T2" fmla="*/ 15 w 30"/>
                <a:gd name="T3" fmla="*/ 9672 h 69"/>
                <a:gd name="T4" fmla="*/ 0 w 30"/>
                <a:gd name="T5" fmla="*/ 16008 h 69"/>
                <a:gd name="T6" fmla="*/ 0 w 30"/>
                <a:gd name="T7" fmla="*/ 16008 h 69"/>
                <a:gd name="T8" fmla="*/ 15 w 30"/>
                <a:gd name="T9" fmla="*/ 9672 h 69"/>
                <a:gd name="T10" fmla="*/ 15 w 30"/>
                <a:gd name="T11" fmla="*/ 0 h 69"/>
                <a:gd name="T12" fmla="*/ 15 w 30"/>
                <a:gd name="T13" fmla="*/ 0 h 69"/>
                <a:gd name="T14" fmla="*/ 15 w 30"/>
                <a:gd name="T15" fmla="*/ 0 h 69"/>
                <a:gd name="T16" fmla="*/ 15 w 30"/>
                <a:gd name="T17" fmla="*/ 0 h 69"/>
                <a:gd name="T18" fmla="*/ 15 w 30"/>
                <a:gd name="T19" fmla="*/ 0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69"/>
                <a:gd name="T32" fmla="*/ 30 w 30"/>
                <a:gd name="T33" fmla="*/ 69 h 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69">
                  <a:moveTo>
                    <a:pt x="30" y="0"/>
                  </a:moveTo>
                  <a:lnTo>
                    <a:pt x="15" y="41"/>
                  </a:lnTo>
                  <a:lnTo>
                    <a:pt x="0" y="69"/>
                  </a:lnTo>
                  <a:lnTo>
                    <a:pt x="15" y="41"/>
                  </a:lnTo>
                  <a:lnTo>
                    <a:pt x="30" y="0"/>
                  </a:lnTo>
                  <a:close/>
                  <a:moveTo>
                    <a:pt x="30" y="0"/>
                  </a:moveTo>
                  <a:lnTo>
                    <a:pt x="3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11" name="Freeform 83">
              <a:extLst>
                <a:ext uri="{FF2B5EF4-FFF2-40B4-BE49-F238E27FC236}">
                  <a16:creationId xmlns:a16="http://schemas.microsoft.com/office/drawing/2014/main" id="{0840483C-2EC9-013B-9BF9-0699A348FAEF}"/>
                </a:ext>
              </a:extLst>
            </p:cNvPr>
            <p:cNvSpPr>
              <a:spLocks noEditPoints="1"/>
            </p:cNvSpPr>
            <p:nvPr/>
          </p:nvSpPr>
          <p:spPr bwMode="auto">
            <a:xfrm>
              <a:off x="4181" y="521"/>
              <a:ext cx="58" cy="38"/>
            </a:xfrm>
            <a:custGeom>
              <a:avLst/>
              <a:gdLst>
                <a:gd name="T0" fmla="*/ 0 w 60"/>
                <a:gd name="T1" fmla="*/ 0 h 27"/>
                <a:gd name="T2" fmla="*/ 15 w 60"/>
                <a:gd name="T3" fmla="*/ 6423 h 27"/>
                <a:gd name="T4" fmla="*/ 29 w 60"/>
                <a:gd name="T5" fmla="*/ 6423 h 27"/>
                <a:gd name="T6" fmla="*/ 36 w 60"/>
                <a:gd name="T7" fmla="*/ 3296 h 27"/>
                <a:gd name="T8" fmla="*/ 36 w 60"/>
                <a:gd name="T9" fmla="*/ 3296 h 27"/>
                <a:gd name="T10" fmla="*/ 29 w 60"/>
                <a:gd name="T11" fmla="*/ 6423 h 27"/>
                <a:gd name="T12" fmla="*/ 15 w 60"/>
                <a:gd name="T13" fmla="*/ 6423 h 27"/>
                <a:gd name="T14" fmla="*/ 0 w 60"/>
                <a:gd name="T15" fmla="*/ 0 h 27"/>
                <a:gd name="T16" fmla="*/ 0 w 60"/>
                <a:gd name="T17" fmla="*/ 0 h 27"/>
                <a:gd name="T18" fmla="*/ 0 w 60"/>
                <a:gd name="T19" fmla="*/ 0 h 27"/>
                <a:gd name="T20" fmla="*/ 0 w 60"/>
                <a:gd name="T21" fmla="*/ 0 h 27"/>
                <a:gd name="T22" fmla="*/ 0 w 60"/>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
                <a:gd name="T37" fmla="*/ 0 h 27"/>
                <a:gd name="T38" fmla="*/ 60 w 60"/>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 h="27">
                  <a:moveTo>
                    <a:pt x="0" y="0"/>
                  </a:moveTo>
                  <a:lnTo>
                    <a:pt x="15" y="27"/>
                  </a:lnTo>
                  <a:lnTo>
                    <a:pt x="45" y="27"/>
                  </a:lnTo>
                  <a:lnTo>
                    <a:pt x="60" y="14"/>
                  </a:lnTo>
                  <a:lnTo>
                    <a:pt x="45" y="27"/>
                  </a:lnTo>
                  <a:lnTo>
                    <a:pt x="15" y="27"/>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12" name="Freeform 84">
              <a:extLst>
                <a:ext uri="{FF2B5EF4-FFF2-40B4-BE49-F238E27FC236}">
                  <a16:creationId xmlns:a16="http://schemas.microsoft.com/office/drawing/2014/main" id="{E0E75F13-E0CA-A6DB-5D17-23C9D26A0886}"/>
                </a:ext>
              </a:extLst>
            </p:cNvPr>
            <p:cNvSpPr>
              <a:spLocks noEditPoints="1"/>
            </p:cNvSpPr>
            <p:nvPr/>
          </p:nvSpPr>
          <p:spPr bwMode="auto">
            <a:xfrm>
              <a:off x="4239" y="424"/>
              <a:ext cx="15" cy="116"/>
            </a:xfrm>
            <a:custGeom>
              <a:avLst/>
              <a:gdLst>
                <a:gd name="T0" fmla="*/ 0 w 16"/>
                <a:gd name="T1" fmla="*/ 17579 h 83"/>
                <a:gd name="T2" fmla="*/ 8 w 16"/>
                <a:gd name="T3" fmla="*/ 8704 h 83"/>
                <a:gd name="T4" fmla="*/ 8 w 16"/>
                <a:gd name="T5" fmla="*/ 0 h 83"/>
                <a:gd name="T6" fmla="*/ 8 w 16"/>
                <a:gd name="T7" fmla="*/ 0 h 83"/>
                <a:gd name="T8" fmla="*/ 8 w 16"/>
                <a:gd name="T9" fmla="*/ 8704 h 83"/>
                <a:gd name="T10" fmla="*/ 0 w 16"/>
                <a:gd name="T11" fmla="*/ 17579 h 83"/>
                <a:gd name="T12" fmla="*/ 0 w 16"/>
                <a:gd name="T13" fmla="*/ 17579 h 83"/>
                <a:gd name="T14" fmla="*/ 0 w 16"/>
                <a:gd name="T15" fmla="*/ 17579 h 83"/>
                <a:gd name="T16" fmla="*/ 0 w 16"/>
                <a:gd name="T17" fmla="*/ 17579 h 83"/>
                <a:gd name="T18" fmla="*/ 0 w 16"/>
                <a:gd name="T19" fmla="*/ 17579 h 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83"/>
                <a:gd name="T32" fmla="*/ 16 w 16"/>
                <a:gd name="T33" fmla="*/ 83 h 8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83">
                  <a:moveTo>
                    <a:pt x="0" y="83"/>
                  </a:moveTo>
                  <a:lnTo>
                    <a:pt x="16" y="41"/>
                  </a:lnTo>
                  <a:lnTo>
                    <a:pt x="16" y="0"/>
                  </a:lnTo>
                  <a:lnTo>
                    <a:pt x="16" y="41"/>
                  </a:lnTo>
                  <a:lnTo>
                    <a:pt x="0" y="83"/>
                  </a:lnTo>
                  <a:close/>
                  <a:moveTo>
                    <a:pt x="0" y="83"/>
                  </a:moveTo>
                  <a:lnTo>
                    <a:pt x="0" y="83"/>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13" name="Freeform 85">
              <a:extLst>
                <a:ext uri="{FF2B5EF4-FFF2-40B4-BE49-F238E27FC236}">
                  <a16:creationId xmlns:a16="http://schemas.microsoft.com/office/drawing/2014/main" id="{27445F23-9378-C2D1-D50B-E9380A813149}"/>
                </a:ext>
              </a:extLst>
            </p:cNvPr>
            <p:cNvSpPr>
              <a:spLocks noEditPoints="1"/>
            </p:cNvSpPr>
            <p:nvPr/>
          </p:nvSpPr>
          <p:spPr bwMode="auto">
            <a:xfrm>
              <a:off x="4152" y="346"/>
              <a:ext cx="102" cy="78"/>
            </a:xfrm>
            <a:custGeom>
              <a:avLst/>
              <a:gdLst>
                <a:gd name="T0" fmla="*/ 58 w 106"/>
                <a:gd name="T1" fmla="*/ 14745 h 55"/>
                <a:gd name="T2" fmla="*/ 50 w 106"/>
                <a:gd name="T3" fmla="*/ 7610 h 55"/>
                <a:gd name="T4" fmla="*/ 40 w 106"/>
                <a:gd name="T5" fmla="*/ 0 h 55"/>
                <a:gd name="T6" fmla="*/ 0 w 106"/>
                <a:gd name="T7" fmla="*/ 0 h 55"/>
                <a:gd name="T8" fmla="*/ 0 w 106"/>
                <a:gd name="T9" fmla="*/ 0 h 55"/>
                <a:gd name="T10" fmla="*/ 40 w 106"/>
                <a:gd name="T11" fmla="*/ 0 h 55"/>
                <a:gd name="T12" fmla="*/ 50 w 106"/>
                <a:gd name="T13" fmla="*/ 7610 h 55"/>
                <a:gd name="T14" fmla="*/ 58 w 106"/>
                <a:gd name="T15" fmla="*/ 14745 h 55"/>
                <a:gd name="T16" fmla="*/ 58 w 106"/>
                <a:gd name="T17" fmla="*/ 14745 h 55"/>
                <a:gd name="T18" fmla="*/ 58 w 106"/>
                <a:gd name="T19" fmla="*/ 14745 h 55"/>
                <a:gd name="T20" fmla="*/ 58 w 106"/>
                <a:gd name="T21" fmla="*/ 14745 h 55"/>
                <a:gd name="T22" fmla="*/ 58 w 106"/>
                <a:gd name="T23" fmla="*/ 14745 h 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6"/>
                <a:gd name="T37" fmla="*/ 0 h 55"/>
                <a:gd name="T38" fmla="*/ 106 w 106"/>
                <a:gd name="T39" fmla="*/ 55 h 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6" h="55">
                  <a:moveTo>
                    <a:pt x="106" y="55"/>
                  </a:moveTo>
                  <a:lnTo>
                    <a:pt x="90" y="28"/>
                  </a:lnTo>
                  <a:lnTo>
                    <a:pt x="75" y="0"/>
                  </a:lnTo>
                  <a:lnTo>
                    <a:pt x="0" y="0"/>
                  </a:lnTo>
                  <a:lnTo>
                    <a:pt x="75" y="0"/>
                  </a:lnTo>
                  <a:lnTo>
                    <a:pt x="90" y="28"/>
                  </a:lnTo>
                  <a:lnTo>
                    <a:pt x="106" y="55"/>
                  </a:lnTo>
                  <a:close/>
                  <a:moveTo>
                    <a:pt x="106" y="55"/>
                  </a:moveTo>
                  <a:lnTo>
                    <a:pt x="106" y="55"/>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14" name="Freeform 86">
              <a:extLst>
                <a:ext uri="{FF2B5EF4-FFF2-40B4-BE49-F238E27FC236}">
                  <a16:creationId xmlns:a16="http://schemas.microsoft.com/office/drawing/2014/main" id="{1E6317F2-80CA-B790-5954-BE6F0C9BFC91}"/>
                </a:ext>
              </a:extLst>
            </p:cNvPr>
            <p:cNvSpPr>
              <a:spLocks/>
            </p:cNvSpPr>
            <p:nvPr/>
          </p:nvSpPr>
          <p:spPr bwMode="auto">
            <a:xfrm>
              <a:off x="4109" y="346"/>
              <a:ext cx="43" cy="58"/>
            </a:xfrm>
            <a:custGeom>
              <a:avLst/>
              <a:gdLst>
                <a:gd name="T0" fmla="*/ 23 w 45"/>
                <a:gd name="T1" fmla="*/ 0 h 41"/>
                <a:gd name="T2" fmla="*/ 14 w 45"/>
                <a:gd name="T3" fmla="*/ 3712 h 41"/>
                <a:gd name="T4" fmla="*/ 0 w 45"/>
                <a:gd name="T5" fmla="*/ 10521 h 41"/>
                <a:gd name="T6" fmla="*/ 0 w 45"/>
                <a:gd name="T7" fmla="*/ 10521 h 41"/>
                <a:gd name="T8" fmla="*/ 14 w 45"/>
                <a:gd name="T9" fmla="*/ 3712 h 41"/>
                <a:gd name="T10" fmla="*/ 23 w 45"/>
                <a:gd name="T11" fmla="*/ 0 h 41"/>
                <a:gd name="T12" fmla="*/ 23 w 45"/>
                <a:gd name="T13" fmla="*/ 0 h 41"/>
                <a:gd name="T14" fmla="*/ 0 60000 65536"/>
                <a:gd name="T15" fmla="*/ 0 60000 65536"/>
                <a:gd name="T16" fmla="*/ 0 60000 65536"/>
                <a:gd name="T17" fmla="*/ 0 60000 65536"/>
                <a:gd name="T18" fmla="*/ 0 60000 65536"/>
                <a:gd name="T19" fmla="*/ 0 60000 65536"/>
                <a:gd name="T20" fmla="*/ 0 60000 65536"/>
                <a:gd name="T21" fmla="*/ 0 w 45"/>
                <a:gd name="T22" fmla="*/ 0 h 41"/>
                <a:gd name="T23" fmla="*/ 45 w 45"/>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41">
                  <a:moveTo>
                    <a:pt x="45" y="0"/>
                  </a:moveTo>
                  <a:lnTo>
                    <a:pt x="30" y="14"/>
                  </a:lnTo>
                  <a:lnTo>
                    <a:pt x="0" y="41"/>
                  </a:lnTo>
                  <a:lnTo>
                    <a:pt x="30" y="14"/>
                  </a:lnTo>
                  <a:lnTo>
                    <a:pt x="45" y="0"/>
                  </a:lnTo>
                  <a:close/>
                </a:path>
              </a:pathLst>
            </a:custGeom>
            <a:solidFill>
              <a:schemeClr val="bg1"/>
            </a:solidFill>
            <a:ln w="6350">
              <a:solidFill>
                <a:srgbClr val="FFFF00"/>
              </a:solidFill>
              <a:round/>
              <a:headEnd/>
              <a:tailEnd/>
            </a:ln>
          </p:spPr>
          <p:txBody>
            <a:bodyPr/>
            <a:lstStyle/>
            <a:p>
              <a:endParaRPr lang="zh-CN" altLang="en-US"/>
            </a:p>
          </p:txBody>
        </p:sp>
        <p:sp>
          <p:nvSpPr>
            <p:cNvPr id="17515" name="Freeform 87">
              <a:extLst>
                <a:ext uri="{FF2B5EF4-FFF2-40B4-BE49-F238E27FC236}">
                  <a16:creationId xmlns:a16="http://schemas.microsoft.com/office/drawing/2014/main" id="{6A0E3F97-EE77-F5CD-75D9-27077F589706}"/>
                </a:ext>
              </a:extLst>
            </p:cNvPr>
            <p:cNvSpPr>
              <a:spLocks noEditPoints="1"/>
            </p:cNvSpPr>
            <p:nvPr/>
          </p:nvSpPr>
          <p:spPr bwMode="auto">
            <a:xfrm>
              <a:off x="4081" y="404"/>
              <a:ext cx="28" cy="97"/>
            </a:xfrm>
            <a:custGeom>
              <a:avLst/>
              <a:gdLst>
                <a:gd name="T0" fmla="*/ 10 w 30"/>
                <a:gd name="T1" fmla="*/ 0 h 69"/>
                <a:gd name="T2" fmla="*/ 7 w 30"/>
                <a:gd name="T3" fmla="*/ 6451 h 69"/>
                <a:gd name="T4" fmla="*/ 0 w 30"/>
                <a:gd name="T5" fmla="*/ 16008 h 69"/>
                <a:gd name="T6" fmla="*/ 0 w 30"/>
                <a:gd name="T7" fmla="*/ 16008 h 69"/>
                <a:gd name="T8" fmla="*/ 7 w 30"/>
                <a:gd name="T9" fmla="*/ 6451 h 69"/>
                <a:gd name="T10" fmla="*/ 10 w 30"/>
                <a:gd name="T11" fmla="*/ 0 h 69"/>
                <a:gd name="T12" fmla="*/ 10 w 30"/>
                <a:gd name="T13" fmla="*/ 0 h 69"/>
                <a:gd name="T14" fmla="*/ 10 w 30"/>
                <a:gd name="T15" fmla="*/ 0 h 69"/>
                <a:gd name="T16" fmla="*/ 10 w 30"/>
                <a:gd name="T17" fmla="*/ 0 h 69"/>
                <a:gd name="T18" fmla="*/ 10 w 30"/>
                <a:gd name="T19" fmla="*/ 0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69"/>
                <a:gd name="T32" fmla="*/ 30 w 30"/>
                <a:gd name="T33" fmla="*/ 69 h 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69">
                  <a:moveTo>
                    <a:pt x="30" y="0"/>
                  </a:moveTo>
                  <a:lnTo>
                    <a:pt x="15" y="28"/>
                  </a:lnTo>
                  <a:lnTo>
                    <a:pt x="0" y="69"/>
                  </a:lnTo>
                  <a:lnTo>
                    <a:pt x="15" y="28"/>
                  </a:lnTo>
                  <a:lnTo>
                    <a:pt x="30" y="0"/>
                  </a:lnTo>
                  <a:close/>
                  <a:moveTo>
                    <a:pt x="30" y="0"/>
                  </a:moveTo>
                  <a:lnTo>
                    <a:pt x="30" y="0"/>
                  </a:lnTo>
                  <a:close/>
                </a:path>
              </a:pathLst>
            </a:custGeom>
            <a:solidFill>
              <a:schemeClr val="bg1"/>
            </a:solidFill>
            <a:ln w="6350">
              <a:solidFill>
                <a:srgbClr val="FFFF00"/>
              </a:solidFill>
              <a:round/>
              <a:headEnd/>
              <a:tailEnd/>
            </a:ln>
          </p:spPr>
          <p:txBody>
            <a:bodyPr/>
            <a:lstStyle/>
            <a:p>
              <a:endParaRPr lang="zh-CN" altLang="en-US"/>
            </a:p>
          </p:txBody>
        </p:sp>
        <p:sp>
          <p:nvSpPr>
            <p:cNvPr id="17516" name="Freeform 88">
              <a:extLst>
                <a:ext uri="{FF2B5EF4-FFF2-40B4-BE49-F238E27FC236}">
                  <a16:creationId xmlns:a16="http://schemas.microsoft.com/office/drawing/2014/main" id="{EDE80E8D-370A-8F6D-2682-8F10D4F15CCB}"/>
                </a:ext>
              </a:extLst>
            </p:cNvPr>
            <p:cNvSpPr>
              <a:spLocks noEditPoints="1"/>
            </p:cNvSpPr>
            <p:nvPr/>
          </p:nvSpPr>
          <p:spPr bwMode="auto">
            <a:xfrm>
              <a:off x="4081" y="501"/>
              <a:ext cx="57" cy="58"/>
            </a:xfrm>
            <a:custGeom>
              <a:avLst/>
              <a:gdLst>
                <a:gd name="T0" fmla="*/ 0 w 60"/>
                <a:gd name="T1" fmla="*/ 0 h 41"/>
                <a:gd name="T2" fmla="*/ 10 w 60"/>
                <a:gd name="T3" fmla="*/ 10521 h 41"/>
                <a:gd name="T4" fmla="*/ 21 w 60"/>
                <a:gd name="T5" fmla="*/ 10521 h 41"/>
                <a:gd name="T6" fmla="*/ 27 w 60"/>
                <a:gd name="T7" fmla="*/ 7428 h 41"/>
                <a:gd name="T8" fmla="*/ 27 w 60"/>
                <a:gd name="T9" fmla="*/ 7428 h 41"/>
                <a:gd name="T10" fmla="*/ 21 w 60"/>
                <a:gd name="T11" fmla="*/ 10521 h 41"/>
                <a:gd name="T12" fmla="*/ 10 w 60"/>
                <a:gd name="T13" fmla="*/ 10521 h 41"/>
                <a:gd name="T14" fmla="*/ 0 w 60"/>
                <a:gd name="T15" fmla="*/ 0 h 41"/>
                <a:gd name="T16" fmla="*/ 0 w 60"/>
                <a:gd name="T17" fmla="*/ 0 h 41"/>
                <a:gd name="T18" fmla="*/ 0 w 60"/>
                <a:gd name="T19" fmla="*/ 0 h 41"/>
                <a:gd name="T20" fmla="*/ 0 w 60"/>
                <a:gd name="T21" fmla="*/ 0 h 41"/>
                <a:gd name="T22" fmla="*/ 0 w 60"/>
                <a:gd name="T23" fmla="*/ 0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
                <a:gd name="T37" fmla="*/ 0 h 41"/>
                <a:gd name="T38" fmla="*/ 60 w 60"/>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 h="41">
                  <a:moveTo>
                    <a:pt x="0" y="0"/>
                  </a:moveTo>
                  <a:lnTo>
                    <a:pt x="15" y="41"/>
                  </a:lnTo>
                  <a:lnTo>
                    <a:pt x="45" y="41"/>
                  </a:lnTo>
                  <a:lnTo>
                    <a:pt x="60" y="28"/>
                  </a:lnTo>
                  <a:lnTo>
                    <a:pt x="45" y="41"/>
                  </a:lnTo>
                  <a:lnTo>
                    <a:pt x="15" y="41"/>
                  </a:lnTo>
                  <a:lnTo>
                    <a:pt x="0" y="0"/>
                  </a:lnTo>
                  <a:close/>
                  <a:moveTo>
                    <a:pt x="0" y="0"/>
                  </a:moveTo>
                  <a:lnTo>
                    <a:pt x="0" y="0"/>
                  </a:lnTo>
                  <a:close/>
                </a:path>
              </a:pathLst>
            </a:custGeom>
            <a:solidFill>
              <a:schemeClr val="bg1"/>
            </a:solidFill>
            <a:ln w="6350">
              <a:solidFill>
                <a:srgbClr val="FFFF00"/>
              </a:solidFill>
              <a:round/>
              <a:headEnd/>
              <a:tailEnd/>
            </a:ln>
          </p:spPr>
          <p:txBody>
            <a:bodyPr/>
            <a:lstStyle/>
            <a:p>
              <a:endParaRPr lang="zh-CN" altLang="en-US"/>
            </a:p>
          </p:txBody>
        </p:sp>
        <p:sp>
          <p:nvSpPr>
            <p:cNvPr id="17517" name="Freeform 89">
              <a:extLst>
                <a:ext uri="{FF2B5EF4-FFF2-40B4-BE49-F238E27FC236}">
                  <a16:creationId xmlns:a16="http://schemas.microsoft.com/office/drawing/2014/main" id="{0CC769DF-662B-89D1-063E-E7103D541491}"/>
                </a:ext>
              </a:extLst>
            </p:cNvPr>
            <p:cNvSpPr>
              <a:spLocks noEditPoints="1"/>
            </p:cNvSpPr>
            <p:nvPr/>
          </p:nvSpPr>
          <p:spPr bwMode="auto">
            <a:xfrm>
              <a:off x="4138" y="404"/>
              <a:ext cx="29" cy="136"/>
            </a:xfrm>
            <a:custGeom>
              <a:avLst/>
              <a:gdLst>
                <a:gd name="T0" fmla="*/ 0 w 30"/>
                <a:gd name="T1" fmla="*/ 21694 h 97"/>
                <a:gd name="T2" fmla="*/ 15 w 30"/>
                <a:gd name="T3" fmla="*/ 12194 h 97"/>
                <a:gd name="T4" fmla="*/ 15 w 30"/>
                <a:gd name="T5" fmla="*/ 0 h 97"/>
                <a:gd name="T6" fmla="*/ 15 w 30"/>
                <a:gd name="T7" fmla="*/ 0 h 97"/>
                <a:gd name="T8" fmla="*/ 15 w 30"/>
                <a:gd name="T9" fmla="*/ 12194 h 97"/>
                <a:gd name="T10" fmla="*/ 0 w 30"/>
                <a:gd name="T11" fmla="*/ 21694 h 97"/>
                <a:gd name="T12" fmla="*/ 0 w 30"/>
                <a:gd name="T13" fmla="*/ 21694 h 97"/>
                <a:gd name="T14" fmla="*/ 0 w 30"/>
                <a:gd name="T15" fmla="*/ 21694 h 97"/>
                <a:gd name="T16" fmla="*/ 0 w 30"/>
                <a:gd name="T17" fmla="*/ 21694 h 97"/>
                <a:gd name="T18" fmla="*/ 0 w 30"/>
                <a:gd name="T19" fmla="*/ 21694 h 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97"/>
                <a:gd name="T32" fmla="*/ 30 w 30"/>
                <a:gd name="T33" fmla="*/ 97 h 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97">
                  <a:moveTo>
                    <a:pt x="0" y="97"/>
                  </a:moveTo>
                  <a:lnTo>
                    <a:pt x="15" y="55"/>
                  </a:lnTo>
                  <a:lnTo>
                    <a:pt x="30" y="0"/>
                  </a:lnTo>
                  <a:lnTo>
                    <a:pt x="15" y="55"/>
                  </a:lnTo>
                  <a:lnTo>
                    <a:pt x="0" y="97"/>
                  </a:lnTo>
                  <a:close/>
                  <a:moveTo>
                    <a:pt x="0" y="97"/>
                  </a:moveTo>
                  <a:lnTo>
                    <a:pt x="0" y="97"/>
                  </a:lnTo>
                  <a:close/>
                </a:path>
              </a:pathLst>
            </a:custGeom>
            <a:solidFill>
              <a:schemeClr val="bg1"/>
            </a:solidFill>
            <a:ln w="6350">
              <a:solidFill>
                <a:srgbClr val="FFFF00"/>
              </a:solidFill>
              <a:round/>
              <a:headEnd/>
              <a:tailEnd/>
            </a:ln>
          </p:spPr>
          <p:txBody>
            <a:bodyPr/>
            <a:lstStyle/>
            <a:p>
              <a:endParaRPr lang="zh-CN" altLang="en-US"/>
            </a:p>
          </p:txBody>
        </p:sp>
        <p:sp>
          <p:nvSpPr>
            <p:cNvPr id="17518" name="Freeform 90">
              <a:extLst>
                <a:ext uri="{FF2B5EF4-FFF2-40B4-BE49-F238E27FC236}">
                  <a16:creationId xmlns:a16="http://schemas.microsoft.com/office/drawing/2014/main" id="{E9A1154D-AA8A-1E6D-BA26-2F4B3166DEF3}"/>
                </a:ext>
              </a:extLst>
            </p:cNvPr>
            <p:cNvSpPr>
              <a:spLocks noEditPoints="1"/>
            </p:cNvSpPr>
            <p:nvPr/>
          </p:nvSpPr>
          <p:spPr bwMode="auto">
            <a:xfrm>
              <a:off x="4052" y="289"/>
              <a:ext cx="115" cy="115"/>
            </a:xfrm>
            <a:custGeom>
              <a:avLst/>
              <a:gdLst>
                <a:gd name="T0" fmla="*/ 60 w 120"/>
                <a:gd name="T1" fmla="*/ 18362 h 82"/>
                <a:gd name="T2" fmla="*/ 54 w 120"/>
                <a:gd name="T3" fmla="*/ 9231 h 82"/>
                <a:gd name="T4" fmla="*/ 38 w 120"/>
                <a:gd name="T5" fmla="*/ 3172 h 82"/>
                <a:gd name="T6" fmla="*/ 24 w 120"/>
                <a:gd name="T7" fmla="*/ 0 h 82"/>
                <a:gd name="T8" fmla="*/ 0 w 120"/>
                <a:gd name="T9" fmla="*/ 3172 h 82"/>
                <a:gd name="T10" fmla="*/ 0 w 120"/>
                <a:gd name="T11" fmla="*/ 3172 h 82"/>
                <a:gd name="T12" fmla="*/ 24 w 120"/>
                <a:gd name="T13" fmla="*/ 0 h 82"/>
                <a:gd name="T14" fmla="*/ 38 w 120"/>
                <a:gd name="T15" fmla="*/ 3172 h 82"/>
                <a:gd name="T16" fmla="*/ 54 w 120"/>
                <a:gd name="T17" fmla="*/ 9231 h 82"/>
                <a:gd name="T18" fmla="*/ 60 w 120"/>
                <a:gd name="T19" fmla="*/ 18362 h 82"/>
                <a:gd name="T20" fmla="*/ 60 w 120"/>
                <a:gd name="T21" fmla="*/ 18362 h 82"/>
                <a:gd name="T22" fmla="*/ 60 w 120"/>
                <a:gd name="T23" fmla="*/ 18362 h 82"/>
                <a:gd name="T24" fmla="*/ 60 w 120"/>
                <a:gd name="T25" fmla="*/ 18362 h 82"/>
                <a:gd name="T26" fmla="*/ 60 w 120"/>
                <a:gd name="T27" fmla="*/ 18362 h 8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
                <a:gd name="T43" fmla="*/ 0 h 82"/>
                <a:gd name="T44" fmla="*/ 120 w 120"/>
                <a:gd name="T45" fmla="*/ 82 h 8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 h="82">
                  <a:moveTo>
                    <a:pt x="120" y="82"/>
                  </a:moveTo>
                  <a:lnTo>
                    <a:pt x="105" y="41"/>
                  </a:lnTo>
                  <a:lnTo>
                    <a:pt x="75" y="14"/>
                  </a:lnTo>
                  <a:lnTo>
                    <a:pt x="45" y="0"/>
                  </a:lnTo>
                  <a:lnTo>
                    <a:pt x="0" y="14"/>
                  </a:lnTo>
                  <a:lnTo>
                    <a:pt x="45" y="0"/>
                  </a:lnTo>
                  <a:lnTo>
                    <a:pt x="75" y="14"/>
                  </a:lnTo>
                  <a:lnTo>
                    <a:pt x="105" y="41"/>
                  </a:lnTo>
                  <a:lnTo>
                    <a:pt x="120" y="82"/>
                  </a:lnTo>
                  <a:close/>
                  <a:moveTo>
                    <a:pt x="120" y="82"/>
                  </a:moveTo>
                  <a:lnTo>
                    <a:pt x="120" y="82"/>
                  </a:lnTo>
                  <a:close/>
                </a:path>
              </a:pathLst>
            </a:custGeom>
            <a:solidFill>
              <a:schemeClr val="bg1"/>
            </a:solidFill>
            <a:ln w="6350">
              <a:solidFill>
                <a:srgbClr val="FFFF00"/>
              </a:solidFill>
              <a:round/>
              <a:headEnd/>
              <a:tailEnd/>
            </a:ln>
          </p:spPr>
          <p:txBody>
            <a:bodyPr/>
            <a:lstStyle/>
            <a:p>
              <a:endParaRPr lang="zh-CN" altLang="en-US"/>
            </a:p>
          </p:txBody>
        </p:sp>
      </p:grpSp>
      <p:grpSp>
        <p:nvGrpSpPr>
          <p:cNvPr id="7" name="Group 91">
            <a:extLst>
              <a:ext uri="{FF2B5EF4-FFF2-40B4-BE49-F238E27FC236}">
                <a16:creationId xmlns:a16="http://schemas.microsoft.com/office/drawing/2014/main" id="{0D2EF992-4DFB-7682-AEE1-9C80ADD7ADB0}"/>
              </a:ext>
            </a:extLst>
          </p:cNvPr>
          <p:cNvGrpSpPr>
            <a:grpSpLocks/>
          </p:cNvGrpSpPr>
          <p:nvPr/>
        </p:nvGrpSpPr>
        <p:grpSpPr bwMode="auto">
          <a:xfrm>
            <a:off x="7110413" y="4464050"/>
            <a:ext cx="925512" cy="476250"/>
            <a:chOff x="3980" y="695"/>
            <a:chExt cx="791" cy="348"/>
          </a:xfrm>
        </p:grpSpPr>
        <p:sp>
          <p:nvSpPr>
            <p:cNvPr id="17469" name="Freeform 92">
              <a:extLst>
                <a:ext uri="{FF2B5EF4-FFF2-40B4-BE49-F238E27FC236}">
                  <a16:creationId xmlns:a16="http://schemas.microsoft.com/office/drawing/2014/main" id="{90D97D0F-C92E-B2DC-ADFE-3AA42D2DB358}"/>
                </a:ext>
              </a:extLst>
            </p:cNvPr>
            <p:cNvSpPr>
              <a:spLocks/>
            </p:cNvSpPr>
            <p:nvPr/>
          </p:nvSpPr>
          <p:spPr bwMode="auto">
            <a:xfrm>
              <a:off x="4540" y="773"/>
              <a:ext cx="144" cy="57"/>
            </a:xfrm>
            <a:custGeom>
              <a:avLst/>
              <a:gdLst>
                <a:gd name="T0" fmla="*/ 0 w 151"/>
                <a:gd name="T1" fmla="*/ 2569 h 41"/>
                <a:gd name="T2" fmla="*/ 23 w 151"/>
                <a:gd name="T3" fmla="*/ 0 h 41"/>
                <a:gd name="T4" fmla="*/ 43 w 151"/>
                <a:gd name="T5" fmla="*/ 0 h 41"/>
                <a:gd name="T6" fmla="*/ 57 w 151"/>
                <a:gd name="T7" fmla="*/ 2569 h 41"/>
                <a:gd name="T8" fmla="*/ 70 w 151"/>
                <a:gd name="T9" fmla="*/ 7999 h 41"/>
                <a:gd name="T10" fmla="*/ 70 w 151"/>
                <a:gd name="T11" fmla="*/ 7999 h 41"/>
                <a:gd name="T12" fmla="*/ 57 w 151"/>
                <a:gd name="T13" fmla="*/ 2569 h 41"/>
                <a:gd name="T14" fmla="*/ 43 w 151"/>
                <a:gd name="T15" fmla="*/ 0 h 41"/>
                <a:gd name="T16" fmla="*/ 23 w 151"/>
                <a:gd name="T17" fmla="*/ 0 h 41"/>
                <a:gd name="T18" fmla="*/ 0 w 151"/>
                <a:gd name="T19" fmla="*/ 2569 h 41"/>
                <a:gd name="T20" fmla="*/ 0 w 151"/>
                <a:gd name="T21" fmla="*/ 2569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41"/>
                <a:gd name="T35" fmla="*/ 151 w 151"/>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41">
                  <a:moveTo>
                    <a:pt x="0" y="13"/>
                  </a:moveTo>
                  <a:lnTo>
                    <a:pt x="46" y="0"/>
                  </a:lnTo>
                  <a:lnTo>
                    <a:pt x="91" y="0"/>
                  </a:lnTo>
                  <a:lnTo>
                    <a:pt x="121" y="13"/>
                  </a:lnTo>
                  <a:lnTo>
                    <a:pt x="151" y="41"/>
                  </a:lnTo>
                  <a:lnTo>
                    <a:pt x="121" y="13"/>
                  </a:lnTo>
                  <a:lnTo>
                    <a:pt x="91" y="0"/>
                  </a:lnTo>
                  <a:lnTo>
                    <a:pt x="46" y="0"/>
                  </a:lnTo>
                  <a:lnTo>
                    <a:pt x="0" y="13"/>
                  </a:lnTo>
                  <a:close/>
                </a:path>
              </a:pathLst>
            </a:custGeom>
            <a:solidFill>
              <a:schemeClr val="bg1"/>
            </a:solidFill>
            <a:ln w="6350">
              <a:solidFill>
                <a:srgbClr val="FFFF00"/>
              </a:solidFill>
              <a:round/>
              <a:headEnd/>
              <a:tailEnd/>
            </a:ln>
          </p:spPr>
          <p:txBody>
            <a:bodyPr/>
            <a:lstStyle/>
            <a:p>
              <a:endParaRPr lang="zh-CN" altLang="en-US"/>
            </a:p>
          </p:txBody>
        </p:sp>
        <p:sp>
          <p:nvSpPr>
            <p:cNvPr id="17470" name="Freeform 93">
              <a:extLst>
                <a:ext uri="{FF2B5EF4-FFF2-40B4-BE49-F238E27FC236}">
                  <a16:creationId xmlns:a16="http://schemas.microsoft.com/office/drawing/2014/main" id="{9FFD1A86-7BDC-DB59-74BA-B34260B662FB}"/>
                </a:ext>
              </a:extLst>
            </p:cNvPr>
            <p:cNvSpPr>
              <a:spLocks noEditPoints="1"/>
            </p:cNvSpPr>
            <p:nvPr/>
          </p:nvSpPr>
          <p:spPr bwMode="auto">
            <a:xfrm>
              <a:off x="4684" y="830"/>
              <a:ext cx="15" cy="116"/>
            </a:xfrm>
            <a:custGeom>
              <a:avLst/>
              <a:gdLst>
                <a:gd name="T0" fmla="*/ 0 w 15"/>
                <a:gd name="T1" fmla="*/ 0 h 82"/>
                <a:gd name="T2" fmla="*/ 15 w 15"/>
                <a:gd name="T3" fmla="*/ 10521 h 82"/>
                <a:gd name="T4" fmla="*/ 15 w 15"/>
                <a:gd name="T5" fmla="*/ 21054 h 82"/>
                <a:gd name="T6" fmla="*/ 15 w 15"/>
                <a:gd name="T7" fmla="*/ 21054 h 82"/>
                <a:gd name="T8" fmla="*/ 15 w 15"/>
                <a:gd name="T9" fmla="*/ 10521 h 82"/>
                <a:gd name="T10" fmla="*/ 0 w 15"/>
                <a:gd name="T11" fmla="*/ 0 h 82"/>
                <a:gd name="T12" fmla="*/ 0 w 15"/>
                <a:gd name="T13" fmla="*/ 0 h 82"/>
                <a:gd name="T14" fmla="*/ 0 w 15"/>
                <a:gd name="T15" fmla="*/ 0 h 82"/>
                <a:gd name="T16" fmla="*/ 0 w 15"/>
                <a:gd name="T17" fmla="*/ 0 h 82"/>
                <a:gd name="T18" fmla="*/ 0 w 15"/>
                <a:gd name="T19" fmla="*/ 0 h 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82"/>
                <a:gd name="T32" fmla="*/ 15 w 15"/>
                <a:gd name="T33" fmla="*/ 82 h 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82">
                  <a:moveTo>
                    <a:pt x="0" y="0"/>
                  </a:moveTo>
                  <a:lnTo>
                    <a:pt x="15" y="41"/>
                  </a:lnTo>
                  <a:lnTo>
                    <a:pt x="15" y="82"/>
                  </a:lnTo>
                  <a:lnTo>
                    <a:pt x="15" y="41"/>
                  </a:lnTo>
                  <a:lnTo>
                    <a:pt x="0" y="0"/>
                  </a:lnTo>
                  <a:close/>
                  <a:moveTo>
                    <a:pt x="0" y="0"/>
                  </a:moveTo>
                  <a:lnTo>
                    <a:pt x="0" y="0"/>
                  </a:lnTo>
                  <a:close/>
                </a:path>
              </a:pathLst>
            </a:custGeom>
            <a:solidFill>
              <a:schemeClr val="bg1"/>
            </a:solidFill>
            <a:ln w="6350">
              <a:solidFill>
                <a:srgbClr val="FFFF00"/>
              </a:solidFill>
              <a:round/>
              <a:headEnd/>
              <a:tailEnd/>
            </a:ln>
          </p:spPr>
          <p:txBody>
            <a:bodyPr/>
            <a:lstStyle/>
            <a:p>
              <a:endParaRPr lang="zh-CN" altLang="en-US"/>
            </a:p>
          </p:txBody>
        </p:sp>
        <p:sp>
          <p:nvSpPr>
            <p:cNvPr id="17471" name="Freeform 94">
              <a:extLst>
                <a:ext uri="{FF2B5EF4-FFF2-40B4-BE49-F238E27FC236}">
                  <a16:creationId xmlns:a16="http://schemas.microsoft.com/office/drawing/2014/main" id="{09435789-FD3E-F64B-094D-37AE4C99EE63}"/>
                </a:ext>
              </a:extLst>
            </p:cNvPr>
            <p:cNvSpPr>
              <a:spLocks noEditPoints="1"/>
            </p:cNvSpPr>
            <p:nvPr/>
          </p:nvSpPr>
          <p:spPr bwMode="auto">
            <a:xfrm>
              <a:off x="4613" y="927"/>
              <a:ext cx="86" cy="39"/>
            </a:xfrm>
            <a:custGeom>
              <a:avLst/>
              <a:gdLst>
                <a:gd name="T0" fmla="*/ 44 w 90"/>
                <a:gd name="T1" fmla="*/ 4614 h 27"/>
                <a:gd name="T2" fmla="*/ 23 w 90"/>
                <a:gd name="T3" fmla="*/ 9627 h 27"/>
                <a:gd name="T4" fmla="*/ 11 w 90"/>
                <a:gd name="T5" fmla="*/ 9627 h 27"/>
                <a:gd name="T6" fmla="*/ 0 w 90"/>
                <a:gd name="T7" fmla="*/ 0 h 27"/>
                <a:gd name="T8" fmla="*/ 0 w 90"/>
                <a:gd name="T9" fmla="*/ 0 h 27"/>
                <a:gd name="T10" fmla="*/ 11 w 90"/>
                <a:gd name="T11" fmla="*/ 9627 h 27"/>
                <a:gd name="T12" fmla="*/ 23 w 90"/>
                <a:gd name="T13" fmla="*/ 9627 h 27"/>
                <a:gd name="T14" fmla="*/ 44 w 90"/>
                <a:gd name="T15" fmla="*/ 4614 h 27"/>
                <a:gd name="T16" fmla="*/ 44 w 90"/>
                <a:gd name="T17" fmla="*/ 4614 h 27"/>
                <a:gd name="T18" fmla="*/ 44 w 90"/>
                <a:gd name="T19" fmla="*/ 4614 h 27"/>
                <a:gd name="T20" fmla="*/ 44 w 90"/>
                <a:gd name="T21" fmla="*/ 4614 h 27"/>
                <a:gd name="T22" fmla="*/ 44 w 90"/>
                <a:gd name="T23" fmla="*/ 4614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0"/>
                <a:gd name="T37" fmla="*/ 0 h 27"/>
                <a:gd name="T38" fmla="*/ 90 w 90"/>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0" h="27">
                  <a:moveTo>
                    <a:pt x="90" y="13"/>
                  </a:moveTo>
                  <a:lnTo>
                    <a:pt x="45" y="27"/>
                  </a:lnTo>
                  <a:lnTo>
                    <a:pt x="15" y="27"/>
                  </a:lnTo>
                  <a:lnTo>
                    <a:pt x="0" y="0"/>
                  </a:lnTo>
                  <a:lnTo>
                    <a:pt x="15" y="27"/>
                  </a:lnTo>
                  <a:lnTo>
                    <a:pt x="45" y="27"/>
                  </a:lnTo>
                  <a:lnTo>
                    <a:pt x="90" y="13"/>
                  </a:lnTo>
                  <a:close/>
                  <a:moveTo>
                    <a:pt x="90" y="13"/>
                  </a:moveTo>
                  <a:lnTo>
                    <a:pt x="90" y="13"/>
                  </a:lnTo>
                  <a:close/>
                </a:path>
              </a:pathLst>
            </a:custGeom>
            <a:solidFill>
              <a:schemeClr val="bg1"/>
            </a:solidFill>
            <a:ln w="6350">
              <a:solidFill>
                <a:srgbClr val="FFFF00"/>
              </a:solidFill>
              <a:round/>
              <a:headEnd/>
              <a:tailEnd/>
            </a:ln>
          </p:spPr>
          <p:txBody>
            <a:bodyPr/>
            <a:lstStyle/>
            <a:p>
              <a:endParaRPr lang="zh-CN" altLang="en-US"/>
            </a:p>
          </p:txBody>
        </p:sp>
        <p:sp>
          <p:nvSpPr>
            <p:cNvPr id="17472" name="Freeform 95">
              <a:extLst>
                <a:ext uri="{FF2B5EF4-FFF2-40B4-BE49-F238E27FC236}">
                  <a16:creationId xmlns:a16="http://schemas.microsoft.com/office/drawing/2014/main" id="{6A970F92-6C74-6063-9AA6-8B8F83D34976}"/>
                </a:ext>
              </a:extLst>
            </p:cNvPr>
            <p:cNvSpPr>
              <a:spLocks noEditPoints="1"/>
            </p:cNvSpPr>
            <p:nvPr/>
          </p:nvSpPr>
          <p:spPr bwMode="auto">
            <a:xfrm>
              <a:off x="4613" y="850"/>
              <a:ext cx="14" cy="77"/>
            </a:xfrm>
            <a:custGeom>
              <a:avLst/>
              <a:gdLst>
                <a:gd name="T0" fmla="*/ 0 w 15"/>
                <a:gd name="T1" fmla="*/ 11938 h 55"/>
                <a:gd name="T2" fmla="*/ 0 w 15"/>
                <a:gd name="T3" fmla="*/ 5905 h 55"/>
                <a:gd name="T4" fmla="*/ 7 w 15"/>
                <a:gd name="T5" fmla="*/ 0 h 55"/>
                <a:gd name="T6" fmla="*/ 7 w 15"/>
                <a:gd name="T7" fmla="*/ 0 h 55"/>
                <a:gd name="T8" fmla="*/ 0 w 15"/>
                <a:gd name="T9" fmla="*/ 5905 h 55"/>
                <a:gd name="T10" fmla="*/ 0 w 15"/>
                <a:gd name="T11" fmla="*/ 11938 h 55"/>
                <a:gd name="T12" fmla="*/ 0 w 15"/>
                <a:gd name="T13" fmla="*/ 11938 h 55"/>
                <a:gd name="T14" fmla="*/ 0 w 15"/>
                <a:gd name="T15" fmla="*/ 11938 h 55"/>
                <a:gd name="T16" fmla="*/ 0 w 15"/>
                <a:gd name="T17" fmla="*/ 11938 h 55"/>
                <a:gd name="T18" fmla="*/ 0 w 15"/>
                <a:gd name="T19" fmla="*/ 11938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
                <a:gd name="T32" fmla="*/ 15 w 15"/>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
                  <a:moveTo>
                    <a:pt x="0" y="55"/>
                  </a:moveTo>
                  <a:lnTo>
                    <a:pt x="0" y="27"/>
                  </a:lnTo>
                  <a:lnTo>
                    <a:pt x="15" y="0"/>
                  </a:lnTo>
                  <a:lnTo>
                    <a:pt x="0" y="27"/>
                  </a:lnTo>
                  <a:lnTo>
                    <a:pt x="0" y="55"/>
                  </a:lnTo>
                  <a:close/>
                  <a:moveTo>
                    <a:pt x="0" y="55"/>
                  </a:moveTo>
                  <a:lnTo>
                    <a:pt x="0" y="55"/>
                  </a:lnTo>
                  <a:close/>
                </a:path>
              </a:pathLst>
            </a:custGeom>
            <a:solidFill>
              <a:schemeClr val="bg1"/>
            </a:solidFill>
            <a:ln w="6350">
              <a:solidFill>
                <a:srgbClr val="FFFF00"/>
              </a:solidFill>
              <a:round/>
              <a:headEnd/>
              <a:tailEnd/>
            </a:ln>
          </p:spPr>
          <p:txBody>
            <a:bodyPr/>
            <a:lstStyle/>
            <a:p>
              <a:endParaRPr lang="zh-CN" altLang="en-US"/>
            </a:p>
          </p:txBody>
        </p:sp>
        <p:sp>
          <p:nvSpPr>
            <p:cNvPr id="17473" name="Freeform 96">
              <a:extLst>
                <a:ext uri="{FF2B5EF4-FFF2-40B4-BE49-F238E27FC236}">
                  <a16:creationId xmlns:a16="http://schemas.microsoft.com/office/drawing/2014/main" id="{8FA0088A-8D17-1AE4-0549-31D3571AEEF7}"/>
                </a:ext>
              </a:extLst>
            </p:cNvPr>
            <p:cNvSpPr>
              <a:spLocks noEditPoints="1"/>
            </p:cNvSpPr>
            <p:nvPr/>
          </p:nvSpPr>
          <p:spPr bwMode="auto">
            <a:xfrm>
              <a:off x="4627" y="773"/>
              <a:ext cx="144" cy="77"/>
            </a:xfrm>
            <a:custGeom>
              <a:avLst/>
              <a:gdLst>
                <a:gd name="T0" fmla="*/ 0 w 150"/>
                <a:gd name="T1" fmla="*/ 11938 h 55"/>
                <a:gd name="T2" fmla="*/ 14 w 150"/>
                <a:gd name="T3" fmla="*/ 2801 h 55"/>
                <a:gd name="T4" fmla="*/ 38 w 150"/>
                <a:gd name="T5" fmla="*/ 0 h 55"/>
                <a:gd name="T6" fmla="*/ 55 w 150"/>
                <a:gd name="T7" fmla="*/ 0 h 55"/>
                <a:gd name="T8" fmla="*/ 78 w 150"/>
                <a:gd name="T9" fmla="*/ 5905 h 55"/>
                <a:gd name="T10" fmla="*/ 78 w 150"/>
                <a:gd name="T11" fmla="*/ 5905 h 55"/>
                <a:gd name="T12" fmla="*/ 55 w 150"/>
                <a:gd name="T13" fmla="*/ 0 h 55"/>
                <a:gd name="T14" fmla="*/ 38 w 150"/>
                <a:gd name="T15" fmla="*/ 0 h 55"/>
                <a:gd name="T16" fmla="*/ 14 w 150"/>
                <a:gd name="T17" fmla="*/ 2801 h 55"/>
                <a:gd name="T18" fmla="*/ 0 w 150"/>
                <a:gd name="T19" fmla="*/ 11938 h 55"/>
                <a:gd name="T20" fmla="*/ 0 w 150"/>
                <a:gd name="T21" fmla="*/ 11938 h 55"/>
                <a:gd name="T22" fmla="*/ 0 w 150"/>
                <a:gd name="T23" fmla="*/ 11938 h 55"/>
                <a:gd name="T24" fmla="*/ 0 w 150"/>
                <a:gd name="T25" fmla="*/ 11938 h 55"/>
                <a:gd name="T26" fmla="*/ 0 w 150"/>
                <a:gd name="T27" fmla="*/ 11938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0"/>
                <a:gd name="T43" fmla="*/ 0 h 55"/>
                <a:gd name="T44" fmla="*/ 150 w 150"/>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0" h="55">
                  <a:moveTo>
                    <a:pt x="0" y="55"/>
                  </a:moveTo>
                  <a:lnTo>
                    <a:pt x="30" y="13"/>
                  </a:lnTo>
                  <a:lnTo>
                    <a:pt x="75" y="0"/>
                  </a:lnTo>
                  <a:lnTo>
                    <a:pt x="105" y="0"/>
                  </a:lnTo>
                  <a:lnTo>
                    <a:pt x="150" y="27"/>
                  </a:lnTo>
                  <a:lnTo>
                    <a:pt x="105" y="0"/>
                  </a:lnTo>
                  <a:lnTo>
                    <a:pt x="75" y="0"/>
                  </a:lnTo>
                  <a:lnTo>
                    <a:pt x="30" y="13"/>
                  </a:lnTo>
                  <a:lnTo>
                    <a:pt x="0" y="55"/>
                  </a:lnTo>
                  <a:close/>
                  <a:moveTo>
                    <a:pt x="0" y="55"/>
                  </a:moveTo>
                  <a:lnTo>
                    <a:pt x="0" y="55"/>
                  </a:lnTo>
                  <a:close/>
                </a:path>
              </a:pathLst>
            </a:custGeom>
            <a:solidFill>
              <a:schemeClr val="bg1"/>
            </a:solidFill>
            <a:ln w="6350">
              <a:solidFill>
                <a:srgbClr val="FFFF00"/>
              </a:solidFill>
              <a:round/>
              <a:headEnd/>
              <a:tailEnd/>
            </a:ln>
          </p:spPr>
          <p:txBody>
            <a:bodyPr/>
            <a:lstStyle/>
            <a:p>
              <a:endParaRPr lang="zh-CN" altLang="en-US"/>
            </a:p>
          </p:txBody>
        </p:sp>
        <p:sp>
          <p:nvSpPr>
            <p:cNvPr id="17474" name="Freeform 97">
              <a:extLst>
                <a:ext uri="{FF2B5EF4-FFF2-40B4-BE49-F238E27FC236}">
                  <a16:creationId xmlns:a16="http://schemas.microsoft.com/office/drawing/2014/main" id="{57372A22-346E-6CCF-970C-D035FBF4F892}"/>
                </a:ext>
              </a:extLst>
            </p:cNvPr>
            <p:cNvSpPr>
              <a:spLocks/>
            </p:cNvSpPr>
            <p:nvPr/>
          </p:nvSpPr>
          <p:spPr bwMode="auto">
            <a:xfrm>
              <a:off x="4511" y="791"/>
              <a:ext cx="29" cy="59"/>
            </a:xfrm>
            <a:custGeom>
              <a:avLst/>
              <a:gdLst>
                <a:gd name="T0" fmla="*/ 15 w 30"/>
                <a:gd name="T1" fmla="*/ 0 h 42"/>
                <a:gd name="T2" fmla="*/ 15 w 30"/>
                <a:gd name="T3" fmla="*/ 3248 h 42"/>
                <a:gd name="T4" fmla="*/ 0 w 30"/>
                <a:gd name="T5" fmla="*/ 9677 h 42"/>
                <a:gd name="T6" fmla="*/ 0 w 30"/>
                <a:gd name="T7" fmla="*/ 9677 h 42"/>
                <a:gd name="T8" fmla="*/ 15 w 30"/>
                <a:gd name="T9" fmla="*/ 3248 h 42"/>
                <a:gd name="T10" fmla="*/ 15 w 30"/>
                <a:gd name="T11" fmla="*/ 0 h 42"/>
                <a:gd name="T12" fmla="*/ 15 w 30"/>
                <a:gd name="T13" fmla="*/ 0 h 42"/>
                <a:gd name="T14" fmla="*/ 0 60000 65536"/>
                <a:gd name="T15" fmla="*/ 0 60000 65536"/>
                <a:gd name="T16" fmla="*/ 0 60000 65536"/>
                <a:gd name="T17" fmla="*/ 0 60000 65536"/>
                <a:gd name="T18" fmla="*/ 0 60000 65536"/>
                <a:gd name="T19" fmla="*/ 0 60000 65536"/>
                <a:gd name="T20" fmla="*/ 0 60000 65536"/>
                <a:gd name="T21" fmla="*/ 0 w 30"/>
                <a:gd name="T22" fmla="*/ 0 h 42"/>
                <a:gd name="T23" fmla="*/ 30 w 30"/>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42">
                  <a:moveTo>
                    <a:pt x="30" y="0"/>
                  </a:moveTo>
                  <a:lnTo>
                    <a:pt x="15" y="14"/>
                  </a:lnTo>
                  <a:lnTo>
                    <a:pt x="0" y="42"/>
                  </a:lnTo>
                  <a:lnTo>
                    <a:pt x="15" y="14"/>
                  </a:lnTo>
                  <a:lnTo>
                    <a:pt x="30" y="0"/>
                  </a:lnTo>
                  <a:close/>
                </a:path>
              </a:pathLst>
            </a:custGeom>
            <a:solidFill>
              <a:schemeClr val="bg1"/>
            </a:solidFill>
            <a:ln w="6350">
              <a:solidFill>
                <a:srgbClr val="FFFF00"/>
              </a:solidFill>
              <a:round/>
              <a:headEnd/>
              <a:tailEnd/>
            </a:ln>
          </p:spPr>
          <p:txBody>
            <a:bodyPr/>
            <a:lstStyle/>
            <a:p>
              <a:endParaRPr lang="zh-CN" altLang="en-US"/>
            </a:p>
          </p:txBody>
        </p:sp>
        <p:sp>
          <p:nvSpPr>
            <p:cNvPr id="17475" name="Freeform 98">
              <a:extLst>
                <a:ext uri="{FF2B5EF4-FFF2-40B4-BE49-F238E27FC236}">
                  <a16:creationId xmlns:a16="http://schemas.microsoft.com/office/drawing/2014/main" id="{5A80C87D-9C6B-71C6-A2C9-E6533036CF4D}"/>
                </a:ext>
              </a:extLst>
            </p:cNvPr>
            <p:cNvSpPr>
              <a:spLocks noEditPoints="1"/>
            </p:cNvSpPr>
            <p:nvPr/>
          </p:nvSpPr>
          <p:spPr bwMode="auto">
            <a:xfrm>
              <a:off x="4497" y="850"/>
              <a:ext cx="14" cy="96"/>
            </a:xfrm>
            <a:custGeom>
              <a:avLst/>
              <a:gdLst>
                <a:gd name="T0" fmla="*/ 7 w 15"/>
                <a:gd name="T1" fmla="*/ 0 h 68"/>
                <a:gd name="T2" fmla="*/ 0 w 15"/>
                <a:gd name="T3" fmla="*/ 6704 h 68"/>
                <a:gd name="T4" fmla="*/ 0 w 15"/>
                <a:gd name="T5" fmla="*/ 17020 h 68"/>
                <a:gd name="T6" fmla="*/ 0 w 15"/>
                <a:gd name="T7" fmla="*/ 17020 h 68"/>
                <a:gd name="T8" fmla="*/ 0 w 15"/>
                <a:gd name="T9" fmla="*/ 6704 h 68"/>
                <a:gd name="T10" fmla="*/ 7 w 15"/>
                <a:gd name="T11" fmla="*/ 0 h 68"/>
                <a:gd name="T12" fmla="*/ 7 w 15"/>
                <a:gd name="T13" fmla="*/ 0 h 68"/>
                <a:gd name="T14" fmla="*/ 7 w 15"/>
                <a:gd name="T15" fmla="*/ 0 h 68"/>
                <a:gd name="T16" fmla="*/ 7 w 15"/>
                <a:gd name="T17" fmla="*/ 0 h 68"/>
                <a:gd name="T18" fmla="*/ 7 w 15"/>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68"/>
                <a:gd name="T32" fmla="*/ 15 w 15"/>
                <a:gd name="T33" fmla="*/ 68 h 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68">
                  <a:moveTo>
                    <a:pt x="15" y="0"/>
                  </a:moveTo>
                  <a:lnTo>
                    <a:pt x="0" y="27"/>
                  </a:lnTo>
                  <a:lnTo>
                    <a:pt x="0" y="68"/>
                  </a:lnTo>
                  <a:lnTo>
                    <a:pt x="0" y="27"/>
                  </a:lnTo>
                  <a:lnTo>
                    <a:pt x="15" y="0"/>
                  </a:lnTo>
                  <a:close/>
                  <a:moveTo>
                    <a:pt x="15" y="0"/>
                  </a:moveTo>
                  <a:lnTo>
                    <a:pt x="15" y="0"/>
                  </a:lnTo>
                  <a:close/>
                </a:path>
              </a:pathLst>
            </a:custGeom>
            <a:solidFill>
              <a:schemeClr val="bg1"/>
            </a:solidFill>
            <a:ln w="6350">
              <a:solidFill>
                <a:srgbClr val="FFFF00"/>
              </a:solidFill>
              <a:round/>
              <a:headEnd/>
              <a:tailEnd/>
            </a:ln>
          </p:spPr>
          <p:txBody>
            <a:bodyPr/>
            <a:lstStyle/>
            <a:p>
              <a:endParaRPr lang="zh-CN" altLang="en-US"/>
            </a:p>
          </p:txBody>
        </p:sp>
        <p:sp>
          <p:nvSpPr>
            <p:cNvPr id="17476" name="Freeform 99">
              <a:extLst>
                <a:ext uri="{FF2B5EF4-FFF2-40B4-BE49-F238E27FC236}">
                  <a16:creationId xmlns:a16="http://schemas.microsoft.com/office/drawing/2014/main" id="{77A9BD42-07C2-7E0E-1E5A-CB86FCC553CE}"/>
                </a:ext>
              </a:extLst>
            </p:cNvPr>
            <p:cNvSpPr>
              <a:spLocks noEditPoints="1"/>
            </p:cNvSpPr>
            <p:nvPr/>
          </p:nvSpPr>
          <p:spPr bwMode="auto">
            <a:xfrm>
              <a:off x="4497" y="946"/>
              <a:ext cx="87" cy="59"/>
            </a:xfrm>
            <a:custGeom>
              <a:avLst/>
              <a:gdLst>
                <a:gd name="T0" fmla="*/ 0 w 91"/>
                <a:gd name="T1" fmla="*/ 0 h 42"/>
                <a:gd name="T2" fmla="*/ 11 w 91"/>
                <a:gd name="T3" fmla="*/ 6410 h 42"/>
                <a:gd name="T4" fmla="*/ 23 w 91"/>
                <a:gd name="T5" fmla="*/ 9677 h 42"/>
                <a:gd name="T6" fmla="*/ 30 w 91"/>
                <a:gd name="T7" fmla="*/ 9677 h 42"/>
                <a:gd name="T8" fmla="*/ 45 w 91"/>
                <a:gd name="T9" fmla="*/ 3248 h 42"/>
                <a:gd name="T10" fmla="*/ 45 w 91"/>
                <a:gd name="T11" fmla="*/ 3248 h 42"/>
                <a:gd name="T12" fmla="*/ 30 w 91"/>
                <a:gd name="T13" fmla="*/ 9677 h 42"/>
                <a:gd name="T14" fmla="*/ 23 w 91"/>
                <a:gd name="T15" fmla="*/ 9677 h 42"/>
                <a:gd name="T16" fmla="*/ 11 w 91"/>
                <a:gd name="T17" fmla="*/ 6410 h 42"/>
                <a:gd name="T18" fmla="*/ 0 w 91"/>
                <a:gd name="T19" fmla="*/ 0 h 42"/>
                <a:gd name="T20" fmla="*/ 0 w 91"/>
                <a:gd name="T21" fmla="*/ 0 h 42"/>
                <a:gd name="T22" fmla="*/ 0 w 91"/>
                <a:gd name="T23" fmla="*/ 0 h 42"/>
                <a:gd name="T24" fmla="*/ 0 w 91"/>
                <a:gd name="T25" fmla="*/ 0 h 42"/>
                <a:gd name="T26" fmla="*/ 0 w 91"/>
                <a:gd name="T27" fmla="*/ 0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2"/>
                <a:gd name="T44" fmla="*/ 91 w 91"/>
                <a:gd name="T45" fmla="*/ 42 h 4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2">
                  <a:moveTo>
                    <a:pt x="0" y="0"/>
                  </a:moveTo>
                  <a:lnTo>
                    <a:pt x="15" y="28"/>
                  </a:lnTo>
                  <a:lnTo>
                    <a:pt x="45" y="42"/>
                  </a:lnTo>
                  <a:lnTo>
                    <a:pt x="60" y="42"/>
                  </a:lnTo>
                  <a:lnTo>
                    <a:pt x="91" y="14"/>
                  </a:lnTo>
                  <a:lnTo>
                    <a:pt x="60" y="42"/>
                  </a:lnTo>
                  <a:lnTo>
                    <a:pt x="45" y="42"/>
                  </a:lnTo>
                  <a:lnTo>
                    <a:pt x="15" y="28"/>
                  </a:lnTo>
                  <a:lnTo>
                    <a:pt x="0" y="0"/>
                  </a:lnTo>
                  <a:close/>
                  <a:moveTo>
                    <a:pt x="0" y="0"/>
                  </a:moveTo>
                  <a:lnTo>
                    <a:pt x="0" y="0"/>
                  </a:lnTo>
                  <a:close/>
                </a:path>
              </a:pathLst>
            </a:custGeom>
            <a:solidFill>
              <a:schemeClr val="bg1"/>
            </a:solidFill>
            <a:ln w="6350">
              <a:solidFill>
                <a:srgbClr val="FFFF00"/>
              </a:solidFill>
              <a:round/>
              <a:headEnd/>
              <a:tailEnd/>
            </a:ln>
          </p:spPr>
          <p:txBody>
            <a:bodyPr/>
            <a:lstStyle/>
            <a:p>
              <a:endParaRPr lang="zh-CN" altLang="en-US"/>
            </a:p>
          </p:txBody>
        </p:sp>
        <p:sp>
          <p:nvSpPr>
            <p:cNvPr id="17477" name="Freeform 100">
              <a:extLst>
                <a:ext uri="{FF2B5EF4-FFF2-40B4-BE49-F238E27FC236}">
                  <a16:creationId xmlns:a16="http://schemas.microsoft.com/office/drawing/2014/main" id="{20DEF438-B532-1D10-184B-6C7AE8D9E5A4}"/>
                </a:ext>
              </a:extLst>
            </p:cNvPr>
            <p:cNvSpPr>
              <a:spLocks noEditPoints="1"/>
            </p:cNvSpPr>
            <p:nvPr/>
          </p:nvSpPr>
          <p:spPr bwMode="auto">
            <a:xfrm>
              <a:off x="4569" y="830"/>
              <a:ext cx="15" cy="136"/>
            </a:xfrm>
            <a:custGeom>
              <a:avLst/>
              <a:gdLst>
                <a:gd name="T0" fmla="*/ 8 w 16"/>
                <a:gd name="T1" fmla="*/ 25262 h 96"/>
                <a:gd name="T2" fmla="*/ 8 w 16"/>
                <a:gd name="T3" fmla="*/ 14488 h 96"/>
                <a:gd name="T4" fmla="*/ 0 w 16"/>
                <a:gd name="T5" fmla="*/ 0 h 96"/>
                <a:gd name="T6" fmla="*/ 0 w 16"/>
                <a:gd name="T7" fmla="*/ 0 h 96"/>
                <a:gd name="T8" fmla="*/ 8 w 16"/>
                <a:gd name="T9" fmla="*/ 14488 h 96"/>
                <a:gd name="T10" fmla="*/ 8 w 16"/>
                <a:gd name="T11" fmla="*/ 25262 h 96"/>
                <a:gd name="T12" fmla="*/ 8 w 16"/>
                <a:gd name="T13" fmla="*/ 25262 h 96"/>
                <a:gd name="T14" fmla="*/ 8 w 16"/>
                <a:gd name="T15" fmla="*/ 25262 h 96"/>
                <a:gd name="T16" fmla="*/ 8 w 16"/>
                <a:gd name="T17" fmla="*/ 25262 h 96"/>
                <a:gd name="T18" fmla="*/ 8 w 16"/>
                <a:gd name="T19" fmla="*/ 25262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96"/>
                <a:gd name="T32" fmla="*/ 16 w 16"/>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96">
                  <a:moveTo>
                    <a:pt x="16" y="96"/>
                  </a:moveTo>
                  <a:lnTo>
                    <a:pt x="16" y="55"/>
                  </a:lnTo>
                  <a:lnTo>
                    <a:pt x="0" y="0"/>
                  </a:lnTo>
                  <a:lnTo>
                    <a:pt x="16" y="55"/>
                  </a:lnTo>
                  <a:lnTo>
                    <a:pt x="16" y="96"/>
                  </a:lnTo>
                  <a:close/>
                  <a:moveTo>
                    <a:pt x="16" y="96"/>
                  </a:moveTo>
                  <a:lnTo>
                    <a:pt x="16" y="96"/>
                  </a:lnTo>
                  <a:close/>
                </a:path>
              </a:pathLst>
            </a:custGeom>
            <a:solidFill>
              <a:schemeClr val="bg1"/>
            </a:solidFill>
            <a:ln w="6350">
              <a:solidFill>
                <a:srgbClr val="FFFF00"/>
              </a:solidFill>
              <a:round/>
              <a:headEnd/>
              <a:tailEnd/>
            </a:ln>
          </p:spPr>
          <p:txBody>
            <a:bodyPr/>
            <a:lstStyle/>
            <a:p>
              <a:endParaRPr lang="zh-CN" altLang="en-US"/>
            </a:p>
          </p:txBody>
        </p:sp>
        <p:sp>
          <p:nvSpPr>
            <p:cNvPr id="17478" name="Freeform 101">
              <a:extLst>
                <a:ext uri="{FF2B5EF4-FFF2-40B4-BE49-F238E27FC236}">
                  <a16:creationId xmlns:a16="http://schemas.microsoft.com/office/drawing/2014/main" id="{BA952C6F-649C-34ED-E662-0126731E0572}"/>
                </a:ext>
              </a:extLst>
            </p:cNvPr>
            <p:cNvSpPr>
              <a:spLocks noEditPoints="1"/>
            </p:cNvSpPr>
            <p:nvPr/>
          </p:nvSpPr>
          <p:spPr bwMode="auto">
            <a:xfrm>
              <a:off x="4397" y="753"/>
              <a:ext cx="172" cy="77"/>
            </a:xfrm>
            <a:custGeom>
              <a:avLst/>
              <a:gdLst>
                <a:gd name="T0" fmla="*/ 87 w 180"/>
                <a:gd name="T1" fmla="*/ 11938 h 55"/>
                <a:gd name="T2" fmla="*/ 66 w 180"/>
                <a:gd name="T3" fmla="*/ 5905 h 55"/>
                <a:gd name="T4" fmla="*/ 44 w 180"/>
                <a:gd name="T5" fmla="*/ 0 h 55"/>
                <a:gd name="T6" fmla="*/ 23 w 180"/>
                <a:gd name="T7" fmla="*/ 3108 h 55"/>
                <a:gd name="T8" fmla="*/ 0 w 180"/>
                <a:gd name="T9" fmla="*/ 5905 h 55"/>
                <a:gd name="T10" fmla="*/ 0 w 180"/>
                <a:gd name="T11" fmla="*/ 5905 h 55"/>
                <a:gd name="T12" fmla="*/ 23 w 180"/>
                <a:gd name="T13" fmla="*/ 3108 h 55"/>
                <a:gd name="T14" fmla="*/ 44 w 180"/>
                <a:gd name="T15" fmla="*/ 0 h 55"/>
                <a:gd name="T16" fmla="*/ 66 w 180"/>
                <a:gd name="T17" fmla="*/ 5905 h 55"/>
                <a:gd name="T18" fmla="*/ 87 w 180"/>
                <a:gd name="T19" fmla="*/ 11938 h 55"/>
                <a:gd name="T20" fmla="*/ 87 w 180"/>
                <a:gd name="T21" fmla="*/ 11938 h 55"/>
                <a:gd name="T22" fmla="*/ 87 w 180"/>
                <a:gd name="T23" fmla="*/ 11938 h 55"/>
                <a:gd name="T24" fmla="*/ 87 w 180"/>
                <a:gd name="T25" fmla="*/ 11938 h 55"/>
                <a:gd name="T26" fmla="*/ 87 w 180"/>
                <a:gd name="T27" fmla="*/ 11938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0"/>
                <a:gd name="T43" fmla="*/ 0 h 55"/>
                <a:gd name="T44" fmla="*/ 180 w 180"/>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0" h="55">
                  <a:moveTo>
                    <a:pt x="180" y="55"/>
                  </a:moveTo>
                  <a:lnTo>
                    <a:pt x="135" y="27"/>
                  </a:lnTo>
                  <a:lnTo>
                    <a:pt x="90" y="0"/>
                  </a:lnTo>
                  <a:lnTo>
                    <a:pt x="45" y="14"/>
                  </a:lnTo>
                  <a:lnTo>
                    <a:pt x="0" y="27"/>
                  </a:lnTo>
                  <a:lnTo>
                    <a:pt x="45" y="14"/>
                  </a:lnTo>
                  <a:lnTo>
                    <a:pt x="90" y="0"/>
                  </a:lnTo>
                  <a:lnTo>
                    <a:pt x="135" y="27"/>
                  </a:lnTo>
                  <a:lnTo>
                    <a:pt x="180" y="55"/>
                  </a:lnTo>
                  <a:close/>
                  <a:moveTo>
                    <a:pt x="180" y="55"/>
                  </a:moveTo>
                  <a:lnTo>
                    <a:pt x="180" y="55"/>
                  </a:lnTo>
                  <a:close/>
                </a:path>
              </a:pathLst>
            </a:custGeom>
            <a:solidFill>
              <a:schemeClr val="bg1"/>
            </a:solidFill>
            <a:ln w="6350">
              <a:solidFill>
                <a:srgbClr val="FFFF00"/>
              </a:solidFill>
              <a:round/>
              <a:headEnd/>
              <a:tailEnd/>
            </a:ln>
          </p:spPr>
          <p:txBody>
            <a:bodyPr/>
            <a:lstStyle/>
            <a:p>
              <a:endParaRPr lang="zh-CN" altLang="en-US"/>
            </a:p>
          </p:txBody>
        </p:sp>
        <p:sp>
          <p:nvSpPr>
            <p:cNvPr id="17479" name="Freeform 102">
              <a:extLst>
                <a:ext uri="{FF2B5EF4-FFF2-40B4-BE49-F238E27FC236}">
                  <a16:creationId xmlns:a16="http://schemas.microsoft.com/office/drawing/2014/main" id="{1F8BC902-43DD-B02D-966A-47D0B572953D}"/>
                </a:ext>
              </a:extLst>
            </p:cNvPr>
            <p:cNvSpPr>
              <a:spLocks/>
            </p:cNvSpPr>
            <p:nvPr/>
          </p:nvSpPr>
          <p:spPr bwMode="auto">
            <a:xfrm>
              <a:off x="4368" y="773"/>
              <a:ext cx="43" cy="57"/>
            </a:xfrm>
            <a:custGeom>
              <a:avLst/>
              <a:gdLst>
                <a:gd name="T0" fmla="*/ 23 w 45"/>
                <a:gd name="T1" fmla="*/ 0 h 41"/>
                <a:gd name="T2" fmla="*/ 0 w 45"/>
                <a:gd name="T3" fmla="*/ 7999 h 41"/>
                <a:gd name="T4" fmla="*/ 0 w 45"/>
                <a:gd name="T5" fmla="*/ 7999 h 41"/>
                <a:gd name="T6" fmla="*/ 23 w 45"/>
                <a:gd name="T7" fmla="*/ 0 h 41"/>
                <a:gd name="T8" fmla="*/ 23 w 45"/>
                <a:gd name="T9" fmla="*/ 0 h 41"/>
                <a:gd name="T10" fmla="*/ 0 60000 65536"/>
                <a:gd name="T11" fmla="*/ 0 60000 65536"/>
                <a:gd name="T12" fmla="*/ 0 60000 65536"/>
                <a:gd name="T13" fmla="*/ 0 60000 65536"/>
                <a:gd name="T14" fmla="*/ 0 60000 65536"/>
                <a:gd name="T15" fmla="*/ 0 w 45"/>
                <a:gd name="T16" fmla="*/ 0 h 41"/>
                <a:gd name="T17" fmla="*/ 45 w 45"/>
                <a:gd name="T18" fmla="*/ 41 h 41"/>
              </a:gdLst>
              <a:ahLst/>
              <a:cxnLst>
                <a:cxn ang="T10">
                  <a:pos x="T0" y="T1"/>
                </a:cxn>
                <a:cxn ang="T11">
                  <a:pos x="T2" y="T3"/>
                </a:cxn>
                <a:cxn ang="T12">
                  <a:pos x="T4" y="T5"/>
                </a:cxn>
                <a:cxn ang="T13">
                  <a:pos x="T6" y="T7"/>
                </a:cxn>
                <a:cxn ang="T14">
                  <a:pos x="T8" y="T9"/>
                </a:cxn>
              </a:cxnLst>
              <a:rect l="T15" t="T16" r="T17" b="T18"/>
              <a:pathLst>
                <a:path w="45" h="41">
                  <a:moveTo>
                    <a:pt x="45" y="0"/>
                  </a:moveTo>
                  <a:lnTo>
                    <a:pt x="0" y="41"/>
                  </a:lnTo>
                  <a:lnTo>
                    <a:pt x="45" y="0"/>
                  </a:lnTo>
                  <a:close/>
                </a:path>
              </a:pathLst>
            </a:custGeom>
            <a:solidFill>
              <a:schemeClr val="bg1"/>
            </a:solidFill>
            <a:ln w="6350">
              <a:solidFill>
                <a:srgbClr val="FFFF00"/>
              </a:solidFill>
              <a:round/>
              <a:headEnd/>
              <a:tailEnd/>
            </a:ln>
          </p:spPr>
          <p:txBody>
            <a:bodyPr/>
            <a:lstStyle/>
            <a:p>
              <a:endParaRPr lang="zh-CN" altLang="en-US"/>
            </a:p>
          </p:txBody>
        </p:sp>
        <p:sp>
          <p:nvSpPr>
            <p:cNvPr id="17480" name="Freeform 103">
              <a:extLst>
                <a:ext uri="{FF2B5EF4-FFF2-40B4-BE49-F238E27FC236}">
                  <a16:creationId xmlns:a16="http://schemas.microsoft.com/office/drawing/2014/main" id="{2A5A3DAE-FF9E-FF88-9306-5BF3F08DEC85}"/>
                </a:ext>
              </a:extLst>
            </p:cNvPr>
            <p:cNvSpPr>
              <a:spLocks noEditPoints="1"/>
            </p:cNvSpPr>
            <p:nvPr/>
          </p:nvSpPr>
          <p:spPr bwMode="auto">
            <a:xfrm>
              <a:off x="4354" y="830"/>
              <a:ext cx="14" cy="116"/>
            </a:xfrm>
            <a:custGeom>
              <a:avLst/>
              <a:gdLst>
                <a:gd name="T0" fmla="*/ 7 w 15"/>
                <a:gd name="T1" fmla="*/ 0 h 82"/>
                <a:gd name="T2" fmla="*/ 0 w 15"/>
                <a:gd name="T3" fmla="*/ 10521 h 82"/>
                <a:gd name="T4" fmla="*/ 0 w 15"/>
                <a:gd name="T5" fmla="*/ 21054 h 82"/>
                <a:gd name="T6" fmla="*/ 0 w 15"/>
                <a:gd name="T7" fmla="*/ 21054 h 82"/>
                <a:gd name="T8" fmla="*/ 0 w 15"/>
                <a:gd name="T9" fmla="*/ 10521 h 82"/>
                <a:gd name="T10" fmla="*/ 7 w 15"/>
                <a:gd name="T11" fmla="*/ 0 h 82"/>
                <a:gd name="T12" fmla="*/ 7 w 15"/>
                <a:gd name="T13" fmla="*/ 0 h 82"/>
                <a:gd name="T14" fmla="*/ 7 w 15"/>
                <a:gd name="T15" fmla="*/ 0 h 82"/>
                <a:gd name="T16" fmla="*/ 7 w 15"/>
                <a:gd name="T17" fmla="*/ 0 h 82"/>
                <a:gd name="T18" fmla="*/ 7 w 15"/>
                <a:gd name="T19" fmla="*/ 0 h 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82"/>
                <a:gd name="T32" fmla="*/ 15 w 15"/>
                <a:gd name="T33" fmla="*/ 82 h 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82">
                  <a:moveTo>
                    <a:pt x="15" y="0"/>
                  </a:moveTo>
                  <a:lnTo>
                    <a:pt x="0" y="41"/>
                  </a:lnTo>
                  <a:lnTo>
                    <a:pt x="0" y="82"/>
                  </a:lnTo>
                  <a:lnTo>
                    <a:pt x="0" y="41"/>
                  </a:lnTo>
                  <a:lnTo>
                    <a:pt x="15" y="0"/>
                  </a:lnTo>
                  <a:close/>
                  <a:moveTo>
                    <a:pt x="15" y="0"/>
                  </a:moveTo>
                  <a:lnTo>
                    <a:pt x="15" y="0"/>
                  </a:lnTo>
                  <a:close/>
                </a:path>
              </a:pathLst>
            </a:custGeom>
            <a:solidFill>
              <a:schemeClr val="bg1"/>
            </a:solidFill>
            <a:ln w="6350">
              <a:solidFill>
                <a:srgbClr val="FFFF00"/>
              </a:solidFill>
              <a:round/>
              <a:headEnd/>
              <a:tailEnd/>
            </a:ln>
          </p:spPr>
          <p:txBody>
            <a:bodyPr/>
            <a:lstStyle/>
            <a:p>
              <a:endParaRPr lang="zh-CN" altLang="en-US"/>
            </a:p>
          </p:txBody>
        </p:sp>
        <p:sp>
          <p:nvSpPr>
            <p:cNvPr id="17481" name="Freeform 104">
              <a:extLst>
                <a:ext uri="{FF2B5EF4-FFF2-40B4-BE49-F238E27FC236}">
                  <a16:creationId xmlns:a16="http://schemas.microsoft.com/office/drawing/2014/main" id="{655AC96F-7D41-9EB7-AD68-863BD4A733BA}"/>
                </a:ext>
              </a:extLst>
            </p:cNvPr>
            <p:cNvSpPr>
              <a:spLocks noEditPoints="1"/>
            </p:cNvSpPr>
            <p:nvPr/>
          </p:nvSpPr>
          <p:spPr bwMode="auto">
            <a:xfrm>
              <a:off x="4354" y="946"/>
              <a:ext cx="86" cy="59"/>
            </a:xfrm>
            <a:custGeom>
              <a:avLst/>
              <a:gdLst>
                <a:gd name="T0" fmla="*/ 0 w 90"/>
                <a:gd name="T1" fmla="*/ 0 h 42"/>
                <a:gd name="T2" fmla="*/ 11 w 90"/>
                <a:gd name="T3" fmla="*/ 6410 h 42"/>
                <a:gd name="T4" fmla="*/ 23 w 90"/>
                <a:gd name="T5" fmla="*/ 9677 h 42"/>
                <a:gd name="T6" fmla="*/ 29 w 90"/>
                <a:gd name="T7" fmla="*/ 9677 h 42"/>
                <a:gd name="T8" fmla="*/ 44 w 90"/>
                <a:gd name="T9" fmla="*/ 3248 h 42"/>
                <a:gd name="T10" fmla="*/ 44 w 90"/>
                <a:gd name="T11" fmla="*/ 3248 h 42"/>
                <a:gd name="T12" fmla="*/ 29 w 90"/>
                <a:gd name="T13" fmla="*/ 9677 h 42"/>
                <a:gd name="T14" fmla="*/ 23 w 90"/>
                <a:gd name="T15" fmla="*/ 9677 h 42"/>
                <a:gd name="T16" fmla="*/ 11 w 90"/>
                <a:gd name="T17" fmla="*/ 6410 h 42"/>
                <a:gd name="T18" fmla="*/ 0 w 90"/>
                <a:gd name="T19" fmla="*/ 0 h 42"/>
                <a:gd name="T20" fmla="*/ 0 w 90"/>
                <a:gd name="T21" fmla="*/ 0 h 42"/>
                <a:gd name="T22" fmla="*/ 0 w 90"/>
                <a:gd name="T23" fmla="*/ 0 h 42"/>
                <a:gd name="T24" fmla="*/ 0 w 90"/>
                <a:gd name="T25" fmla="*/ 0 h 42"/>
                <a:gd name="T26" fmla="*/ 0 w 90"/>
                <a:gd name="T27" fmla="*/ 0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0"/>
                <a:gd name="T43" fmla="*/ 0 h 42"/>
                <a:gd name="T44" fmla="*/ 90 w 90"/>
                <a:gd name="T45" fmla="*/ 42 h 4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0" h="42">
                  <a:moveTo>
                    <a:pt x="0" y="0"/>
                  </a:moveTo>
                  <a:lnTo>
                    <a:pt x="15" y="28"/>
                  </a:lnTo>
                  <a:lnTo>
                    <a:pt x="45" y="42"/>
                  </a:lnTo>
                  <a:lnTo>
                    <a:pt x="60" y="42"/>
                  </a:lnTo>
                  <a:lnTo>
                    <a:pt x="90" y="14"/>
                  </a:lnTo>
                  <a:lnTo>
                    <a:pt x="60" y="42"/>
                  </a:lnTo>
                  <a:lnTo>
                    <a:pt x="45" y="42"/>
                  </a:lnTo>
                  <a:lnTo>
                    <a:pt x="15" y="28"/>
                  </a:lnTo>
                  <a:lnTo>
                    <a:pt x="0" y="0"/>
                  </a:lnTo>
                  <a:close/>
                  <a:moveTo>
                    <a:pt x="0" y="0"/>
                  </a:moveTo>
                  <a:lnTo>
                    <a:pt x="0" y="0"/>
                  </a:lnTo>
                  <a:close/>
                </a:path>
              </a:pathLst>
            </a:custGeom>
            <a:solidFill>
              <a:schemeClr val="bg1"/>
            </a:solidFill>
            <a:ln w="6350">
              <a:solidFill>
                <a:srgbClr val="FFFF00"/>
              </a:solidFill>
              <a:round/>
              <a:headEnd/>
              <a:tailEnd/>
            </a:ln>
          </p:spPr>
          <p:txBody>
            <a:bodyPr/>
            <a:lstStyle/>
            <a:p>
              <a:endParaRPr lang="zh-CN" altLang="en-US"/>
            </a:p>
          </p:txBody>
        </p:sp>
        <p:sp>
          <p:nvSpPr>
            <p:cNvPr id="17482" name="Freeform 105">
              <a:extLst>
                <a:ext uri="{FF2B5EF4-FFF2-40B4-BE49-F238E27FC236}">
                  <a16:creationId xmlns:a16="http://schemas.microsoft.com/office/drawing/2014/main" id="{F5D7D8DD-E3E4-D04E-A987-A6FBF22A00D5}"/>
                </a:ext>
              </a:extLst>
            </p:cNvPr>
            <p:cNvSpPr>
              <a:spLocks noEditPoints="1"/>
            </p:cNvSpPr>
            <p:nvPr/>
          </p:nvSpPr>
          <p:spPr bwMode="auto">
            <a:xfrm>
              <a:off x="4426" y="830"/>
              <a:ext cx="29" cy="136"/>
            </a:xfrm>
            <a:custGeom>
              <a:avLst/>
              <a:gdLst>
                <a:gd name="T0" fmla="*/ 15 w 30"/>
                <a:gd name="T1" fmla="*/ 25262 h 96"/>
                <a:gd name="T2" fmla="*/ 15 w 30"/>
                <a:gd name="T3" fmla="*/ 14488 h 96"/>
                <a:gd name="T4" fmla="*/ 0 w 30"/>
                <a:gd name="T5" fmla="*/ 0 h 96"/>
                <a:gd name="T6" fmla="*/ 0 w 30"/>
                <a:gd name="T7" fmla="*/ 0 h 96"/>
                <a:gd name="T8" fmla="*/ 15 w 30"/>
                <a:gd name="T9" fmla="*/ 14488 h 96"/>
                <a:gd name="T10" fmla="*/ 15 w 30"/>
                <a:gd name="T11" fmla="*/ 25262 h 96"/>
                <a:gd name="T12" fmla="*/ 15 w 30"/>
                <a:gd name="T13" fmla="*/ 25262 h 96"/>
                <a:gd name="T14" fmla="*/ 15 w 30"/>
                <a:gd name="T15" fmla="*/ 25262 h 96"/>
                <a:gd name="T16" fmla="*/ 15 w 30"/>
                <a:gd name="T17" fmla="*/ 25262 h 96"/>
                <a:gd name="T18" fmla="*/ 15 w 30"/>
                <a:gd name="T19" fmla="*/ 25262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96"/>
                <a:gd name="T32" fmla="*/ 30 w 30"/>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96">
                  <a:moveTo>
                    <a:pt x="15" y="96"/>
                  </a:moveTo>
                  <a:lnTo>
                    <a:pt x="30" y="55"/>
                  </a:lnTo>
                  <a:lnTo>
                    <a:pt x="0" y="0"/>
                  </a:lnTo>
                  <a:lnTo>
                    <a:pt x="30" y="55"/>
                  </a:lnTo>
                  <a:lnTo>
                    <a:pt x="15" y="96"/>
                  </a:lnTo>
                  <a:close/>
                  <a:moveTo>
                    <a:pt x="15" y="96"/>
                  </a:moveTo>
                  <a:lnTo>
                    <a:pt x="15" y="96"/>
                  </a:lnTo>
                  <a:close/>
                </a:path>
              </a:pathLst>
            </a:custGeom>
            <a:solidFill>
              <a:schemeClr val="bg1"/>
            </a:solidFill>
            <a:ln w="6350">
              <a:solidFill>
                <a:srgbClr val="FFFF00"/>
              </a:solidFill>
              <a:round/>
              <a:headEnd/>
              <a:tailEnd/>
            </a:ln>
          </p:spPr>
          <p:txBody>
            <a:bodyPr/>
            <a:lstStyle/>
            <a:p>
              <a:endParaRPr lang="zh-CN" altLang="en-US"/>
            </a:p>
          </p:txBody>
        </p:sp>
        <p:sp>
          <p:nvSpPr>
            <p:cNvPr id="17483" name="Freeform 106">
              <a:extLst>
                <a:ext uri="{FF2B5EF4-FFF2-40B4-BE49-F238E27FC236}">
                  <a16:creationId xmlns:a16="http://schemas.microsoft.com/office/drawing/2014/main" id="{55EED06C-4894-16BB-00F2-CC9FC8B9B43E}"/>
                </a:ext>
              </a:extLst>
            </p:cNvPr>
            <p:cNvSpPr>
              <a:spLocks noEditPoints="1"/>
            </p:cNvSpPr>
            <p:nvPr/>
          </p:nvSpPr>
          <p:spPr bwMode="auto">
            <a:xfrm>
              <a:off x="4268" y="733"/>
              <a:ext cx="158" cy="97"/>
            </a:xfrm>
            <a:custGeom>
              <a:avLst/>
              <a:gdLst>
                <a:gd name="T0" fmla="*/ 82 w 165"/>
                <a:gd name="T1" fmla="*/ 16008 h 69"/>
                <a:gd name="T2" fmla="*/ 68 w 165"/>
                <a:gd name="T3" fmla="*/ 6451 h 69"/>
                <a:gd name="T4" fmla="*/ 46 w 165"/>
                <a:gd name="T5" fmla="*/ 0 h 69"/>
                <a:gd name="T6" fmla="*/ 24 w 165"/>
                <a:gd name="T7" fmla="*/ 0 h 69"/>
                <a:gd name="T8" fmla="*/ 0 w 165"/>
                <a:gd name="T9" fmla="*/ 3264 h 69"/>
                <a:gd name="T10" fmla="*/ 0 w 165"/>
                <a:gd name="T11" fmla="*/ 3264 h 69"/>
                <a:gd name="T12" fmla="*/ 24 w 165"/>
                <a:gd name="T13" fmla="*/ 0 h 69"/>
                <a:gd name="T14" fmla="*/ 46 w 165"/>
                <a:gd name="T15" fmla="*/ 0 h 69"/>
                <a:gd name="T16" fmla="*/ 68 w 165"/>
                <a:gd name="T17" fmla="*/ 6451 h 69"/>
                <a:gd name="T18" fmla="*/ 82 w 165"/>
                <a:gd name="T19" fmla="*/ 16008 h 69"/>
                <a:gd name="T20" fmla="*/ 82 w 165"/>
                <a:gd name="T21" fmla="*/ 16008 h 69"/>
                <a:gd name="T22" fmla="*/ 82 w 165"/>
                <a:gd name="T23" fmla="*/ 16008 h 69"/>
                <a:gd name="T24" fmla="*/ 82 w 165"/>
                <a:gd name="T25" fmla="*/ 16008 h 69"/>
                <a:gd name="T26" fmla="*/ 82 w 165"/>
                <a:gd name="T27" fmla="*/ 16008 h 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5"/>
                <a:gd name="T43" fmla="*/ 0 h 69"/>
                <a:gd name="T44" fmla="*/ 165 w 165"/>
                <a:gd name="T45" fmla="*/ 69 h 6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5" h="69">
                  <a:moveTo>
                    <a:pt x="165" y="69"/>
                  </a:moveTo>
                  <a:lnTo>
                    <a:pt x="135" y="28"/>
                  </a:lnTo>
                  <a:lnTo>
                    <a:pt x="90" y="0"/>
                  </a:lnTo>
                  <a:lnTo>
                    <a:pt x="45" y="0"/>
                  </a:lnTo>
                  <a:lnTo>
                    <a:pt x="0" y="14"/>
                  </a:lnTo>
                  <a:lnTo>
                    <a:pt x="45" y="0"/>
                  </a:lnTo>
                  <a:lnTo>
                    <a:pt x="90" y="0"/>
                  </a:lnTo>
                  <a:lnTo>
                    <a:pt x="135" y="28"/>
                  </a:lnTo>
                  <a:lnTo>
                    <a:pt x="165" y="69"/>
                  </a:lnTo>
                  <a:close/>
                  <a:moveTo>
                    <a:pt x="165" y="69"/>
                  </a:moveTo>
                  <a:lnTo>
                    <a:pt x="165" y="69"/>
                  </a:lnTo>
                  <a:close/>
                </a:path>
              </a:pathLst>
            </a:custGeom>
            <a:solidFill>
              <a:schemeClr val="bg1"/>
            </a:solidFill>
            <a:ln w="6350">
              <a:solidFill>
                <a:srgbClr val="FFFF00"/>
              </a:solidFill>
              <a:round/>
              <a:headEnd/>
              <a:tailEnd/>
            </a:ln>
          </p:spPr>
          <p:txBody>
            <a:bodyPr/>
            <a:lstStyle/>
            <a:p>
              <a:endParaRPr lang="zh-CN" altLang="en-US"/>
            </a:p>
          </p:txBody>
        </p:sp>
        <p:sp>
          <p:nvSpPr>
            <p:cNvPr id="17484" name="Freeform 107">
              <a:extLst>
                <a:ext uri="{FF2B5EF4-FFF2-40B4-BE49-F238E27FC236}">
                  <a16:creationId xmlns:a16="http://schemas.microsoft.com/office/drawing/2014/main" id="{FF0731CE-DA21-7D84-D3F4-37A1EF79E9E9}"/>
                </a:ext>
              </a:extLst>
            </p:cNvPr>
            <p:cNvSpPr>
              <a:spLocks/>
            </p:cNvSpPr>
            <p:nvPr/>
          </p:nvSpPr>
          <p:spPr bwMode="auto">
            <a:xfrm>
              <a:off x="4224" y="753"/>
              <a:ext cx="44" cy="77"/>
            </a:xfrm>
            <a:custGeom>
              <a:avLst/>
              <a:gdLst>
                <a:gd name="T0" fmla="*/ 24 w 46"/>
                <a:gd name="T1" fmla="*/ 0 h 55"/>
                <a:gd name="T2" fmla="*/ 15 w 46"/>
                <a:gd name="T3" fmla="*/ 5905 h 55"/>
                <a:gd name="T4" fmla="*/ 0 w 46"/>
                <a:gd name="T5" fmla="*/ 11938 h 55"/>
                <a:gd name="T6" fmla="*/ 0 w 46"/>
                <a:gd name="T7" fmla="*/ 11938 h 55"/>
                <a:gd name="T8" fmla="*/ 15 w 46"/>
                <a:gd name="T9" fmla="*/ 5905 h 55"/>
                <a:gd name="T10" fmla="*/ 24 w 46"/>
                <a:gd name="T11" fmla="*/ 0 h 55"/>
                <a:gd name="T12" fmla="*/ 24 w 46"/>
                <a:gd name="T13" fmla="*/ 0 h 55"/>
                <a:gd name="T14" fmla="*/ 0 60000 65536"/>
                <a:gd name="T15" fmla="*/ 0 60000 65536"/>
                <a:gd name="T16" fmla="*/ 0 60000 65536"/>
                <a:gd name="T17" fmla="*/ 0 60000 65536"/>
                <a:gd name="T18" fmla="*/ 0 60000 65536"/>
                <a:gd name="T19" fmla="*/ 0 60000 65536"/>
                <a:gd name="T20" fmla="*/ 0 60000 65536"/>
                <a:gd name="T21" fmla="*/ 0 w 46"/>
                <a:gd name="T22" fmla="*/ 0 h 55"/>
                <a:gd name="T23" fmla="*/ 46 w 46"/>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 h="55">
                  <a:moveTo>
                    <a:pt x="46" y="0"/>
                  </a:moveTo>
                  <a:lnTo>
                    <a:pt x="31" y="27"/>
                  </a:lnTo>
                  <a:lnTo>
                    <a:pt x="0" y="55"/>
                  </a:lnTo>
                  <a:lnTo>
                    <a:pt x="31" y="27"/>
                  </a:lnTo>
                  <a:lnTo>
                    <a:pt x="46" y="0"/>
                  </a:lnTo>
                  <a:close/>
                </a:path>
              </a:pathLst>
            </a:custGeom>
            <a:solidFill>
              <a:schemeClr val="bg1"/>
            </a:solidFill>
            <a:ln w="6350">
              <a:solidFill>
                <a:srgbClr val="FFFF00"/>
              </a:solidFill>
              <a:round/>
              <a:headEnd/>
              <a:tailEnd/>
            </a:ln>
          </p:spPr>
          <p:txBody>
            <a:bodyPr/>
            <a:lstStyle/>
            <a:p>
              <a:endParaRPr lang="zh-CN" altLang="en-US"/>
            </a:p>
          </p:txBody>
        </p:sp>
        <p:sp>
          <p:nvSpPr>
            <p:cNvPr id="17485" name="Freeform 108">
              <a:extLst>
                <a:ext uri="{FF2B5EF4-FFF2-40B4-BE49-F238E27FC236}">
                  <a16:creationId xmlns:a16="http://schemas.microsoft.com/office/drawing/2014/main" id="{3C1FE38B-23B0-AA7A-B6C4-B2ED108A9047}"/>
                </a:ext>
              </a:extLst>
            </p:cNvPr>
            <p:cNvSpPr>
              <a:spLocks noEditPoints="1"/>
            </p:cNvSpPr>
            <p:nvPr/>
          </p:nvSpPr>
          <p:spPr bwMode="auto">
            <a:xfrm>
              <a:off x="4210" y="830"/>
              <a:ext cx="14" cy="136"/>
            </a:xfrm>
            <a:custGeom>
              <a:avLst/>
              <a:gdLst>
                <a:gd name="T0" fmla="*/ 7 w 15"/>
                <a:gd name="T1" fmla="*/ 0 h 96"/>
                <a:gd name="T2" fmla="*/ 0 w 15"/>
                <a:gd name="T3" fmla="*/ 10711 h 96"/>
                <a:gd name="T4" fmla="*/ 7 w 15"/>
                <a:gd name="T5" fmla="*/ 25262 h 96"/>
                <a:gd name="T6" fmla="*/ 7 w 15"/>
                <a:gd name="T7" fmla="*/ 25262 h 96"/>
                <a:gd name="T8" fmla="*/ 0 w 15"/>
                <a:gd name="T9" fmla="*/ 10711 h 96"/>
                <a:gd name="T10" fmla="*/ 7 w 15"/>
                <a:gd name="T11" fmla="*/ 0 h 96"/>
                <a:gd name="T12" fmla="*/ 7 w 15"/>
                <a:gd name="T13" fmla="*/ 0 h 96"/>
                <a:gd name="T14" fmla="*/ 7 w 15"/>
                <a:gd name="T15" fmla="*/ 0 h 96"/>
                <a:gd name="T16" fmla="*/ 7 w 15"/>
                <a:gd name="T17" fmla="*/ 0 h 96"/>
                <a:gd name="T18" fmla="*/ 7 w 15"/>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96"/>
                <a:gd name="T32" fmla="*/ 15 w 15"/>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96">
                  <a:moveTo>
                    <a:pt x="15" y="0"/>
                  </a:moveTo>
                  <a:lnTo>
                    <a:pt x="0" y="41"/>
                  </a:lnTo>
                  <a:lnTo>
                    <a:pt x="15" y="96"/>
                  </a:lnTo>
                  <a:lnTo>
                    <a:pt x="0" y="41"/>
                  </a:lnTo>
                  <a:lnTo>
                    <a:pt x="15" y="0"/>
                  </a:lnTo>
                  <a:close/>
                  <a:moveTo>
                    <a:pt x="15" y="0"/>
                  </a:moveTo>
                  <a:lnTo>
                    <a:pt x="15" y="0"/>
                  </a:lnTo>
                  <a:close/>
                </a:path>
              </a:pathLst>
            </a:custGeom>
            <a:solidFill>
              <a:schemeClr val="bg1"/>
            </a:solidFill>
            <a:ln w="6350">
              <a:solidFill>
                <a:srgbClr val="FFFF00"/>
              </a:solidFill>
              <a:round/>
              <a:headEnd/>
              <a:tailEnd/>
            </a:ln>
          </p:spPr>
          <p:txBody>
            <a:bodyPr/>
            <a:lstStyle/>
            <a:p>
              <a:endParaRPr lang="zh-CN" altLang="en-US"/>
            </a:p>
          </p:txBody>
        </p:sp>
        <p:sp>
          <p:nvSpPr>
            <p:cNvPr id="17486" name="Freeform 109">
              <a:extLst>
                <a:ext uri="{FF2B5EF4-FFF2-40B4-BE49-F238E27FC236}">
                  <a16:creationId xmlns:a16="http://schemas.microsoft.com/office/drawing/2014/main" id="{3752FEEB-DD6D-3F6A-4241-4A0DDA9E738E}"/>
                </a:ext>
              </a:extLst>
            </p:cNvPr>
            <p:cNvSpPr>
              <a:spLocks noEditPoints="1"/>
            </p:cNvSpPr>
            <p:nvPr/>
          </p:nvSpPr>
          <p:spPr bwMode="auto">
            <a:xfrm>
              <a:off x="4224" y="966"/>
              <a:ext cx="72" cy="57"/>
            </a:xfrm>
            <a:custGeom>
              <a:avLst/>
              <a:gdLst>
                <a:gd name="T0" fmla="*/ 0 w 76"/>
                <a:gd name="T1" fmla="*/ 0 h 41"/>
                <a:gd name="T2" fmla="*/ 9 w 76"/>
                <a:gd name="T3" fmla="*/ 5458 h 41"/>
                <a:gd name="T4" fmla="*/ 13 w 76"/>
                <a:gd name="T5" fmla="*/ 7999 h 41"/>
                <a:gd name="T6" fmla="*/ 26 w 76"/>
                <a:gd name="T7" fmla="*/ 7999 h 41"/>
                <a:gd name="T8" fmla="*/ 32 w 76"/>
                <a:gd name="T9" fmla="*/ 2623 h 41"/>
                <a:gd name="T10" fmla="*/ 32 w 76"/>
                <a:gd name="T11" fmla="*/ 2623 h 41"/>
                <a:gd name="T12" fmla="*/ 26 w 76"/>
                <a:gd name="T13" fmla="*/ 7999 h 41"/>
                <a:gd name="T14" fmla="*/ 13 w 76"/>
                <a:gd name="T15" fmla="*/ 7999 h 41"/>
                <a:gd name="T16" fmla="*/ 9 w 76"/>
                <a:gd name="T17" fmla="*/ 5458 h 41"/>
                <a:gd name="T18" fmla="*/ 0 w 76"/>
                <a:gd name="T19" fmla="*/ 0 h 41"/>
                <a:gd name="T20" fmla="*/ 0 w 76"/>
                <a:gd name="T21" fmla="*/ 0 h 41"/>
                <a:gd name="T22" fmla="*/ 0 w 76"/>
                <a:gd name="T23" fmla="*/ 0 h 41"/>
                <a:gd name="T24" fmla="*/ 0 w 76"/>
                <a:gd name="T25" fmla="*/ 0 h 41"/>
                <a:gd name="T26" fmla="*/ 0 w 76"/>
                <a:gd name="T27" fmla="*/ 0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6"/>
                <a:gd name="T43" fmla="*/ 0 h 41"/>
                <a:gd name="T44" fmla="*/ 76 w 76"/>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6" h="41">
                  <a:moveTo>
                    <a:pt x="0" y="0"/>
                  </a:moveTo>
                  <a:lnTo>
                    <a:pt x="15" y="28"/>
                  </a:lnTo>
                  <a:lnTo>
                    <a:pt x="31" y="41"/>
                  </a:lnTo>
                  <a:lnTo>
                    <a:pt x="61" y="41"/>
                  </a:lnTo>
                  <a:lnTo>
                    <a:pt x="76" y="14"/>
                  </a:lnTo>
                  <a:lnTo>
                    <a:pt x="61" y="41"/>
                  </a:lnTo>
                  <a:lnTo>
                    <a:pt x="31" y="41"/>
                  </a:lnTo>
                  <a:lnTo>
                    <a:pt x="15" y="28"/>
                  </a:lnTo>
                  <a:lnTo>
                    <a:pt x="0" y="0"/>
                  </a:lnTo>
                  <a:close/>
                  <a:moveTo>
                    <a:pt x="0" y="0"/>
                  </a:moveTo>
                  <a:lnTo>
                    <a:pt x="0" y="0"/>
                  </a:lnTo>
                  <a:close/>
                </a:path>
              </a:pathLst>
            </a:custGeom>
            <a:solidFill>
              <a:schemeClr val="bg1"/>
            </a:solidFill>
            <a:ln w="6350">
              <a:solidFill>
                <a:srgbClr val="FFFF00"/>
              </a:solidFill>
              <a:round/>
              <a:headEnd/>
              <a:tailEnd/>
            </a:ln>
          </p:spPr>
          <p:txBody>
            <a:bodyPr/>
            <a:lstStyle/>
            <a:p>
              <a:endParaRPr lang="zh-CN" altLang="en-US"/>
            </a:p>
          </p:txBody>
        </p:sp>
        <p:sp>
          <p:nvSpPr>
            <p:cNvPr id="17487" name="Freeform 110">
              <a:extLst>
                <a:ext uri="{FF2B5EF4-FFF2-40B4-BE49-F238E27FC236}">
                  <a16:creationId xmlns:a16="http://schemas.microsoft.com/office/drawing/2014/main" id="{A3E8D85D-4F4A-2A3C-3FA9-4EFECCF7EC6C}"/>
                </a:ext>
              </a:extLst>
            </p:cNvPr>
            <p:cNvSpPr>
              <a:spLocks noEditPoints="1"/>
            </p:cNvSpPr>
            <p:nvPr/>
          </p:nvSpPr>
          <p:spPr bwMode="auto">
            <a:xfrm>
              <a:off x="4296" y="810"/>
              <a:ext cx="15" cy="175"/>
            </a:xfrm>
            <a:custGeom>
              <a:avLst/>
              <a:gdLst>
                <a:gd name="T0" fmla="*/ 0 w 15"/>
                <a:gd name="T1" fmla="*/ 30776 h 124"/>
                <a:gd name="T2" fmla="*/ 15 w 15"/>
                <a:gd name="T3" fmla="*/ 16998 h 124"/>
                <a:gd name="T4" fmla="*/ 0 w 15"/>
                <a:gd name="T5" fmla="*/ 0 h 124"/>
                <a:gd name="T6" fmla="*/ 0 w 15"/>
                <a:gd name="T7" fmla="*/ 0 h 124"/>
                <a:gd name="T8" fmla="*/ 15 w 15"/>
                <a:gd name="T9" fmla="*/ 16998 h 124"/>
                <a:gd name="T10" fmla="*/ 0 w 15"/>
                <a:gd name="T11" fmla="*/ 30776 h 124"/>
                <a:gd name="T12" fmla="*/ 0 w 15"/>
                <a:gd name="T13" fmla="*/ 30776 h 124"/>
                <a:gd name="T14" fmla="*/ 0 w 15"/>
                <a:gd name="T15" fmla="*/ 30776 h 124"/>
                <a:gd name="T16" fmla="*/ 0 w 15"/>
                <a:gd name="T17" fmla="*/ 30776 h 124"/>
                <a:gd name="T18" fmla="*/ 0 w 15"/>
                <a:gd name="T19" fmla="*/ 30776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24"/>
                <a:gd name="T32" fmla="*/ 15 w 15"/>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24">
                  <a:moveTo>
                    <a:pt x="0" y="124"/>
                  </a:moveTo>
                  <a:lnTo>
                    <a:pt x="15" y="69"/>
                  </a:lnTo>
                  <a:lnTo>
                    <a:pt x="0" y="0"/>
                  </a:lnTo>
                  <a:lnTo>
                    <a:pt x="15" y="69"/>
                  </a:lnTo>
                  <a:lnTo>
                    <a:pt x="0" y="124"/>
                  </a:lnTo>
                  <a:close/>
                  <a:moveTo>
                    <a:pt x="0" y="124"/>
                  </a:moveTo>
                  <a:lnTo>
                    <a:pt x="0" y="124"/>
                  </a:lnTo>
                  <a:close/>
                </a:path>
              </a:pathLst>
            </a:custGeom>
            <a:solidFill>
              <a:schemeClr val="bg1"/>
            </a:solidFill>
            <a:ln w="6350">
              <a:solidFill>
                <a:srgbClr val="FFFF00"/>
              </a:solidFill>
              <a:round/>
              <a:headEnd/>
              <a:tailEnd/>
            </a:ln>
          </p:spPr>
          <p:txBody>
            <a:bodyPr/>
            <a:lstStyle/>
            <a:p>
              <a:endParaRPr lang="zh-CN" altLang="en-US"/>
            </a:p>
          </p:txBody>
        </p:sp>
        <p:sp>
          <p:nvSpPr>
            <p:cNvPr id="17488" name="Freeform 111">
              <a:extLst>
                <a:ext uri="{FF2B5EF4-FFF2-40B4-BE49-F238E27FC236}">
                  <a16:creationId xmlns:a16="http://schemas.microsoft.com/office/drawing/2014/main" id="{D8F2B044-1E92-B344-6B2E-4FBF0B98A2F7}"/>
                </a:ext>
              </a:extLst>
            </p:cNvPr>
            <p:cNvSpPr>
              <a:spLocks noEditPoints="1"/>
            </p:cNvSpPr>
            <p:nvPr/>
          </p:nvSpPr>
          <p:spPr bwMode="auto">
            <a:xfrm>
              <a:off x="4123" y="714"/>
              <a:ext cx="173" cy="96"/>
            </a:xfrm>
            <a:custGeom>
              <a:avLst/>
              <a:gdLst>
                <a:gd name="T0" fmla="*/ 88 w 181"/>
                <a:gd name="T1" fmla="*/ 13619 h 69"/>
                <a:gd name="T2" fmla="*/ 73 w 181"/>
                <a:gd name="T3" fmla="*/ 5487 h 69"/>
                <a:gd name="T4" fmla="*/ 51 w 181"/>
                <a:gd name="T5" fmla="*/ 0 h 69"/>
                <a:gd name="T6" fmla="*/ 29 w 181"/>
                <a:gd name="T7" fmla="*/ 0 h 69"/>
                <a:gd name="T8" fmla="*/ 0 w 181"/>
                <a:gd name="T9" fmla="*/ 2650 h 69"/>
                <a:gd name="T10" fmla="*/ 0 w 181"/>
                <a:gd name="T11" fmla="*/ 2650 h 69"/>
                <a:gd name="T12" fmla="*/ 29 w 181"/>
                <a:gd name="T13" fmla="*/ 0 h 69"/>
                <a:gd name="T14" fmla="*/ 51 w 181"/>
                <a:gd name="T15" fmla="*/ 0 h 69"/>
                <a:gd name="T16" fmla="*/ 73 w 181"/>
                <a:gd name="T17" fmla="*/ 5487 h 69"/>
                <a:gd name="T18" fmla="*/ 88 w 181"/>
                <a:gd name="T19" fmla="*/ 13619 h 69"/>
                <a:gd name="T20" fmla="*/ 88 w 181"/>
                <a:gd name="T21" fmla="*/ 13619 h 69"/>
                <a:gd name="T22" fmla="*/ 88 w 181"/>
                <a:gd name="T23" fmla="*/ 13619 h 69"/>
                <a:gd name="T24" fmla="*/ 88 w 181"/>
                <a:gd name="T25" fmla="*/ 13619 h 69"/>
                <a:gd name="T26" fmla="*/ 88 w 181"/>
                <a:gd name="T27" fmla="*/ 13619 h 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1"/>
                <a:gd name="T43" fmla="*/ 0 h 69"/>
                <a:gd name="T44" fmla="*/ 181 w 181"/>
                <a:gd name="T45" fmla="*/ 69 h 6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1" h="69">
                  <a:moveTo>
                    <a:pt x="181" y="69"/>
                  </a:moveTo>
                  <a:lnTo>
                    <a:pt x="151" y="28"/>
                  </a:lnTo>
                  <a:lnTo>
                    <a:pt x="105" y="0"/>
                  </a:lnTo>
                  <a:lnTo>
                    <a:pt x="60" y="0"/>
                  </a:lnTo>
                  <a:lnTo>
                    <a:pt x="0" y="14"/>
                  </a:lnTo>
                  <a:lnTo>
                    <a:pt x="60" y="0"/>
                  </a:lnTo>
                  <a:lnTo>
                    <a:pt x="105" y="0"/>
                  </a:lnTo>
                  <a:lnTo>
                    <a:pt x="151" y="28"/>
                  </a:lnTo>
                  <a:lnTo>
                    <a:pt x="181" y="69"/>
                  </a:lnTo>
                  <a:close/>
                  <a:moveTo>
                    <a:pt x="181" y="69"/>
                  </a:moveTo>
                  <a:lnTo>
                    <a:pt x="181" y="69"/>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89" name="Freeform 112">
              <a:extLst>
                <a:ext uri="{FF2B5EF4-FFF2-40B4-BE49-F238E27FC236}">
                  <a16:creationId xmlns:a16="http://schemas.microsoft.com/office/drawing/2014/main" id="{B5E1A03F-457A-43C0-5A34-80DBD4DDA786}"/>
                </a:ext>
              </a:extLst>
            </p:cNvPr>
            <p:cNvSpPr>
              <a:spLocks/>
            </p:cNvSpPr>
            <p:nvPr/>
          </p:nvSpPr>
          <p:spPr bwMode="auto">
            <a:xfrm>
              <a:off x="4096" y="733"/>
              <a:ext cx="27" cy="97"/>
            </a:xfrm>
            <a:custGeom>
              <a:avLst/>
              <a:gdLst>
                <a:gd name="T0" fmla="*/ 5 w 30"/>
                <a:gd name="T1" fmla="*/ 0 h 69"/>
                <a:gd name="T2" fmla="*/ 0 w 30"/>
                <a:gd name="T3" fmla="*/ 6451 h 69"/>
                <a:gd name="T4" fmla="*/ 0 w 30"/>
                <a:gd name="T5" fmla="*/ 9672 h 69"/>
                <a:gd name="T6" fmla="*/ 0 w 30"/>
                <a:gd name="T7" fmla="*/ 16008 h 69"/>
                <a:gd name="T8" fmla="*/ 0 w 30"/>
                <a:gd name="T9" fmla="*/ 16008 h 69"/>
                <a:gd name="T10" fmla="*/ 0 w 30"/>
                <a:gd name="T11" fmla="*/ 9672 h 69"/>
                <a:gd name="T12" fmla="*/ 0 w 30"/>
                <a:gd name="T13" fmla="*/ 6451 h 69"/>
                <a:gd name="T14" fmla="*/ 5 w 30"/>
                <a:gd name="T15" fmla="*/ 0 h 69"/>
                <a:gd name="T16" fmla="*/ 5 w 30"/>
                <a:gd name="T17" fmla="*/ 0 h 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69"/>
                <a:gd name="T29" fmla="*/ 30 w 30"/>
                <a:gd name="T30" fmla="*/ 69 h 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69">
                  <a:moveTo>
                    <a:pt x="30" y="0"/>
                  </a:moveTo>
                  <a:lnTo>
                    <a:pt x="0" y="28"/>
                  </a:lnTo>
                  <a:lnTo>
                    <a:pt x="0" y="41"/>
                  </a:lnTo>
                  <a:lnTo>
                    <a:pt x="0" y="69"/>
                  </a:lnTo>
                  <a:lnTo>
                    <a:pt x="0" y="41"/>
                  </a:lnTo>
                  <a:lnTo>
                    <a:pt x="0" y="28"/>
                  </a:lnTo>
                  <a:lnTo>
                    <a:pt x="30" y="0"/>
                  </a:lnTo>
                  <a:close/>
                </a:path>
              </a:pathLst>
            </a:custGeom>
            <a:solidFill>
              <a:schemeClr val="bg1"/>
            </a:solidFill>
            <a:ln w="6350">
              <a:solidFill>
                <a:srgbClr val="FFFF00"/>
              </a:solidFill>
              <a:round/>
              <a:headEnd/>
              <a:tailEnd/>
            </a:ln>
          </p:spPr>
          <p:txBody>
            <a:bodyPr/>
            <a:lstStyle/>
            <a:p>
              <a:endParaRPr lang="zh-CN" altLang="en-US"/>
            </a:p>
          </p:txBody>
        </p:sp>
        <p:sp>
          <p:nvSpPr>
            <p:cNvPr id="17490" name="Freeform 113">
              <a:extLst>
                <a:ext uri="{FF2B5EF4-FFF2-40B4-BE49-F238E27FC236}">
                  <a16:creationId xmlns:a16="http://schemas.microsoft.com/office/drawing/2014/main" id="{F83F6589-9132-E353-CACE-D30029A1C691}"/>
                </a:ext>
              </a:extLst>
            </p:cNvPr>
            <p:cNvSpPr>
              <a:spLocks noEditPoints="1"/>
            </p:cNvSpPr>
            <p:nvPr/>
          </p:nvSpPr>
          <p:spPr bwMode="auto">
            <a:xfrm>
              <a:off x="4081" y="830"/>
              <a:ext cx="15" cy="136"/>
            </a:xfrm>
            <a:custGeom>
              <a:avLst/>
              <a:gdLst>
                <a:gd name="T0" fmla="*/ 15 w 15"/>
                <a:gd name="T1" fmla="*/ 0 h 96"/>
                <a:gd name="T2" fmla="*/ 0 w 15"/>
                <a:gd name="T3" fmla="*/ 14488 h 96"/>
                <a:gd name="T4" fmla="*/ 0 w 15"/>
                <a:gd name="T5" fmla="*/ 25262 h 96"/>
                <a:gd name="T6" fmla="*/ 0 w 15"/>
                <a:gd name="T7" fmla="*/ 25262 h 96"/>
                <a:gd name="T8" fmla="*/ 0 w 15"/>
                <a:gd name="T9" fmla="*/ 14488 h 96"/>
                <a:gd name="T10" fmla="*/ 15 w 15"/>
                <a:gd name="T11" fmla="*/ 0 h 96"/>
                <a:gd name="T12" fmla="*/ 15 w 15"/>
                <a:gd name="T13" fmla="*/ 0 h 96"/>
                <a:gd name="T14" fmla="*/ 15 w 15"/>
                <a:gd name="T15" fmla="*/ 0 h 96"/>
                <a:gd name="T16" fmla="*/ 15 w 15"/>
                <a:gd name="T17" fmla="*/ 0 h 96"/>
                <a:gd name="T18" fmla="*/ 15 w 15"/>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96"/>
                <a:gd name="T32" fmla="*/ 15 w 15"/>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96">
                  <a:moveTo>
                    <a:pt x="15" y="0"/>
                  </a:moveTo>
                  <a:lnTo>
                    <a:pt x="0" y="55"/>
                  </a:lnTo>
                  <a:lnTo>
                    <a:pt x="0" y="96"/>
                  </a:lnTo>
                  <a:lnTo>
                    <a:pt x="0" y="55"/>
                  </a:lnTo>
                  <a:lnTo>
                    <a:pt x="15" y="0"/>
                  </a:lnTo>
                  <a:close/>
                  <a:moveTo>
                    <a:pt x="15" y="0"/>
                  </a:moveTo>
                  <a:lnTo>
                    <a:pt x="15" y="0"/>
                  </a:lnTo>
                  <a:close/>
                </a:path>
              </a:pathLst>
            </a:custGeom>
            <a:solidFill>
              <a:schemeClr val="bg1"/>
            </a:solidFill>
            <a:ln w="6350">
              <a:solidFill>
                <a:srgbClr val="FFFF00"/>
              </a:solidFill>
              <a:round/>
              <a:headEnd/>
              <a:tailEnd/>
            </a:ln>
          </p:spPr>
          <p:txBody>
            <a:bodyPr/>
            <a:lstStyle/>
            <a:p>
              <a:endParaRPr lang="zh-CN" altLang="en-US"/>
            </a:p>
          </p:txBody>
        </p:sp>
        <p:sp>
          <p:nvSpPr>
            <p:cNvPr id="17491" name="Freeform 114">
              <a:extLst>
                <a:ext uri="{FF2B5EF4-FFF2-40B4-BE49-F238E27FC236}">
                  <a16:creationId xmlns:a16="http://schemas.microsoft.com/office/drawing/2014/main" id="{DEE93507-DC42-36D6-50B7-2B51393C9082}"/>
                </a:ext>
              </a:extLst>
            </p:cNvPr>
            <p:cNvSpPr>
              <a:spLocks noEditPoints="1"/>
            </p:cNvSpPr>
            <p:nvPr/>
          </p:nvSpPr>
          <p:spPr bwMode="auto">
            <a:xfrm>
              <a:off x="4081" y="966"/>
              <a:ext cx="71" cy="77"/>
            </a:xfrm>
            <a:custGeom>
              <a:avLst/>
              <a:gdLst>
                <a:gd name="T0" fmla="*/ 0 w 75"/>
                <a:gd name="T1" fmla="*/ 0 h 55"/>
                <a:gd name="T2" fmla="*/ 9 w 75"/>
                <a:gd name="T3" fmla="*/ 8903 h 55"/>
                <a:gd name="T4" fmla="*/ 20 w 75"/>
                <a:gd name="T5" fmla="*/ 11938 h 55"/>
                <a:gd name="T6" fmla="*/ 25 w 75"/>
                <a:gd name="T7" fmla="*/ 11938 h 55"/>
                <a:gd name="T8" fmla="*/ 31 w 75"/>
                <a:gd name="T9" fmla="*/ 6091 h 55"/>
                <a:gd name="T10" fmla="*/ 31 w 75"/>
                <a:gd name="T11" fmla="*/ 6091 h 55"/>
                <a:gd name="T12" fmla="*/ 25 w 75"/>
                <a:gd name="T13" fmla="*/ 11938 h 55"/>
                <a:gd name="T14" fmla="*/ 20 w 75"/>
                <a:gd name="T15" fmla="*/ 11938 h 55"/>
                <a:gd name="T16" fmla="*/ 9 w 75"/>
                <a:gd name="T17" fmla="*/ 8903 h 55"/>
                <a:gd name="T18" fmla="*/ 0 w 75"/>
                <a:gd name="T19" fmla="*/ 0 h 55"/>
                <a:gd name="T20" fmla="*/ 0 w 75"/>
                <a:gd name="T21" fmla="*/ 0 h 55"/>
                <a:gd name="T22" fmla="*/ 0 w 75"/>
                <a:gd name="T23" fmla="*/ 0 h 55"/>
                <a:gd name="T24" fmla="*/ 0 w 75"/>
                <a:gd name="T25" fmla="*/ 0 h 55"/>
                <a:gd name="T26" fmla="*/ 0 w 75"/>
                <a:gd name="T27" fmla="*/ 0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5"/>
                <a:gd name="T44" fmla="*/ 75 w 75"/>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5">
                  <a:moveTo>
                    <a:pt x="0" y="0"/>
                  </a:moveTo>
                  <a:lnTo>
                    <a:pt x="15" y="41"/>
                  </a:lnTo>
                  <a:lnTo>
                    <a:pt x="45" y="55"/>
                  </a:lnTo>
                  <a:lnTo>
                    <a:pt x="60" y="55"/>
                  </a:lnTo>
                  <a:lnTo>
                    <a:pt x="75" y="28"/>
                  </a:lnTo>
                  <a:lnTo>
                    <a:pt x="60" y="55"/>
                  </a:lnTo>
                  <a:lnTo>
                    <a:pt x="45" y="55"/>
                  </a:lnTo>
                  <a:lnTo>
                    <a:pt x="15" y="41"/>
                  </a:lnTo>
                  <a:lnTo>
                    <a:pt x="0" y="0"/>
                  </a:lnTo>
                  <a:close/>
                  <a:moveTo>
                    <a:pt x="0" y="0"/>
                  </a:moveTo>
                  <a:lnTo>
                    <a:pt x="0" y="0"/>
                  </a:lnTo>
                  <a:close/>
                </a:path>
              </a:pathLst>
            </a:custGeom>
            <a:solidFill>
              <a:schemeClr val="bg1"/>
            </a:solidFill>
            <a:ln w="6350">
              <a:solidFill>
                <a:srgbClr val="FFFF00"/>
              </a:solidFill>
              <a:round/>
              <a:headEnd/>
              <a:tailEnd/>
            </a:ln>
          </p:spPr>
          <p:txBody>
            <a:bodyPr/>
            <a:lstStyle/>
            <a:p>
              <a:endParaRPr lang="zh-CN" altLang="en-US"/>
            </a:p>
          </p:txBody>
        </p:sp>
        <p:sp>
          <p:nvSpPr>
            <p:cNvPr id="17492" name="Freeform 115">
              <a:extLst>
                <a:ext uri="{FF2B5EF4-FFF2-40B4-BE49-F238E27FC236}">
                  <a16:creationId xmlns:a16="http://schemas.microsoft.com/office/drawing/2014/main" id="{CA9DE1C7-7177-7182-117A-4A1E2AF56415}"/>
                </a:ext>
              </a:extLst>
            </p:cNvPr>
            <p:cNvSpPr>
              <a:spLocks noEditPoints="1"/>
            </p:cNvSpPr>
            <p:nvPr/>
          </p:nvSpPr>
          <p:spPr bwMode="auto">
            <a:xfrm>
              <a:off x="4152" y="791"/>
              <a:ext cx="15" cy="214"/>
            </a:xfrm>
            <a:custGeom>
              <a:avLst/>
              <a:gdLst>
                <a:gd name="T0" fmla="*/ 0 w 15"/>
                <a:gd name="T1" fmla="*/ 36234 h 152"/>
                <a:gd name="T2" fmla="*/ 15 w 15"/>
                <a:gd name="T3" fmla="*/ 26191 h 152"/>
                <a:gd name="T4" fmla="*/ 15 w 15"/>
                <a:gd name="T5" fmla="*/ 19816 h 152"/>
                <a:gd name="T6" fmla="*/ 0 w 15"/>
                <a:gd name="T7" fmla="*/ 0 h 152"/>
                <a:gd name="T8" fmla="*/ 0 w 15"/>
                <a:gd name="T9" fmla="*/ 0 h 152"/>
                <a:gd name="T10" fmla="*/ 15 w 15"/>
                <a:gd name="T11" fmla="*/ 19816 h 152"/>
                <a:gd name="T12" fmla="*/ 15 w 15"/>
                <a:gd name="T13" fmla="*/ 26191 h 152"/>
                <a:gd name="T14" fmla="*/ 0 w 15"/>
                <a:gd name="T15" fmla="*/ 36234 h 152"/>
                <a:gd name="T16" fmla="*/ 0 w 15"/>
                <a:gd name="T17" fmla="*/ 36234 h 152"/>
                <a:gd name="T18" fmla="*/ 0 w 15"/>
                <a:gd name="T19" fmla="*/ 36234 h 152"/>
                <a:gd name="T20" fmla="*/ 0 w 15"/>
                <a:gd name="T21" fmla="*/ 36234 h 152"/>
                <a:gd name="T22" fmla="*/ 0 w 15"/>
                <a:gd name="T23" fmla="*/ 36234 h 1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152"/>
                <a:gd name="T38" fmla="*/ 15 w 15"/>
                <a:gd name="T39" fmla="*/ 152 h 1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152">
                  <a:moveTo>
                    <a:pt x="0" y="152"/>
                  </a:moveTo>
                  <a:lnTo>
                    <a:pt x="15" y="110"/>
                  </a:lnTo>
                  <a:lnTo>
                    <a:pt x="15" y="83"/>
                  </a:lnTo>
                  <a:lnTo>
                    <a:pt x="0" y="0"/>
                  </a:lnTo>
                  <a:lnTo>
                    <a:pt x="15" y="83"/>
                  </a:lnTo>
                  <a:lnTo>
                    <a:pt x="15" y="110"/>
                  </a:lnTo>
                  <a:lnTo>
                    <a:pt x="0" y="152"/>
                  </a:lnTo>
                  <a:close/>
                  <a:moveTo>
                    <a:pt x="0" y="152"/>
                  </a:moveTo>
                  <a:lnTo>
                    <a:pt x="0" y="152"/>
                  </a:lnTo>
                  <a:close/>
                </a:path>
              </a:pathLst>
            </a:custGeom>
            <a:solidFill>
              <a:schemeClr val="bg1"/>
            </a:solidFill>
            <a:ln w="6350">
              <a:solidFill>
                <a:srgbClr val="FFFF00"/>
              </a:solidFill>
              <a:round/>
              <a:headEnd/>
              <a:tailEnd/>
            </a:ln>
          </p:spPr>
          <p:txBody>
            <a:bodyPr/>
            <a:lstStyle/>
            <a:p>
              <a:endParaRPr lang="zh-CN" altLang="en-US"/>
            </a:p>
          </p:txBody>
        </p:sp>
        <p:sp>
          <p:nvSpPr>
            <p:cNvPr id="17493" name="Freeform 116">
              <a:extLst>
                <a:ext uri="{FF2B5EF4-FFF2-40B4-BE49-F238E27FC236}">
                  <a16:creationId xmlns:a16="http://schemas.microsoft.com/office/drawing/2014/main" id="{B584B8C8-8867-12E5-9674-B30B354BA60E}"/>
                </a:ext>
              </a:extLst>
            </p:cNvPr>
            <p:cNvSpPr>
              <a:spLocks noEditPoints="1"/>
            </p:cNvSpPr>
            <p:nvPr/>
          </p:nvSpPr>
          <p:spPr bwMode="auto">
            <a:xfrm>
              <a:off x="3980" y="695"/>
              <a:ext cx="172" cy="96"/>
            </a:xfrm>
            <a:custGeom>
              <a:avLst/>
              <a:gdLst>
                <a:gd name="T0" fmla="*/ 87 w 180"/>
                <a:gd name="T1" fmla="*/ 17020 h 68"/>
                <a:gd name="T2" fmla="*/ 72 w 180"/>
                <a:gd name="T3" fmla="*/ 6704 h 68"/>
                <a:gd name="T4" fmla="*/ 51 w 180"/>
                <a:gd name="T5" fmla="*/ 0 h 68"/>
                <a:gd name="T6" fmla="*/ 23 w 180"/>
                <a:gd name="T7" fmla="*/ 0 h 68"/>
                <a:gd name="T8" fmla="*/ 0 w 180"/>
                <a:gd name="T9" fmla="*/ 6704 h 68"/>
                <a:gd name="T10" fmla="*/ 0 w 180"/>
                <a:gd name="T11" fmla="*/ 6704 h 68"/>
                <a:gd name="T12" fmla="*/ 23 w 180"/>
                <a:gd name="T13" fmla="*/ 0 h 68"/>
                <a:gd name="T14" fmla="*/ 51 w 180"/>
                <a:gd name="T15" fmla="*/ 0 h 68"/>
                <a:gd name="T16" fmla="*/ 72 w 180"/>
                <a:gd name="T17" fmla="*/ 6704 h 68"/>
                <a:gd name="T18" fmla="*/ 87 w 180"/>
                <a:gd name="T19" fmla="*/ 17020 h 68"/>
                <a:gd name="T20" fmla="*/ 87 w 180"/>
                <a:gd name="T21" fmla="*/ 17020 h 68"/>
                <a:gd name="T22" fmla="*/ 87 w 180"/>
                <a:gd name="T23" fmla="*/ 17020 h 68"/>
                <a:gd name="T24" fmla="*/ 87 w 180"/>
                <a:gd name="T25" fmla="*/ 17020 h 68"/>
                <a:gd name="T26" fmla="*/ 87 w 180"/>
                <a:gd name="T27" fmla="*/ 17020 h 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0"/>
                <a:gd name="T43" fmla="*/ 0 h 68"/>
                <a:gd name="T44" fmla="*/ 180 w 180"/>
                <a:gd name="T45" fmla="*/ 68 h 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0" h="68">
                  <a:moveTo>
                    <a:pt x="180" y="68"/>
                  </a:moveTo>
                  <a:lnTo>
                    <a:pt x="150" y="27"/>
                  </a:lnTo>
                  <a:lnTo>
                    <a:pt x="105" y="0"/>
                  </a:lnTo>
                  <a:lnTo>
                    <a:pt x="45" y="0"/>
                  </a:lnTo>
                  <a:lnTo>
                    <a:pt x="0" y="27"/>
                  </a:lnTo>
                  <a:lnTo>
                    <a:pt x="45" y="0"/>
                  </a:lnTo>
                  <a:lnTo>
                    <a:pt x="105" y="0"/>
                  </a:lnTo>
                  <a:lnTo>
                    <a:pt x="150" y="27"/>
                  </a:lnTo>
                  <a:lnTo>
                    <a:pt x="180" y="68"/>
                  </a:lnTo>
                  <a:close/>
                  <a:moveTo>
                    <a:pt x="180" y="68"/>
                  </a:moveTo>
                  <a:lnTo>
                    <a:pt x="180" y="68"/>
                  </a:lnTo>
                  <a:close/>
                </a:path>
              </a:pathLst>
            </a:custGeom>
            <a:solidFill>
              <a:schemeClr val="bg1"/>
            </a:solidFill>
            <a:ln w="6350">
              <a:solidFill>
                <a:srgbClr val="FFFF00"/>
              </a:solidFill>
              <a:round/>
              <a:headEnd/>
              <a:tailEnd/>
            </a:ln>
          </p:spPr>
          <p:txBody>
            <a:bodyPr/>
            <a:lstStyle/>
            <a:p>
              <a:endParaRPr lang="zh-CN" altLang="en-US"/>
            </a:p>
          </p:txBody>
        </p:sp>
      </p:grpSp>
      <p:grpSp>
        <p:nvGrpSpPr>
          <p:cNvPr id="8" name="Group 117">
            <a:extLst>
              <a:ext uri="{FF2B5EF4-FFF2-40B4-BE49-F238E27FC236}">
                <a16:creationId xmlns:a16="http://schemas.microsoft.com/office/drawing/2014/main" id="{BB115F02-7532-9715-DA8C-BE484BE9F268}"/>
              </a:ext>
            </a:extLst>
          </p:cNvPr>
          <p:cNvGrpSpPr>
            <a:grpSpLocks/>
          </p:cNvGrpSpPr>
          <p:nvPr/>
        </p:nvGrpSpPr>
        <p:grpSpPr bwMode="auto">
          <a:xfrm>
            <a:off x="6940550" y="5075238"/>
            <a:ext cx="622300" cy="423862"/>
            <a:chOff x="4024" y="1120"/>
            <a:chExt cx="531" cy="310"/>
          </a:xfrm>
        </p:grpSpPr>
        <p:sp>
          <p:nvSpPr>
            <p:cNvPr id="17443" name="Freeform 118">
              <a:extLst>
                <a:ext uri="{FF2B5EF4-FFF2-40B4-BE49-F238E27FC236}">
                  <a16:creationId xmlns:a16="http://schemas.microsoft.com/office/drawing/2014/main" id="{DC4F3D6D-DC5F-33A1-B060-3CF0298E390D}"/>
                </a:ext>
              </a:extLst>
            </p:cNvPr>
            <p:cNvSpPr>
              <a:spLocks/>
            </p:cNvSpPr>
            <p:nvPr/>
          </p:nvSpPr>
          <p:spPr bwMode="auto">
            <a:xfrm>
              <a:off x="4411" y="1140"/>
              <a:ext cx="100" cy="38"/>
            </a:xfrm>
            <a:custGeom>
              <a:avLst/>
              <a:gdLst>
                <a:gd name="T0" fmla="*/ 0 w 105"/>
                <a:gd name="T1" fmla="*/ 6423 h 27"/>
                <a:gd name="T2" fmla="*/ 14 w 105"/>
                <a:gd name="T3" fmla="*/ 0 h 27"/>
                <a:gd name="T4" fmla="*/ 28 w 105"/>
                <a:gd name="T5" fmla="*/ 0 h 27"/>
                <a:gd name="T6" fmla="*/ 48 w 105"/>
                <a:gd name="T7" fmla="*/ 6423 h 27"/>
                <a:gd name="T8" fmla="*/ 48 w 105"/>
                <a:gd name="T9" fmla="*/ 6423 h 27"/>
                <a:gd name="T10" fmla="*/ 28 w 105"/>
                <a:gd name="T11" fmla="*/ 0 h 27"/>
                <a:gd name="T12" fmla="*/ 14 w 105"/>
                <a:gd name="T13" fmla="*/ 0 h 27"/>
                <a:gd name="T14" fmla="*/ 0 w 105"/>
                <a:gd name="T15" fmla="*/ 6423 h 27"/>
                <a:gd name="T16" fmla="*/ 0 w 105"/>
                <a:gd name="T17" fmla="*/ 6423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5"/>
                <a:gd name="T28" fmla="*/ 0 h 27"/>
                <a:gd name="T29" fmla="*/ 105 w 105"/>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5" h="27">
                  <a:moveTo>
                    <a:pt x="0" y="27"/>
                  </a:moveTo>
                  <a:lnTo>
                    <a:pt x="30" y="0"/>
                  </a:lnTo>
                  <a:lnTo>
                    <a:pt x="60" y="0"/>
                  </a:lnTo>
                  <a:lnTo>
                    <a:pt x="105" y="27"/>
                  </a:lnTo>
                  <a:lnTo>
                    <a:pt x="60" y="0"/>
                  </a:lnTo>
                  <a:lnTo>
                    <a:pt x="30" y="0"/>
                  </a:lnTo>
                  <a:lnTo>
                    <a:pt x="0" y="27"/>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44" name="Freeform 119">
              <a:extLst>
                <a:ext uri="{FF2B5EF4-FFF2-40B4-BE49-F238E27FC236}">
                  <a16:creationId xmlns:a16="http://schemas.microsoft.com/office/drawing/2014/main" id="{68F1EDC2-FA1F-3072-391B-EB0AF467E9B0}"/>
                </a:ext>
              </a:extLst>
            </p:cNvPr>
            <p:cNvSpPr>
              <a:spLocks noEditPoints="1"/>
            </p:cNvSpPr>
            <p:nvPr/>
          </p:nvSpPr>
          <p:spPr bwMode="auto">
            <a:xfrm>
              <a:off x="4511" y="1178"/>
              <a:ext cx="15" cy="77"/>
            </a:xfrm>
            <a:custGeom>
              <a:avLst/>
              <a:gdLst>
                <a:gd name="T0" fmla="*/ 0 w 15"/>
                <a:gd name="T1" fmla="*/ 0 h 55"/>
                <a:gd name="T2" fmla="*/ 15 w 15"/>
                <a:gd name="T3" fmla="*/ 6091 h 55"/>
                <a:gd name="T4" fmla="*/ 0 w 15"/>
                <a:gd name="T5" fmla="*/ 11938 h 55"/>
                <a:gd name="T6" fmla="*/ 0 w 15"/>
                <a:gd name="T7" fmla="*/ 11938 h 55"/>
                <a:gd name="T8" fmla="*/ 15 w 15"/>
                <a:gd name="T9" fmla="*/ 6091 h 55"/>
                <a:gd name="T10" fmla="*/ 0 w 15"/>
                <a:gd name="T11" fmla="*/ 0 h 55"/>
                <a:gd name="T12" fmla="*/ 0 w 15"/>
                <a:gd name="T13" fmla="*/ 0 h 55"/>
                <a:gd name="T14" fmla="*/ 0 w 15"/>
                <a:gd name="T15" fmla="*/ 0 h 55"/>
                <a:gd name="T16" fmla="*/ 0 w 15"/>
                <a:gd name="T17" fmla="*/ 0 h 55"/>
                <a:gd name="T18" fmla="*/ 0 w 15"/>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
                <a:gd name="T32" fmla="*/ 15 w 15"/>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
                  <a:moveTo>
                    <a:pt x="0" y="0"/>
                  </a:moveTo>
                  <a:lnTo>
                    <a:pt x="15" y="28"/>
                  </a:lnTo>
                  <a:lnTo>
                    <a:pt x="0" y="55"/>
                  </a:lnTo>
                  <a:lnTo>
                    <a:pt x="15" y="28"/>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45" name="Freeform 120">
              <a:extLst>
                <a:ext uri="{FF2B5EF4-FFF2-40B4-BE49-F238E27FC236}">
                  <a16:creationId xmlns:a16="http://schemas.microsoft.com/office/drawing/2014/main" id="{D830254C-CE53-4456-2C1B-CDF802DCBF72}"/>
                </a:ext>
              </a:extLst>
            </p:cNvPr>
            <p:cNvSpPr>
              <a:spLocks noEditPoints="1"/>
            </p:cNvSpPr>
            <p:nvPr/>
          </p:nvSpPr>
          <p:spPr bwMode="auto">
            <a:xfrm>
              <a:off x="4455" y="1255"/>
              <a:ext cx="56" cy="39"/>
            </a:xfrm>
            <a:custGeom>
              <a:avLst/>
              <a:gdLst>
                <a:gd name="T0" fmla="*/ 20 w 60"/>
                <a:gd name="T1" fmla="*/ 0 h 28"/>
                <a:gd name="T2" fmla="*/ 10 w 60"/>
                <a:gd name="T3" fmla="*/ 5539 h 28"/>
                <a:gd name="T4" fmla="*/ 0 w 60"/>
                <a:gd name="T5" fmla="*/ 0 h 28"/>
                <a:gd name="T6" fmla="*/ 0 w 60"/>
                <a:gd name="T7" fmla="*/ 0 h 28"/>
                <a:gd name="T8" fmla="*/ 10 w 60"/>
                <a:gd name="T9" fmla="*/ 5539 h 28"/>
                <a:gd name="T10" fmla="*/ 20 w 60"/>
                <a:gd name="T11" fmla="*/ 0 h 28"/>
                <a:gd name="T12" fmla="*/ 20 w 60"/>
                <a:gd name="T13" fmla="*/ 0 h 28"/>
                <a:gd name="T14" fmla="*/ 20 w 60"/>
                <a:gd name="T15" fmla="*/ 0 h 28"/>
                <a:gd name="T16" fmla="*/ 20 w 60"/>
                <a:gd name="T17" fmla="*/ 0 h 28"/>
                <a:gd name="T18" fmla="*/ 20 w 60"/>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28"/>
                <a:gd name="T32" fmla="*/ 60 w 60"/>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28">
                  <a:moveTo>
                    <a:pt x="60" y="0"/>
                  </a:moveTo>
                  <a:lnTo>
                    <a:pt x="30" y="28"/>
                  </a:lnTo>
                  <a:lnTo>
                    <a:pt x="0" y="0"/>
                  </a:lnTo>
                  <a:lnTo>
                    <a:pt x="30" y="28"/>
                  </a:lnTo>
                  <a:lnTo>
                    <a:pt x="60" y="0"/>
                  </a:lnTo>
                  <a:close/>
                  <a:moveTo>
                    <a:pt x="60" y="0"/>
                  </a:moveTo>
                  <a:lnTo>
                    <a:pt x="6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46" name="Freeform 121">
              <a:extLst>
                <a:ext uri="{FF2B5EF4-FFF2-40B4-BE49-F238E27FC236}">
                  <a16:creationId xmlns:a16="http://schemas.microsoft.com/office/drawing/2014/main" id="{C0F7BA7B-1843-02CE-78D8-AA5C71529EA8}"/>
                </a:ext>
              </a:extLst>
            </p:cNvPr>
            <p:cNvSpPr>
              <a:spLocks noEditPoints="1"/>
            </p:cNvSpPr>
            <p:nvPr/>
          </p:nvSpPr>
          <p:spPr bwMode="auto">
            <a:xfrm>
              <a:off x="4455" y="1197"/>
              <a:ext cx="14" cy="58"/>
            </a:xfrm>
            <a:custGeom>
              <a:avLst/>
              <a:gdLst>
                <a:gd name="T0" fmla="*/ 0 w 15"/>
                <a:gd name="T1" fmla="*/ 10521 h 41"/>
                <a:gd name="T2" fmla="*/ 0 w 15"/>
                <a:gd name="T3" fmla="*/ 7428 h 41"/>
                <a:gd name="T4" fmla="*/ 7 w 15"/>
                <a:gd name="T5" fmla="*/ 0 h 41"/>
                <a:gd name="T6" fmla="*/ 7 w 15"/>
                <a:gd name="T7" fmla="*/ 0 h 41"/>
                <a:gd name="T8" fmla="*/ 0 w 15"/>
                <a:gd name="T9" fmla="*/ 7428 h 41"/>
                <a:gd name="T10" fmla="*/ 0 w 15"/>
                <a:gd name="T11" fmla="*/ 10521 h 41"/>
                <a:gd name="T12" fmla="*/ 0 w 15"/>
                <a:gd name="T13" fmla="*/ 10521 h 41"/>
                <a:gd name="T14" fmla="*/ 0 w 15"/>
                <a:gd name="T15" fmla="*/ 10521 h 41"/>
                <a:gd name="T16" fmla="*/ 0 w 15"/>
                <a:gd name="T17" fmla="*/ 10521 h 41"/>
                <a:gd name="T18" fmla="*/ 0 w 15"/>
                <a:gd name="T19" fmla="*/ 10521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1"/>
                <a:gd name="T32" fmla="*/ 15 w 15"/>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1">
                  <a:moveTo>
                    <a:pt x="0" y="41"/>
                  </a:moveTo>
                  <a:lnTo>
                    <a:pt x="0" y="28"/>
                  </a:lnTo>
                  <a:lnTo>
                    <a:pt x="15" y="0"/>
                  </a:lnTo>
                  <a:lnTo>
                    <a:pt x="0" y="28"/>
                  </a:lnTo>
                  <a:lnTo>
                    <a:pt x="0" y="41"/>
                  </a:lnTo>
                  <a:close/>
                  <a:moveTo>
                    <a:pt x="0" y="41"/>
                  </a:moveTo>
                  <a:lnTo>
                    <a:pt x="0" y="41"/>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47" name="Freeform 122">
              <a:extLst>
                <a:ext uri="{FF2B5EF4-FFF2-40B4-BE49-F238E27FC236}">
                  <a16:creationId xmlns:a16="http://schemas.microsoft.com/office/drawing/2014/main" id="{84C35729-5F84-0CA7-2126-567F1DBE19DF}"/>
                </a:ext>
              </a:extLst>
            </p:cNvPr>
            <p:cNvSpPr>
              <a:spLocks noEditPoints="1"/>
            </p:cNvSpPr>
            <p:nvPr/>
          </p:nvSpPr>
          <p:spPr bwMode="auto">
            <a:xfrm>
              <a:off x="4469" y="1159"/>
              <a:ext cx="14" cy="38"/>
            </a:xfrm>
            <a:custGeom>
              <a:avLst/>
              <a:gdLst>
                <a:gd name="T0" fmla="*/ 0 w 15"/>
                <a:gd name="T1" fmla="*/ 6423 h 27"/>
                <a:gd name="T2" fmla="*/ 0 w 15"/>
                <a:gd name="T3" fmla="*/ 2977 h 27"/>
                <a:gd name="T4" fmla="*/ 7 w 15"/>
                <a:gd name="T5" fmla="*/ 0 h 27"/>
                <a:gd name="T6" fmla="*/ 7 w 15"/>
                <a:gd name="T7" fmla="*/ 0 h 27"/>
                <a:gd name="T8" fmla="*/ 0 w 15"/>
                <a:gd name="T9" fmla="*/ 2977 h 27"/>
                <a:gd name="T10" fmla="*/ 0 w 15"/>
                <a:gd name="T11" fmla="*/ 6423 h 27"/>
                <a:gd name="T12" fmla="*/ 0 w 15"/>
                <a:gd name="T13" fmla="*/ 6423 h 27"/>
                <a:gd name="T14" fmla="*/ 0 w 15"/>
                <a:gd name="T15" fmla="*/ 6423 h 27"/>
                <a:gd name="T16" fmla="*/ 0 w 15"/>
                <a:gd name="T17" fmla="*/ 6423 h 27"/>
                <a:gd name="T18" fmla="*/ 0 w 15"/>
                <a:gd name="T19" fmla="*/ 6423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27"/>
                <a:gd name="T32" fmla="*/ 15 w 15"/>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27">
                  <a:moveTo>
                    <a:pt x="0" y="27"/>
                  </a:moveTo>
                  <a:lnTo>
                    <a:pt x="0" y="13"/>
                  </a:lnTo>
                  <a:lnTo>
                    <a:pt x="15" y="0"/>
                  </a:lnTo>
                  <a:lnTo>
                    <a:pt x="0" y="13"/>
                  </a:lnTo>
                  <a:lnTo>
                    <a:pt x="0" y="27"/>
                  </a:lnTo>
                  <a:close/>
                  <a:moveTo>
                    <a:pt x="0" y="27"/>
                  </a:moveTo>
                  <a:lnTo>
                    <a:pt x="0" y="27"/>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48" name="Freeform 123">
              <a:extLst>
                <a:ext uri="{FF2B5EF4-FFF2-40B4-BE49-F238E27FC236}">
                  <a16:creationId xmlns:a16="http://schemas.microsoft.com/office/drawing/2014/main" id="{13938028-4DB2-F908-64BB-3BBCE51253A5}"/>
                </a:ext>
              </a:extLst>
            </p:cNvPr>
            <p:cNvSpPr>
              <a:spLocks noEditPoints="1"/>
            </p:cNvSpPr>
            <p:nvPr/>
          </p:nvSpPr>
          <p:spPr bwMode="auto">
            <a:xfrm>
              <a:off x="4483" y="1120"/>
              <a:ext cx="72" cy="39"/>
            </a:xfrm>
            <a:custGeom>
              <a:avLst/>
              <a:gdLst>
                <a:gd name="T0" fmla="*/ 0 w 75"/>
                <a:gd name="T1" fmla="*/ 5539 h 28"/>
                <a:gd name="T2" fmla="*/ 25 w 75"/>
                <a:gd name="T3" fmla="*/ 0 h 28"/>
                <a:gd name="T4" fmla="*/ 38 w 75"/>
                <a:gd name="T5" fmla="*/ 0 h 28"/>
                <a:gd name="T6" fmla="*/ 38 w 75"/>
                <a:gd name="T7" fmla="*/ 0 h 28"/>
                <a:gd name="T8" fmla="*/ 25 w 75"/>
                <a:gd name="T9" fmla="*/ 0 h 28"/>
                <a:gd name="T10" fmla="*/ 0 w 75"/>
                <a:gd name="T11" fmla="*/ 5539 h 28"/>
                <a:gd name="T12" fmla="*/ 0 w 75"/>
                <a:gd name="T13" fmla="*/ 5539 h 28"/>
                <a:gd name="T14" fmla="*/ 0 w 75"/>
                <a:gd name="T15" fmla="*/ 5539 h 28"/>
                <a:gd name="T16" fmla="*/ 0 w 75"/>
                <a:gd name="T17" fmla="*/ 5539 h 28"/>
                <a:gd name="T18" fmla="*/ 0 w 75"/>
                <a:gd name="T19" fmla="*/ 5539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5"/>
                <a:gd name="T31" fmla="*/ 0 h 28"/>
                <a:gd name="T32" fmla="*/ 75 w 75"/>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5" h="28">
                  <a:moveTo>
                    <a:pt x="0" y="28"/>
                  </a:moveTo>
                  <a:lnTo>
                    <a:pt x="45" y="0"/>
                  </a:lnTo>
                  <a:lnTo>
                    <a:pt x="75" y="0"/>
                  </a:lnTo>
                  <a:lnTo>
                    <a:pt x="45" y="0"/>
                  </a:lnTo>
                  <a:lnTo>
                    <a:pt x="0" y="28"/>
                  </a:lnTo>
                  <a:close/>
                  <a:moveTo>
                    <a:pt x="0" y="28"/>
                  </a:moveTo>
                  <a:lnTo>
                    <a:pt x="0" y="28"/>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49" name="Freeform 124">
              <a:extLst>
                <a:ext uri="{FF2B5EF4-FFF2-40B4-BE49-F238E27FC236}">
                  <a16:creationId xmlns:a16="http://schemas.microsoft.com/office/drawing/2014/main" id="{6F743DC2-7CC2-5700-E21F-C1B58680AF9D}"/>
                </a:ext>
              </a:extLst>
            </p:cNvPr>
            <p:cNvSpPr>
              <a:spLocks/>
            </p:cNvSpPr>
            <p:nvPr/>
          </p:nvSpPr>
          <p:spPr bwMode="auto">
            <a:xfrm>
              <a:off x="4383" y="1178"/>
              <a:ext cx="28" cy="39"/>
            </a:xfrm>
            <a:custGeom>
              <a:avLst/>
              <a:gdLst>
                <a:gd name="T0" fmla="*/ 10 w 30"/>
                <a:gd name="T1" fmla="*/ 0 h 28"/>
                <a:gd name="T2" fmla="*/ 7 w 30"/>
                <a:gd name="T3" fmla="*/ 2855 h 28"/>
                <a:gd name="T4" fmla="*/ 0 w 30"/>
                <a:gd name="T5" fmla="*/ 5539 h 28"/>
                <a:gd name="T6" fmla="*/ 0 w 30"/>
                <a:gd name="T7" fmla="*/ 5539 h 28"/>
                <a:gd name="T8" fmla="*/ 7 w 30"/>
                <a:gd name="T9" fmla="*/ 2855 h 28"/>
                <a:gd name="T10" fmla="*/ 10 w 30"/>
                <a:gd name="T11" fmla="*/ 0 h 28"/>
                <a:gd name="T12" fmla="*/ 10 w 30"/>
                <a:gd name="T13" fmla="*/ 0 h 28"/>
                <a:gd name="T14" fmla="*/ 0 60000 65536"/>
                <a:gd name="T15" fmla="*/ 0 60000 65536"/>
                <a:gd name="T16" fmla="*/ 0 60000 65536"/>
                <a:gd name="T17" fmla="*/ 0 60000 65536"/>
                <a:gd name="T18" fmla="*/ 0 60000 65536"/>
                <a:gd name="T19" fmla="*/ 0 60000 65536"/>
                <a:gd name="T20" fmla="*/ 0 60000 65536"/>
                <a:gd name="T21" fmla="*/ 0 w 30"/>
                <a:gd name="T22" fmla="*/ 0 h 28"/>
                <a:gd name="T23" fmla="*/ 30 w 30"/>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28">
                  <a:moveTo>
                    <a:pt x="30" y="0"/>
                  </a:moveTo>
                  <a:lnTo>
                    <a:pt x="15" y="14"/>
                  </a:lnTo>
                  <a:lnTo>
                    <a:pt x="0" y="28"/>
                  </a:lnTo>
                  <a:lnTo>
                    <a:pt x="15" y="14"/>
                  </a:lnTo>
                  <a:lnTo>
                    <a:pt x="3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0" name="Freeform 125">
              <a:extLst>
                <a:ext uri="{FF2B5EF4-FFF2-40B4-BE49-F238E27FC236}">
                  <a16:creationId xmlns:a16="http://schemas.microsoft.com/office/drawing/2014/main" id="{F45823C7-C37B-7265-0CB3-6735C1D9E2ED}"/>
                </a:ext>
              </a:extLst>
            </p:cNvPr>
            <p:cNvSpPr>
              <a:spLocks noEditPoints="1"/>
            </p:cNvSpPr>
            <p:nvPr/>
          </p:nvSpPr>
          <p:spPr bwMode="auto">
            <a:xfrm>
              <a:off x="4383" y="1217"/>
              <a:ext cx="1" cy="77"/>
            </a:xfrm>
            <a:custGeom>
              <a:avLst/>
              <a:gdLst>
                <a:gd name="T0" fmla="*/ 0 w 1"/>
                <a:gd name="T1" fmla="*/ 0 h 55"/>
                <a:gd name="T2" fmla="*/ 0 w 1"/>
                <a:gd name="T3" fmla="*/ 5905 h 55"/>
                <a:gd name="T4" fmla="*/ 0 w 1"/>
                <a:gd name="T5" fmla="*/ 11938 h 55"/>
                <a:gd name="T6" fmla="*/ 0 w 1"/>
                <a:gd name="T7" fmla="*/ 11938 h 55"/>
                <a:gd name="T8" fmla="*/ 0 w 1"/>
                <a:gd name="T9" fmla="*/ 5905 h 55"/>
                <a:gd name="T10" fmla="*/ 0 w 1"/>
                <a:gd name="T11" fmla="*/ 0 h 55"/>
                <a:gd name="T12" fmla="*/ 0 w 1"/>
                <a:gd name="T13" fmla="*/ 0 h 55"/>
                <a:gd name="T14" fmla="*/ 0 w 1"/>
                <a:gd name="T15" fmla="*/ 0 h 55"/>
                <a:gd name="T16" fmla="*/ 0 w 1"/>
                <a:gd name="T17" fmla="*/ 0 h 55"/>
                <a:gd name="T18" fmla="*/ 0 w 1"/>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55"/>
                <a:gd name="T32" fmla="*/ 1 w 1"/>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55">
                  <a:moveTo>
                    <a:pt x="0" y="0"/>
                  </a:moveTo>
                  <a:lnTo>
                    <a:pt x="0" y="27"/>
                  </a:lnTo>
                  <a:lnTo>
                    <a:pt x="0" y="55"/>
                  </a:lnTo>
                  <a:lnTo>
                    <a:pt x="0" y="27"/>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1" name="Freeform 126">
              <a:extLst>
                <a:ext uri="{FF2B5EF4-FFF2-40B4-BE49-F238E27FC236}">
                  <a16:creationId xmlns:a16="http://schemas.microsoft.com/office/drawing/2014/main" id="{D228446C-71D7-669B-D754-6824662EF330}"/>
                </a:ext>
              </a:extLst>
            </p:cNvPr>
            <p:cNvSpPr>
              <a:spLocks noEditPoints="1"/>
            </p:cNvSpPr>
            <p:nvPr/>
          </p:nvSpPr>
          <p:spPr bwMode="auto">
            <a:xfrm>
              <a:off x="4383" y="1294"/>
              <a:ext cx="57" cy="38"/>
            </a:xfrm>
            <a:custGeom>
              <a:avLst/>
              <a:gdLst>
                <a:gd name="T0" fmla="*/ 0 w 60"/>
                <a:gd name="T1" fmla="*/ 0 h 27"/>
                <a:gd name="T2" fmla="*/ 14 w 60"/>
                <a:gd name="T3" fmla="*/ 6423 h 27"/>
                <a:gd name="T4" fmla="*/ 27 w 60"/>
                <a:gd name="T5" fmla="*/ 0 h 27"/>
                <a:gd name="T6" fmla="*/ 27 w 60"/>
                <a:gd name="T7" fmla="*/ 0 h 27"/>
                <a:gd name="T8" fmla="*/ 14 w 60"/>
                <a:gd name="T9" fmla="*/ 6423 h 27"/>
                <a:gd name="T10" fmla="*/ 0 w 60"/>
                <a:gd name="T11" fmla="*/ 0 h 27"/>
                <a:gd name="T12" fmla="*/ 0 w 60"/>
                <a:gd name="T13" fmla="*/ 0 h 27"/>
                <a:gd name="T14" fmla="*/ 0 w 60"/>
                <a:gd name="T15" fmla="*/ 0 h 27"/>
                <a:gd name="T16" fmla="*/ 0 w 60"/>
                <a:gd name="T17" fmla="*/ 0 h 27"/>
                <a:gd name="T18" fmla="*/ 0 w 60"/>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27"/>
                <a:gd name="T32" fmla="*/ 60 w 60"/>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27">
                  <a:moveTo>
                    <a:pt x="0" y="0"/>
                  </a:moveTo>
                  <a:lnTo>
                    <a:pt x="30" y="27"/>
                  </a:lnTo>
                  <a:lnTo>
                    <a:pt x="60" y="0"/>
                  </a:lnTo>
                  <a:lnTo>
                    <a:pt x="30" y="27"/>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2" name="Freeform 127">
              <a:extLst>
                <a:ext uri="{FF2B5EF4-FFF2-40B4-BE49-F238E27FC236}">
                  <a16:creationId xmlns:a16="http://schemas.microsoft.com/office/drawing/2014/main" id="{79836105-F76D-62AD-2741-CAB45596336A}"/>
                </a:ext>
              </a:extLst>
            </p:cNvPr>
            <p:cNvSpPr>
              <a:spLocks noEditPoints="1"/>
            </p:cNvSpPr>
            <p:nvPr/>
          </p:nvSpPr>
          <p:spPr bwMode="auto">
            <a:xfrm>
              <a:off x="4426" y="1197"/>
              <a:ext cx="14" cy="97"/>
            </a:xfrm>
            <a:custGeom>
              <a:avLst/>
              <a:gdLst>
                <a:gd name="T0" fmla="*/ 7 w 15"/>
                <a:gd name="T1" fmla="*/ 16008 h 69"/>
                <a:gd name="T2" fmla="*/ 7 w 15"/>
                <a:gd name="T3" fmla="*/ 6451 h 69"/>
                <a:gd name="T4" fmla="*/ 0 w 15"/>
                <a:gd name="T5" fmla="*/ 0 h 69"/>
                <a:gd name="T6" fmla="*/ 0 w 15"/>
                <a:gd name="T7" fmla="*/ 0 h 69"/>
                <a:gd name="T8" fmla="*/ 7 w 15"/>
                <a:gd name="T9" fmla="*/ 6451 h 69"/>
                <a:gd name="T10" fmla="*/ 7 w 15"/>
                <a:gd name="T11" fmla="*/ 16008 h 69"/>
                <a:gd name="T12" fmla="*/ 7 w 15"/>
                <a:gd name="T13" fmla="*/ 16008 h 69"/>
                <a:gd name="T14" fmla="*/ 7 w 15"/>
                <a:gd name="T15" fmla="*/ 16008 h 69"/>
                <a:gd name="T16" fmla="*/ 7 w 15"/>
                <a:gd name="T17" fmla="*/ 16008 h 69"/>
                <a:gd name="T18" fmla="*/ 7 w 15"/>
                <a:gd name="T19" fmla="*/ 16008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69"/>
                <a:gd name="T32" fmla="*/ 15 w 15"/>
                <a:gd name="T33" fmla="*/ 69 h 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69">
                  <a:moveTo>
                    <a:pt x="15" y="69"/>
                  </a:moveTo>
                  <a:lnTo>
                    <a:pt x="15" y="28"/>
                  </a:lnTo>
                  <a:lnTo>
                    <a:pt x="0" y="0"/>
                  </a:lnTo>
                  <a:lnTo>
                    <a:pt x="15" y="28"/>
                  </a:lnTo>
                  <a:lnTo>
                    <a:pt x="15" y="69"/>
                  </a:lnTo>
                  <a:close/>
                  <a:moveTo>
                    <a:pt x="15" y="69"/>
                  </a:moveTo>
                  <a:lnTo>
                    <a:pt x="15" y="69"/>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3" name="Freeform 128">
              <a:extLst>
                <a:ext uri="{FF2B5EF4-FFF2-40B4-BE49-F238E27FC236}">
                  <a16:creationId xmlns:a16="http://schemas.microsoft.com/office/drawing/2014/main" id="{72F6FB92-5BBB-674B-57D9-C0E943B133DA}"/>
                </a:ext>
              </a:extLst>
            </p:cNvPr>
            <p:cNvSpPr>
              <a:spLocks noEditPoints="1"/>
            </p:cNvSpPr>
            <p:nvPr/>
          </p:nvSpPr>
          <p:spPr bwMode="auto">
            <a:xfrm>
              <a:off x="4311" y="1159"/>
              <a:ext cx="115" cy="38"/>
            </a:xfrm>
            <a:custGeom>
              <a:avLst/>
              <a:gdLst>
                <a:gd name="T0" fmla="*/ 60 w 120"/>
                <a:gd name="T1" fmla="*/ 6423 h 27"/>
                <a:gd name="T2" fmla="*/ 32 w 120"/>
                <a:gd name="T3" fmla="*/ 0 h 27"/>
                <a:gd name="T4" fmla="*/ 14 w 120"/>
                <a:gd name="T5" fmla="*/ 0 h 27"/>
                <a:gd name="T6" fmla="*/ 0 w 120"/>
                <a:gd name="T7" fmla="*/ 6423 h 27"/>
                <a:gd name="T8" fmla="*/ 0 w 120"/>
                <a:gd name="T9" fmla="*/ 6423 h 27"/>
                <a:gd name="T10" fmla="*/ 14 w 120"/>
                <a:gd name="T11" fmla="*/ 0 h 27"/>
                <a:gd name="T12" fmla="*/ 32 w 120"/>
                <a:gd name="T13" fmla="*/ 0 h 27"/>
                <a:gd name="T14" fmla="*/ 60 w 120"/>
                <a:gd name="T15" fmla="*/ 6423 h 27"/>
                <a:gd name="T16" fmla="*/ 60 w 120"/>
                <a:gd name="T17" fmla="*/ 6423 h 27"/>
                <a:gd name="T18" fmla="*/ 60 w 120"/>
                <a:gd name="T19" fmla="*/ 6423 h 27"/>
                <a:gd name="T20" fmla="*/ 60 w 120"/>
                <a:gd name="T21" fmla="*/ 6423 h 27"/>
                <a:gd name="T22" fmla="*/ 60 w 120"/>
                <a:gd name="T23" fmla="*/ 6423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
                <a:gd name="T37" fmla="*/ 0 h 27"/>
                <a:gd name="T38" fmla="*/ 120 w 120"/>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 h="27">
                  <a:moveTo>
                    <a:pt x="120" y="27"/>
                  </a:moveTo>
                  <a:lnTo>
                    <a:pt x="60" y="0"/>
                  </a:lnTo>
                  <a:lnTo>
                    <a:pt x="30" y="0"/>
                  </a:lnTo>
                  <a:lnTo>
                    <a:pt x="0" y="27"/>
                  </a:lnTo>
                  <a:lnTo>
                    <a:pt x="30" y="0"/>
                  </a:lnTo>
                  <a:lnTo>
                    <a:pt x="60" y="0"/>
                  </a:lnTo>
                  <a:lnTo>
                    <a:pt x="120" y="27"/>
                  </a:lnTo>
                  <a:close/>
                  <a:moveTo>
                    <a:pt x="120" y="27"/>
                  </a:moveTo>
                  <a:lnTo>
                    <a:pt x="120" y="27"/>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4" name="Freeform 129">
              <a:extLst>
                <a:ext uri="{FF2B5EF4-FFF2-40B4-BE49-F238E27FC236}">
                  <a16:creationId xmlns:a16="http://schemas.microsoft.com/office/drawing/2014/main" id="{1559341F-430C-3FE7-838C-ADDFF504D3CB}"/>
                </a:ext>
              </a:extLst>
            </p:cNvPr>
            <p:cNvSpPr>
              <a:spLocks/>
            </p:cNvSpPr>
            <p:nvPr/>
          </p:nvSpPr>
          <p:spPr bwMode="auto">
            <a:xfrm>
              <a:off x="4283" y="1197"/>
              <a:ext cx="28" cy="40"/>
            </a:xfrm>
            <a:custGeom>
              <a:avLst/>
              <a:gdLst>
                <a:gd name="T0" fmla="*/ 10 w 30"/>
                <a:gd name="T1" fmla="*/ 0 h 28"/>
                <a:gd name="T2" fmla="*/ 7 w 30"/>
                <a:gd name="T3" fmla="*/ 4244 h 28"/>
                <a:gd name="T4" fmla="*/ 0 w 30"/>
                <a:gd name="T5" fmla="*/ 8387 h 28"/>
                <a:gd name="T6" fmla="*/ 0 w 30"/>
                <a:gd name="T7" fmla="*/ 8387 h 28"/>
                <a:gd name="T8" fmla="*/ 7 w 30"/>
                <a:gd name="T9" fmla="*/ 4244 h 28"/>
                <a:gd name="T10" fmla="*/ 10 w 30"/>
                <a:gd name="T11" fmla="*/ 0 h 28"/>
                <a:gd name="T12" fmla="*/ 10 w 30"/>
                <a:gd name="T13" fmla="*/ 0 h 28"/>
                <a:gd name="T14" fmla="*/ 0 60000 65536"/>
                <a:gd name="T15" fmla="*/ 0 60000 65536"/>
                <a:gd name="T16" fmla="*/ 0 60000 65536"/>
                <a:gd name="T17" fmla="*/ 0 60000 65536"/>
                <a:gd name="T18" fmla="*/ 0 60000 65536"/>
                <a:gd name="T19" fmla="*/ 0 60000 65536"/>
                <a:gd name="T20" fmla="*/ 0 60000 65536"/>
                <a:gd name="T21" fmla="*/ 0 w 30"/>
                <a:gd name="T22" fmla="*/ 0 h 28"/>
                <a:gd name="T23" fmla="*/ 30 w 30"/>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28">
                  <a:moveTo>
                    <a:pt x="30" y="0"/>
                  </a:moveTo>
                  <a:lnTo>
                    <a:pt x="15" y="14"/>
                  </a:lnTo>
                  <a:lnTo>
                    <a:pt x="0" y="28"/>
                  </a:lnTo>
                  <a:lnTo>
                    <a:pt x="15" y="14"/>
                  </a:lnTo>
                  <a:lnTo>
                    <a:pt x="3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5" name="Freeform 130">
              <a:extLst>
                <a:ext uri="{FF2B5EF4-FFF2-40B4-BE49-F238E27FC236}">
                  <a16:creationId xmlns:a16="http://schemas.microsoft.com/office/drawing/2014/main" id="{22F6493F-DA0F-4C91-192D-67A3C2CBA216}"/>
                </a:ext>
              </a:extLst>
            </p:cNvPr>
            <p:cNvSpPr>
              <a:spLocks noEditPoints="1"/>
            </p:cNvSpPr>
            <p:nvPr/>
          </p:nvSpPr>
          <p:spPr bwMode="auto">
            <a:xfrm>
              <a:off x="4283" y="1237"/>
              <a:ext cx="1" cy="77"/>
            </a:xfrm>
            <a:custGeom>
              <a:avLst/>
              <a:gdLst>
                <a:gd name="T0" fmla="*/ 0 w 1"/>
                <a:gd name="T1" fmla="*/ 0 h 55"/>
                <a:gd name="T2" fmla="*/ 0 w 1"/>
                <a:gd name="T3" fmla="*/ 5905 h 55"/>
                <a:gd name="T4" fmla="*/ 0 w 1"/>
                <a:gd name="T5" fmla="*/ 11938 h 55"/>
                <a:gd name="T6" fmla="*/ 0 w 1"/>
                <a:gd name="T7" fmla="*/ 11938 h 55"/>
                <a:gd name="T8" fmla="*/ 0 w 1"/>
                <a:gd name="T9" fmla="*/ 5905 h 55"/>
                <a:gd name="T10" fmla="*/ 0 w 1"/>
                <a:gd name="T11" fmla="*/ 0 h 55"/>
                <a:gd name="T12" fmla="*/ 0 w 1"/>
                <a:gd name="T13" fmla="*/ 0 h 55"/>
                <a:gd name="T14" fmla="*/ 0 w 1"/>
                <a:gd name="T15" fmla="*/ 0 h 55"/>
                <a:gd name="T16" fmla="*/ 0 w 1"/>
                <a:gd name="T17" fmla="*/ 0 h 55"/>
                <a:gd name="T18" fmla="*/ 0 w 1"/>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55"/>
                <a:gd name="T32" fmla="*/ 1 w 1"/>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55">
                  <a:moveTo>
                    <a:pt x="0" y="0"/>
                  </a:moveTo>
                  <a:lnTo>
                    <a:pt x="0" y="27"/>
                  </a:lnTo>
                  <a:lnTo>
                    <a:pt x="0" y="55"/>
                  </a:lnTo>
                  <a:lnTo>
                    <a:pt x="0" y="27"/>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6" name="Freeform 131">
              <a:extLst>
                <a:ext uri="{FF2B5EF4-FFF2-40B4-BE49-F238E27FC236}">
                  <a16:creationId xmlns:a16="http://schemas.microsoft.com/office/drawing/2014/main" id="{8B889595-B05B-BB1B-AECB-E7D8D0B0E314}"/>
                </a:ext>
              </a:extLst>
            </p:cNvPr>
            <p:cNvSpPr>
              <a:spLocks noEditPoints="1"/>
            </p:cNvSpPr>
            <p:nvPr/>
          </p:nvSpPr>
          <p:spPr bwMode="auto">
            <a:xfrm>
              <a:off x="4283" y="1314"/>
              <a:ext cx="56" cy="38"/>
            </a:xfrm>
            <a:custGeom>
              <a:avLst/>
              <a:gdLst>
                <a:gd name="T0" fmla="*/ 0 w 60"/>
                <a:gd name="T1" fmla="*/ 0 h 27"/>
                <a:gd name="T2" fmla="*/ 10 w 60"/>
                <a:gd name="T3" fmla="*/ 6423 h 27"/>
                <a:gd name="T4" fmla="*/ 16 w 60"/>
                <a:gd name="T5" fmla="*/ 6423 h 27"/>
                <a:gd name="T6" fmla="*/ 20 w 60"/>
                <a:gd name="T7" fmla="*/ 0 h 27"/>
                <a:gd name="T8" fmla="*/ 20 w 60"/>
                <a:gd name="T9" fmla="*/ 0 h 27"/>
                <a:gd name="T10" fmla="*/ 16 w 60"/>
                <a:gd name="T11" fmla="*/ 6423 h 27"/>
                <a:gd name="T12" fmla="*/ 10 w 60"/>
                <a:gd name="T13" fmla="*/ 6423 h 27"/>
                <a:gd name="T14" fmla="*/ 0 w 60"/>
                <a:gd name="T15" fmla="*/ 0 h 27"/>
                <a:gd name="T16" fmla="*/ 0 w 60"/>
                <a:gd name="T17" fmla="*/ 0 h 27"/>
                <a:gd name="T18" fmla="*/ 0 w 60"/>
                <a:gd name="T19" fmla="*/ 0 h 27"/>
                <a:gd name="T20" fmla="*/ 0 w 60"/>
                <a:gd name="T21" fmla="*/ 0 h 27"/>
                <a:gd name="T22" fmla="*/ 0 w 60"/>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
                <a:gd name="T37" fmla="*/ 0 h 27"/>
                <a:gd name="T38" fmla="*/ 60 w 60"/>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 h="27">
                  <a:moveTo>
                    <a:pt x="0" y="0"/>
                  </a:moveTo>
                  <a:lnTo>
                    <a:pt x="30" y="27"/>
                  </a:lnTo>
                  <a:lnTo>
                    <a:pt x="45" y="27"/>
                  </a:lnTo>
                  <a:lnTo>
                    <a:pt x="60" y="0"/>
                  </a:lnTo>
                  <a:lnTo>
                    <a:pt x="45" y="27"/>
                  </a:lnTo>
                  <a:lnTo>
                    <a:pt x="30" y="27"/>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7" name="Freeform 132">
              <a:extLst>
                <a:ext uri="{FF2B5EF4-FFF2-40B4-BE49-F238E27FC236}">
                  <a16:creationId xmlns:a16="http://schemas.microsoft.com/office/drawing/2014/main" id="{4EBA34E9-1971-4A75-CDAC-EF5DE2BD98A4}"/>
                </a:ext>
              </a:extLst>
            </p:cNvPr>
            <p:cNvSpPr>
              <a:spLocks noEditPoints="1"/>
            </p:cNvSpPr>
            <p:nvPr/>
          </p:nvSpPr>
          <p:spPr bwMode="auto">
            <a:xfrm>
              <a:off x="4325" y="1217"/>
              <a:ext cx="14" cy="97"/>
            </a:xfrm>
            <a:custGeom>
              <a:avLst/>
              <a:gdLst>
                <a:gd name="T0" fmla="*/ 7 w 15"/>
                <a:gd name="T1" fmla="*/ 16008 h 69"/>
                <a:gd name="T2" fmla="*/ 7 w 15"/>
                <a:gd name="T3" fmla="*/ 9672 h 69"/>
                <a:gd name="T4" fmla="*/ 0 w 15"/>
                <a:gd name="T5" fmla="*/ 0 h 69"/>
                <a:gd name="T6" fmla="*/ 0 w 15"/>
                <a:gd name="T7" fmla="*/ 0 h 69"/>
                <a:gd name="T8" fmla="*/ 7 w 15"/>
                <a:gd name="T9" fmla="*/ 9672 h 69"/>
                <a:gd name="T10" fmla="*/ 7 w 15"/>
                <a:gd name="T11" fmla="*/ 16008 h 69"/>
                <a:gd name="T12" fmla="*/ 7 w 15"/>
                <a:gd name="T13" fmla="*/ 16008 h 69"/>
                <a:gd name="T14" fmla="*/ 7 w 15"/>
                <a:gd name="T15" fmla="*/ 16008 h 69"/>
                <a:gd name="T16" fmla="*/ 7 w 15"/>
                <a:gd name="T17" fmla="*/ 16008 h 69"/>
                <a:gd name="T18" fmla="*/ 7 w 15"/>
                <a:gd name="T19" fmla="*/ 16008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69"/>
                <a:gd name="T32" fmla="*/ 15 w 15"/>
                <a:gd name="T33" fmla="*/ 69 h 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69">
                  <a:moveTo>
                    <a:pt x="15" y="69"/>
                  </a:moveTo>
                  <a:lnTo>
                    <a:pt x="15" y="41"/>
                  </a:lnTo>
                  <a:lnTo>
                    <a:pt x="0" y="0"/>
                  </a:lnTo>
                  <a:lnTo>
                    <a:pt x="15" y="41"/>
                  </a:lnTo>
                  <a:lnTo>
                    <a:pt x="15" y="69"/>
                  </a:lnTo>
                  <a:close/>
                  <a:moveTo>
                    <a:pt x="15" y="69"/>
                  </a:moveTo>
                  <a:lnTo>
                    <a:pt x="15" y="69"/>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8" name="Freeform 133">
              <a:extLst>
                <a:ext uri="{FF2B5EF4-FFF2-40B4-BE49-F238E27FC236}">
                  <a16:creationId xmlns:a16="http://schemas.microsoft.com/office/drawing/2014/main" id="{3146C703-01DD-23DF-867C-0BDF8CB14552}"/>
                </a:ext>
              </a:extLst>
            </p:cNvPr>
            <p:cNvSpPr>
              <a:spLocks noEditPoints="1"/>
            </p:cNvSpPr>
            <p:nvPr/>
          </p:nvSpPr>
          <p:spPr bwMode="auto">
            <a:xfrm>
              <a:off x="4210" y="1159"/>
              <a:ext cx="115" cy="58"/>
            </a:xfrm>
            <a:custGeom>
              <a:avLst/>
              <a:gdLst>
                <a:gd name="T0" fmla="*/ 54 w 121"/>
                <a:gd name="T1" fmla="*/ 10521 h 41"/>
                <a:gd name="T2" fmla="*/ 41 w 121"/>
                <a:gd name="T3" fmla="*/ 3196 h 41"/>
                <a:gd name="T4" fmla="*/ 27 w 121"/>
                <a:gd name="T5" fmla="*/ 0 h 41"/>
                <a:gd name="T6" fmla="*/ 14 w 121"/>
                <a:gd name="T7" fmla="*/ 3196 h 41"/>
                <a:gd name="T8" fmla="*/ 0 w 121"/>
                <a:gd name="T9" fmla="*/ 6944 h 41"/>
                <a:gd name="T10" fmla="*/ 0 w 121"/>
                <a:gd name="T11" fmla="*/ 6944 h 41"/>
                <a:gd name="T12" fmla="*/ 14 w 121"/>
                <a:gd name="T13" fmla="*/ 3196 h 41"/>
                <a:gd name="T14" fmla="*/ 27 w 121"/>
                <a:gd name="T15" fmla="*/ 0 h 41"/>
                <a:gd name="T16" fmla="*/ 41 w 121"/>
                <a:gd name="T17" fmla="*/ 3196 h 41"/>
                <a:gd name="T18" fmla="*/ 54 w 121"/>
                <a:gd name="T19" fmla="*/ 10521 h 41"/>
                <a:gd name="T20" fmla="*/ 54 w 121"/>
                <a:gd name="T21" fmla="*/ 10521 h 41"/>
                <a:gd name="T22" fmla="*/ 54 w 121"/>
                <a:gd name="T23" fmla="*/ 10521 h 41"/>
                <a:gd name="T24" fmla="*/ 54 w 121"/>
                <a:gd name="T25" fmla="*/ 10521 h 41"/>
                <a:gd name="T26" fmla="*/ 54 w 121"/>
                <a:gd name="T27" fmla="*/ 1052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1"/>
                <a:gd name="T43" fmla="*/ 0 h 41"/>
                <a:gd name="T44" fmla="*/ 121 w 121"/>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1" h="41">
                  <a:moveTo>
                    <a:pt x="121" y="41"/>
                  </a:moveTo>
                  <a:lnTo>
                    <a:pt x="91" y="13"/>
                  </a:lnTo>
                  <a:lnTo>
                    <a:pt x="61" y="0"/>
                  </a:lnTo>
                  <a:lnTo>
                    <a:pt x="30" y="13"/>
                  </a:lnTo>
                  <a:lnTo>
                    <a:pt x="0" y="27"/>
                  </a:lnTo>
                  <a:lnTo>
                    <a:pt x="30" y="13"/>
                  </a:lnTo>
                  <a:lnTo>
                    <a:pt x="61" y="0"/>
                  </a:lnTo>
                  <a:lnTo>
                    <a:pt x="91" y="13"/>
                  </a:lnTo>
                  <a:lnTo>
                    <a:pt x="121" y="41"/>
                  </a:lnTo>
                  <a:close/>
                  <a:moveTo>
                    <a:pt x="121" y="41"/>
                  </a:moveTo>
                  <a:lnTo>
                    <a:pt x="121" y="41"/>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9" name="Freeform 134">
              <a:extLst>
                <a:ext uri="{FF2B5EF4-FFF2-40B4-BE49-F238E27FC236}">
                  <a16:creationId xmlns:a16="http://schemas.microsoft.com/office/drawing/2014/main" id="{E69C8D7B-EC42-DA3B-E637-E606D5700B5A}"/>
                </a:ext>
              </a:extLst>
            </p:cNvPr>
            <p:cNvSpPr>
              <a:spLocks/>
            </p:cNvSpPr>
            <p:nvPr/>
          </p:nvSpPr>
          <p:spPr bwMode="auto">
            <a:xfrm>
              <a:off x="4195" y="1197"/>
              <a:ext cx="15" cy="58"/>
            </a:xfrm>
            <a:custGeom>
              <a:avLst/>
              <a:gdLst>
                <a:gd name="T0" fmla="*/ 15 w 15"/>
                <a:gd name="T1" fmla="*/ 0 h 41"/>
                <a:gd name="T2" fmla="*/ 15 w 15"/>
                <a:gd name="T3" fmla="*/ 7428 h 41"/>
                <a:gd name="T4" fmla="*/ 0 w 15"/>
                <a:gd name="T5" fmla="*/ 10521 h 41"/>
                <a:gd name="T6" fmla="*/ 0 w 15"/>
                <a:gd name="T7" fmla="*/ 10521 h 41"/>
                <a:gd name="T8" fmla="*/ 15 w 15"/>
                <a:gd name="T9" fmla="*/ 7428 h 41"/>
                <a:gd name="T10" fmla="*/ 15 w 15"/>
                <a:gd name="T11" fmla="*/ 0 h 41"/>
                <a:gd name="T12" fmla="*/ 15 w 15"/>
                <a:gd name="T13" fmla="*/ 0 h 41"/>
                <a:gd name="T14" fmla="*/ 0 60000 65536"/>
                <a:gd name="T15" fmla="*/ 0 60000 65536"/>
                <a:gd name="T16" fmla="*/ 0 60000 65536"/>
                <a:gd name="T17" fmla="*/ 0 60000 65536"/>
                <a:gd name="T18" fmla="*/ 0 60000 65536"/>
                <a:gd name="T19" fmla="*/ 0 60000 65536"/>
                <a:gd name="T20" fmla="*/ 0 60000 65536"/>
                <a:gd name="T21" fmla="*/ 0 w 15"/>
                <a:gd name="T22" fmla="*/ 0 h 41"/>
                <a:gd name="T23" fmla="*/ 15 w 15"/>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41">
                  <a:moveTo>
                    <a:pt x="15" y="0"/>
                  </a:moveTo>
                  <a:lnTo>
                    <a:pt x="15" y="28"/>
                  </a:lnTo>
                  <a:lnTo>
                    <a:pt x="0" y="41"/>
                  </a:lnTo>
                  <a:lnTo>
                    <a:pt x="15" y="28"/>
                  </a:lnTo>
                  <a:lnTo>
                    <a:pt x="15"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60" name="Freeform 135">
              <a:extLst>
                <a:ext uri="{FF2B5EF4-FFF2-40B4-BE49-F238E27FC236}">
                  <a16:creationId xmlns:a16="http://schemas.microsoft.com/office/drawing/2014/main" id="{BB5FDE48-4D64-E15B-35BF-F736D9A0B5F3}"/>
                </a:ext>
              </a:extLst>
            </p:cNvPr>
            <p:cNvSpPr>
              <a:spLocks noEditPoints="1"/>
            </p:cNvSpPr>
            <p:nvPr/>
          </p:nvSpPr>
          <p:spPr bwMode="auto">
            <a:xfrm>
              <a:off x="4181" y="1255"/>
              <a:ext cx="14" cy="97"/>
            </a:xfrm>
            <a:custGeom>
              <a:avLst/>
              <a:gdLst>
                <a:gd name="T0" fmla="*/ 7 w 15"/>
                <a:gd name="T1" fmla="*/ 0 h 69"/>
                <a:gd name="T2" fmla="*/ 0 w 15"/>
                <a:gd name="T3" fmla="*/ 9797 h 69"/>
                <a:gd name="T4" fmla="*/ 7 w 15"/>
                <a:gd name="T5" fmla="*/ 16008 h 69"/>
                <a:gd name="T6" fmla="*/ 7 w 15"/>
                <a:gd name="T7" fmla="*/ 16008 h 69"/>
                <a:gd name="T8" fmla="*/ 0 w 15"/>
                <a:gd name="T9" fmla="*/ 9797 h 69"/>
                <a:gd name="T10" fmla="*/ 7 w 15"/>
                <a:gd name="T11" fmla="*/ 0 h 69"/>
                <a:gd name="T12" fmla="*/ 7 w 15"/>
                <a:gd name="T13" fmla="*/ 0 h 69"/>
                <a:gd name="T14" fmla="*/ 7 w 15"/>
                <a:gd name="T15" fmla="*/ 0 h 69"/>
                <a:gd name="T16" fmla="*/ 7 w 15"/>
                <a:gd name="T17" fmla="*/ 0 h 69"/>
                <a:gd name="T18" fmla="*/ 7 w 15"/>
                <a:gd name="T19" fmla="*/ 0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69"/>
                <a:gd name="T32" fmla="*/ 15 w 15"/>
                <a:gd name="T33" fmla="*/ 69 h 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69">
                  <a:moveTo>
                    <a:pt x="15" y="0"/>
                  </a:moveTo>
                  <a:lnTo>
                    <a:pt x="0" y="42"/>
                  </a:lnTo>
                  <a:lnTo>
                    <a:pt x="15" y="69"/>
                  </a:lnTo>
                  <a:lnTo>
                    <a:pt x="0" y="42"/>
                  </a:lnTo>
                  <a:lnTo>
                    <a:pt x="15" y="0"/>
                  </a:lnTo>
                  <a:close/>
                  <a:moveTo>
                    <a:pt x="15" y="0"/>
                  </a:moveTo>
                  <a:lnTo>
                    <a:pt x="15"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61" name="Freeform 136">
              <a:extLst>
                <a:ext uri="{FF2B5EF4-FFF2-40B4-BE49-F238E27FC236}">
                  <a16:creationId xmlns:a16="http://schemas.microsoft.com/office/drawing/2014/main" id="{FAB21FA9-3FA9-7510-87FC-47BB70C3EEE8}"/>
                </a:ext>
              </a:extLst>
            </p:cNvPr>
            <p:cNvSpPr>
              <a:spLocks noEditPoints="1"/>
            </p:cNvSpPr>
            <p:nvPr/>
          </p:nvSpPr>
          <p:spPr bwMode="auto">
            <a:xfrm>
              <a:off x="4195" y="1352"/>
              <a:ext cx="44" cy="39"/>
            </a:xfrm>
            <a:custGeom>
              <a:avLst/>
              <a:gdLst>
                <a:gd name="T0" fmla="*/ 0 w 45"/>
                <a:gd name="T1" fmla="*/ 0 h 28"/>
                <a:gd name="T2" fmla="*/ 15 w 45"/>
                <a:gd name="T3" fmla="*/ 2855 h 28"/>
                <a:gd name="T4" fmla="*/ 22 w 45"/>
                <a:gd name="T5" fmla="*/ 5539 h 28"/>
                <a:gd name="T6" fmla="*/ 29 w 45"/>
                <a:gd name="T7" fmla="*/ 5539 h 28"/>
                <a:gd name="T8" fmla="*/ 29 w 45"/>
                <a:gd name="T9" fmla="*/ 0 h 28"/>
                <a:gd name="T10" fmla="*/ 29 w 45"/>
                <a:gd name="T11" fmla="*/ 0 h 28"/>
                <a:gd name="T12" fmla="*/ 29 w 45"/>
                <a:gd name="T13" fmla="*/ 5539 h 28"/>
                <a:gd name="T14" fmla="*/ 22 w 45"/>
                <a:gd name="T15" fmla="*/ 5539 h 28"/>
                <a:gd name="T16" fmla="*/ 15 w 45"/>
                <a:gd name="T17" fmla="*/ 2855 h 28"/>
                <a:gd name="T18" fmla="*/ 0 w 45"/>
                <a:gd name="T19" fmla="*/ 0 h 28"/>
                <a:gd name="T20" fmla="*/ 0 w 45"/>
                <a:gd name="T21" fmla="*/ 0 h 28"/>
                <a:gd name="T22" fmla="*/ 0 w 45"/>
                <a:gd name="T23" fmla="*/ 0 h 28"/>
                <a:gd name="T24" fmla="*/ 0 w 45"/>
                <a:gd name="T25" fmla="*/ 0 h 28"/>
                <a:gd name="T26" fmla="*/ 0 w 45"/>
                <a:gd name="T27" fmla="*/ 0 h 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5"/>
                <a:gd name="T43" fmla="*/ 0 h 28"/>
                <a:gd name="T44" fmla="*/ 45 w 45"/>
                <a:gd name="T45" fmla="*/ 28 h 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5" h="28">
                  <a:moveTo>
                    <a:pt x="0" y="0"/>
                  </a:moveTo>
                  <a:lnTo>
                    <a:pt x="15" y="14"/>
                  </a:lnTo>
                  <a:lnTo>
                    <a:pt x="30" y="28"/>
                  </a:lnTo>
                  <a:lnTo>
                    <a:pt x="45" y="28"/>
                  </a:lnTo>
                  <a:lnTo>
                    <a:pt x="45" y="0"/>
                  </a:lnTo>
                  <a:lnTo>
                    <a:pt x="45" y="28"/>
                  </a:lnTo>
                  <a:lnTo>
                    <a:pt x="30" y="28"/>
                  </a:lnTo>
                  <a:lnTo>
                    <a:pt x="15" y="14"/>
                  </a:lnTo>
                  <a:lnTo>
                    <a:pt x="0" y="0"/>
                  </a:lnTo>
                  <a:close/>
                  <a:moveTo>
                    <a:pt x="0" y="0"/>
                  </a:moveTo>
                  <a:lnTo>
                    <a:pt x="0" y="0"/>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62" name="Freeform 137">
              <a:extLst>
                <a:ext uri="{FF2B5EF4-FFF2-40B4-BE49-F238E27FC236}">
                  <a16:creationId xmlns:a16="http://schemas.microsoft.com/office/drawing/2014/main" id="{4FC13144-AFC1-DB04-9FA0-260C94D94BE4}"/>
                </a:ext>
              </a:extLst>
            </p:cNvPr>
            <p:cNvSpPr>
              <a:spLocks noEditPoints="1"/>
            </p:cNvSpPr>
            <p:nvPr/>
          </p:nvSpPr>
          <p:spPr bwMode="auto">
            <a:xfrm>
              <a:off x="4239" y="1237"/>
              <a:ext cx="15" cy="115"/>
            </a:xfrm>
            <a:custGeom>
              <a:avLst/>
              <a:gdLst>
                <a:gd name="T0" fmla="*/ 0 w 16"/>
                <a:gd name="T1" fmla="*/ 18362 h 82"/>
                <a:gd name="T2" fmla="*/ 8 w 16"/>
                <a:gd name="T3" fmla="*/ 9231 h 82"/>
                <a:gd name="T4" fmla="*/ 0 w 16"/>
                <a:gd name="T5" fmla="*/ 0 h 82"/>
                <a:gd name="T6" fmla="*/ 0 w 16"/>
                <a:gd name="T7" fmla="*/ 0 h 82"/>
                <a:gd name="T8" fmla="*/ 8 w 16"/>
                <a:gd name="T9" fmla="*/ 9231 h 82"/>
                <a:gd name="T10" fmla="*/ 0 w 16"/>
                <a:gd name="T11" fmla="*/ 18362 h 82"/>
                <a:gd name="T12" fmla="*/ 0 w 16"/>
                <a:gd name="T13" fmla="*/ 18362 h 82"/>
                <a:gd name="T14" fmla="*/ 0 w 16"/>
                <a:gd name="T15" fmla="*/ 18362 h 82"/>
                <a:gd name="T16" fmla="*/ 0 w 16"/>
                <a:gd name="T17" fmla="*/ 18362 h 82"/>
                <a:gd name="T18" fmla="*/ 0 w 16"/>
                <a:gd name="T19" fmla="*/ 18362 h 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82"/>
                <a:gd name="T32" fmla="*/ 16 w 16"/>
                <a:gd name="T33" fmla="*/ 82 h 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82">
                  <a:moveTo>
                    <a:pt x="0" y="82"/>
                  </a:moveTo>
                  <a:lnTo>
                    <a:pt x="16" y="41"/>
                  </a:lnTo>
                  <a:lnTo>
                    <a:pt x="0" y="0"/>
                  </a:lnTo>
                  <a:lnTo>
                    <a:pt x="16" y="41"/>
                  </a:lnTo>
                  <a:lnTo>
                    <a:pt x="0" y="82"/>
                  </a:lnTo>
                  <a:close/>
                  <a:moveTo>
                    <a:pt x="0" y="82"/>
                  </a:moveTo>
                  <a:lnTo>
                    <a:pt x="0" y="82"/>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63" name="Freeform 138">
              <a:extLst>
                <a:ext uri="{FF2B5EF4-FFF2-40B4-BE49-F238E27FC236}">
                  <a16:creationId xmlns:a16="http://schemas.microsoft.com/office/drawing/2014/main" id="{0B39429F-D4D1-8E32-EC9C-828114E0CC33}"/>
                </a:ext>
              </a:extLst>
            </p:cNvPr>
            <p:cNvSpPr>
              <a:spLocks noEditPoints="1"/>
            </p:cNvSpPr>
            <p:nvPr/>
          </p:nvSpPr>
          <p:spPr bwMode="auto">
            <a:xfrm>
              <a:off x="4123" y="1178"/>
              <a:ext cx="116" cy="59"/>
            </a:xfrm>
            <a:custGeom>
              <a:avLst/>
              <a:gdLst>
                <a:gd name="T0" fmla="*/ 70 w 120"/>
                <a:gd name="T1" fmla="*/ 9677 h 42"/>
                <a:gd name="T2" fmla="*/ 44 w 120"/>
                <a:gd name="T3" fmla="*/ 0 h 42"/>
                <a:gd name="T4" fmla="*/ 29 w 120"/>
                <a:gd name="T5" fmla="*/ 0 h 42"/>
                <a:gd name="T6" fmla="*/ 15 w 120"/>
                <a:gd name="T7" fmla="*/ 3248 h 42"/>
                <a:gd name="T8" fmla="*/ 0 w 120"/>
                <a:gd name="T9" fmla="*/ 6410 h 42"/>
                <a:gd name="T10" fmla="*/ 0 w 120"/>
                <a:gd name="T11" fmla="*/ 6410 h 42"/>
                <a:gd name="T12" fmla="*/ 15 w 120"/>
                <a:gd name="T13" fmla="*/ 3248 h 42"/>
                <a:gd name="T14" fmla="*/ 29 w 120"/>
                <a:gd name="T15" fmla="*/ 0 h 42"/>
                <a:gd name="T16" fmla="*/ 44 w 120"/>
                <a:gd name="T17" fmla="*/ 0 h 42"/>
                <a:gd name="T18" fmla="*/ 70 w 120"/>
                <a:gd name="T19" fmla="*/ 9677 h 42"/>
                <a:gd name="T20" fmla="*/ 70 w 120"/>
                <a:gd name="T21" fmla="*/ 9677 h 42"/>
                <a:gd name="T22" fmla="*/ 70 w 120"/>
                <a:gd name="T23" fmla="*/ 9677 h 42"/>
                <a:gd name="T24" fmla="*/ 70 w 120"/>
                <a:gd name="T25" fmla="*/ 9677 h 42"/>
                <a:gd name="T26" fmla="*/ 70 w 120"/>
                <a:gd name="T27" fmla="*/ 9677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
                <a:gd name="T43" fmla="*/ 0 h 42"/>
                <a:gd name="T44" fmla="*/ 120 w 120"/>
                <a:gd name="T45" fmla="*/ 42 h 4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 h="42">
                  <a:moveTo>
                    <a:pt x="120" y="42"/>
                  </a:moveTo>
                  <a:lnTo>
                    <a:pt x="75" y="0"/>
                  </a:lnTo>
                  <a:lnTo>
                    <a:pt x="45" y="0"/>
                  </a:lnTo>
                  <a:lnTo>
                    <a:pt x="15" y="14"/>
                  </a:lnTo>
                  <a:lnTo>
                    <a:pt x="0" y="28"/>
                  </a:lnTo>
                  <a:lnTo>
                    <a:pt x="15" y="14"/>
                  </a:lnTo>
                  <a:lnTo>
                    <a:pt x="45" y="0"/>
                  </a:lnTo>
                  <a:lnTo>
                    <a:pt x="75" y="0"/>
                  </a:lnTo>
                  <a:lnTo>
                    <a:pt x="120" y="42"/>
                  </a:lnTo>
                  <a:close/>
                  <a:moveTo>
                    <a:pt x="120" y="42"/>
                  </a:moveTo>
                  <a:lnTo>
                    <a:pt x="120" y="42"/>
                  </a:lnTo>
                  <a:close/>
                </a:path>
              </a:pathLst>
            </a:custGeom>
            <a:noFill/>
            <a:ln w="63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64" name="Freeform 139">
              <a:extLst>
                <a:ext uri="{FF2B5EF4-FFF2-40B4-BE49-F238E27FC236}">
                  <a16:creationId xmlns:a16="http://schemas.microsoft.com/office/drawing/2014/main" id="{457E28E3-E503-D60D-9C32-4683CED42287}"/>
                </a:ext>
              </a:extLst>
            </p:cNvPr>
            <p:cNvSpPr>
              <a:spLocks/>
            </p:cNvSpPr>
            <p:nvPr/>
          </p:nvSpPr>
          <p:spPr bwMode="auto">
            <a:xfrm>
              <a:off x="4096" y="1217"/>
              <a:ext cx="27" cy="57"/>
            </a:xfrm>
            <a:custGeom>
              <a:avLst/>
              <a:gdLst>
                <a:gd name="T0" fmla="*/ 5 w 30"/>
                <a:gd name="T1" fmla="*/ 0 h 41"/>
                <a:gd name="T2" fmla="*/ 5 w 30"/>
                <a:gd name="T3" fmla="*/ 2623 h 41"/>
                <a:gd name="T4" fmla="*/ 0 w 30"/>
                <a:gd name="T5" fmla="*/ 7999 h 41"/>
                <a:gd name="T6" fmla="*/ 0 w 30"/>
                <a:gd name="T7" fmla="*/ 7999 h 41"/>
                <a:gd name="T8" fmla="*/ 5 w 30"/>
                <a:gd name="T9" fmla="*/ 2623 h 41"/>
                <a:gd name="T10" fmla="*/ 5 w 30"/>
                <a:gd name="T11" fmla="*/ 0 h 41"/>
                <a:gd name="T12" fmla="*/ 5 w 30"/>
                <a:gd name="T13" fmla="*/ 0 h 41"/>
                <a:gd name="T14" fmla="*/ 0 60000 65536"/>
                <a:gd name="T15" fmla="*/ 0 60000 65536"/>
                <a:gd name="T16" fmla="*/ 0 60000 65536"/>
                <a:gd name="T17" fmla="*/ 0 60000 65536"/>
                <a:gd name="T18" fmla="*/ 0 60000 65536"/>
                <a:gd name="T19" fmla="*/ 0 60000 65536"/>
                <a:gd name="T20" fmla="*/ 0 60000 65536"/>
                <a:gd name="T21" fmla="*/ 0 w 30"/>
                <a:gd name="T22" fmla="*/ 0 h 41"/>
                <a:gd name="T23" fmla="*/ 30 w 30"/>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41">
                  <a:moveTo>
                    <a:pt x="30" y="0"/>
                  </a:moveTo>
                  <a:lnTo>
                    <a:pt x="15" y="14"/>
                  </a:lnTo>
                  <a:lnTo>
                    <a:pt x="0" y="41"/>
                  </a:lnTo>
                  <a:lnTo>
                    <a:pt x="15" y="14"/>
                  </a:lnTo>
                  <a:lnTo>
                    <a:pt x="30" y="0"/>
                  </a:lnTo>
                  <a:close/>
                </a:path>
              </a:pathLst>
            </a:custGeom>
            <a:solidFill>
              <a:schemeClr val="bg1"/>
            </a:solidFill>
            <a:ln w="6350">
              <a:solidFill>
                <a:srgbClr val="FFFF00"/>
              </a:solidFill>
              <a:round/>
              <a:headEnd/>
              <a:tailEnd/>
            </a:ln>
          </p:spPr>
          <p:txBody>
            <a:bodyPr/>
            <a:lstStyle/>
            <a:p>
              <a:endParaRPr lang="zh-CN" altLang="en-US"/>
            </a:p>
          </p:txBody>
        </p:sp>
        <p:sp>
          <p:nvSpPr>
            <p:cNvPr id="17465" name="Freeform 140">
              <a:extLst>
                <a:ext uri="{FF2B5EF4-FFF2-40B4-BE49-F238E27FC236}">
                  <a16:creationId xmlns:a16="http://schemas.microsoft.com/office/drawing/2014/main" id="{A8EE22A0-B397-B814-508D-2EAFB77D17DA}"/>
                </a:ext>
              </a:extLst>
            </p:cNvPr>
            <p:cNvSpPr>
              <a:spLocks noEditPoints="1"/>
            </p:cNvSpPr>
            <p:nvPr/>
          </p:nvSpPr>
          <p:spPr bwMode="auto">
            <a:xfrm>
              <a:off x="4096" y="1274"/>
              <a:ext cx="0" cy="117"/>
            </a:xfrm>
            <a:custGeom>
              <a:avLst/>
              <a:gdLst>
                <a:gd name="T0" fmla="*/ 0 h 83"/>
                <a:gd name="T1" fmla="*/ 20173 h 83"/>
                <a:gd name="T2" fmla="*/ 20173 h 83"/>
                <a:gd name="T3" fmla="*/ 0 h 83"/>
                <a:gd name="T4" fmla="*/ 0 h 83"/>
                <a:gd name="T5" fmla="*/ 0 h 83"/>
                <a:gd name="T6" fmla="*/ 0 h 83"/>
                <a:gd name="T7" fmla="*/ 0 h 83"/>
                <a:gd name="T8" fmla="*/ 0 60000 65536"/>
                <a:gd name="T9" fmla="*/ 0 60000 65536"/>
                <a:gd name="T10" fmla="*/ 0 60000 65536"/>
                <a:gd name="T11" fmla="*/ 0 60000 65536"/>
                <a:gd name="T12" fmla="*/ 0 60000 65536"/>
                <a:gd name="T13" fmla="*/ 0 60000 65536"/>
                <a:gd name="T14" fmla="*/ 0 60000 65536"/>
                <a:gd name="T15" fmla="*/ 0 60000 65536"/>
                <a:gd name="T16" fmla="*/ 0 h 83"/>
                <a:gd name="T17" fmla="*/ 83 h 83"/>
              </a:gdLst>
              <a:ahLst/>
              <a:cxnLst>
                <a:cxn ang="T8">
                  <a:pos x="0" y="T0"/>
                </a:cxn>
                <a:cxn ang="T9">
                  <a:pos x="0" y="T1"/>
                </a:cxn>
                <a:cxn ang="T10">
                  <a:pos x="0" y="T2"/>
                </a:cxn>
                <a:cxn ang="T11">
                  <a:pos x="0" y="T3"/>
                </a:cxn>
                <a:cxn ang="T12">
                  <a:pos x="0" y="T4"/>
                </a:cxn>
                <a:cxn ang="T13">
                  <a:pos x="0" y="T5"/>
                </a:cxn>
                <a:cxn ang="T14">
                  <a:pos x="0" y="T6"/>
                </a:cxn>
                <a:cxn ang="T15">
                  <a:pos x="0" y="T7"/>
                </a:cxn>
              </a:cxnLst>
              <a:rect l="0" t="T16" r="0" b="T17"/>
              <a:pathLst>
                <a:path h="83">
                  <a:moveTo>
                    <a:pt x="0" y="0"/>
                  </a:moveTo>
                  <a:lnTo>
                    <a:pt x="0" y="83"/>
                  </a:lnTo>
                  <a:lnTo>
                    <a:pt x="0" y="0"/>
                  </a:lnTo>
                  <a:close/>
                  <a:moveTo>
                    <a:pt x="0" y="0"/>
                  </a:moveTo>
                  <a:lnTo>
                    <a:pt x="0" y="0"/>
                  </a:lnTo>
                  <a:close/>
                </a:path>
              </a:pathLst>
            </a:custGeom>
            <a:solidFill>
              <a:schemeClr val="bg1"/>
            </a:solidFill>
            <a:ln w="6350">
              <a:solidFill>
                <a:srgbClr val="FFFF00"/>
              </a:solidFill>
              <a:round/>
              <a:headEnd/>
              <a:tailEnd/>
            </a:ln>
          </p:spPr>
          <p:txBody>
            <a:bodyPr/>
            <a:lstStyle/>
            <a:p>
              <a:endParaRPr lang="zh-CN" altLang="en-US"/>
            </a:p>
          </p:txBody>
        </p:sp>
        <p:sp>
          <p:nvSpPr>
            <p:cNvPr id="17466" name="Freeform 141">
              <a:extLst>
                <a:ext uri="{FF2B5EF4-FFF2-40B4-BE49-F238E27FC236}">
                  <a16:creationId xmlns:a16="http://schemas.microsoft.com/office/drawing/2014/main" id="{9A2EB295-557C-B319-AF6C-9655735D26DC}"/>
                </a:ext>
              </a:extLst>
            </p:cNvPr>
            <p:cNvSpPr>
              <a:spLocks noEditPoints="1"/>
            </p:cNvSpPr>
            <p:nvPr/>
          </p:nvSpPr>
          <p:spPr bwMode="auto">
            <a:xfrm>
              <a:off x="4096" y="1391"/>
              <a:ext cx="56" cy="39"/>
            </a:xfrm>
            <a:custGeom>
              <a:avLst/>
              <a:gdLst>
                <a:gd name="T0" fmla="*/ 0 w 60"/>
                <a:gd name="T1" fmla="*/ 0 h 27"/>
                <a:gd name="T2" fmla="*/ 10 w 60"/>
                <a:gd name="T3" fmla="*/ 9627 h 27"/>
                <a:gd name="T4" fmla="*/ 16 w 60"/>
                <a:gd name="T5" fmla="*/ 9627 h 27"/>
                <a:gd name="T6" fmla="*/ 20 w 60"/>
                <a:gd name="T7" fmla="*/ 0 h 27"/>
                <a:gd name="T8" fmla="*/ 20 w 60"/>
                <a:gd name="T9" fmla="*/ 0 h 27"/>
                <a:gd name="T10" fmla="*/ 16 w 60"/>
                <a:gd name="T11" fmla="*/ 9627 h 27"/>
                <a:gd name="T12" fmla="*/ 10 w 60"/>
                <a:gd name="T13" fmla="*/ 9627 h 27"/>
                <a:gd name="T14" fmla="*/ 0 w 60"/>
                <a:gd name="T15" fmla="*/ 0 h 27"/>
                <a:gd name="T16" fmla="*/ 0 w 60"/>
                <a:gd name="T17" fmla="*/ 0 h 27"/>
                <a:gd name="T18" fmla="*/ 0 w 60"/>
                <a:gd name="T19" fmla="*/ 0 h 27"/>
                <a:gd name="T20" fmla="*/ 0 w 60"/>
                <a:gd name="T21" fmla="*/ 0 h 27"/>
                <a:gd name="T22" fmla="*/ 0 w 60"/>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
                <a:gd name="T37" fmla="*/ 0 h 27"/>
                <a:gd name="T38" fmla="*/ 60 w 60"/>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 h="27">
                  <a:moveTo>
                    <a:pt x="0" y="0"/>
                  </a:moveTo>
                  <a:lnTo>
                    <a:pt x="30" y="27"/>
                  </a:lnTo>
                  <a:lnTo>
                    <a:pt x="45" y="27"/>
                  </a:lnTo>
                  <a:lnTo>
                    <a:pt x="60" y="0"/>
                  </a:lnTo>
                  <a:lnTo>
                    <a:pt x="45" y="27"/>
                  </a:lnTo>
                  <a:lnTo>
                    <a:pt x="30" y="27"/>
                  </a:lnTo>
                  <a:lnTo>
                    <a:pt x="0" y="0"/>
                  </a:lnTo>
                  <a:close/>
                  <a:moveTo>
                    <a:pt x="0" y="0"/>
                  </a:moveTo>
                  <a:lnTo>
                    <a:pt x="0" y="0"/>
                  </a:lnTo>
                  <a:close/>
                </a:path>
              </a:pathLst>
            </a:custGeom>
            <a:solidFill>
              <a:schemeClr val="bg1"/>
            </a:solidFill>
            <a:ln w="6350">
              <a:solidFill>
                <a:srgbClr val="FFFF00"/>
              </a:solidFill>
              <a:round/>
              <a:headEnd/>
              <a:tailEnd/>
            </a:ln>
          </p:spPr>
          <p:txBody>
            <a:bodyPr/>
            <a:lstStyle/>
            <a:p>
              <a:endParaRPr lang="zh-CN" altLang="en-US"/>
            </a:p>
          </p:txBody>
        </p:sp>
        <p:sp>
          <p:nvSpPr>
            <p:cNvPr id="17467" name="Freeform 142">
              <a:extLst>
                <a:ext uri="{FF2B5EF4-FFF2-40B4-BE49-F238E27FC236}">
                  <a16:creationId xmlns:a16="http://schemas.microsoft.com/office/drawing/2014/main" id="{DF7145EB-87CB-AC87-4148-F3E00FBBD969}"/>
                </a:ext>
              </a:extLst>
            </p:cNvPr>
            <p:cNvSpPr>
              <a:spLocks noEditPoints="1"/>
            </p:cNvSpPr>
            <p:nvPr/>
          </p:nvSpPr>
          <p:spPr bwMode="auto">
            <a:xfrm>
              <a:off x="4138" y="1255"/>
              <a:ext cx="14" cy="136"/>
            </a:xfrm>
            <a:custGeom>
              <a:avLst/>
              <a:gdLst>
                <a:gd name="T0" fmla="*/ 7 w 15"/>
                <a:gd name="T1" fmla="*/ 21694 h 97"/>
                <a:gd name="T2" fmla="*/ 7 w 15"/>
                <a:gd name="T3" fmla="*/ 12194 h 97"/>
                <a:gd name="T4" fmla="*/ 0 w 15"/>
                <a:gd name="T5" fmla="*/ 0 h 97"/>
                <a:gd name="T6" fmla="*/ 0 w 15"/>
                <a:gd name="T7" fmla="*/ 0 h 97"/>
                <a:gd name="T8" fmla="*/ 7 w 15"/>
                <a:gd name="T9" fmla="*/ 12194 h 97"/>
                <a:gd name="T10" fmla="*/ 7 w 15"/>
                <a:gd name="T11" fmla="*/ 21694 h 97"/>
                <a:gd name="T12" fmla="*/ 7 w 15"/>
                <a:gd name="T13" fmla="*/ 21694 h 97"/>
                <a:gd name="T14" fmla="*/ 7 w 15"/>
                <a:gd name="T15" fmla="*/ 21694 h 97"/>
                <a:gd name="T16" fmla="*/ 7 w 15"/>
                <a:gd name="T17" fmla="*/ 21694 h 97"/>
                <a:gd name="T18" fmla="*/ 7 w 15"/>
                <a:gd name="T19" fmla="*/ 21694 h 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97"/>
                <a:gd name="T32" fmla="*/ 15 w 15"/>
                <a:gd name="T33" fmla="*/ 97 h 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97">
                  <a:moveTo>
                    <a:pt x="15" y="97"/>
                  </a:moveTo>
                  <a:lnTo>
                    <a:pt x="15" y="55"/>
                  </a:lnTo>
                  <a:lnTo>
                    <a:pt x="0" y="0"/>
                  </a:lnTo>
                  <a:lnTo>
                    <a:pt x="15" y="55"/>
                  </a:lnTo>
                  <a:lnTo>
                    <a:pt x="15" y="97"/>
                  </a:lnTo>
                  <a:close/>
                  <a:moveTo>
                    <a:pt x="15" y="97"/>
                  </a:moveTo>
                  <a:lnTo>
                    <a:pt x="15" y="97"/>
                  </a:lnTo>
                  <a:close/>
                </a:path>
              </a:pathLst>
            </a:custGeom>
            <a:solidFill>
              <a:schemeClr val="bg1"/>
            </a:solidFill>
            <a:ln w="6350">
              <a:solidFill>
                <a:srgbClr val="FFFF00"/>
              </a:solidFill>
              <a:round/>
              <a:headEnd/>
              <a:tailEnd/>
            </a:ln>
          </p:spPr>
          <p:txBody>
            <a:bodyPr/>
            <a:lstStyle/>
            <a:p>
              <a:endParaRPr lang="zh-CN" altLang="en-US"/>
            </a:p>
          </p:txBody>
        </p:sp>
        <p:sp>
          <p:nvSpPr>
            <p:cNvPr id="17468" name="Freeform 143">
              <a:extLst>
                <a:ext uri="{FF2B5EF4-FFF2-40B4-BE49-F238E27FC236}">
                  <a16:creationId xmlns:a16="http://schemas.microsoft.com/office/drawing/2014/main" id="{9CC44E04-E3CA-2C7F-4AE7-35CA66EA3247}"/>
                </a:ext>
              </a:extLst>
            </p:cNvPr>
            <p:cNvSpPr>
              <a:spLocks noEditPoints="1"/>
            </p:cNvSpPr>
            <p:nvPr/>
          </p:nvSpPr>
          <p:spPr bwMode="auto">
            <a:xfrm>
              <a:off x="4024" y="1197"/>
              <a:ext cx="114" cy="58"/>
            </a:xfrm>
            <a:custGeom>
              <a:avLst/>
              <a:gdLst>
                <a:gd name="T0" fmla="*/ 53 w 120"/>
                <a:gd name="T1" fmla="*/ 10521 h 41"/>
                <a:gd name="T2" fmla="*/ 41 w 120"/>
                <a:gd name="T3" fmla="*/ 3712 h 41"/>
                <a:gd name="T4" fmla="*/ 27 w 120"/>
                <a:gd name="T5" fmla="*/ 0 h 41"/>
                <a:gd name="T6" fmla="*/ 14 w 120"/>
                <a:gd name="T7" fmla="*/ 0 h 41"/>
                <a:gd name="T8" fmla="*/ 0 w 120"/>
                <a:gd name="T9" fmla="*/ 7428 h 41"/>
                <a:gd name="T10" fmla="*/ 0 w 120"/>
                <a:gd name="T11" fmla="*/ 7428 h 41"/>
                <a:gd name="T12" fmla="*/ 14 w 120"/>
                <a:gd name="T13" fmla="*/ 0 h 41"/>
                <a:gd name="T14" fmla="*/ 27 w 120"/>
                <a:gd name="T15" fmla="*/ 0 h 41"/>
                <a:gd name="T16" fmla="*/ 41 w 120"/>
                <a:gd name="T17" fmla="*/ 3712 h 41"/>
                <a:gd name="T18" fmla="*/ 53 w 120"/>
                <a:gd name="T19" fmla="*/ 10521 h 41"/>
                <a:gd name="T20" fmla="*/ 53 w 120"/>
                <a:gd name="T21" fmla="*/ 10521 h 41"/>
                <a:gd name="T22" fmla="*/ 53 w 120"/>
                <a:gd name="T23" fmla="*/ 10521 h 41"/>
                <a:gd name="T24" fmla="*/ 53 w 120"/>
                <a:gd name="T25" fmla="*/ 10521 h 41"/>
                <a:gd name="T26" fmla="*/ 53 w 120"/>
                <a:gd name="T27" fmla="*/ 1052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
                <a:gd name="T43" fmla="*/ 0 h 41"/>
                <a:gd name="T44" fmla="*/ 120 w 120"/>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 h="41">
                  <a:moveTo>
                    <a:pt x="120" y="41"/>
                  </a:moveTo>
                  <a:lnTo>
                    <a:pt x="90" y="14"/>
                  </a:lnTo>
                  <a:lnTo>
                    <a:pt x="60" y="0"/>
                  </a:lnTo>
                  <a:lnTo>
                    <a:pt x="30" y="0"/>
                  </a:lnTo>
                  <a:lnTo>
                    <a:pt x="0" y="28"/>
                  </a:lnTo>
                  <a:lnTo>
                    <a:pt x="30" y="0"/>
                  </a:lnTo>
                  <a:lnTo>
                    <a:pt x="60" y="0"/>
                  </a:lnTo>
                  <a:lnTo>
                    <a:pt x="90" y="14"/>
                  </a:lnTo>
                  <a:lnTo>
                    <a:pt x="120" y="41"/>
                  </a:lnTo>
                  <a:close/>
                  <a:moveTo>
                    <a:pt x="120" y="41"/>
                  </a:moveTo>
                  <a:lnTo>
                    <a:pt x="120" y="41"/>
                  </a:lnTo>
                  <a:close/>
                </a:path>
              </a:pathLst>
            </a:custGeom>
            <a:solidFill>
              <a:schemeClr val="bg1"/>
            </a:solidFill>
            <a:ln w="6350">
              <a:solidFill>
                <a:srgbClr val="FFFF00"/>
              </a:solidFill>
              <a:round/>
              <a:headEnd/>
              <a:tailEnd/>
            </a:ln>
          </p:spPr>
          <p:txBody>
            <a:bodyPr/>
            <a:lstStyle/>
            <a:p>
              <a:endParaRPr lang="zh-CN" altLang="en-US"/>
            </a:p>
          </p:txBody>
        </p:sp>
      </p:grpSp>
      <p:sp>
        <p:nvSpPr>
          <p:cNvPr id="261264" name="AutoShape 144">
            <a:extLst>
              <a:ext uri="{FF2B5EF4-FFF2-40B4-BE49-F238E27FC236}">
                <a16:creationId xmlns:a16="http://schemas.microsoft.com/office/drawing/2014/main" id="{79F9EA60-4670-479C-687E-AC165C1357ED}"/>
              </a:ext>
            </a:extLst>
          </p:cNvPr>
          <p:cNvSpPr>
            <a:spLocks noChangeArrowheads="1"/>
          </p:cNvSpPr>
          <p:nvPr/>
        </p:nvSpPr>
        <p:spPr bwMode="auto">
          <a:xfrm rot="5526343">
            <a:off x="8047038" y="4546600"/>
            <a:ext cx="822325" cy="434975"/>
          </a:xfrm>
          <a:prstGeom prst="can">
            <a:avLst>
              <a:gd name="adj" fmla="val 48542"/>
            </a:avLst>
          </a:prstGeom>
          <a:gradFill rotWithShape="0">
            <a:gsLst>
              <a:gs pos="0">
                <a:srgbClr val="3366FF"/>
              </a:gs>
              <a:gs pos="100000">
                <a:srgbClr val="182F76"/>
              </a:gs>
            </a:gsLst>
            <a:lin ang="0" scaled="1"/>
          </a:gra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1265" name="Rectangle 145">
            <a:extLst>
              <a:ext uri="{FF2B5EF4-FFF2-40B4-BE49-F238E27FC236}">
                <a16:creationId xmlns:a16="http://schemas.microsoft.com/office/drawing/2014/main" id="{18279C3C-6BE5-0DA6-B376-B3AF1795F6A0}"/>
              </a:ext>
            </a:extLst>
          </p:cNvPr>
          <p:cNvSpPr>
            <a:spLocks noChangeArrowheads="1"/>
          </p:cNvSpPr>
          <p:nvPr/>
        </p:nvSpPr>
        <p:spPr bwMode="auto">
          <a:xfrm>
            <a:off x="4816475" y="5183188"/>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sz="2000">
                <a:solidFill>
                  <a:srgbClr val="FFFF00"/>
                </a:solidFill>
                <a:latin typeface="宋体" panose="02010600030101010101" pitchFamily="2" charset="-122"/>
              </a:rPr>
              <a:t>线圈</a:t>
            </a:r>
          </a:p>
        </p:txBody>
      </p:sp>
      <p:sp>
        <p:nvSpPr>
          <p:cNvPr id="261266" name="Rectangle 146">
            <a:extLst>
              <a:ext uri="{FF2B5EF4-FFF2-40B4-BE49-F238E27FC236}">
                <a16:creationId xmlns:a16="http://schemas.microsoft.com/office/drawing/2014/main" id="{8B4327AB-E6E6-0E92-A442-78083638D88C}"/>
              </a:ext>
            </a:extLst>
          </p:cNvPr>
          <p:cNvSpPr>
            <a:spLocks noChangeArrowheads="1"/>
          </p:cNvSpPr>
          <p:nvPr/>
        </p:nvSpPr>
        <p:spPr bwMode="auto">
          <a:xfrm>
            <a:off x="8093075" y="5259388"/>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sz="2000">
                <a:solidFill>
                  <a:srgbClr val="FFFF00"/>
                </a:solidFill>
                <a:latin typeface="宋体" panose="02010600030101010101" pitchFamily="2" charset="-122"/>
              </a:rPr>
              <a:t>线圈</a:t>
            </a:r>
          </a:p>
        </p:txBody>
      </p:sp>
      <p:graphicFrame>
        <p:nvGraphicFramePr>
          <p:cNvPr id="261267" name="Object 10">
            <a:extLst>
              <a:ext uri="{FF2B5EF4-FFF2-40B4-BE49-F238E27FC236}">
                <a16:creationId xmlns:a16="http://schemas.microsoft.com/office/drawing/2014/main" id="{37475EC0-5938-F4C7-05CA-CBFC4B18943E}"/>
              </a:ext>
            </a:extLst>
          </p:cNvPr>
          <p:cNvGraphicFramePr>
            <a:graphicFrameLocks/>
          </p:cNvGraphicFramePr>
          <p:nvPr/>
        </p:nvGraphicFramePr>
        <p:xfrm>
          <a:off x="5730875" y="3683000"/>
          <a:ext cx="280988" cy="341313"/>
        </p:xfrm>
        <a:graphic>
          <a:graphicData uri="http://schemas.openxmlformats.org/presentationml/2006/ole">
            <mc:AlternateContent xmlns:mc="http://schemas.openxmlformats.org/markup-compatibility/2006">
              <mc:Choice xmlns:v="urn:schemas-microsoft-com:vml" Requires="v">
                <p:oleObj name="Equation" r:id="rId16" imgW="243840" imgH="304745" progId="Equation.3">
                  <p:embed/>
                </p:oleObj>
              </mc:Choice>
              <mc:Fallback>
                <p:oleObj name="Equation" r:id="rId16" imgW="243840" imgH="304745" progId="Equation.3">
                  <p:embed/>
                  <p:pic>
                    <p:nvPicPr>
                      <p:cNvPr id="0" name="Object 1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30875" y="3683000"/>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268" name="Text Box 148">
            <a:extLst>
              <a:ext uri="{FF2B5EF4-FFF2-40B4-BE49-F238E27FC236}">
                <a16:creationId xmlns:a16="http://schemas.microsoft.com/office/drawing/2014/main" id="{90784388-7C1A-F086-3B8A-1A0F6416DB41}"/>
              </a:ext>
            </a:extLst>
          </p:cNvPr>
          <p:cNvSpPr txBox="1">
            <a:spLocks noChangeArrowheads="1"/>
          </p:cNvSpPr>
          <p:nvPr/>
        </p:nvSpPr>
        <p:spPr bwMode="auto">
          <a:xfrm>
            <a:off x="6027738" y="5818188"/>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楷体_GB2312" pitchFamily="49" charset="-122"/>
                <a:ea typeface="楷体_GB2312" pitchFamily="49" charset="-122"/>
              </a:rPr>
              <a:t>高温等离子体</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2000"/>
                                        <p:tgtEl>
                                          <p:spTgt spid="3"/>
                                        </p:tgtEl>
                                      </p:cBhvr>
                                    </p:animEffect>
                                  </p:childTnLst>
                                </p:cTn>
                              </p:par>
                            </p:childTnLst>
                          </p:cTn>
                        </p:par>
                        <p:par>
                          <p:cTn id="8" fill="hold" nodeType="afterGroup">
                            <p:stCondLst>
                              <p:cond delay="2000"/>
                            </p:stCondLst>
                            <p:childTnLst>
                              <p:par>
                                <p:cTn id="9" presetID="1" presetClass="entr" presetSubtype="0" fill="hold" nodeType="afterEffect">
                                  <p:stCondLst>
                                    <p:cond delay="0"/>
                                  </p:stCondLst>
                                  <p:childTnLst>
                                    <p:set>
                                      <p:cBhvr>
                                        <p:cTn id="10" dur="1" fill="hold">
                                          <p:stCondLst>
                                            <p:cond delay="499"/>
                                          </p:stCondLst>
                                        </p:cTn>
                                        <p:tgtEl>
                                          <p:spTgt spid="2611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6115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261141"/>
                                        </p:tgtEl>
                                        <p:attrNameLst>
                                          <p:attrName>style.visibility</p:attrName>
                                        </p:attrNameLst>
                                      </p:cBhvr>
                                      <p:to>
                                        <p:strVal val="visible"/>
                                      </p:to>
                                    </p:set>
                                    <p:animEffect transition="in" filter="wipe(up)">
                                      <p:cBhvr>
                                        <p:cTn id="19" dur="500"/>
                                        <p:tgtEl>
                                          <p:spTgt spid="261141"/>
                                        </p:tgtEl>
                                      </p:cBhvr>
                                    </p:animEffect>
                                  </p:childTnLst>
                                </p:cTn>
                              </p:par>
                            </p:childTnLst>
                          </p:cTn>
                        </p:par>
                        <p:par>
                          <p:cTn id="20" fill="hold" nodeType="afterGroup">
                            <p:stCondLst>
                              <p:cond delay="500"/>
                            </p:stCondLst>
                            <p:childTnLst>
                              <p:par>
                                <p:cTn id="21" presetID="1" presetClass="entr" presetSubtype="0" fill="hold" nodeType="afterEffect">
                                  <p:stCondLst>
                                    <p:cond delay="0"/>
                                  </p:stCondLst>
                                  <p:childTnLst>
                                    <p:set>
                                      <p:cBhvr>
                                        <p:cTn id="22" dur="1" fill="hold">
                                          <p:stCondLst>
                                            <p:cond delay="499"/>
                                          </p:stCondLst>
                                        </p:cTn>
                                        <p:tgtEl>
                                          <p:spTgt spid="261136"/>
                                        </p:tgtEl>
                                        <p:attrNameLst>
                                          <p:attrName>style.visibility</p:attrName>
                                        </p:attrNameLst>
                                      </p:cBhvr>
                                      <p:to>
                                        <p:strVal val="visible"/>
                                      </p:to>
                                    </p:set>
                                  </p:childTnLst>
                                </p:cTn>
                              </p:par>
                            </p:childTnLst>
                          </p:cTn>
                        </p:par>
                        <p:par>
                          <p:cTn id="23" fill="hold" nodeType="afterGroup">
                            <p:stCondLst>
                              <p:cond delay="1000"/>
                            </p:stCondLst>
                            <p:childTnLst>
                              <p:par>
                                <p:cTn id="24" presetID="12" presetClass="entr" presetSubtype="8"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slide(fromLeft)">
                                      <p:cBhvr>
                                        <p:cTn id="26" dur="20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61144"/>
                                        </p:tgtEl>
                                        <p:attrNameLst>
                                          <p:attrName>style.visibility</p:attrName>
                                        </p:attrNameLst>
                                      </p:cBhvr>
                                      <p:to>
                                        <p:strVal val="visible"/>
                                      </p:to>
                                    </p:set>
                                    <p:animEffect transition="in" filter="wipe(left)">
                                      <p:cBhvr>
                                        <p:cTn id="31" dur="500"/>
                                        <p:tgtEl>
                                          <p:spTgt spid="26114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61143"/>
                                        </p:tgtEl>
                                        <p:attrNameLst>
                                          <p:attrName>style.visibility</p:attrName>
                                        </p:attrNameLst>
                                      </p:cBhvr>
                                      <p:to>
                                        <p:strVal val="visible"/>
                                      </p:to>
                                    </p:set>
                                    <p:animEffect transition="in" filter="wipe(left)">
                                      <p:cBhvr>
                                        <p:cTn id="36" dur="500"/>
                                        <p:tgtEl>
                                          <p:spTgt spid="2611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61145"/>
                                        </p:tgtEl>
                                        <p:attrNameLst>
                                          <p:attrName>style.visibility</p:attrName>
                                        </p:attrNameLst>
                                      </p:cBhvr>
                                      <p:to>
                                        <p:strVal val="visible"/>
                                      </p:to>
                                    </p:set>
                                    <p:animEffect transition="in" filter="wipe(left)">
                                      <p:cBhvr>
                                        <p:cTn id="41" dur="500"/>
                                        <p:tgtEl>
                                          <p:spTgt spid="26114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261138"/>
                                        </p:tgtEl>
                                        <p:attrNameLst>
                                          <p:attrName>style.visibility</p:attrName>
                                        </p:attrNameLst>
                                      </p:cBhvr>
                                      <p:to>
                                        <p:strVal val="visible"/>
                                      </p:to>
                                    </p:set>
                                  </p:childTnLst>
                                </p:cTn>
                              </p:par>
                            </p:childTnLst>
                          </p:cTn>
                        </p:par>
                        <p:par>
                          <p:cTn id="46" fill="hold" nodeType="afterGroup">
                            <p:stCondLst>
                              <p:cond delay="500"/>
                            </p:stCondLst>
                            <p:childTnLst>
                              <p:par>
                                <p:cTn id="47" presetID="1" presetClass="entr" presetSubtype="0" fill="hold" nodeType="afterEffect">
                                  <p:stCondLst>
                                    <p:cond delay="0"/>
                                  </p:stCondLst>
                                  <p:childTnLst>
                                    <p:set>
                                      <p:cBhvr>
                                        <p:cTn id="48" dur="1" fill="hold">
                                          <p:stCondLst>
                                            <p:cond delay="499"/>
                                          </p:stCondLst>
                                        </p:cTn>
                                        <p:tgtEl>
                                          <p:spTgt spid="261139"/>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261137"/>
                                        </p:tgtEl>
                                        <p:attrNameLst>
                                          <p:attrName>style.visibility</p:attrName>
                                        </p:attrNameLst>
                                      </p:cBhvr>
                                      <p:to>
                                        <p:strVal val="visible"/>
                                      </p:to>
                                    </p:set>
                                  </p:childTnLst>
                                </p:cTn>
                              </p:par>
                            </p:childTnLst>
                          </p:cTn>
                        </p:par>
                        <p:par>
                          <p:cTn id="53" fill="hold" nodeType="afterGroup">
                            <p:stCondLst>
                              <p:cond delay="500"/>
                            </p:stCondLst>
                            <p:childTnLst>
                              <p:par>
                                <p:cTn id="54" presetID="1" presetClass="entr" presetSubtype="0" fill="hold" nodeType="afterEffect">
                                  <p:stCondLst>
                                    <p:cond delay="0"/>
                                  </p:stCondLst>
                                  <p:childTnLst>
                                    <p:set>
                                      <p:cBhvr>
                                        <p:cTn id="55" dur="1" fill="hold">
                                          <p:stCondLst>
                                            <p:cond delay="499"/>
                                          </p:stCondLst>
                                        </p:cTn>
                                        <p:tgtEl>
                                          <p:spTgt spid="261140"/>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61146"/>
                                        </p:tgtEl>
                                        <p:attrNameLst>
                                          <p:attrName>style.visibility</p:attrName>
                                        </p:attrNameLst>
                                      </p:cBhvr>
                                      <p:to>
                                        <p:strVal val="visible"/>
                                      </p:to>
                                    </p:set>
                                    <p:animEffect transition="in" filter="wipe(left)">
                                      <p:cBhvr>
                                        <p:cTn id="60" dur="500"/>
                                        <p:tgtEl>
                                          <p:spTgt spid="261146"/>
                                        </p:tgtEl>
                                      </p:cBhvr>
                                    </p:animEffect>
                                  </p:childTnLst>
                                </p:cTn>
                              </p:par>
                            </p:childTnLst>
                          </p:cTn>
                        </p:par>
                        <p:par>
                          <p:cTn id="61" fill="hold" nodeType="afterGroup">
                            <p:stCondLst>
                              <p:cond delay="500"/>
                            </p:stCondLst>
                            <p:childTnLst>
                              <p:par>
                                <p:cTn id="62" presetID="22" presetClass="entr" presetSubtype="8" fill="hold" nodeType="afterEffect">
                                  <p:stCondLst>
                                    <p:cond delay="0"/>
                                  </p:stCondLst>
                                  <p:iterate type="wd">
                                    <p:tmPct val="43000"/>
                                  </p:iterate>
                                  <p:childTnLst>
                                    <p:set>
                                      <p:cBhvr>
                                        <p:cTn id="63" dur="1" fill="hold">
                                          <p:stCondLst>
                                            <p:cond delay="0"/>
                                          </p:stCondLst>
                                        </p:cTn>
                                        <p:tgtEl>
                                          <p:spTgt spid="261134"/>
                                        </p:tgtEl>
                                        <p:attrNameLst>
                                          <p:attrName>style.visibility</p:attrName>
                                        </p:attrNameLst>
                                      </p:cBhvr>
                                      <p:to>
                                        <p:strVal val="visible"/>
                                      </p:to>
                                    </p:set>
                                    <p:animEffect transition="in" filter="wipe(left)">
                                      <p:cBhvr>
                                        <p:cTn id="64" dur="500"/>
                                        <p:tgtEl>
                                          <p:spTgt spid="26113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4" presetClass="entr" presetSubtype="32" fill="hold" nodeType="clickEffect">
                                  <p:stCondLst>
                                    <p:cond delay="0"/>
                                  </p:stCondLst>
                                  <p:childTnLst>
                                    <p:set>
                                      <p:cBhvr>
                                        <p:cTn id="68" dur="1" fill="hold">
                                          <p:stCondLst>
                                            <p:cond delay="0"/>
                                          </p:stCondLst>
                                        </p:cTn>
                                        <p:tgtEl>
                                          <p:spTgt spid="261147"/>
                                        </p:tgtEl>
                                        <p:attrNameLst>
                                          <p:attrName>style.visibility</p:attrName>
                                        </p:attrNameLst>
                                      </p:cBhvr>
                                      <p:to>
                                        <p:strVal val="visible"/>
                                      </p:to>
                                    </p:set>
                                    <p:animEffect transition="in" filter="box(out)">
                                      <p:cBhvr>
                                        <p:cTn id="69" dur="500"/>
                                        <p:tgtEl>
                                          <p:spTgt spid="26114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61148"/>
                                        </p:tgtEl>
                                        <p:attrNameLst>
                                          <p:attrName>style.visibility</p:attrName>
                                        </p:attrNameLst>
                                      </p:cBhvr>
                                      <p:to>
                                        <p:strVal val="visible"/>
                                      </p:to>
                                    </p:set>
                                    <p:animEffect transition="in" filter="wipe(left)">
                                      <p:cBhvr>
                                        <p:cTn id="74" dur="2000"/>
                                        <p:tgtEl>
                                          <p:spTgt spid="26114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61150"/>
                                        </p:tgtEl>
                                        <p:attrNameLst>
                                          <p:attrName>style.visibility</p:attrName>
                                        </p:attrNameLst>
                                      </p:cBhvr>
                                      <p:to>
                                        <p:strVal val="visible"/>
                                      </p:to>
                                    </p:set>
                                    <p:animEffect transition="in" filter="wipe(left)">
                                      <p:cBhvr>
                                        <p:cTn id="79" dur="500"/>
                                        <p:tgtEl>
                                          <p:spTgt spid="26115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261149"/>
                                        </p:tgtEl>
                                        <p:attrNameLst>
                                          <p:attrName>style.visibility</p:attrName>
                                        </p:attrNameLst>
                                      </p:cBhvr>
                                      <p:to>
                                        <p:strVal val="visible"/>
                                      </p:to>
                                    </p:set>
                                    <p:animEffect transition="in" filter="wipe(left)">
                                      <p:cBhvr>
                                        <p:cTn id="84" dur="500"/>
                                        <p:tgtEl>
                                          <p:spTgt spid="26114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261159"/>
                                        </p:tgtEl>
                                        <p:attrNameLst>
                                          <p:attrName>style.visibility</p:attrName>
                                        </p:attrNameLst>
                                      </p:cBhvr>
                                      <p:to>
                                        <p:strVal val="visible"/>
                                      </p:to>
                                    </p:set>
                                    <p:animEffect transition="in" filter="wipe(left)">
                                      <p:cBhvr>
                                        <p:cTn id="89" dur="500"/>
                                        <p:tgtEl>
                                          <p:spTgt spid="261159"/>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499"/>
                                          </p:stCondLst>
                                        </p:cTn>
                                        <p:tgtEl>
                                          <p:spTgt spid="261161"/>
                                        </p:tgtEl>
                                        <p:attrNameLst>
                                          <p:attrName>style.visibility</p:attrName>
                                        </p:attrNameLst>
                                      </p:cBhvr>
                                      <p:to>
                                        <p:strVal val="visible"/>
                                      </p:to>
                                    </p:set>
                                  </p:childTnLst>
                                </p:cTn>
                              </p:par>
                            </p:childTnLst>
                          </p:cTn>
                        </p:par>
                        <p:par>
                          <p:cTn id="94" fill="hold" nodeType="afterGroup">
                            <p:stCondLst>
                              <p:cond delay="500"/>
                            </p:stCondLst>
                            <p:childTnLst>
                              <p:par>
                                <p:cTn id="95" presetID="1" presetClass="entr" presetSubtype="0" fill="hold" nodeType="afterEffect">
                                  <p:stCondLst>
                                    <p:cond delay="0"/>
                                  </p:stCondLst>
                                  <p:childTnLst>
                                    <p:set>
                                      <p:cBhvr>
                                        <p:cTn id="96" dur="1" fill="hold">
                                          <p:stCondLst>
                                            <p:cond delay="499"/>
                                          </p:stCondLst>
                                        </p:cTn>
                                        <p:tgtEl>
                                          <p:spTgt spid="261265"/>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499"/>
                                          </p:stCondLst>
                                        </p:cTn>
                                        <p:tgtEl>
                                          <p:spTgt spid="261264"/>
                                        </p:tgtEl>
                                        <p:attrNameLst>
                                          <p:attrName>style.visibility</p:attrName>
                                        </p:attrNameLst>
                                      </p:cBhvr>
                                      <p:to>
                                        <p:strVal val="visible"/>
                                      </p:to>
                                    </p:set>
                                  </p:childTnLst>
                                </p:cTn>
                              </p:par>
                            </p:childTnLst>
                          </p:cTn>
                        </p:par>
                        <p:par>
                          <p:cTn id="101" fill="hold" nodeType="afterGroup">
                            <p:stCondLst>
                              <p:cond delay="500"/>
                            </p:stCondLst>
                            <p:childTnLst>
                              <p:par>
                                <p:cTn id="102" presetID="1" presetClass="entr" presetSubtype="0" fill="hold" nodeType="afterEffect">
                                  <p:stCondLst>
                                    <p:cond delay="0"/>
                                  </p:stCondLst>
                                  <p:childTnLst>
                                    <p:set>
                                      <p:cBhvr>
                                        <p:cTn id="103" dur="1" fill="hold">
                                          <p:stCondLst>
                                            <p:cond delay="499"/>
                                          </p:stCondLst>
                                        </p:cTn>
                                        <p:tgtEl>
                                          <p:spTgt spid="261266"/>
                                        </p:tgtEl>
                                        <p:attrNameLst>
                                          <p:attrName>style.visibility</p:attrName>
                                        </p:attrNameLst>
                                      </p:cBhvr>
                                      <p:to>
                                        <p:strVal val="visible"/>
                                      </p:to>
                                    </p:se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5"/>
                                        </p:tgtEl>
                                        <p:attrNameLst>
                                          <p:attrName>style.visibility</p:attrName>
                                        </p:attrNameLst>
                                      </p:cBhvr>
                                      <p:to>
                                        <p:strVal val="visible"/>
                                      </p:to>
                                    </p:set>
                                    <p:animEffect transition="in" filter="wipe(left)">
                                      <p:cBhvr>
                                        <p:cTn id="108" dur="500"/>
                                        <p:tgtEl>
                                          <p:spTgt spid="5"/>
                                        </p:tgtEl>
                                      </p:cBhvr>
                                    </p:animEffect>
                                  </p:childTnLst>
                                </p:cTn>
                              </p:par>
                            </p:childTnLst>
                          </p:cTn>
                        </p:par>
                        <p:par>
                          <p:cTn id="109" fill="hold" nodeType="afterGroup">
                            <p:stCondLst>
                              <p:cond delay="500"/>
                            </p:stCondLst>
                            <p:childTnLst>
                              <p:par>
                                <p:cTn id="110" presetID="22" presetClass="entr" presetSubtype="8" fill="hold" nodeType="afterEffect">
                                  <p:stCondLst>
                                    <p:cond delay="0"/>
                                  </p:stCondLst>
                                  <p:childTnLst>
                                    <p:set>
                                      <p:cBhvr>
                                        <p:cTn id="111" dur="1" fill="hold">
                                          <p:stCondLst>
                                            <p:cond delay="0"/>
                                          </p:stCondLst>
                                        </p:cTn>
                                        <p:tgtEl>
                                          <p:spTgt spid="4"/>
                                        </p:tgtEl>
                                        <p:attrNameLst>
                                          <p:attrName>style.visibility</p:attrName>
                                        </p:attrNameLst>
                                      </p:cBhvr>
                                      <p:to>
                                        <p:strVal val="visible"/>
                                      </p:to>
                                    </p:set>
                                    <p:animEffect transition="in" filter="wipe(left)">
                                      <p:cBhvr>
                                        <p:cTn id="112" dur="500"/>
                                        <p:tgtEl>
                                          <p:spTgt spid="4"/>
                                        </p:tgtEl>
                                      </p:cBhvr>
                                    </p:animEffect>
                                  </p:childTnLst>
                                </p:cTn>
                              </p:par>
                            </p:childTnLst>
                          </p:cTn>
                        </p:par>
                        <p:par>
                          <p:cTn id="113" fill="hold" nodeType="afterGroup">
                            <p:stCondLst>
                              <p:cond delay="1000"/>
                            </p:stCondLst>
                            <p:childTnLst>
                              <p:par>
                                <p:cTn id="114" presetID="1" presetClass="entr" presetSubtype="0" fill="hold" nodeType="afterEffect">
                                  <p:stCondLst>
                                    <p:cond delay="0"/>
                                  </p:stCondLst>
                                  <p:childTnLst>
                                    <p:set>
                                      <p:cBhvr>
                                        <p:cTn id="115" dur="1" fill="hold">
                                          <p:stCondLst>
                                            <p:cond delay="499"/>
                                          </p:stCondLst>
                                        </p:cTn>
                                        <p:tgtEl>
                                          <p:spTgt spid="261267"/>
                                        </p:tgtEl>
                                        <p:attrNameLst>
                                          <p:attrName>style.visibility</p:attrName>
                                        </p:attrNameLst>
                                      </p:cBhvr>
                                      <p:to>
                                        <p:strVal val="visible"/>
                                      </p:to>
                                    </p:se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261268"/>
                                        </p:tgtEl>
                                        <p:attrNameLst>
                                          <p:attrName>style.visibility</p:attrName>
                                        </p:attrNameLst>
                                      </p:cBhvr>
                                      <p:to>
                                        <p:strVal val="visible"/>
                                      </p:to>
                                    </p:set>
                                    <p:animEffect transition="in" filter="wipe(left)">
                                      <p:cBhvr>
                                        <p:cTn id="120" dur="500"/>
                                        <p:tgtEl>
                                          <p:spTgt spid="261268"/>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6"/>
                                        </p:tgtEl>
                                        <p:attrNameLst>
                                          <p:attrName>style.visibility</p:attrName>
                                        </p:attrNameLst>
                                      </p:cBhvr>
                                      <p:to>
                                        <p:strVal val="visible"/>
                                      </p:to>
                                    </p:set>
                                    <p:animEffect transition="in" filter="wipe(left)">
                                      <p:cBhvr>
                                        <p:cTn id="125" dur="500"/>
                                        <p:tgtEl>
                                          <p:spTgt spid="6"/>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7"/>
                                        </p:tgtEl>
                                        <p:attrNameLst>
                                          <p:attrName>style.visibility</p:attrName>
                                        </p:attrNameLst>
                                      </p:cBhvr>
                                      <p:to>
                                        <p:strVal val="visible"/>
                                      </p:to>
                                    </p:set>
                                    <p:animEffect transition="in" filter="wipe(left)">
                                      <p:cBhvr>
                                        <p:cTn id="130" dur="500"/>
                                        <p:tgtEl>
                                          <p:spTgt spid="7"/>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8"/>
                                        </p:tgtEl>
                                        <p:attrNameLst>
                                          <p:attrName>style.visibility</p:attrName>
                                        </p:attrNameLst>
                                      </p:cBhvr>
                                      <p:to>
                                        <p:strVal val="visible"/>
                                      </p:to>
                                    </p:set>
                                    <p:animEffect transition="in" filter="wipe(left)">
                                      <p:cBhvr>
                                        <p:cTn id="135" dur="500"/>
                                        <p:tgtEl>
                                          <p:spTgt spid="8"/>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261160"/>
                                        </p:tgtEl>
                                        <p:attrNameLst>
                                          <p:attrName>style.visibility</p:attrName>
                                        </p:attrNameLst>
                                      </p:cBhvr>
                                      <p:to>
                                        <p:strVal val="visible"/>
                                      </p:to>
                                    </p:set>
                                    <p:animEffect transition="in" filter="wipe(left)">
                                      <p:cBhvr>
                                        <p:cTn id="140" dur="500"/>
                                        <p:tgtEl>
                                          <p:spTgt spid="261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34" grpId="0" autoUpdateAnimBg="0"/>
      <p:bldP spid="261147" grpId="0" animBg="1" autoUpdateAnimBg="0"/>
      <p:bldP spid="261148" grpId="0" autoUpdateAnimBg="0"/>
      <p:bldP spid="261149" grpId="0" autoUpdateAnimBg="0"/>
      <p:bldP spid="261150" grpId="0" autoUpdateAnimBg="0"/>
      <p:bldP spid="261158" grpId="0" animBg="1"/>
      <p:bldP spid="261159" grpId="0" autoUpdateAnimBg="0"/>
      <p:bldP spid="261160" grpId="0" autoUpdateAnimBg="0"/>
      <p:bldP spid="261161" grpId="0" animBg="1"/>
      <p:bldP spid="261264" grpId="0" animBg="1"/>
      <p:bldP spid="261265" grpId="0" autoUpdateAnimBg="0"/>
      <p:bldP spid="261266" grpId="0" autoUpdateAnimBg="0"/>
      <p:bldP spid="26126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极光">
            <a:extLst>
              <a:ext uri="{FF2B5EF4-FFF2-40B4-BE49-F238E27FC236}">
                <a16:creationId xmlns:a16="http://schemas.microsoft.com/office/drawing/2014/main" id="{FC53F4B3-728E-0583-B983-92D6890F0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928813"/>
            <a:ext cx="78486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Text Box 3">
            <a:extLst>
              <a:ext uri="{FF2B5EF4-FFF2-40B4-BE49-F238E27FC236}">
                <a16:creationId xmlns:a16="http://schemas.microsoft.com/office/drawing/2014/main" id="{B7F68347-7F18-C640-A071-DC0F43940C64}"/>
              </a:ext>
            </a:extLst>
          </p:cNvPr>
          <p:cNvSpPr txBox="1">
            <a:spLocks noChangeArrowheads="1"/>
          </p:cNvSpPr>
          <p:nvPr/>
        </p:nvSpPr>
        <p:spPr bwMode="auto">
          <a:xfrm>
            <a:off x="357188" y="214313"/>
            <a:ext cx="2057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Times New Roman" panose="02020603050405020304" pitchFamily="18" charset="0"/>
                <a:ea typeface="宋体" panose="02010600030101010101" pitchFamily="2" charset="-122"/>
              </a:defRPr>
            </a:lvl1pPr>
            <a:lvl2pPr marL="742950" indent="-285750" defTabSz="762000">
              <a:defRPr sz="2400" b="1">
                <a:solidFill>
                  <a:schemeClr val="bg1"/>
                </a:solidFill>
                <a:latin typeface="Times New Roman" panose="02020603050405020304" pitchFamily="18" charset="0"/>
                <a:ea typeface="宋体" panose="02010600030101010101" pitchFamily="2" charset="-122"/>
              </a:defRPr>
            </a:lvl2pPr>
            <a:lvl3pPr marL="1143000" indent="-228600" defTabSz="762000">
              <a:defRPr sz="2400" b="1">
                <a:solidFill>
                  <a:schemeClr val="bg1"/>
                </a:solidFill>
                <a:latin typeface="Times New Roman" panose="02020603050405020304" pitchFamily="18" charset="0"/>
                <a:ea typeface="宋体" panose="02010600030101010101" pitchFamily="2" charset="-122"/>
              </a:defRPr>
            </a:lvl3pPr>
            <a:lvl4pPr marL="1600200" indent="-228600" defTabSz="762000">
              <a:defRPr sz="2400" b="1">
                <a:solidFill>
                  <a:schemeClr val="bg1"/>
                </a:solidFill>
                <a:latin typeface="Times New Roman" panose="02020603050405020304" pitchFamily="18" charset="0"/>
                <a:ea typeface="宋体" panose="02010600030101010101" pitchFamily="2" charset="-122"/>
              </a:defRPr>
            </a:lvl4pPr>
            <a:lvl5pPr marL="2057400" indent="-228600" defTabSz="762000">
              <a:defRPr sz="2400" b="1">
                <a:solidFill>
                  <a:schemeClr val="bg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3200">
                <a:solidFill>
                  <a:srgbClr val="00FFFF"/>
                </a:solidFill>
                <a:ea typeface="楷体_GB2312" pitchFamily="49" charset="-122"/>
              </a:rPr>
              <a:t>极光</a:t>
            </a:r>
          </a:p>
        </p:txBody>
      </p:sp>
      <p:sp>
        <p:nvSpPr>
          <p:cNvPr id="46084" name="Text Box 4">
            <a:extLst>
              <a:ext uri="{FF2B5EF4-FFF2-40B4-BE49-F238E27FC236}">
                <a16:creationId xmlns:a16="http://schemas.microsoft.com/office/drawing/2014/main" id="{BA9A2426-5243-A630-DB52-B42FA5A33C41}"/>
              </a:ext>
            </a:extLst>
          </p:cNvPr>
          <p:cNvSpPr txBox="1">
            <a:spLocks noChangeArrowheads="1"/>
          </p:cNvSpPr>
          <p:nvPr/>
        </p:nvSpPr>
        <p:spPr bwMode="auto">
          <a:xfrm>
            <a:off x="609600" y="1143000"/>
            <a:ext cx="7239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Times New Roman" panose="02020603050405020304" pitchFamily="18" charset="0"/>
                <a:ea typeface="宋体" panose="02010600030101010101" pitchFamily="2" charset="-122"/>
              </a:defRPr>
            </a:lvl1pPr>
            <a:lvl2pPr marL="742950" indent="-285750" defTabSz="762000">
              <a:defRPr sz="2400" b="1">
                <a:solidFill>
                  <a:schemeClr val="bg1"/>
                </a:solidFill>
                <a:latin typeface="Times New Roman" panose="02020603050405020304" pitchFamily="18" charset="0"/>
                <a:ea typeface="宋体" panose="02010600030101010101" pitchFamily="2" charset="-122"/>
              </a:defRPr>
            </a:lvl2pPr>
            <a:lvl3pPr marL="1143000" indent="-228600" defTabSz="762000">
              <a:defRPr sz="2400" b="1">
                <a:solidFill>
                  <a:schemeClr val="bg1"/>
                </a:solidFill>
                <a:latin typeface="Times New Roman" panose="02020603050405020304" pitchFamily="18" charset="0"/>
                <a:ea typeface="宋体" panose="02010600030101010101" pitchFamily="2" charset="-122"/>
              </a:defRPr>
            </a:lvl3pPr>
            <a:lvl4pPr marL="1600200" indent="-228600" defTabSz="762000">
              <a:defRPr sz="2400" b="1">
                <a:solidFill>
                  <a:schemeClr val="bg1"/>
                </a:solidFill>
                <a:latin typeface="Times New Roman" panose="02020603050405020304" pitchFamily="18" charset="0"/>
                <a:ea typeface="宋体" panose="02010600030101010101" pitchFamily="2" charset="-122"/>
              </a:defRPr>
            </a:lvl4pPr>
            <a:lvl5pPr marL="2057400" indent="-228600" defTabSz="762000">
              <a:defRPr sz="2400" b="1">
                <a:solidFill>
                  <a:schemeClr val="bg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3200">
                <a:solidFill>
                  <a:srgbClr val="FF5050"/>
                </a:solidFill>
                <a:ea typeface="楷体_GB2312" pitchFamily="49" charset="-122"/>
              </a:rPr>
              <a:t>由于地磁场俘获带电粒子而出现的现象</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blinds(horizontal)">
                                      <p:cBhvr>
                                        <p:cTn id="7" dur="500"/>
                                        <p:tgtEl>
                                          <p:spTgt spid="460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6084"/>
                                        </p:tgtEl>
                                        <p:attrNameLst>
                                          <p:attrName>style.visibility</p:attrName>
                                        </p:attrNameLst>
                                      </p:cBhvr>
                                      <p:to>
                                        <p:strVal val="visible"/>
                                      </p:to>
                                    </p:set>
                                    <p:animEffect transition="in" filter="blinds(horizontal)">
                                      <p:cBhvr>
                                        <p:cTn id="12" dur="500"/>
                                        <p:tgtEl>
                                          <p:spTgt spid="460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6082"/>
                                        </p:tgtEl>
                                        <p:attrNameLst>
                                          <p:attrName>style.visibility</p:attrName>
                                        </p:attrNameLst>
                                      </p:cBhvr>
                                      <p:to>
                                        <p:strVal val="visible"/>
                                      </p:to>
                                    </p:set>
                                    <p:animEffect transition="in" filter="blinds(horizontal)">
                                      <p:cBhvr>
                                        <p:cTn id="17" dur="500"/>
                                        <p:tgtEl>
                                          <p:spTgt spid="46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autoUpdateAnimBg="0"/>
      <p:bldP spid="4608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147" name="Text Box 51">
            <a:extLst>
              <a:ext uri="{FF2B5EF4-FFF2-40B4-BE49-F238E27FC236}">
                <a16:creationId xmlns:a16="http://schemas.microsoft.com/office/drawing/2014/main" id="{A523EAAB-CF27-3529-68B3-D2636D89FE56}"/>
              </a:ext>
            </a:extLst>
          </p:cNvPr>
          <p:cNvSpPr txBox="1">
            <a:spLocks noChangeArrowheads="1"/>
          </p:cNvSpPr>
          <p:nvPr/>
        </p:nvSpPr>
        <p:spPr bwMode="auto">
          <a:xfrm>
            <a:off x="6972300" y="49323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t>a</a:t>
            </a:r>
          </a:p>
        </p:txBody>
      </p:sp>
      <p:sp>
        <p:nvSpPr>
          <p:cNvPr id="260148" name="Oval 52">
            <a:extLst>
              <a:ext uri="{FF2B5EF4-FFF2-40B4-BE49-F238E27FC236}">
                <a16:creationId xmlns:a16="http://schemas.microsoft.com/office/drawing/2014/main" id="{DBED3446-7969-2FDA-CED1-F20A289ED2AB}"/>
              </a:ext>
            </a:extLst>
          </p:cNvPr>
          <p:cNvSpPr>
            <a:spLocks noChangeAspect="1" noChangeArrowheads="1"/>
          </p:cNvSpPr>
          <p:nvPr/>
        </p:nvSpPr>
        <p:spPr bwMode="auto">
          <a:xfrm>
            <a:off x="4859338" y="33575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49" name="Oval 53">
            <a:extLst>
              <a:ext uri="{FF2B5EF4-FFF2-40B4-BE49-F238E27FC236}">
                <a16:creationId xmlns:a16="http://schemas.microsoft.com/office/drawing/2014/main" id="{7A1F1719-8D86-E979-3F9B-3C4221E1973D}"/>
              </a:ext>
            </a:extLst>
          </p:cNvPr>
          <p:cNvSpPr>
            <a:spLocks noChangeAspect="1" noChangeArrowheads="1"/>
          </p:cNvSpPr>
          <p:nvPr/>
        </p:nvSpPr>
        <p:spPr bwMode="auto">
          <a:xfrm>
            <a:off x="7380288" y="33575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0" name="Oval 54">
            <a:extLst>
              <a:ext uri="{FF2B5EF4-FFF2-40B4-BE49-F238E27FC236}">
                <a16:creationId xmlns:a16="http://schemas.microsoft.com/office/drawing/2014/main" id="{3C1B2007-812D-7072-D6C1-241ECF579163}"/>
              </a:ext>
            </a:extLst>
          </p:cNvPr>
          <p:cNvSpPr>
            <a:spLocks noChangeAspect="1" noChangeArrowheads="1"/>
          </p:cNvSpPr>
          <p:nvPr/>
        </p:nvSpPr>
        <p:spPr bwMode="auto">
          <a:xfrm>
            <a:off x="4643438" y="35734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1" name="Oval 55">
            <a:extLst>
              <a:ext uri="{FF2B5EF4-FFF2-40B4-BE49-F238E27FC236}">
                <a16:creationId xmlns:a16="http://schemas.microsoft.com/office/drawing/2014/main" id="{8213BEAC-156C-87BE-3F75-617E5945B3AE}"/>
              </a:ext>
            </a:extLst>
          </p:cNvPr>
          <p:cNvSpPr>
            <a:spLocks noChangeAspect="1" noChangeArrowheads="1"/>
          </p:cNvSpPr>
          <p:nvPr/>
        </p:nvSpPr>
        <p:spPr bwMode="auto">
          <a:xfrm>
            <a:off x="5219700" y="35734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2" name="Oval 56">
            <a:extLst>
              <a:ext uri="{FF2B5EF4-FFF2-40B4-BE49-F238E27FC236}">
                <a16:creationId xmlns:a16="http://schemas.microsoft.com/office/drawing/2014/main" id="{45AF4B18-FB41-9122-D375-CF2A6ADCF950}"/>
              </a:ext>
            </a:extLst>
          </p:cNvPr>
          <p:cNvSpPr>
            <a:spLocks noChangeAspect="1" noChangeArrowheads="1"/>
          </p:cNvSpPr>
          <p:nvPr/>
        </p:nvSpPr>
        <p:spPr bwMode="auto">
          <a:xfrm>
            <a:off x="6877050" y="35734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3" name="Oval 57">
            <a:extLst>
              <a:ext uri="{FF2B5EF4-FFF2-40B4-BE49-F238E27FC236}">
                <a16:creationId xmlns:a16="http://schemas.microsoft.com/office/drawing/2014/main" id="{DE34154E-D214-B96D-2AE1-7A60C45E4310}"/>
              </a:ext>
            </a:extLst>
          </p:cNvPr>
          <p:cNvSpPr>
            <a:spLocks noChangeAspect="1" noChangeArrowheads="1"/>
          </p:cNvSpPr>
          <p:nvPr/>
        </p:nvSpPr>
        <p:spPr bwMode="auto">
          <a:xfrm>
            <a:off x="4427538" y="33575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4" name="Oval 58">
            <a:extLst>
              <a:ext uri="{FF2B5EF4-FFF2-40B4-BE49-F238E27FC236}">
                <a16:creationId xmlns:a16="http://schemas.microsoft.com/office/drawing/2014/main" id="{8C819C62-6296-BFBE-CAEA-9DFBB945C28D}"/>
              </a:ext>
            </a:extLst>
          </p:cNvPr>
          <p:cNvSpPr>
            <a:spLocks noChangeAspect="1" noChangeArrowheads="1"/>
          </p:cNvSpPr>
          <p:nvPr/>
        </p:nvSpPr>
        <p:spPr bwMode="auto">
          <a:xfrm>
            <a:off x="5651500" y="3500438"/>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5" name="Oval 59">
            <a:extLst>
              <a:ext uri="{FF2B5EF4-FFF2-40B4-BE49-F238E27FC236}">
                <a16:creationId xmlns:a16="http://schemas.microsoft.com/office/drawing/2014/main" id="{E36620E4-C539-871A-7A07-D51B33F095A5}"/>
              </a:ext>
            </a:extLst>
          </p:cNvPr>
          <p:cNvSpPr>
            <a:spLocks noChangeAspect="1" noChangeArrowheads="1"/>
          </p:cNvSpPr>
          <p:nvPr/>
        </p:nvSpPr>
        <p:spPr bwMode="auto">
          <a:xfrm>
            <a:off x="5867400" y="3284538"/>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6" name="Oval 60">
            <a:extLst>
              <a:ext uri="{FF2B5EF4-FFF2-40B4-BE49-F238E27FC236}">
                <a16:creationId xmlns:a16="http://schemas.microsoft.com/office/drawing/2014/main" id="{F8869618-0093-3913-20B6-AC995F1F22F7}"/>
              </a:ext>
            </a:extLst>
          </p:cNvPr>
          <p:cNvSpPr>
            <a:spLocks noChangeAspect="1" noChangeArrowheads="1"/>
          </p:cNvSpPr>
          <p:nvPr/>
        </p:nvSpPr>
        <p:spPr bwMode="auto">
          <a:xfrm>
            <a:off x="7667625" y="3284538"/>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7" name="Oval 61">
            <a:extLst>
              <a:ext uri="{FF2B5EF4-FFF2-40B4-BE49-F238E27FC236}">
                <a16:creationId xmlns:a16="http://schemas.microsoft.com/office/drawing/2014/main" id="{A8D100AA-2D0E-49F4-F225-A0877A415BC5}"/>
              </a:ext>
            </a:extLst>
          </p:cNvPr>
          <p:cNvSpPr>
            <a:spLocks noChangeAspect="1" noChangeArrowheads="1"/>
          </p:cNvSpPr>
          <p:nvPr/>
        </p:nvSpPr>
        <p:spPr bwMode="auto">
          <a:xfrm>
            <a:off x="5867400" y="3644900"/>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8" name="Oval 62">
            <a:extLst>
              <a:ext uri="{FF2B5EF4-FFF2-40B4-BE49-F238E27FC236}">
                <a16:creationId xmlns:a16="http://schemas.microsoft.com/office/drawing/2014/main" id="{95C17D93-7579-14E9-1743-E6AD57BE9C30}"/>
              </a:ext>
            </a:extLst>
          </p:cNvPr>
          <p:cNvSpPr>
            <a:spLocks noChangeAspect="1" noChangeArrowheads="1"/>
          </p:cNvSpPr>
          <p:nvPr/>
        </p:nvSpPr>
        <p:spPr bwMode="auto">
          <a:xfrm>
            <a:off x="4067175" y="3644900"/>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59" name="Oval 63">
            <a:extLst>
              <a:ext uri="{FF2B5EF4-FFF2-40B4-BE49-F238E27FC236}">
                <a16:creationId xmlns:a16="http://schemas.microsoft.com/office/drawing/2014/main" id="{939E03A8-0FCF-CD9E-96A1-5776E09383B5}"/>
              </a:ext>
            </a:extLst>
          </p:cNvPr>
          <p:cNvSpPr>
            <a:spLocks noChangeAspect="1" noChangeArrowheads="1"/>
          </p:cNvSpPr>
          <p:nvPr/>
        </p:nvSpPr>
        <p:spPr bwMode="auto">
          <a:xfrm>
            <a:off x="6804025" y="3284538"/>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0" name="Oval 64">
            <a:extLst>
              <a:ext uri="{FF2B5EF4-FFF2-40B4-BE49-F238E27FC236}">
                <a16:creationId xmlns:a16="http://schemas.microsoft.com/office/drawing/2014/main" id="{BE74D29F-D9B4-12CA-E5FA-AE8814BB6663}"/>
              </a:ext>
            </a:extLst>
          </p:cNvPr>
          <p:cNvSpPr>
            <a:spLocks noChangeAspect="1" noChangeArrowheads="1"/>
          </p:cNvSpPr>
          <p:nvPr/>
        </p:nvSpPr>
        <p:spPr bwMode="auto">
          <a:xfrm>
            <a:off x="6227763" y="35734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1" name="Oval 65">
            <a:extLst>
              <a:ext uri="{FF2B5EF4-FFF2-40B4-BE49-F238E27FC236}">
                <a16:creationId xmlns:a16="http://schemas.microsoft.com/office/drawing/2014/main" id="{C6E95E2D-AD92-0C01-39E5-11B6A654A93C}"/>
              </a:ext>
            </a:extLst>
          </p:cNvPr>
          <p:cNvSpPr>
            <a:spLocks noChangeAspect="1" noChangeArrowheads="1"/>
          </p:cNvSpPr>
          <p:nvPr/>
        </p:nvSpPr>
        <p:spPr bwMode="auto">
          <a:xfrm>
            <a:off x="5364163" y="33575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2" name="Oval 66">
            <a:extLst>
              <a:ext uri="{FF2B5EF4-FFF2-40B4-BE49-F238E27FC236}">
                <a16:creationId xmlns:a16="http://schemas.microsoft.com/office/drawing/2014/main" id="{0A3B14F8-834C-83DB-00C5-8C77C54429B6}"/>
              </a:ext>
            </a:extLst>
          </p:cNvPr>
          <p:cNvSpPr>
            <a:spLocks noChangeAspect="1" noChangeArrowheads="1"/>
          </p:cNvSpPr>
          <p:nvPr/>
        </p:nvSpPr>
        <p:spPr bwMode="auto">
          <a:xfrm>
            <a:off x="6159500" y="3576638"/>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3" name="Oval 67">
            <a:extLst>
              <a:ext uri="{FF2B5EF4-FFF2-40B4-BE49-F238E27FC236}">
                <a16:creationId xmlns:a16="http://schemas.microsoft.com/office/drawing/2014/main" id="{F4965B9E-448E-69FB-BCF8-DCC38661D6AF}"/>
              </a:ext>
            </a:extLst>
          </p:cNvPr>
          <p:cNvSpPr>
            <a:spLocks noChangeAspect="1" noChangeArrowheads="1"/>
          </p:cNvSpPr>
          <p:nvPr/>
        </p:nvSpPr>
        <p:spPr bwMode="auto">
          <a:xfrm>
            <a:off x="4572000" y="40052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4" name="Oval 68">
            <a:extLst>
              <a:ext uri="{FF2B5EF4-FFF2-40B4-BE49-F238E27FC236}">
                <a16:creationId xmlns:a16="http://schemas.microsoft.com/office/drawing/2014/main" id="{E406F22A-38AA-2928-7FC3-AB028B226813}"/>
              </a:ext>
            </a:extLst>
          </p:cNvPr>
          <p:cNvSpPr>
            <a:spLocks noChangeAspect="1" noChangeArrowheads="1"/>
          </p:cNvSpPr>
          <p:nvPr/>
        </p:nvSpPr>
        <p:spPr bwMode="auto">
          <a:xfrm>
            <a:off x="5219700" y="4149725"/>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5" name="Oval 69">
            <a:extLst>
              <a:ext uri="{FF2B5EF4-FFF2-40B4-BE49-F238E27FC236}">
                <a16:creationId xmlns:a16="http://schemas.microsoft.com/office/drawing/2014/main" id="{B5C571C8-9F5A-E3B5-7FE9-7CDB218B6599}"/>
              </a:ext>
            </a:extLst>
          </p:cNvPr>
          <p:cNvSpPr>
            <a:spLocks noChangeAspect="1" noChangeArrowheads="1"/>
          </p:cNvSpPr>
          <p:nvPr/>
        </p:nvSpPr>
        <p:spPr bwMode="auto">
          <a:xfrm>
            <a:off x="6661150" y="42211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6" name="Oval 70">
            <a:extLst>
              <a:ext uri="{FF2B5EF4-FFF2-40B4-BE49-F238E27FC236}">
                <a16:creationId xmlns:a16="http://schemas.microsoft.com/office/drawing/2014/main" id="{D75CCA43-2169-1F63-409A-67B9B4158F54}"/>
              </a:ext>
            </a:extLst>
          </p:cNvPr>
          <p:cNvSpPr>
            <a:spLocks noChangeAspect="1" noChangeArrowheads="1"/>
          </p:cNvSpPr>
          <p:nvPr/>
        </p:nvSpPr>
        <p:spPr bwMode="auto">
          <a:xfrm>
            <a:off x="5795963" y="4149725"/>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7" name="Oval 71">
            <a:extLst>
              <a:ext uri="{FF2B5EF4-FFF2-40B4-BE49-F238E27FC236}">
                <a16:creationId xmlns:a16="http://schemas.microsoft.com/office/drawing/2014/main" id="{F63431CF-81B3-090D-9C92-2C64B0308C78}"/>
              </a:ext>
            </a:extLst>
          </p:cNvPr>
          <p:cNvSpPr>
            <a:spLocks noChangeAspect="1" noChangeArrowheads="1"/>
          </p:cNvSpPr>
          <p:nvPr/>
        </p:nvSpPr>
        <p:spPr bwMode="auto">
          <a:xfrm>
            <a:off x="4500563" y="4581525"/>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8" name="Oval 72">
            <a:extLst>
              <a:ext uri="{FF2B5EF4-FFF2-40B4-BE49-F238E27FC236}">
                <a16:creationId xmlns:a16="http://schemas.microsoft.com/office/drawing/2014/main" id="{42ECB1F9-2886-9CAC-BB34-7109C59D00DB}"/>
              </a:ext>
            </a:extLst>
          </p:cNvPr>
          <p:cNvSpPr>
            <a:spLocks noChangeAspect="1" noChangeArrowheads="1"/>
          </p:cNvSpPr>
          <p:nvPr/>
        </p:nvSpPr>
        <p:spPr bwMode="auto">
          <a:xfrm>
            <a:off x="7019925" y="4581525"/>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69" name="Oval 73">
            <a:extLst>
              <a:ext uri="{FF2B5EF4-FFF2-40B4-BE49-F238E27FC236}">
                <a16:creationId xmlns:a16="http://schemas.microsoft.com/office/drawing/2014/main" id="{7C378D75-0DAE-BAC6-BCAD-7E8493793655}"/>
              </a:ext>
            </a:extLst>
          </p:cNvPr>
          <p:cNvSpPr>
            <a:spLocks noChangeAspect="1" noChangeArrowheads="1"/>
          </p:cNvSpPr>
          <p:nvPr/>
        </p:nvSpPr>
        <p:spPr bwMode="auto">
          <a:xfrm>
            <a:off x="6588125" y="465296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0" name="Oval 74">
            <a:extLst>
              <a:ext uri="{FF2B5EF4-FFF2-40B4-BE49-F238E27FC236}">
                <a16:creationId xmlns:a16="http://schemas.microsoft.com/office/drawing/2014/main" id="{A4D1DED2-88B5-1666-1AC7-51694082AB8D}"/>
              </a:ext>
            </a:extLst>
          </p:cNvPr>
          <p:cNvSpPr>
            <a:spLocks noChangeAspect="1" noChangeArrowheads="1"/>
          </p:cNvSpPr>
          <p:nvPr/>
        </p:nvSpPr>
        <p:spPr bwMode="auto">
          <a:xfrm>
            <a:off x="4503738" y="3863975"/>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1" name="Oval 75">
            <a:extLst>
              <a:ext uri="{FF2B5EF4-FFF2-40B4-BE49-F238E27FC236}">
                <a16:creationId xmlns:a16="http://schemas.microsoft.com/office/drawing/2014/main" id="{FFE4397E-9B0A-FCDC-AB3F-78F7E76A7BCE}"/>
              </a:ext>
            </a:extLst>
          </p:cNvPr>
          <p:cNvSpPr>
            <a:spLocks noChangeAspect="1" noChangeArrowheads="1"/>
          </p:cNvSpPr>
          <p:nvPr/>
        </p:nvSpPr>
        <p:spPr bwMode="auto">
          <a:xfrm>
            <a:off x="5222875" y="3792538"/>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2" name="Oval 76">
            <a:extLst>
              <a:ext uri="{FF2B5EF4-FFF2-40B4-BE49-F238E27FC236}">
                <a16:creationId xmlns:a16="http://schemas.microsoft.com/office/drawing/2014/main" id="{4B3122F6-413F-CCD7-DF2F-3D4D80B4B16E}"/>
              </a:ext>
            </a:extLst>
          </p:cNvPr>
          <p:cNvSpPr>
            <a:spLocks noChangeAspect="1" noChangeArrowheads="1"/>
          </p:cNvSpPr>
          <p:nvPr/>
        </p:nvSpPr>
        <p:spPr bwMode="auto">
          <a:xfrm>
            <a:off x="6591300" y="4008438"/>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3" name="Oval 77">
            <a:extLst>
              <a:ext uri="{FF2B5EF4-FFF2-40B4-BE49-F238E27FC236}">
                <a16:creationId xmlns:a16="http://schemas.microsoft.com/office/drawing/2014/main" id="{D1818D36-E1F5-2774-8017-60A5618D475B}"/>
              </a:ext>
            </a:extLst>
          </p:cNvPr>
          <p:cNvSpPr>
            <a:spLocks noChangeAspect="1" noChangeArrowheads="1"/>
          </p:cNvSpPr>
          <p:nvPr/>
        </p:nvSpPr>
        <p:spPr bwMode="auto">
          <a:xfrm>
            <a:off x="5580063" y="3935413"/>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4" name="Oval 78">
            <a:extLst>
              <a:ext uri="{FF2B5EF4-FFF2-40B4-BE49-F238E27FC236}">
                <a16:creationId xmlns:a16="http://schemas.microsoft.com/office/drawing/2014/main" id="{26233398-7FA5-59EC-AE6E-568D8E36D50E}"/>
              </a:ext>
            </a:extLst>
          </p:cNvPr>
          <p:cNvSpPr>
            <a:spLocks noChangeAspect="1" noChangeArrowheads="1"/>
          </p:cNvSpPr>
          <p:nvPr/>
        </p:nvSpPr>
        <p:spPr bwMode="auto">
          <a:xfrm>
            <a:off x="4284663" y="4292600"/>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5" name="Oval 79">
            <a:extLst>
              <a:ext uri="{FF2B5EF4-FFF2-40B4-BE49-F238E27FC236}">
                <a16:creationId xmlns:a16="http://schemas.microsoft.com/office/drawing/2014/main" id="{1B17286E-FEC2-C0D9-392C-0B6AFD692B2B}"/>
              </a:ext>
            </a:extLst>
          </p:cNvPr>
          <p:cNvSpPr>
            <a:spLocks noChangeAspect="1" noChangeArrowheads="1"/>
          </p:cNvSpPr>
          <p:nvPr/>
        </p:nvSpPr>
        <p:spPr bwMode="auto">
          <a:xfrm>
            <a:off x="6303963" y="3360738"/>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6" name="Oval 80">
            <a:extLst>
              <a:ext uri="{FF2B5EF4-FFF2-40B4-BE49-F238E27FC236}">
                <a16:creationId xmlns:a16="http://schemas.microsoft.com/office/drawing/2014/main" id="{DAED6E23-CF6D-36F1-85FD-8CDE68BB92BB}"/>
              </a:ext>
            </a:extLst>
          </p:cNvPr>
          <p:cNvSpPr>
            <a:spLocks noChangeAspect="1" noChangeArrowheads="1"/>
          </p:cNvSpPr>
          <p:nvPr/>
        </p:nvSpPr>
        <p:spPr bwMode="auto">
          <a:xfrm>
            <a:off x="7023100" y="4292600"/>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7" name="Oval 81">
            <a:extLst>
              <a:ext uri="{FF2B5EF4-FFF2-40B4-BE49-F238E27FC236}">
                <a16:creationId xmlns:a16="http://schemas.microsoft.com/office/drawing/2014/main" id="{82923314-471F-845D-93C9-0FFEA4CA03F0}"/>
              </a:ext>
            </a:extLst>
          </p:cNvPr>
          <p:cNvSpPr>
            <a:spLocks noChangeAspect="1" noChangeArrowheads="1"/>
          </p:cNvSpPr>
          <p:nvPr/>
        </p:nvSpPr>
        <p:spPr bwMode="auto">
          <a:xfrm>
            <a:off x="6372225" y="4365625"/>
            <a:ext cx="212725" cy="212725"/>
          </a:xfrm>
          <a:prstGeom prst="ellipse">
            <a:avLst/>
          </a:prstGeom>
          <a:gradFill rotWithShape="0">
            <a:gsLst>
              <a:gs pos="0">
                <a:srgbClr val="66FF33"/>
              </a:gs>
              <a:gs pos="100000">
                <a:srgbClr val="2F7618"/>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78" name="Line 82">
            <a:extLst>
              <a:ext uri="{FF2B5EF4-FFF2-40B4-BE49-F238E27FC236}">
                <a16:creationId xmlns:a16="http://schemas.microsoft.com/office/drawing/2014/main" id="{4AC8F645-2962-8094-7239-7E35CA54292F}"/>
              </a:ext>
            </a:extLst>
          </p:cNvPr>
          <p:cNvSpPr>
            <a:spLocks noChangeShapeType="1"/>
          </p:cNvSpPr>
          <p:nvPr/>
        </p:nvSpPr>
        <p:spPr bwMode="auto">
          <a:xfrm flipV="1">
            <a:off x="6156325" y="4724400"/>
            <a:ext cx="0" cy="576263"/>
          </a:xfrm>
          <a:prstGeom prst="line">
            <a:avLst/>
          </a:prstGeom>
          <a:noFill/>
          <a:ln w="38100">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60179" name="Line 83">
            <a:extLst>
              <a:ext uri="{FF2B5EF4-FFF2-40B4-BE49-F238E27FC236}">
                <a16:creationId xmlns:a16="http://schemas.microsoft.com/office/drawing/2014/main" id="{6B45AC63-B3AB-473C-6D77-5D503D76D7FC}"/>
              </a:ext>
            </a:extLst>
          </p:cNvPr>
          <p:cNvSpPr>
            <a:spLocks noChangeShapeType="1"/>
          </p:cNvSpPr>
          <p:nvPr/>
        </p:nvSpPr>
        <p:spPr bwMode="auto">
          <a:xfrm flipH="1">
            <a:off x="5381625" y="4572000"/>
            <a:ext cx="609600"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0180" name="Object 2">
            <a:extLst>
              <a:ext uri="{FF2B5EF4-FFF2-40B4-BE49-F238E27FC236}">
                <a16:creationId xmlns:a16="http://schemas.microsoft.com/office/drawing/2014/main" id="{A7AA5D51-E605-CD5E-92DE-3927BC34877D}"/>
              </a:ext>
            </a:extLst>
          </p:cNvPr>
          <p:cNvGraphicFramePr>
            <a:graphicFrameLocks/>
          </p:cNvGraphicFramePr>
          <p:nvPr/>
        </p:nvGraphicFramePr>
        <p:xfrm>
          <a:off x="5076825" y="4419600"/>
          <a:ext cx="230188" cy="292100"/>
        </p:xfrm>
        <a:graphic>
          <a:graphicData uri="http://schemas.openxmlformats.org/presentationml/2006/ole">
            <mc:AlternateContent xmlns:mc="http://schemas.openxmlformats.org/markup-compatibility/2006">
              <mc:Choice xmlns:v="urn:schemas-microsoft-com:vml" Requires="v">
                <p:oleObj name="Equation" r:id="rId2" imgW="190593" imgH="251377" progId="Equation.3">
                  <p:embed/>
                </p:oleObj>
              </mc:Choice>
              <mc:Fallback>
                <p:oleObj name="Equation" r:id="rId2" imgW="190593" imgH="251377"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4419600"/>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181" name="Oval 85">
            <a:extLst>
              <a:ext uri="{FF2B5EF4-FFF2-40B4-BE49-F238E27FC236}">
                <a16:creationId xmlns:a16="http://schemas.microsoft.com/office/drawing/2014/main" id="{0D3B81CA-3E48-20F6-E7CA-DAB8DD0BEA23}"/>
              </a:ext>
            </a:extLst>
          </p:cNvPr>
          <p:cNvSpPr>
            <a:spLocks noChangeArrowheads="1"/>
          </p:cNvSpPr>
          <p:nvPr/>
        </p:nvSpPr>
        <p:spPr bwMode="auto">
          <a:xfrm>
            <a:off x="5991225" y="4419600"/>
            <a:ext cx="304800" cy="304800"/>
          </a:xfrm>
          <a:prstGeom prst="ellipse">
            <a:avLst/>
          </a:prstGeom>
          <a:gradFill rotWithShape="0">
            <a:gsLst>
              <a:gs pos="0">
                <a:srgbClr val="FFFF00"/>
              </a:gs>
              <a:gs pos="100000">
                <a:srgbClr val="767600"/>
              </a:gs>
            </a:gsLst>
            <a:path path="shape">
              <a:fillToRect l="50000" t="50000" r="50000" b="50000"/>
            </a:path>
          </a:gradFill>
          <a:ln w="9525">
            <a:solidFill>
              <a:srgbClr val="0099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82" name="Text Box 86">
            <a:extLst>
              <a:ext uri="{FF2B5EF4-FFF2-40B4-BE49-F238E27FC236}">
                <a16:creationId xmlns:a16="http://schemas.microsoft.com/office/drawing/2014/main" id="{FA9FBE60-AA91-B8D8-4A8C-B7EAA0F15308}"/>
              </a:ext>
            </a:extLst>
          </p:cNvPr>
          <p:cNvSpPr txBox="1">
            <a:spLocks noChangeArrowheads="1"/>
          </p:cNvSpPr>
          <p:nvPr/>
        </p:nvSpPr>
        <p:spPr bwMode="auto">
          <a:xfrm>
            <a:off x="228600" y="115888"/>
            <a:ext cx="3276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sz="2800">
                <a:solidFill>
                  <a:srgbClr val="FFFF00"/>
                </a:solidFill>
                <a:latin typeface="宋体" panose="02010600030101010101" pitchFamily="2" charset="-122"/>
              </a:rPr>
              <a:t>五</a:t>
            </a:r>
            <a:r>
              <a:rPr kumimoji="1" lang="en-US" altLang="zh-CN" sz="2800">
                <a:solidFill>
                  <a:srgbClr val="FFFF00"/>
                </a:solidFill>
                <a:latin typeface="宋体" panose="02010600030101010101" pitchFamily="2" charset="-122"/>
              </a:rPr>
              <a:t>.</a:t>
            </a:r>
            <a:r>
              <a:rPr kumimoji="1" lang="zh-CN" altLang="en-US" sz="2800">
                <a:solidFill>
                  <a:srgbClr val="FFFF00"/>
                </a:solidFill>
                <a:latin typeface="宋体" panose="02010600030101010101" pitchFamily="2" charset="-122"/>
              </a:rPr>
              <a:t>霍尔效应</a:t>
            </a:r>
            <a:endParaRPr kumimoji="1" lang="zh-CN" altLang="en-US" sz="2800">
              <a:solidFill>
                <a:srgbClr val="FFFF00"/>
              </a:solidFill>
            </a:endParaRPr>
          </a:p>
        </p:txBody>
      </p:sp>
      <p:sp>
        <p:nvSpPr>
          <p:cNvPr id="260183" name="Rectangle 87">
            <a:extLst>
              <a:ext uri="{FF2B5EF4-FFF2-40B4-BE49-F238E27FC236}">
                <a16:creationId xmlns:a16="http://schemas.microsoft.com/office/drawing/2014/main" id="{C324F72E-35AB-86A2-F5B5-F509C98521CF}"/>
              </a:ext>
            </a:extLst>
          </p:cNvPr>
          <p:cNvSpPr>
            <a:spLocks noChangeArrowheads="1"/>
          </p:cNvSpPr>
          <p:nvPr/>
        </p:nvSpPr>
        <p:spPr bwMode="auto">
          <a:xfrm>
            <a:off x="768350" y="547688"/>
            <a:ext cx="80772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kumimoji="1" lang="zh-CN" altLang="en-US">
                <a:latin typeface="宋体" panose="02010600030101010101" pitchFamily="2" charset="-122"/>
              </a:rPr>
              <a:t>在一个通有电流的导体</a:t>
            </a:r>
            <a:r>
              <a:rPr kumimoji="1" lang="en-US" altLang="zh-CN">
                <a:latin typeface="宋体" panose="02010600030101010101" pitchFamily="2" charset="-122"/>
              </a:rPr>
              <a:t>(</a:t>
            </a:r>
            <a:r>
              <a:rPr kumimoji="1" lang="zh-CN" altLang="en-US">
                <a:latin typeface="宋体" panose="02010600030101010101" pitchFamily="2" charset="-122"/>
              </a:rPr>
              <a:t>或半导体</a:t>
            </a:r>
            <a:r>
              <a:rPr kumimoji="1" lang="en-US" altLang="zh-CN">
                <a:latin typeface="宋体" panose="02010600030101010101" pitchFamily="2" charset="-122"/>
              </a:rPr>
              <a:t>)</a:t>
            </a:r>
            <a:r>
              <a:rPr kumimoji="1" lang="zh-CN" altLang="en-US">
                <a:latin typeface="宋体" panose="02010600030101010101" pitchFamily="2" charset="-122"/>
              </a:rPr>
              <a:t>板上，若垂直于板面施加一磁场，则在与电流和磁场都垂直的方向上</a:t>
            </a:r>
            <a:r>
              <a:rPr kumimoji="1" lang="en-US" altLang="zh-CN">
                <a:latin typeface="宋体" panose="02010600030101010101" pitchFamily="2" charset="-122"/>
              </a:rPr>
              <a:t>,</a:t>
            </a:r>
            <a:r>
              <a:rPr kumimoji="1" lang="zh-CN" altLang="en-US">
                <a:latin typeface="宋体" panose="02010600030101010101" pitchFamily="2" charset="-122"/>
              </a:rPr>
              <a:t>板面两侧会出现微弱电势差</a:t>
            </a:r>
          </a:p>
        </p:txBody>
      </p:sp>
      <p:sp>
        <p:nvSpPr>
          <p:cNvPr id="260184" name="Rectangle 88">
            <a:extLst>
              <a:ext uri="{FF2B5EF4-FFF2-40B4-BE49-F238E27FC236}">
                <a16:creationId xmlns:a16="http://schemas.microsoft.com/office/drawing/2014/main" id="{7F270A7F-99CE-FBFC-3E12-72D651D0134B}"/>
              </a:ext>
            </a:extLst>
          </p:cNvPr>
          <p:cNvSpPr>
            <a:spLocks noChangeArrowheads="1"/>
          </p:cNvSpPr>
          <p:nvPr/>
        </p:nvSpPr>
        <p:spPr bwMode="auto">
          <a:xfrm>
            <a:off x="2987675" y="155575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66FFFF"/>
                </a:solidFill>
              </a:rPr>
              <a:t>——</a:t>
            </a:r>
            <a:r>
              <a:rPr kumimoji="1" lang="en-US" altLang="zh-CN">
                <a:solidFill>
                  <a:srgbClr val="66FFFF"/>
                </a:solidFill>
                <a:latin typeface="宋体" panose="02010600030101010101" pitchFamily="2" charset="-122"/>
              </a:rPr>
              <a:t> </a:t>
            </a:r>
            <a:r>
              <a:rPr kumimoji="1" lang="zh-CN" altLang="en-US">
                <a:solidFill>
                  <a:srgbClr val="66FFFF"/>
                </a:solidFill>
                <a:latin typeface="宋体" panose="02010600030101010101" pitchFamily="2" charset="-122"/>
              </a:rPr>
              <a:t>霍尔效应</a:t>
            </a:r>
          </a:p>
        </p:txBody>
      </p:sp>
      <p:sp>
        <p:nvSpPr>
          <p:cNvPr id="260185" name="Text Box 89">
            <a:extLst>
              <a:ext uri="{FF2B5EF4-FFF2-40B4-BE49-F238E27FC236}">
                <a16:creationId xmlns:a16="http://schemas.microsoft.com/office/drawing/2014/main" id="{C97C816F-53C5-C55A-22E6-CD6313361061}"/>
              </a:ext>
            </a:extLst>
          </p:cNvPr>
          <p:cNvSpPr txBox="1">
            <a:spLocks noChangeArrowheads="1"/>
          </p:cNvSpPr>
          <p:nvPr/>
        </p:nvSpPr>
        <p:spPr bwMode="auto">
          <a:xfrm>
            <a:off x="755650" y="2349500"/>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t>(1)  </a:t>
            </a:r>
            <a:r>
              <a:rPr kumimoji="1" lang="zh-CN" altLang="en-US"/>
              <a:t>装置</a:t>
            </a:r>
          </a:p>
        </p:txBody>
      </p:sp>
      <p:sp>
        <p:nvSpPr>
          <p:cNvPr id="260186" name="Line 90">
            <a:extLst>
              <a:ext uri="{FF2B5EF4-FFF2-40B4-BE49-F238E27FC236}">
                <a16:creationId xmlns:a16="http://schemas.microsoft.com/office/drawing/2014/main" id="{F482F1CD-4D10-3250-7370-762E69D33343}"/>
              </a:ext>
            </a:extLst>
          </p:cNvPr>
          <p:cNvSpPr>
            <a:spLocks noChangeShapeType="1"/>
          </p:cNvSpPr>
          <p:nvPr/>
        </p:nvSpPr>
        <p:spPr bwMode="auto">
          <a:xfrm flipH="1">
            <a:off x="5748338" y="3348038"/>
            <a:ext cx="1295400" cy="1368425"/>
          </a:xfrm>
          <a:prstGeom prst="line">
            <a:avLst/>
          </a:prstGeom>
          <a:noFill/>
          <a:ln w="38100">
            <a:solidFill>
              <a:srgbClr val="FF33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87" name="Line 91">
            <a:extLst>
              <a:ext uri="{FF2B5EF4-FFF2-40B4-BE49-F238E27FC236}">
                <a16:creationId xmlns:a16="http://schemas.microsoft.com/office/drawing/2014/main" id="{5BCE2D29-D0EC-EC02-804D-9464A7365EA5}"/>
              </a:ext>
            </a:extLst>
          </p:cNvPr>
          <p:cNvSpPr>
            <a:spLocks noChangeShapeType="1"/>
          </p:cNvSpPr>
          <p:nvPr/>
        </p:nvSpPr>
        <p:spPr bwMode="auto">
          <a:xfrm flipH="1">
            <a:off x="7116763" y="2339975"/>
            <a:ext cx="863600" cy="936625"/>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88" name="Line 92">
            <a:extLst>
              <a:ext uri="{FF2B5EF4-FFF2-40B4-BE49-F238E27FC236}">
                <a16:creationId xmlns:a16="http://schemas.microsoft.com/office/drawing/2014/main" id="{FCEB7B58-C4A1-6920-8BE4-ACF19AE99FBD}"/>
              </a:ext>
            </a:extLst>
          </p:cNvPr>
          <p:cNvSpPr>
            <a:spLocks noChangeShapeType="1"/>
          </p:cNvSpPr>
          <p:nvPr/>
        </p:nvSpPr>
        <p:spPr bwMode="auto">
          <a:xfrm>
            <a:off x="3443288" y="4356100"/>
            <a:ext cx="792162" cy="0"/>
          </a:xfrm>
          <a:prstGeom prst="line">
            <a:avLst/>
          </a:prstGeom>
          <a:noFill/>
          <a:ln w="762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nvGrpSpPr>
          <p:cNvPr id="2" name="Group 93">
            <a:extLst>
              <a:ext uri="{FF2B5EF4-FFF2-40B4-BE49-F238E27FC236}">
                <a16:creationId xmlns:a16="http://schemas.microsoft.com/office/drawing/2014/main" id="{9C5E9298-D11F-BFC3-D7D2-9BE20D1BFAF1}"/>
              </a:ext>
            </a:extLst>
          </p:cNvPr>
          <p:cNvGrpSpPr>
            <a:grpSpLocks/>
          </p:cNvGrpSpPr>
          <p:nvPr/>
        </p:nvGrpSpPr>
        <p:grpSpPr bwMode="auto">
          <a:xfrm>
            <a:off x="3084513" y="1979613"/>
            <a:ext cx="5759450" cy="4321175"/>
            <a:chOff x="1837" y="799"/>
            <a:chExt cx="3628" cy="2722"/>
          </a:xfrm>
        </p:grpSpPr>
        <p:sp>
          <p:nvSpPr>
            <p:cNvPr id="19537" name="Line 94">
              <a:extLst>
                <a:ext uri="{FF2B5EF4-FFF2-40B4-BE49-F238E27FC236}">
                  <a16:creationId xmlns:a16="http://schemas.microsoft.com/office/drawing/2014/main" id="{DDFB8F7C-6E2B-5959-1B5C-A46B05E5FB7F}"/>
                </a:ext>
              </a:extLst>
            </p:cNvPr>
            <p:cNvSpPr>
              <a:spLocks noChangeShapeType="1"/>
            </p:cNvSpPr>
            <p:nvPr/>
          </p:nvSpPr>
          <p:spPr bwMode="auto">
            <a:xfrm flipV="1">
              <a:off x="2653" y="2659"/>
              <a:ext cx="2812" cy="0"/>
            </a:xfrm>
            <a:prstGeom prst="line">
              <a:avLst/>
            </a:prstGeom>
            <a:noFill/>
            <a:ln w="19050">
              <a:solidFill>
                <a:schemeClr val="bg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38" name="Line 95">
              <a:extLst>
                <a:ext uri="{FF2B5EF4-FFF2-40B4-BE49-F238E27FC236}">
                  <a16:creationId xmlns:a16="http://schemas.microsoft.com/office/drawing/2014/main" id="{982F02B5-68C6-1758-0DFF-0803AE398164}"/>
                </a:ext>
              </a:extLst>
            </p:cNvPr>
            <p:cNvSpPr>
              <a:spLocks noChangeShapeType="1"/>
            </p:cNvSpPr>
            <p:nvPr/>
          </p:nvSpPr>
          <p:spPr bwMode="auto">
            <a:xfrm flipH="1">
              <a:off x="1837" y="2659"/>
              <a:ext cx="816" cy="862"/>
            </a:xfrm>
            <a:prstGeom prst="line">
              <a:avLst/>
            </a:prstGeom>
            <a:noFill/>
            <a:ln w="19050">
              <a:solidFill>
                <a:schemeClr val="bg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39" name="Line 96">
              <a:extLst>
                <a:ext uri="{FF2B5EF4-FFF2-40B4-BE49-F238E27FC236}">
                  <a16:creationId xmlns:a16="http://schemas.microsoft.com/office/drawing/2014/main" id="{75FF657E-F72B-78DE-BAB9-9F325A042176}"/>
                </a:ext>
              </a:extLst>
            </p:cNvPr>
            <p:cNvSpPr>
              <a:spLocks noChangeShapeType="1"/>
            </p:cNvSpPr>
            <p:nvPr/>
          </p:nvSpPr>
          <p:spPr bwMode="auto">
            <a:xfrm>
              <a:off x="2653" y="799"/>
              <a:ext cx="0" cy="1860"/>
            </a:xfrm>
            <a:prstGeom prst="line">
              <a:avLst/>
            </a:prstGeom>
            <a:noFill/>
            <a:ln w="19050">
              <a:solidFill>
                <a:schemeClr val="bg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260193" name="AutoShape 97">
            <a:extLst>
              <a:ext uri="{FF2B5EF4-FFF2-40B4-BE49-F238E27FC236}">
                <a16:creationId xmlns:a16="http://schemas.microsoft.com/office/drawing/2014/main" id="{86EE73B6-B842-0654-332F-722C754CD674}"/>
              </a:ext>
            </a:extLst>
          </p:cNvPr>
          <p:cNvSpPr>
            <a:spLocks noChangeArrowheads="1"/>
          </p:cNvSpPr>
          <p:nvPr/>
        </p:nvSpPr>
        <p:spPr bwMode="auto">
          <a:xfrm>
            <a:off x="3803650" y="3284538"/>
            <a:ext cx="4176713" cy="2233612"/>
          </a:xfrm>
          <a:prstGeom prst="cube">
            <a:avLst>
              <a:gd name="adj" fmla="val 25588"/>
            </a:avLst>
          </a:prstGeom>
          <a:gradFill rotWithShape="1">
            <a:gsLst>
              <a:gs pos="0">
                <a:srgbClr val="3399FF">
                  <a:alpha val="60001"/>
                </a:srgbClr>
              </a:gs>
              <a:gs pos="100000">
                <a:srgbClr val="184776">
                  <a:alpha val="62000"/>
                </a:srgbClr>
              </a:gs>
            </a:gsLst>
            <a:lin ang="5400000" scaled="1"/>
          </a:gradFill>
          <a:ln w="19050">
            <a:solidFill>
              <a:schemeClr val="folHlink"/>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60194" name="Line 98">
            <a:extLst>
              <a:ext uri="{FF2B5EF4-FFF2-40B4-BE49-F238E27FC236}">
                <a16:creationId xmlns:a16="http://schemas.microsoft.com/office/drawing/2014/main" id="{EFE3EAEA-5F86-D67C-362E-E09BD8E0A9BE}"/>
              </a:ext>
            </a:extLst>
          </p:cNvPr>
          <p:cNvSpPr>
            <a:spLocks noChangeShapeType="1"/>
          </p:cNvSpPr>
          <p:nvPr/>
        </p:nvSpPr>
        <p:spPr bwMode="auto">
          <a:xfrm flipH="1">
            <a:off x="3803650" y="4932363"/>
            <a:ext cx="576263" cy="576262"/>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95" name="Line 99">
            <a:extLst>
              <a:ext uri="{FF2B5EF4-FFF2-40B4-BE49-F238E27FC236}">
                <a16:creationId xmlns:a16="http://schemas.microsoft.com/office/drawing/2014/main" id="{1B9BF477-E716-361F-519F-70E19669BEBE}"/>
              </a:ext>
            </a:extLst>
          </p:cNvPr>
          <p:cNvSpPr>
            <a:spLocks noChangeShapeType="1"/>
          </p:cNvSpPr>
          <p:nvPr/>
        </p:nvSpPr>
        <p:spPr bwMode="auto">
          <a:xfrm>
            <a:off x="4379913" y="3276600"/>
            <a:ext cx="0" cy="1655763"/>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96" name="Line 100">
            <a:extLst>
              <a:ext uri="{FF2B5EF4-FFF2-40B4-BE49-F238E27FC236}">
                <a16:creationId xmlns:a16="http://schemas.microsoft.com/office/drawing/2014/main" id="{9DB5A947-C6AE-5C0B-D766-B6D27D725BD4}"/>
              </a:ext>
            </a:extLst>
          </p:cNvPr>
          <p:cNvSpPr>
            <a:spLocks noChangeShapeType="1"/>
          </p:cNvSpPr>
          <p:nvPr/>
        </p:nvSpPr>
        <p:spPr bwMode="auto">
          <a:xfrm flipV="1">
            <a:off x="4379913" y="4932363"/>
            <a:ext cx="3600450" cy="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97" name="Line 101">
            <a:extLst>
              <a:ext uri="{FF2B5EF4-FFF2-40B4-BE49-F238E27FC236}">
                <a16:creationId xmlns:a16="http://schemas.microsoft.com/office/drawing/2014/main" id="{413E0911-62CD-638D-82D8-BB49A163D6E8}"/>
              </a:ext>
            </a:extLst>
          </p:cNvPr>
          <p:cNvSpPr>
            <a:spLocks noChangeShapeType="1"/>
          </p:cNvSpPr>
          <p:nvPr/>
        </p:nvSpPr>
        <p:spPr bwMode="auto">
          <a:xfrm>
            <a:off x="3155950" y="3852863"/>
            <a:ext cx="6477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60198" name="Line 102">
            <a:extLst>
              <a:ext uri="{FF2B5EF4-FFF2-40B4-BE49-F238E27FC236}">
                <a16:creationId xmlns:a16="http://schemas.microsoft.com/office/drawing/2014/main" id="{C4F1BD28-CF6C-CB90-EB90-BA98AD07028A}"/>
              </a:ext>
            </a:extLst>
          </p:cNvPr>
          <p:cNvSpPr>
            <a:spLocks noChangeShapeType="1"/>
          </p:cNvSpPr>
          <p:nvPr/>
        </p:nvSpPr>
        <p:spPr bwMode="auto">
          <a:xfrm>
            <a:off x="3155950" y="5508625"/>
            <a:ext cx="6477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60199" name="Line 103">
            <a:extLst>
              <a:ext uri="{FF2B5EF4-FFF2-40B4-BE49-F238E27FC236}">
                <a16:creationId xmlns:a16="http://schemas.microsoft.com/office/drawing/2014/main" id="{B69B65AC-66AD-4359-3387-92C8583DFF1F}"/>
              </a:ext>
            </a:extLst>
          </p:cNvPr>
          <p:cNvSpPr>
            <a:spLocks noChangeShapeType="1"/>
          </p:cNvSpPr>
          <p:nvPr/>
        </p:nvSpPr>
        <p:spPr bwMode="auto">
          <a:xfrm>
            <a:off x="3371850" y="3852863"/>
            <a:ext cx="0" cy="1655762"/>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60200" name="Text Box 104">
            <a:extLst>
              <a:ext uri="{FF2B5EF4-FFF2-40B4-BE49-F238E27FC236}">
                <a16:creationId xmlns:a16="http://schemas.microsoft.com/office/drawing/2014/main" id="{BAC1E74C-25BB-BC12-69CB-3648FA9F441C}"/>
              </a:ext>
            </a:extLst>
          </p:cNvPr>
          <p:cNvSpPr txBox="1">
            <a:spLocks noChangeArrowheads="1"/>
          </p:cNvSpPr>
          <p:nvPr/>
        </p:nvSpPr>
        <p:spPr bwMode="auto">
          <a:xfrm>
            <a:off x="3011488" y="4429125"/>
            <a:ext cx="26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t>l</a:t>
            </a:r>
          </a:p>
        </p:txBody>
      </p:sp>
      <p:sp>
        <p:nvSpPr>
          <p:cNvPr id="260201" name="Line 105">
            <a:extLst>
              <a:ext uri="{FF2B5EF4-FFF2-40B4-BE49-F238E27FC236}">
                <a16:creationId xmlns:a16="http://schemas.microsoft.com/office/drawing/2014/main" id="{859B313E-2953-0191-139E-2BADA1A16EA4}"/>
              </a:ext>
            </a:extLst>
          </p:cNvPr>
          <p:cNvSpPr>
            <a:spLocks noChangeShapeType="1"/>
          </p:cNvSpPr>
          <p:nvPr/>
        </p:nvSpPr>
        <p:spPr bwMode="auto">
          <a:xfrm flipV="1">
            <a:off x="3803650" y="2987675"/>
            <a:ext cx="0" cy="86518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60202" name="Line 106">
            <a:extLst>
              <a:ext uri="{FF2B5EF4-FFF2-40B4-BE49-F238E27FC236}">
                <a16:creationId xmlns:a16="http://schemas.microsoft.com/office/drawing/2014/main" id="{177F47DB-90D6-868B-F17E-F3DB48DD11D5}"/>
              </a:ext>
            </a:extLst>
          </p:cNvPr>
          <p:cNvSpPr>
            <a:spLocks noChangeShapeType="1"/>
          </p:cNvSpPr>
          <p:nvPr/>
        </p:nvSpPr>
        <p:spPr bwMode="auto">
          <a:xfrm flipV="1">
            <a:off x="3803650" y="2700338"/>
            <a:ext cx="576263" cy="576262"/>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60203" name="Text Box 107">
            <a:extLst>
              <a:ext uri="{FF2B5EF4-FFF2-40B4-BE49-F238E27FC236}">
                <a16:creationId xmlns:a16="http://schemas.microsoft.com/office/drawing/2014/main" id="{61611049-C5D9-AF8D-CB04-D6F7225965DA}"/>
              </a:ext>
            </a:extLst>
          </p:cNvPr>
          <p:cNvSpPr txBox="1">
            <a:spLocks noChangeArrowheads="1"/>
          </p:cNvSpPr>
          <p:nvPr/>
        </p:nvSpPr>
        <p:spPr bwMode="auto">
          <a:xfrm>
            <a:off x="3827463" y="26289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t>d</a:t>
            </a:r>
          </a:p>
        </p:txBody>
      </p:sp>
      <p:sp>
        <p:nvSpPr>
          <p:cNvPr id="260204" name="Line 108">
            <a:extLst>
              <a:ext uri="{FF2B5EF4-FFF2-40B4-BE49-F238E27FC236}">
                <a16:creationId xmlns:a16="http://schemas.microsoft.com/office/drawing/2014/main" id="{2CB263CF-5B57-365C-27A2-F7F6FDB22A40}"/>
              </a:ext>
            </a:extLst>
          </p:cNvPr>
          <p:cNvSpPr>
            <a:spLocks noChangeShapeType="1"/>
          </p:cNvSpPr>
          <p:nvPr/>
        </p:nvSpPr>
        <p:spPr bwMode="auto">
          <a:xfrm>
            <a:off x="7693025" y="4356100"/>
            <a:ext cx="792163" cy="0"/>
          </a:xfrm>
          <a:prstGeom prst="line">
            <a:avLst/>
          </a:prstGeom>
          <a:noFill/>
          <a:ln w="762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60205" name="Text Box 109">
            <a:extLst>
              <a:ext uri="{FF2B5EF4-FFF2-40B4-BE49-F238E27FC236}">
                <a16:creationId xmlns:a16="http://schemas.microsoft.com/office/drawing/2014/main" id="{1EF3ABC4-4217-F2BD-B3D0-979724BBDF21}"/>
              </a:ext>
            </a:extLst>
          </p:cNvPr>
          <p:cNvSpPr txBox="1">
            <a:spLocks noChangeArrowheads="1"/>
          </p:cNvSpPr>
          <p:nvPr/>
        </p:nvSpPr>
        <p:spPr bwMode="auto">
          <a:xfrm>
            <a:off x="8269288" y="3754438"/>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solidFill>
                  <a:srgbClr val="FFFF00"/>
                </a:solidFill>
              </a:rPr>
              <a:t>I</a:t>
            </a:r>
          </a:p>
        </p:txBody>
      </p:sp>
      <p:sp>
        <p:nvSpPr>
          <p:cNvPr id="260206" name="Line 110">
            <a:extLst>
              <a:ext uri="{FF2B5EF4-FFF2-40B4-BE49-F238E27FC236}">
                <a16:creationId xmlns:a16="http://schemas.microsoft.com/office/drawing/2014/main" id="{533BD887-F0C4-A414-22D5-B7D6012208F5}"/>
              </a:ext>
            </a:extLst>
          </p:cNvPr>
          <p:cNvSpPr>
            <a:spLocks noChangeShapeType="1"/>
          </p:cNvSpPr>
          <p:nvPr/>
        </p:nvSpPr>
        <p:spPr bwMode="auto">
          <a:xfrm flipH="1">
            <a:off x="4595813" y="4572000"/>
            <a:ext cx="1295400" cy="1368425"/>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0209" name="Object 5">
            <a:extLst>
              <a:ext uri="{FF2B5EF4-FFF2-40B4-BE49-F238E27FC236}">
                <a16:creationId xmlns:a16="http://schemas.microsoft.com/office/drawing/2014/main" id="{31428A83-922B-871E-CF5A-0981D330DA97}"/>
              </a:ext>
            </a:extLst>
          </p:cNvPr>
          <p:cNvGraphicFramePr>
            <a:graphicFrameLocks noChangeAspect="1"/>
          </p:cNvGraphicFramePr>
          <p:nvPr/>
        </p:nvGraphicFramePr>
        <p:xfrm>
          <a:off x="4211638" y="5661025"/>
          <a:ext cx="279400" cy="368300"/>
        </p:xfrm>
        <a:graphic>
          <a:graphicData uri="http://schemas.openxmlformats.org/presentationml/2006/ole">
            <mc:AlternateContent xmlns:mc="http://schemas.openxmlformats.org/markup-compatibility/2006">
              <mc:Choice xmlns:v="urn:schemas-microsoft-com:vml" Requires="v">
                <p:oleObj name="公式" r:id="rId4" imgW="243840" imgH="327688" progId="Equation.3">
                  <p:embed/>
                </p:oleObj>
              </mc:Choice>
              <mc:Fallback>
                <p:oleObj name="公式" r:id="rId4" imgW="243840" imgH="327688"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5661025"/>
                        <a:ext cx="279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210" name="Text Box 114">
            <a:extLst>
              <a:ext uri="{FF2B5EF4-FFF2-40B4-BE49-F238E27FC236}">
                <a16:creationId xmlns:a16="http://schemas.microsoft.com/office/drawing/2014/main" id="{AC474DCB-4F54-0149-A28F-4F8F9903F357}"/>
              </a:ext>
            </a:extLst>
          </p:cNvPr>
          <p:cNvSpPr txBox="1">
            <a:spLocks noChangeArrowheads="1"/>
          </p:cNvSpPr>
          <p:nvPr/>
        </p:nvSpPr>
        <p:spPr bwMode="auto">
          <a:xfrm>
            <a:off x="7116763" y="33242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t>b</a:t>
            </a:r>
          </a:p>
        </p:txBody>
      </p:sp>
      <p:sp>
        <p:nvSpPr>
          <p:cNvPr id="260211" name="Rectangle 115">
            <a:extLst>
              <a:ext uri="{FF2B5EF4-FFF2-40B4-BE49-F238E27FC236}">
                <a16:creationId xmlns:a16="http://schemas.microsoft.com/office/drawing/2014/main" id="{B94C4DA3-C574-3F71-DA66-F485B052EB3C}"/>
              </a:ext>
            </a:extLst>
          </p:cNvPr>
          <p:cNvSpPr>
            <a:spLocks noChangeArrowheads="1"/>
          </p:cNvSpPr>
          <p:nvPr/>
        </p:nvSpPr>
        <p:spPr bwMode="auto">
          <a:xfrm>
            <a:off x="762000" y="2973388"/>
            <a:ext cx="2081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66FFFF"/>
                </a:solidFill>
              </a:rPr>
              <a:t>实验结果</a:t>
            </a:r>
          </a:p>
        </p:txBody>
      </p:sp>
      <p:graphicFrame>
        <p:nvGraphicFramePr>
          <p:cNvPr id="260212" name="Object 6">
            <a:extLst>
              <a:ext uri="{FF2B5EF4-FFF2-40B4-BE49-F238E27FC236}">
                <a16:creationId xmlns:a16="http://schemas.microsoft.com/office/drawing/2014/main" id="{63736235-7FB8-A77C-45C3-06D1D6D195B1}"/>
              </a:ext>
            </a:extLst>
          </p:cNvPr>
          <p:cNvGraphicFramePr>
            <a:graphicFrameLocks/>
          </p:cNvGraphicFramePr>
          <p:nvPr/>
        </p:nvGraphicFramePr>
        <p:xfrm>
          <a:off x="827088" y="3500438"/>
          <a:ext cx="1601787" cy="823912"/>
        </p:xfrm>
        <a:graphic>
          <a:graphicData uri="http://schemas.openxmlformats.org/presentationml/2006/ole">
            <mc:AlternateContent xmlns:mc="http://schemas.openxmlformats.org/markup-compatibility/2006">
              <mc:Choice xmlns:v="urn:schemas-microsoft-com:vml" Requires="v">
                <p:oleObj name="Equation" r:id="rId6" imgW="1562069" imgH="785054" progId="Equation.3">
                  <p:embed/>
                </p:oleObj>
              </mc:Choice>
              <mc:Fallback>
                <p:oleObj name="Equation" r:id="rId6" imgW="1562069" imgH="785054" progId="Equation.3">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088" y="3500438"/>
                        <a:ext cx="1601787"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213" name="Text Box 117">
            <a:extLst>
              <a:ext uri="{FF2B5EF4-FFF2-40B4-BE49-F238E27FC236}">
                <a16:creationId xmlns:a16="http://schemas.microsoft.com/office/drawing/2014/main" id="{7403980A-E236-4FB7-4030-AD9650472A9E}"/>
              </a:ext>
            </a:extLst>
          </p:cNvPr>
          <p:cNvSpPr txBox="1">
            <a:spLocks noChangeArrowheads="1"/>
          </p:cNvSpPr>
          <p:nvPr/>
        </p:nvSpPr>
        <p:spPr bwMode="auto">
          <a:xfrm>
            <a:off x="742950" y="4411663"/>
            <a:ext cx="210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t>(2)  </a:t>
            </a:r>
            <a:r>
              <a:rPr kumimoji="1" lang="zh-CN" altLang="en-US"/>
              <a:t>原理</a:t>
            </a:r>
          </a:p>
        </p:txBody>
      </p:sp>
      <p:grpSp>
        <p:nvGrpSpPr>
          <p:cNvPr id="3" name="Group 118">
            <a:extLst>
              <a:ext uri="{FF2B5EF4-FFF2-40B4-BE49-F238E27FC236}">
                <a16:creationId xmlns:a16="http://schemas.microsoft.com/office/drawing/2014/main" id="{BC618AB7-1A95-E564-E8CA-908FF0AA4948}"/>
              </a:ext>
            </a:extLst>
          </p:cNvPr>
          <p:cNvGrpSpPr>
            <a:grpSpLocks/>
          </p:cNvGrpSpPr>
          <p:nvPr/>
        </p:nvGrpSpPr>
        <p:grpSpPr bwMode="auto">
          <a:xfrm>
            <a:off x="6143625" y="3360738"/>
            <a:ext cx="685800" cy="533400"/>
            <a:chOff x="4608" y="288"/>
            <a:chExt cx="432" cy="336"/>
          </a:xfrm>
        </p:grpSpPr>
        <p:sp>
          <p:nvSpPr>
            <p:cNvPr id="19535" name="AutoShape 119">
              <a:extLst>
                <a:ext uri="{FF2B5EF4-FFF2-40B4-BE49-F238E27FC236}">
                  <a16:creationId xmlns:a16="http://schemas.microsoft.com/office/drawing/2014/main" id="{7171F9ED-A54C-BF09-B8D9-AA8D02C9AE98}"/>
                </a:ext>
              </a:extLst>
            </p:cNvPr>
            <p:cNvSpPr>
              <a:spLocks noChangeArrowheads="1"/>
            </p:cNvSpPr>
            <p:nvPr/>
          </p:nvSpPr>
          <p:spPr bwMode="auto">
            <a:xfrm>
              <a:off x="4608" y="288"/>
              <a:ext cx="432" cy="336"/>
            </a:xfrm>
            <a:prstGeom prst="wedgeRectCallout">
              <a:avLst>
                <a:gd name="adj1" fmla="val -52315"/>
                <a:gd name="adj2" fmla="val 185713"/>
              </a:avLst>
            </a:prstGeom>
            <a:solidFill>
              <a:srgbClr val="006699"/>
            </a:solidFill>
            <a:ln w="9525">
              <a:solidFill>
                <a:srgbClr val="66FFFF"/>
              </a:solidFill>
              <a:miter lim="800000"/>
              <a:headEnd/>
              <a:tailEnd/>
            </a:ln>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zh-CN" b="0">
                <a:solidFill>
                  <a:schemeClr val="tx1"/>
                </a:solidFill>
              </a:endParaRPr>
            </a:p>
          </p:txBody>
        </p:sp>
        <p:graphicFrame>
          <p:nvGraphicFramePr>
            <p:cNvPr id="19536" name="Object 13">
              <a:extLst>
                <a:ext uri="{FF2B5EF4-FFF2-40B4-BE49-F238E27FC236}">
                  <a16:creationId xmlns:a16="http://schemas.microsoft.com/office/drawing/2014/main" id="{A3E70286-1874-50A9-680C-C9210B7311D7}"/>
                </a:ext>
              </a:extLst>
            </p:cNvPr>
            <p:cNvGraphicFramePr>
              <a:graphicFrameLocks noChangeAspect="1"/>
            </p:cNvGraphicFramePr>
            <p:nvPr/>
          </p:nvGraphicFramePr>
          <p:xfrm>
            <a:off x="4656" y="336"/>
            <a:ext cx="350" cy="255"/>
          </p:xfrm>
          <a:graphic>
            <a:graphicData uri="http://schemas.openxmlformats.org/presentationml/2006/ole">
              <mc:AlternateContent xmlns:mc="http://schemas.openxmlformats.org/markup-compatibility/2006">
                <mc:Choice xmlns:v="urn:schemas-microsoft-com:vml" Requires="v">
                  <p:oleObj name="Equation" r:id="rId8" imgW="190593" imgH="99254" progId="Equation.3">
                    <p:embed/>
                  </p:oleObj>
                </mc:Choice>
                <mc:Fallback>
                  <p:oleObj name="Equation" r:id="rId8" imgW="190593" imgH="99254"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56" y="336"/>
                          <a:ext cx="350"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60217" name="Object 7">
            <a:extLst>
              <a:ext uri="{FF2B5EF4-FFF2-40B4-BE49-F238E27FC236}">
                <a16:creationId xmlns:a16="http://schemas.microsoft.com/office/drawing/2014/main" id="{49B60EF3-187C-046E-0D05-B07C17A295C9}"/>
              </a:ext>
            </a:extLst>
          </p:cNvPr>
          <p:cNvGraphicFramePr>
            <a:graphicFrameLocks noChangeAspect="1"/>
          </p:cNvGraphicFramePr>
          <p:nvPr/>
        </p:nvGraphicFramePr>
        <p:xfrm>
          <a:off x="5991225" y="5373688"/>
          <a:ext cx="381000" cy="457200"/>
        </p:xfrm>
        <a:graphic>
          <a:graphicData uri="http://schemas.openxmlformats.org/presentationml/2006/ole">
            <mc:AlternateContent xmlns:mc="http://schemas.openxmlformats.org/markup-compatibility/2006">
              <mc:Choice xmlns:v="urn:schemas-microsoft-com:vml" Requires="v">
                <p:oleObj name="公式" r:id="rId10" imgW="342869" imgH="418961" progId="Equation.3">
                  <p:embed/>
                </p:oleObj>
              </mc:Choice>
              <mc:Fallback>
                <p:oleObj name="公式" r:id="rId10" imgW="342869" imgH="418961"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91225" y="5373688"/>
                        <a:ext cx="381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0218" name="Object 8">
            <a:extLst>
              <a:ext uri="{FF2B5EF4-FFF2-40B4-BE49-F238E27FC236}">
                <a16:creationId xmlns:a16="http://schemas.microsoft.com/office/drawing/2014/main" id="{68473AD4-CFDB-1F42-D0CA-71115DAA4466}"/>
              </a:ext>
            </a:extLst>
          </p:cNvPr>
          <p:cNvGraphicFramePr>
            <a:graphicFrameLocks/>
          </p:cNvGraphicFramePr>
          <p:nvPr/>
        </p:nvGraphicFramePr>
        <p:xfrm>
          <a:off x="827088" y="5084763"/>
          <a:ext cx="1573212" cy="442912"/>
        </p:xfrm>
        <a:graphic>
          <a:graphicData uri="http://schemas.openxmlformats.org/presentationml/2006/ole">
            <mc:AlternateContent xmlns:mc="http://schemas.openxmlformats.org/markup-compatibility/2006">
              <mc:Choice xmlns:v="urn:schemas-microsoft-com:vml" Requires="v">
                <p:oleObj name="Equation" r:id="rId12" imgW="1539178" imgH="403999" progId="Equation.3">
                  <p:embed/>
                </p:oleObj>
              </mc:Choice>
              <mc:Fallback>
                <p:oleObj name="Equation" r:id="rId12" imgW="1539178" imgH="403999" progId="Equation.3">
                  <p:embed/>
                  <p:pic>
                    <p:nvPicPr>
                      <p:cNvPr id="0" name="Object 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7088" y="5084763"/>
                        <a:ext cx="15732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219" name="Line 123">
            <a:extLst>
              <a:ext uri="{FF2B5EF4-FFF2-40B4-BE49-F238E27FC236}">
                <a16:creationId xmlns:a16="http://schemas.microsoft.com/office/drawing/2014/main" id="{05D65EB1-E9C8-5F22-1C21-1C921D6E70C4}"/>
              </a:ext>
            </a:extLst>
          </p:cNvPr>
          <p:cNvSpPr>
            <a:spLocks noChangeShapeType="1"/>
          </p:cNvSpPr>
          <p:nvPr/>
        </p:nvSpPr>
        <p:spPr bwMode="auto">
          <a:xfrm>
            <a:off x="4859338" y="4076700"/>
            <a:ext cx="0" cy="288925"/>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aphicFrame>
        <p:nvGraphicFramePr>
          <p:cNvPr id="260220" name="Object 9">
            <a:extLst>
              <a:ext uri="{FF2B5EF4-FFF2-40B4-BE49-F238E27FC236}">
                <a16:creationId xmlns:a16="http://schemas.microsoft.com/office/drawing/2014/main" id="{FABA04E8-43FF-29C4-A262-F1490E9A34D4}"/>
              </a:ext>
            </a:extLst>
          </p:cNvPr>
          <p:cNvGraphicFramePr>
            <a:graphicFrameLocks noChangeAspect="1"/>
          </p:cNvGraphicFramePr>
          <p:nvPr/>
        </p:nvGraphicFramePr>
        <p:xfrm>
          <a:off x="4716463" y="4508500"/>
          <a:ext cx="277812" cy="341313"/>
        </p:xfrm>
        <a:graphic>
          <a:graphicData uri="http://schemas.openxmlformats.org/presentationml/2006/ole">
            <mc:AlternateContent xmlns:mc="http://schemas.openxmlformats.org/markup-compatibility/2006">
              <mc:Choice xmlns:v="urn:schemas-microsoft-com:vml" Requires="v">
                <p:oleObj name="公式" r:id="rId14" imgW="243840" imgH="304745" progId="Equation.3">
                  <p:embed/>
                </p:oleObj>
              </mc:Choice>
              <mc:Fallback>
                <p:oleObj name="公式" r:id="rId14" imgW="243840" imgH="304745" progId="Equation.3">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16463" y="4508500"/>
                        <a:ext cx="277812"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221" name="Line 125">
            <a:extLst>
              <a:ext uri="{FF2B5EF4-FFF2-40B4-BE49-F238E27FC236}">
                <a16:creationId xmlns:a16="http://schemas.microsoft.com/office/drawing/2014/main" id="{0DA6DE34-0A6F-A613-37E5-B99088D47042}"/>
              </a:ext>
            </a:extLst>
          </p:cNvPr>
          <p:cNvSpPr>
            <a:spLocks noChangeShapeType="1"/>
          </p:cNvSpPr>
          <p:nvPr/>
        </p:nvSpPr>
        <p:spPr bwMode="auto">
          <a:xfrm>
            <a:off x="4859338" y="4076700"/>
            <a:ext cx="0" cy="503238"/>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260222" name="Object 10">
            <a:extLst>
              <a:ext uri="{FF2B5EF4-FFF2-40B4-BE49-F238E27FC236}">
                <a16:creationId xmlns:a16="http://schemas.microsoft.com/office/drawing/2014/main" id="{6B13780E-4802-D46A-81D7-D79ABD4536DB}"/>
              </a:ext>
            </a:extLst>
          </p:cNvPr>
          <p:cNvGraphicFramePr>
            <a:graphicFrameLocks noChangeAspect="1"/>
          </p:cNvGraphicFramePr>
          <p:nvPr/>
        </p:nvGraphicFramePr>
        <p:xfrm>
          <a:off x="4716463" y="4724400"/>
          <a:ext cx="277812" cy="341313"/>
        </p:xfrm>
        <a:graphic>
          <a:graphicData uri="http://schemas.openxmlformats.org/presentationml/2006/ole">
            <mc:AlternateContent xmlns:mc="http://schemas.openxmlformats.org/markup-compatibility/2006">
              <mc:Choice xmlns:v="urn:schemas-microsoft-com:vml" Requires="v">
                <p:oleObj name="公式" r:id="rId14" imgW="243840" imgH="304745" progId="Equation.3">
                  <p:embed/>
                </p:oleObj>
              </mc:Choice>
              <mc:Fallback>
                <p:oleObj name="公式" r:id="rId14" imgW="243840" imgH="30474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16463" y="4724400"/>
                        <a:ext cx="277812"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223" name="Line 127">
            <a:extLst>
              <a:ext uri="{FF2B5EF4-FFF2-40B4-BE49-F238E27FC236}">
                <a16:creationId xmlns:a16="http://schemas.microsoft.com/office/drawing/2014/main" id="{8321FD5F-0293-A723-2A7A-5174CB1A0439}"/>
              </a:ext>
            </a:extLst>
          </p:cNvPr>
          <p:cNvSpPr>
            <a:spLocks noChangeShapeType="1"/>
          </p:cNvSpPr>
          <p:nvPr/>
        </p:nvSpPr>
        <p:spPr bwMode="auto">
          <a:xfrm>
            <a:off x="4859338" y="4078288"/>
            <a:ext cx="0" cy="719137"/>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aphicFrame>
        <p:nvGraphicFramePr>
          <p:cNvPr id="260224" name="Object 11">
            <a:extLst>
              <a:ext uri="{FF2B5EF4-FFF2-40B4-BE49-F238E27FC236}">
                <a16:creationId xmlns:a16="http://schemas.microsoft.com/office/drawing/2014/main" id="{648AB20C-B221-B4D3-7293-A712FF8291CE}"/>
              </a:ext>
            </a:extLst>
          </p:cNvPr>
          <p:cNvGraphicFramePr>
            <a:graphicFrameLocks noChangeAspect="1"/>
          </p:cNvGraphicFramePr>
          <p:nvPr/>
        </p:nvGraphicFramePr>
        <p:xfrm>
          <a:off x="4716463" y="4959350"/>
          <a:ext cx="277812" cy="341313"/>
        </p:xfrm>
        <a:graphic>
          <a:graphicData uri="http://schemas.openxmlformats.org/presentationml/2006/ole">
            <mc:AlternateContent xmlns:mc="http://schemas.openxmlformats.org/markup-compatibility/2006">
              <mc:Choice xmlns:v="urn:schemas-microsoft-com:vml" Requires="v">
                <p:oleObj name="公式" r:id="rId17" imgW="243840" imgH="304745" progId="Equation.3">
                  <p:embed/>
                </p:oleObj>
              </mc:Choice>
              <mc:Fallback>
                <p:oleObj name="公式" r:id="rId17" imgW="243840" imgH="304745"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16463" y="4959350"/>
                        <a:ext cx="277812"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225" name="Line 129">
            <a:extLst>
              <a:ext uri="{FF2B5EF4-FFF2-40B4-BE49-F238E27FC236}">
                <a16:creationId xmlns:a16="http://schemas.microsoft.com/office/drawing/2014/main" id="{C771CF91-0872-80AA-FE3F-ADD3AD406C07}"/>
              </a:ext>
            </a:extLst>
          </p:cNvPr>
          <p:cNvSpPr>
            <a:spLocks noChangeShapeType="1"/>
          </p:cNvSpPr>
          <p:nvPr/>
        </p:nvSpPr>
        <p:spPr bwMode="auto">
          <a:xfrm>
            <a:off x="4859338" y="4076700"/>
            <a:ext cx="0" cy="936625"/>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260226" name="Object 12">
            <a:extLst>
              <a:ext uri="{FF2B5EF4-FFF2-40B4-BE49-F238E27FC236}">
                <a16:creationId xmlns:a16="http://schemas.microsoft.com/office/drawing/2014/main" id="{655CC6AC-5B20-A2AB-85DA-1FC6BFE1E77A}"/>
              </a:ext>
            </a:extLst>
          </p:cNvPr>
          <p:cNvGraphicFramePr>
            <a:graphicFrameLocks noChangeAspect="1"/>
          </p:cNvGraphicFramePr>
          <p:nvPr/>
        </p:nvGraphicFramePr>
        <p:xfrm>
          <a:off x="4716463" y="5175250"/>
          <a:ext cx="277812" cy="341313"/>
        </p:xfrm>
        <a:graphic>
          <a:graphicData uri="http://schemas.openxmlformats.org/presentationml/2006/ole">
            <mc:AlternateContent xmlns:mc="http://schemas.openxmlformats.org/markup-compatibility/2006">
              <mc:Choice xmlns:v="urn:schemas-microsoft-com:vml" Requires="v">
                <p:oleObj name="公式" r:id="rId17" imgW="243840" imgH="304745" progId="Equation.3">
                  <p:embed/>
                </p:oleObj>
              </mc:Choice>
              <mc:Fallback>
                <p:oleObj name="公式" r:id="rId17" imgW="243840" imgH="304745" progId="Equation.3">
                  <p:embed/>
                  <p:pic>
                    <p:nvPicPr>
                      <p:cNvPr id="0"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16463" y="5175250"/>
                        <a:ext cx="277812"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227" name="Text Box 131">
            <a:extLst>
              <a:ext uri="{FF2B5EF4-FFF2-40B4-BE49-F238E27FC236}">
                <a16:creationId xmlns:a16="http://schemas.microsoft.com/office/drawing/2014/main" id="{28F1B7BD-DD9D-D0DD-C3D9-32D132F39FD4}"/>
              </a:ext>
            </a:extLst>
          </p:cNvPr>
          <p:cNvSpPr txBox="1">
            <a:spLocks noChangeArrowheads="1"/>
          </p:cNvSpPr>
          <p:nvPr/>
        </p:nvSpPr>
        <p:spPr bwMode="auto">
          <a:xfrm>
            <a:off x="4344988" y="6092825"/>
            <a:ext cx="433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横向电场阻碍电子的偏转</a:t>
            </a:r>
          </a:p>
        </p:txBody>
      </p:sp>
      <p:sp>
        <p:nvSpPr>
          <p:cNvPr id="260228" name="Text Box 132">
            <a:extLst>
              <a:ext uri="{FF2B5EF4-FFF2-40B4-BE49-F238E27FC236}">
                <a16:creationId xmlns:a16="http://schemas.microsoft.com/office/drawing/2014/main" id="{5A9F4666-F338-F7EB-A188-1FF1892E2A47}"/>
              </a:ext>
            </a:extLst>
          </p:cNvPr>
          <p:cNvSpPr txBox="1">
            <a:spLocks noChangeArrowheads="1"/>
          </p:cNvSpPr>
          <p:nvPr/>
        </p:nvSpPr>
        <p:spPr bwMode="auto">
          <a:xfrm>
            <a:off x="827088" y="5589588"/>
            <a:ext cx="22320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洛伦兹力使</a:t>
            </a:r>
          </a:p>
          <a:p>
            <a:pPr eaLnBrk="1" hangingPunct="1"/>
            <a:r>
              <a:rPr kumimoji="1" lang="zh-CN" altLang="en-US">
                <a:latin typeface="宋体" panose="02010600030101010101" pitchFamily="2" charset="-122"/>
              </a:rPr>
              <a:t>电子偏转</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0182"/>
                                        </p:tgtEl>
                                        <p:attrNameLst>
                                          <p:attrName>style.visibility</p:attrName>
                                        </p:attrNameLst>
                                      </p:cBhvr>
                                      <p:to>
                                        <p:strVal val="visible"/>
                                      </p:to>
                                    </p:set>
                                    <p:animEffect transition="in" filter="wipe(left)">
                                      <p:cBhvr>
                                        <p:cTn id="7" dur="500"/>
                                        <p:tgtEl>
                                          <p:spTgt spid="2601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iterate type="wd">
                                    <p:tmPct val="39000"/>
                                  </p:iterate>
                                  <p:childTnLst>
                                    <p:set>
                                      <p:cBhvr>
                                        <p:cTn id="11" dur="1" fill="hold">
                                          <p:stCondLst>
                                            <p:cond delay="0"/>
                                          </p:stCondLst>
                                        </p:cTn>
                                        <p:tgtEl>
                                          <p:spTgt spid="260183"/>
                                        </p:tgtEl>
                                        <p:attrNameLst>
                                          <p:attrName>style.visibility</p:attrName>
                                        </p:attrNameLst>
                                      </p:cBhvr>
                                      <p:to>
                                        <p:strVal val="visible"/>
                                      </p:to>
                                    </p:set>
                                    <p:animEffect transition="in" filter="wipe(left)">
                                      <p:cBhvr>
                                        <p:cTn id="12" dur="500"/>
                                        <p:tgtEl>
                                          <p:spTgt spid="2601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0184"/>
                                        </p:tgtEl>
                                        <p:attrNameLst>
                                          <p:attrName>style.visibility</p:attrName>
                                        </p:attrNameLst>
                                      </p:cBhvr>
                                      <p:to>
                                        <p:strVal val="visible"/>
                                      </p:to>
                                    </p:set>
                                    <p:animEffect transition="in" filter="wipe(left)">
                                      <p:cBhvr>
                                        <p:cTn id="17" dur="500"/>
                                        <p:tgtEl>
                                          <p:spTgt spid="2601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0185"/>
                                        </p:tgtEl>
                                        <p:attrNameLst>
                                          <p:attrName>style.visibility</p:attrName>
                                        </p:attrNameLst>
                                      </p:cBhvr>
                                      <p:to>
                                        <p:strVal val="visible"/>
                                      </p:to>
                                    </p:set>
                                    <p:animEffect transition="in" filter="wipe(left)">
                                      <p:cBhvr>
                                        <p:cTn id="22" dur="1000"/>
                                        <p:tgtEl>
                                          <p:spTgt spid="2601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60193"/>
                                        </p:tgtEl>
                                        <p:attrNameLst>
                                          <p:attrName>style.visibility</p:attrName>
                                        </p:attrNameLst>
                                      </p:cBhvr>
                                      <p:to>
                                        <p:strVal val="visible"/>
                                      </p:to>
                                    </p:set>
                                    <p:animEffect transition="in" filter="dissolve">
                                      <p:cBhvr>
                                        <p:cTn id="27" dur="500"/>
                                        <p:tgtEl>
                                          <p:spTgt spid="260193"/>
                                        </p:tgtEl>
                                      </p:cBhvr>
                                    </p:animEffect>
                                  </p:childTnLst>
                                </p:cTn>
                              </p:par>
                              <p:par>
                                <p:cTn id="28" presetID="9" presetClass="entr" presetSubtype="0" fill="hold" nodeType="withEffect">
                                  <p:stCondLst>
                                    <p:cond delay="0"/>
                                  </p:stCondLst>
                                  <p:childTnLst>
                                    <p:set>
                                      <p:cBhvr>
                                        <p:cTn id="29" dur="1" fill="hold">
                                          <p:stCondLst>
                                            <p:cond delay="0"/>
                                          </p:stCondLst>
                                        </p:cTn>
                                        <p:tgtEl>
                                          <p:spTgt spid="260194"/>
                                        </p:tgtEl>
                                        <p:attrNameLst>
                                          <p:attrName>style.visibility</p:attrName>
                                        </p:attrNameLst>
                                      </p:cBhvr>
                                      <p:to>
                                        <p:strVal val="visible"/>
                                      </p:to>
                                    </p:set>
                                    <p:animEffect transition="in" filter="dissolve">
                                      <p:cBhvr>
                                        <p:cTn id="30" dur="500"/>
                                        <p:tgtEl>
                                          <p:spTgt spid="260194"/>
                                        </p:tgtEl>
                                      </p:cBhvr>
                                    </p:animEffect>
                                  </p:childTnLst>
                                </p:cTn>
                              </p:par>
                              <p:par>
                                <p:cTn id="31" presetID="9" presetClass="entr" presetSubtype="0" fill="hold" nodeType="withEffect">
                                  <p:stCondLst>
                                    <p:cond delay="0"/>
                                  </p:stCondLst>
                                  <p:childTnLst>
                                    <p:set>
                                      <p:cBhvr>
                                        <p:cTn id="32" dur="1" fill="hold">
                                          <p:stCondLst>
                                            <p:cond delay="0"/>
                                          </p:stCondLst>
                                        </p:cTn>
                                        <p:tgtEl>
                                          <p:spTgt spid="260195"/>
                                        </p:tgtEl>
                                        <p:attrNameLst>
                                          <p:attrName>style.visibility</p:attrName>
                                        </p:attrNameLst>
                                      </p:cBhvr>
                                      <p:to>
                                        <p:strVal val="visible"/>
                                      </p:to>
                                    </p:set>
                                    <p:animEffect transition="in" filter="dissolve">
                                      <p:cBhvr>
                                        <p:cTn id="33" dur="500"/>
                                        <p:tgtEl>
                                          <p:spTgt spid="260195"/>
                                        </p:tgtEl>
                                      </p:cBhvr>
                                    </p:animEffect>
                                  </p:childTnLst>
                                </p:cTn>
                              </p:par>
                              <p:par>
                                <p:cTn id="34" presetID="9" presetClass="entr" presetSubtype="0" fill="hold" nodeType="withEffect">
                                  <p:stCondLst>
                                    <p:cond delay="0"/>
                                  </p:stCondLst>
                                  <p:childTnLst>
                                    <p:set>
                                      <p:cBhvr>
                                        <p:cTn id="35" dur="1" fill="hold">
                                          <p:stCondLst>
                                            <p:cond delay="0"/>
                                          </p:stCondLst>
                                        </p:cTn>
                                        <p:tgtEl>
                                          <p:spTgt spid="260196"/>
                                        </p:tgtEl>
                                        <p:attrNameLst>
                                          <p:attrName>style.visibility</p:attrName>
                                        </p:attrNameLst>
                                      </p:cBhvr>
                                      <p:to>
                                        <p:strVal val="visible"/>
                                      </p:to>
                                    </p:set>
                                    <p:animEffect transition="in" filter="dissolve">
                                      <p:cBhvr>
                                        <p:cTn id="36" dur="500"/>
                                        <p:tgtEl>
                                          <p:spTgt spid="26019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p:cTn id="41" dur="1000" fill="hold"/>
                                        <p:tgtEl>
                                          <p:spTgt spid="2"/>
                                        </p:tgtEl>
                                        <p:attrNameLst>
                                          <p:attrName>ppt_w</p:attrName>
                                        </p:attrNameLst>
                                      </p:cBhvr>
                                      <p:tavLst>
                                        <p:tav tm="0">
                                          <p:val>
                                            <p:fltVal val="0"/>
                                          </p:val>
                                        </p:tav>
                                        <p:tav tm="100000">
                                          <p:val>
                                            <p:strVal val="#ppt_w"/>
                                          </p:val>
                                        </p:tav>
                                      </p:tavLst>
                                    </p:anim>
                                    <p:anim calcmode="lin" valueType="num">
                                      <p:cBhvr>
                                        <p:cTn id="42"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0202"/>
                                        </p:tgtEl>
                                        <p:attrNameLst>
                                          <p:attrName>style.visibility</p:attrName>
                                        </p:attrNameLst>
                                      </p:cBhvr>
                                      <p:to>
                                        <p:strVal val="visible"/>
                                      </p:to>
                                    </p:set>
                                    <p:animEffect transition="in" filter="wipe(left)">
                                      <p:cBhvr>
                                        <p:cTn id="47" dur="1000"/>
                                        <p:tgtEl>
                                          <p:spTgt spid="260202"/>
                                        </p:tgtEl>
                                      </p:cBhvr>
                                    </p:animEffect>
                                  </p:childTnLst>
                                </p:cTn>
                              </p:par>
                              <p:par>
                                <p:cTn id="48" presetID="22" presetClass="entr" presetSubtype="4" fill="hold" nodeType="withEffect">
                                  <p:stCondLst>
                                    <p:cond delay="0"/>
                                  </p:stCondLst>
                                  <p:childTnLst>
                                    <p:set>
                                      <p:cBhvr>
                                        <p:cTn id="49" dur="1" fill="hold">
                                          <p:stCondLst>
                                            <p:cond delay="0"/>
                                          </p:stCondLst>
                                        </p:cTn>
                                        <p:tgtEl>
                                          <p:spTgt spid="260201"/>
                                        </p:tgtEl>
                                        <p:attrNameLst>
                                          <p:attrName>style.visibility</p:attrName>
                                        </p:attrNameLst>
                                      </p:cBhvr>
                                      <p:to>
                                        <p:strVal val="visible"/>
                                      </p:to>
                                    </p:set>
                                    <p:animEffect transition="in" filter="wipe(down)">
                                      <p:cBhvr>
                                        <p:cTn id="50" dur="1000"/>
                                        <p:tgtEl>
                                          <p:spTgt spid="260201"/>
                                        </p:tgtEl>
                                      </p:cBhvr>
                                    </p:animEffect>
                                  </p:childTnLst>
                                </p:cTn>
                              </p:par>
                              <p:par>
                                <p:cTn id="51" presetID="22" presetClass="entr" presetSubtype="4" fill="hold" nodeType="withEffect">
                                  <p:stCondLst>
                                    <p:cond delay="0"/>
                                  </p:stCondLst>
                                  <p:childTnLst>
                                    <p:set>
                                      <p:cBhvr>
                                        <p:cTn id="52" dur="1" fill="hold">
                                          <p:stCondLst>
                                            <p:cond delay="0"/>
                                          </p:stCondLst>
                                        </p:cTn>
                                        <p:tgtEl>
                                          <p:spTgt spid="260203"/>
                                        </p:tgtEl>
                                        <p:attrNameLst>
                                          <p:attrName>style.visibility</p:attrName>
                                        </p:attrNameLst>
                                      </p:cBhvr>
                                      <p:to>
                                        <p:strVal val="visible"/>
                                      </p:to>
                                    </p:set>
                                    <p:animEffect transition="in" filter="wipe(down)">
                                      <p:cBhvr>
                                        <p:cTn id="53" dur="1000"/>
                                        <p:tgtEl>
                                          <p:spTgt spid="26020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2" fill="hold" nodeType="clickEffect">
                                  <p:stCondLst>
                                    <p:cond delay="0"/>
                                  </p:stCondLst>
                                  <p:childTnLst>
                                    <p:set>
                                      <p:cBhvr>
                                        <p:cTn id="57" dur="1" fill="hold">
                                          <p:stCondLst>
                                            <p:cond delay="0"/>
                                          </p:stCondLst>
                                        </p:cTn>
                                        <p:tgtEl>
                                          <p:spTgt spid="260197"/>
                                        </p:tgtEl>
                                        <p:attrNameLst>
                                          <p:attrName>style.visibility</p:attrName>
                                        </p:attrNameLst>
                                      </p:cBhvr>
                                      <p:to>
                                        <p:strVal val="visible"/>
                                      </p:to>
                                    </p:set>
                                    <p:animEffect transition="in" filter="wipe(right)">
                                      <p:cBhvr>
                                        <p:cTn id="58" dur="1000"/>
                                        <p:tgtEl>
                                          <p:spTgt spid="260197"/>
                                        </p:tgtEl>
                                      </p:cBhvr>
                                    </p:animEffect>
                                  </p:childTnLst>
                                </p:cTn>
                              </p:par>
                              <p:par>
                                <p:cTn id="59" presetID="22" presetClass="entr" presetSubtype="4" fill="hold" nodeType="withEffect">
                                  <p:stCondLst>
                                    <p:cond delay="0"/>
                                  </p:stCondLst>
                                  <p:childTnLst>
                                    <p:set>
                                      <p:cBhvr>
                                        <p:cTn id="60" dur="1" fill="hold">
                                          <p:stCondLst>
                                            <p:cond delay="0"/>
                                          </p:stCondLst>
                                        </p:cTn>
                                        <p:tgtEl>
                                          <p:spTgt spid="260199"/>
                                        </p:tgtEl>
                                        <p:attrNameLst>
                                          <p:attrName>style.visibility</p:attrName>
                                        </p:attrNameLst>
                                      </p:cBhvr>
                                      <p:to>
                                        <p:strVal val="visible"/>
                                      </p:to>
                                    </p:set>
                                    <p:animEffect transition="in" filter="wipe(down)">
                                      <p:cBhvr>
                                        <p:cTn id="61" dur="1000"/>
                                        <p:tgtEl>
                                          <p:spTgt spid="260199"/>
                                        </p:tgtEl>
                                      </p:cBhvr>
                                    </p:animEffect>
                                  </p:childTnLst>
                                </p:cTn>
                              </p:par>
                              <p:par>
                                <p:cTn id="62" presetID="22" presetClass="entr" presetSubtype="2" fill="hold" nodeType="withEffect">
                                  <p:stCondLst>
                                    <p:cond delay="0"/>
                                  </p:stCondLst>
                                  <p:childTnLst>
                                    <p:set>
                                      <p:cBhvr>
                                        <p:cTn id="63" dur="1" fill="hold">
                                          <p:stCondLst>
                                            <p:cond delay="0"/>
                                          </p:stCondLst>
                                        </p:cTn>
                                        <p:tgtEl>
                                          <p:spTgt spid="260198"/>
                                        </p:tgtEl>
                                        <p:attrNameLst>
                                          <p:attrName>style.visibility</p:attrName>
                                        </p:attrNameLst>
                                      </p:cBhvr>
                                      <p:to>
                                        <p:strVal val="visible"/>
                                      </p:to>
                                    </p:set>
                                    <p:animEffect transition="in" filter="wipe(right)">
                                      <p:cBhvr>
                                        <p:cTn id="64" dur="1000"/>
                                        <p:tgtEl>
                                          <p:spTgt spid="260198"/>
                                        </p:tgtEl>
                                      </p:cBhvr>
                                    </p:animEffect>
                                  </p:childTnLst>
                                </p:cTn>
                              </p:par>
                              <p:par>
                                <p:cTn id="65" presetID="22" presetClass="entr" presetSubtype="4" fill="hold" nodeType="withEffect">
                                  <p:stCondLst>
                                    <p:cond delay="0"/>
                                  </p:stCondLst>
                                  <p:childTnLst>
                                    <p:set>
                                      <p:cBhvr>
                                        <p:cTn id="66" dur="1" fill="hold">
                                          <p:stCondLst>
                                            <p:cond delay="0"/>
                                          </p:stCondLst>
                                        </p:cTn>
                                        <p:tgtEl>
                                          <p:spTgt spid="260200"/>
                                        </p:tgtEl>
                                        <p:attrNameLst>
                                          <p:attrName>style.visibility</p:attrName>
                                        </p:attrNameLst>
                                      </p:cBhvr>
                                      <p:to>
                                        <p:strVal val="visible"/>
                                      </p:to>
                                    </p:set>
                                    <p:animEffect transition="in" filter="wipe(down)">
                                      <p:cBhvr>
                                        <p:cTn id="67" dur="1000"/>
                                        <p:tgtEl>
                                          <p:spTgt spid="26020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0188"/>
                                        </p:tgtEl>
                                        <p:attrNameLst>
                                          <p:attrName>style.visibility</p:attrName>
                                        </p:attrNameLst>
                                      </p:cBhvr>
                                      <p:to>
                                        <p:strVal val="visible"/>
                                      </p:to>
                                    </p:set>
                                    <p:animEffect transition="in" filter="wipe(left)">
                                      <p:cBhvr>
                                        <p:cTn id="72" dur="1000"/>
                                        <p:tgtEl>
                                          <p:spTgt spid="260188"/>
                                        </p:tgtEl>
                                      </p:cBhvr>
                                    </p:animEffect>
                                  </p:childTnLst>
                                </p:cTn>
                              </p:par>
                            </p:childTnLst>
                          </p:cTn>
                        </p:par>
                        <p:par>
                          <p:cTn id="73" fill="hold" nodeType="afterGroup">
                            <p:stCondLst>
                              <p:cond delay="1000"/>
                            </p:stCondLst>
                            <p:childTnLst>
                              <p:par>
                                <p:cTn id="74" presetID="22" presetClass="entr" presetSubtype="8" fill="hold" nodeType="afterEffect">
                                  <p:stCondLst>
                                    <p:cond delay="0"/>
                                  </p:stCondLst>
                                  <p:childTnLst>
                                    <p:set>
                                      <p:cBhvr>
                                        <p:cTn id="75" dur="1" fill="hold">
                                          <p:stCondLst>
                                            <p:cond delay="0"/>
                                          </p:stCondLst>
                                        </p:cTn>
                                        <p:tgtEl>
                                          <p:spTgt spid="260204"/>
                                        </p:tgtEl>
                                        <p:attrNameLst>
                                          <p:attrName>style.visibility</p:attrName>
                                        </p:attrNameLst>
                                      </p:cBhvr>
                                      <p:to>
                                        <p:strVal val="visible"/>
                                      </p:to>
                                    </p:set>
                                    <p:animEffect transition="in" filter="wipe(left)">
                                      <p:cBhvr>
                                        <p:cTn id="76" dur="1000"/>
                                        <p:tgtEl>
                                          <p:spTgt spid="260204"/>
                                        </p:tgtEl>
                                      </p:cBhvr>
                                    </p:animEffect>
                                  </p:childTnLst>
                                </p:cTn>
                              </p:par>
                            </p:childTnLst>
                          </p:cTn>
                        </p:par>
                        <p:par>
                          <p:cTn id="77" fill="hold" nodeType="afterGroup">
                            <p:stCondLst>
                              <p:cond delay="2000"/>
                            </p:stCondLst>
                            <p:childTnLst>
                              <p:par>
                                <p:cTn id="78" presetID="22" presetClass="entr" presetSubtype="8" fill="hold" nodeType="afterEffect">
                                  <p:stCondLst>
                                    <p:cond delay="0"/>
                                  </p:stCondLst>
                                  <p:childTnLst>
                                    <p:set>
                                      <p:cBhvr>
                                        <p:cTn id="79" dur="1" fill="hold">
                                          <p:stCondLst>
                                            <p:cond delay="0"/>
                                          </p:stCondLst>
                                        </p:cTn>
                                        <p:tgtEl>
                                          <p:spTgt spid="260205"/>
                                        </p:tgtEl>
                                        <p:attrNameLst>
                                          <p:attrName>style.visibility</p:attrName>
                                        </p:attrNameLst>
                                      </p:cBhvr>
                                      <p:to>
                                        <p:strVal val="visible"/>
                                      </p:to>
                                    </p:set>
                                    <p:animEffect transition="in" filter="wipe(left)">
                                      <p:cBhvr>
                                        <p:cTn id="80" dur="1000"/>
                                        <p:tgtEl>
                                          <p:spTgt spid="260205"/>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260187"/>
                                        </p:tgtEl>
                                        <p:attrNameLst>
                                          <p:attrName>style.visibility</p:attrName>
                                        </p:attrNameLst>
                                      </p:cBhvr>
                                      <p:to>
                                        <p:strVal val="visible"/>
                                      </p:to>
                                    </p:set>
                                    <p:animEffect transition="in" filter="wipe(up)">
                                      <p:cBhvr>
                                        <p:cTn id="85" dur="500"/>
                                        <p:tgtEl>
                                          <p:spTgt spid="260187"/>
                                        </p:tgtEl>
                                      </p:cBhvr>
                                    </p:animEffect>
                                  </p:childTnLst>
                                </p:cTn>
                              </p:par>
                            </p:childTnLst>
                          </p:cTn>
                        </p:par>
                        <p:par>
                          <p:cTn id="86" fill="hold" nodeType="afterGroup">
                            <p:stCondLst>
                              <p:cond delay="500"/>
                            </p:stCondLst>
                            <p:childTnLst>
                              <p:par>
                                <p:cTn id="87" presetID="22" presetClass="entr" presetSubtype="1" fill="hold" nodeType="afterEffect">
                                  <p:stCondLst>
                                    <p:cond delay="0"/>
                                  </p:stCondLst>
                                  <p:childTnLst>
                                    <p:set>
                                      <p:cBhvr>
                                        <p:cTn id="88" dur="1" fill="hold">
                                          <p:stCondLst>
                                            <p:cond delay="0"/>
                                          </p:stCondLst>
                                        </p:cTn>
                                        <p:tgtEl>
                                          <p:spTgt spid="260186"/>
                                        </p:tgtEl>
                                        <p:attrNameLst>
                                          <p:attrName>style.visibility</p:attrName>
                                        </p:attrNameLst>
                                      </p:cBhvr>
                                      <p:to>
                                        <p:strVal val="visible"/>
                                      </p:to>
                                    </p:set>
                                    <p:animEffect transition="in" filter="wipe(up)">
                                      <p:cBhvr>
                                        <p:cTn id="89" dur="500"/>
                                        <p:tgtEl>
                                          <p:spTgt spid="260186"/>
                                        </p:tgtEl>
                                      </p:cBhvr>
                                    </p:animEffect>
                                  </p:childTnLst>
                                </p:cTn>
                              </p:par>
                            </p:childTnLst>
                          </p:cTn>
                        </p:par>
                        <p:par>
                          <p:cTn id="90" fill="hold" nodeType="afterGroup">
                            <p:stCondLst>
                              <p:cond delay="1000"/>
                            </p:stCondLst>
                            <p:childTnLst>
                              <p:par>
                                <p:cTn id="91" presetID="22" presetClass="entr" presetSubtype="1" fill="hold" nodeType="afterEffect">
                                  <p:stCondLst>
                                    <p:cond delay="0"/>
                                  </p:stCondLst>
                                  <p:childTnLst>
                                    <p:set>
                                      <p:cBhvr>
                                        <p:cTn id="92" dur="1" fill="hold">
                                          <p:stCondLst>
                                            <p:cond delay="0"/>
                                          </p:stCondLst>
                                        </p:cTn>
                                        <p:tgtEl>
                                          <p:spTgt spid="260206"/>
                                        </p:tgtEl>
                                        <p:attrNameLst>
                                          <p:attrName>style.visibility</p:attrName>
                                        </p:attrNameLst>
                                      </p:cBhvr>
                                      <p:to>
                                        <p:strVal val="visible"/>
                                      </p:to>
                                    </p:set>
                                    <p:animEffect transition="in" filter="wipe(up)">
                                      <p:cBhvr>
                                        <p:cTn id="93" dur="500"/>
                                        <p:tgtEl>
                                          <p:spTgt spid="260206"/>
                                        </p:tgtEl>
                                      </p:cBhvr>
                                    </p:animEffect>
                                  </p:childTnLst>
                                </p:cTn>
                              </p:par>
                            </p:childTnLst>
                          </p:cTn>
                        </p:par>
                        <p:par>
                          <p:cTn id="94" fill="hold" nodeType="afterGroup">
                            <p:stCondLst>
                              <p:cond delay="1500"/>
                            </p:stCondLst>
                            <p:childTnLst>
                              <p:par>
                                <p:cTn id="95" presetID="22" presetClass="entr" presetSubtype="4" fill="hold" nodeType="afterEffect">
                                  <p:stCondLst>
                                    <p:cond delay="0"/>
                                  </p:stCondLst>
                                  <p:childTnLst>
                                    <p:set>
                                      <p:cBhvr>
                                        <p:cTn id="96" dur="1" fill="hold">
                                          <p:stCondLst>
                                            <p:cond delay="0"/>
                                          </p:stCondLst>
                                        </p:cTn>
                                        <p:tgtEl>
                                          <p:spTgt spid="260209"/>
                                        </p:tgtEl>
                                        <p:attrNameLst>
                                          <p:attrName>style.visibility</p:attrName>
                                        </p:attrNameLst>
                                      </p:cBhvr>
                                      <p:to>
                                        <p:strVal val="visible"/>
                                      </p:to>
                                    </p:set>
                                    <p:animEffect transition="in" filter="wipe(down)">
                                      <p:cBhvr>
                                        <p:cTn id="97" dur="500"/>
                                        <p:tgtEl>
                                          <p:spTgt spid="260209"/>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2" presetClass="entr" presetSubtype="2" fill="hold" nodeType="clickEffect">
                                  <p:stCondLst>
                                    <p:cond delay="0"/>
                                  </p:stCondLst>
                                  <p:childTnLst>
                                    <p:set>
                                      <p:cBhvr>
                                        <p:cTn id="101" dur="1" fill="hold">
                                          <p:stCondLst>
                                            <p:cond delay="0"/>
                                          </p:stCondLst>
                                        </p:cTn>
                                        <p:tgtEl>
                                          <p:spTgt spid="260147"/>
                                        </p:tgtEl>
                                        <p:attrNameLst>
                                          <p:attrName>style.visibility</p:attrName>
                                        </p:attrNameLst>
                                      </p:cBhvr>
                                      <p:to>
                                        <p:strVal val="visible"/>
                                      </p:to>
                                    </p:set>
                                    <p:animEffect transition="in" filter="slide(fromRight)">
                                      <p:cBhvr>
                                        <p:cTn id="102" dur="1000"/>
                                        <p:tgtEl>
                                          <p:spTgt spid="260147"/>
                                        </p:tgtEl>
                                      </p:cBhvr>
                                    </p:animEffect>
                                  </p:childTnLst>
                                </p:cTn>
                              </p:par>
                              <p:par>
                                <p:cTn id="103" presetID="12" presetClass="entr" presetSubtype="2" fill="hold" nodeType="withEffect">
                                  <p:stCondLst>
                                    <p:cond delay="0"/>
                                  </p:stCondLst>
                                  <p:childTnLst>
                                    <p:set>
                                      <p:cBhvr>
                                        <p:cTn id="104" dur="1" fill="hold">
                                          <p:stCondLst>
                                            <p:cond delay="0"/>
                                          </p:stCondLst>
                                        </p:cTn>
                                        <p:tgtEl>
                                          <p:spTgt spid="260210"/>
                                        </p:tgtEl>
                                        <p:attrNameLst>
                                          <p:attrName>style.visibility</p:attrName>
                                        </p:attrNameLst>
                                      </p:cBhvr>
                                      <p:to>
                                        <p:strVal val="visible"/>
                                      </p:to>
                                    </p:set>
                                    <p:animEffect transition="in" filter="slide(fromRight)">
                                      <p:cBhvr>
                                        <p:cTn id="105" dur="1000"/>
                                        <p:tgtEl>
                                          <p:spTgt spid="260210"/>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260211"/>
                                        </p:tgtEl>
                                        <p:attrNameLst>
                                          <p:attrName>style.visibility</p:attrName>
                                        </p:attrNameLst>
                                      </p:cBhvr>
                                      <p:to>
                                        <p:strVal val="visible"/>
                                      </p:to>
                                    </p:set>
                                    <p:animEffect transition="in" filter="wipe(left)">
                                      <p:cBhvr>
                                        <p:cTn id="110" dur="500"/>
                                        <p:tgtEl>
                                          <p:spTgt spid="260211"/>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260212"/>
                                        </p:tgtEl>
                                        <p:attrNameLst>
                                          <p:attrName>style.visibility</p:attrName>
                                        </p:attrNameLst>
                                      </p:cBhvr>
                                      <p:to>
                                        <p:strVal val="visible"/>
                                      </p:to>
                                    </p:set>
                                    <p:animEffect transition="in" filter="wipe(left)">
                                      <p:cBhvr>
                                        <p:cTn id="115" dur="500"/>
                                        <p:tgtEl>
                                          <p:spTgt spid="260212"/>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260213"/>
                                        </p:tgtEl>
                                        <p:attrNameLst>
                                          <p:attrName>style.visibility</p:attrName>
                                        </p:attrNameLst>
                                      </p:cBhvr>
                                      <p:to>
                                        <p:strVal val="visible"/>
                                      </p:to>
                                    </p:set>
                                    <p:animEffect transition="in" filter="wipe(left)">
                                      <p:cBhvr>
                                        <p:cTn id="120" dur="1000"/>
                                        <p:tgtEl>
                                          <p:spTgt spid="260213"/>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9" presetClass="entr" presetSubtype="0" fill="hold" nodeType="clickEffect">
                                  <p:stCondLst>
                                    <p:cond delay="0"/>
                                  </p:stCondLst>
                                  <p:childTnLst>
                                    <p:set>
                                      <p:cBhvr>
                                        <p:cTn id="124" dur="1" fill="hold">
                                          <p:stCondLst>
                                            <p:cond delay="0"/>
                                          </p:stCondLst>
                                        </p:cTn>
                                        <p:tgtEl>
                                          <p:spTgt spid="260181"/>
                                        </p:tgtEl>
                                        <p:attrNameLst>
                                          <p:attrName>style.visibility</p:attrName>
                                        </p:attrNameLst>
                                      </p:cBhvr>
                                      <p:to>
                                        <p:strVal val="visible"/>
                                      </p:to>
                                    </p:set>
                                    <p:animEffect transition="in" filter="dissolve">
                                      <p:cBhvr>
                                        <p:cTn id="125" dur="500"/>
                                        <p:tgtEl>
                                          <p:spTgt spid="26018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4" presetClass="entr" presetSubtype="32" fill="hold" nodeType="clickEffect">
                                  <p:stCondLst>
                                    <p:cond delay="0"/>
                                  </p:stCondLst>
                                  <p:childTnLst>
                                    <p:set>
                                      <p:cBhvr>
                                        <p:cTn id="129" dur="1" fill="hold">
                                          <p:stCondLst>
                                            <p:cond delay="0"/>
                                          </p:stCondLst>
                                        </p:cTn>
                                        <p:tgtEl>
                                          <p:spTgt spid="3"/>
                                        </p:tgtEl>
                                        <p:attrNameLst>
                                          <p:attrName>style.visibility</p:attrName>
                                        </p:attrNameLst>
                                      </p:cBhvr>
                                      <p:to>
                                        <p:strVal val="visible"/>
                                      </p:to>
                                    </p:set>
                                    <p:animEffect transition="in" filter="box(out)">
                                      <p:cBhvr>
                                        <p:cTn id="130" dur="500"/>
                                        <p:tgtEl>
                                          <p:spTgt spid="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2" fill="hold" nodeType="clickEffect">
                                  <p:stCondLst>
                                    <p:cond delay="0"/>
                                  </p:stCondLst>
                                  <p:childTnLst>
                                    <p:set>
                                      <p:cBhvr>
                                        <p:cTn id="134" dur="1" fill="hold">
                                          <p:stCondLst>
                                            <p:cond delay="0"/>
                                          </p:stCondLst>
                                        </p:cTn>
                                        <p:tgtEl>
                                          <p:spTgt spid="260179"/>
                                        </p:tgtEl>
                                        <p:attrNameLst>
                                          <p:attrName>style.visibility</p:attrName>
                                        </p:attrNameLst>
                                      </p:cBhvr>
                                      <p:to>
                                        <p:strVal val="visible"/>
                                      </p:to>
                                    </p:set>
                                    <p:animEffect transition="in" filter="wipe(right)">
                                      <p:cBhvr>
                                        <p:cTn id="135" dur="500"/>
                                        <p:tgtEl>
                                          <p:spTgt spid="260179"/>
                                        </p:tgtEl>
                                      </p:cBhvr>
                                    </p:animEffect>
                                  </p:childTnLst>
                                </p:cTn>
                              </p:par>
                            </p:childTnLst>
                          </p:cTn>
                        </p:par>
                        <p:par>
                          <p:cTn id="136" fill="hold" nodeType="afterGroup">
                            <p:stCondLst>
                              <p:cond delay="500"/>
                            </p:stCondLst>
                            <p:childTnLst>
                              <p:par>
                                <p:cTn id="137" presetID="1" presetClass="entr" presetSubtype="0" fill="hold" nodeType="afterEffect">
                                  <p:stCondLst>
                                    <p:cond delay="0"/>
                                  </p:stCondLst>
                                  <p:childTnLst>
                                    <p:set>
                                      <p:cBhvr>
                                        <p:cTn id="138" dur="1" fill="hold">
                                          <p:stCondLst>
                                            <p:cond delay="499"/>
                                          </p:stCondLst>
                                        </p:cTn>
                                        <p:tgtEl>
                                          <p:spTgt spid="260180"/>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4" fill="hold" nodeType="clickEffect">
                                  <p:stCondLst>
                                    <p:cond delay="0"/>
                                  </p:stCondLst>
                                  <p:childTnLst>
                                    <p:set>
                                      <p:cBhvr>
                                        <p:cTn id="142" dur="1" fill="hold">
                                          <p:stCondLst>
                                            <p:cond delay="0"/>
                                          </p:stCondLst>
                                        </p:cTn>
                                        <p:tgtEl>
                                          <p:spTgt spid="260178"/>
                                        </p:tgtEl>
                                        <p:attrNameLst>
                                          <p:attrName>style.visibility</p:attrName>
                                        </p:attrNameLst>
                                      </p:cBhvr>
                                      <p:to>
                                        <p:strVal val="visible"/>
                                      </p:to>
                                    </p:set>
                                    <p:animEffect transition="in" filter="wipe(down)">
                                      <p:cBhvr>
                                        <p:cTn id="143" dur="500"/>
                                        <p:tgtEl>
                                          <p:spTgt spid="260178"/>
                                        </p:tgtEl>
                                      </p:cBhvr>
                                    </p:animEffect>
                                  </p:childTnLst>
                                </p:cTn>
                              </p:par>
                            </p:childTnLst>
                          </p:cTn>
                        </p:par>
                        <p:par>
                          <p:cTn id="144" fill="hold" nodeType="afterGroup">
                            <p:stCondLst>
                              <p:cond delay="500"/>
                            </p:stCondLst>
                            <p:childTnLst>
                              <p:par>
                                <p:cTn id="145" presetID="22" presetClass="entr" presetSubtype="4" fill="hold" nodeType="afterEffect">
                                  <p:stCondLst>
                                    <p:cond delay="0"/>
                                  </p:stCondLst>
                                  <p:childTnLst>
                                    <p:set>
                                      <p:cBhvr>
                                        <p:cTn id="146" dur="1" fill="hold">
                                          <p:stCondLst>
                                            <p:cond delay="0"/>
                                          </p:stCondLst>
                                        </p:cTn>
                                        <p:tgtEl>
                                          <p:spTgt spid="260217"/>
                                        </p:tgtEl>
                                        <p:attrNameLst>
                                          <p:attrName>style.visibility</p:attrName>
                                        </p:attrNameLst>
                                      </p:cBhvr>
                                      <p:to>
                                        <p:strVal val="visible"/>
                                      </p:to>
                                    </p:set>
                                    <p:animEffect transition="in" filter="wipe(down)">
                                      <p:cBhvr>
                                        <p:cTn id="147" dur="500"/>
                                        <p:tgtEl>
                                          <p:spTgt spid="260217"/>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260218"/>
                                        </p:tgtEl>
                                        <p:attrNameLst>
                                          <p:attrName>style.visibility</p:attrName>
                                        </p:attrNameLst>
                                      </p:cBhvr>
                                      <p:to>
                                        <p:strVal val="visible"/>
                                      </p:to>
                                    </p:set>
                                    <p:animEffect transition="in" filter="wipe(left)">
                                      <p:cBhvr>
                                        <p:cTn id="152" dur="500"/>
                                        <p:tgtEl>
                                          <p:spTgt spid="260218"/>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260228"/>
                                        </p:tgtEl>
                                        <p:attrNameLst>
                                          <p:attrName>style.visibility</p:attrName>
                                        </p:attrNameLst>
                                      </p:cBhvr>
                                      <p:to>
                                        <p:strVal val="visible"/>
                                      </p:to>
                                    </p:set>
                                    <p:animEffect transition="in" filter="wipe(left)">
                                      <p:cBhvr>
                                        <p:cTn id="157" dur="500"/>
                                        <p:tgtEl>
                                          <p:spTgt spid="260228"/>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 presetClass="exit" presetSubtype="0" fill="hold" nodeType="clickEffect">
                                  <p:stCondLst>
                                    <p:cond delay="0"/>
                                  </p:stCondLst>
                                  <p:childTnLst>
                                    <p:set>
                                      <p:cBhvr>
                                        <p:cTn id="161" dur="1" fill="hold">
                                          <p:stCondLst>
                                            <p:cond delay="0"/>
                                          </p:stCondLst>
                                        </p:cTn>
                                        <p:tgtEl>
                                          <p:spTgt spid="3"/>
                                        </p:tgtEl>
                                        <p:attrNameLst>
                                          <p:attrName>style.visibility</p:attrName>
                                        </p:attrNameLst>
                                      </p:cBhvr>
                                      <p:to>
                                        <p:strVal val="hidden"/>
                                      </p:to>
                                    </p:set>
                                  </p:childTnLst>
                                </p:cTn>
                              </p:par>
                              <p:par>
                                <p:cTn id="162" presetID="1" presetClass="exit" presetSubtype="0" fill="hold" nodeType="withEffect">
                                  <p:stCondLst>
                                    <p:cond delay="0"/>
                                  </p:stCondLst>
                                  <p:childTnLst>
                                    <p:set>
                                      <p:cBhvr>
                                        <p:cTn id="163" dur="1" fill="hold">
                                          <p:stCondLst>
                                            <p:cond delay="0"/>
                                          </p:stCondLst>
                                        </p:cTn>
                                        <p:tgtEl>
                                          <p:spTgt spid="260181"/>
                                        </p:tgtEl>
                                        <p:attrNameLst>
                                          <p:attrName>style.visibility</p:attrName>
                                        </p:attrNameLst>
                                      </p:cBhvr>
                                      <p:to>
                                        <p:strVal val="hidden"/>
                                      </p:to>
                                    </p:set>
                                  </p:childTnLst>
                                </p:cTn>
                              </p:par>
                              <p:par>
                                <p:cTn id="164" presetID="1" presetClass="exit" presetSubtype="0" fill="hold" nodeType="withEffect">
                                  <p:stCondLst>
                                    <p:cond delay="0"/>
                                  </p:stCondLst>
                                  <p:childTnLst>
                                    <p:set>
                                      <p:cBhvr>
                                        <p:cTn id="165" dur="1" fill="hold">
                                          <p:stCondLst>
                                            <p:cond delay="0"/>
                                          </p:stCondLst>
                                        </p:cTn>
                                        <p:tgtEl>
                                          <p:spTgt spid="260179"/>
                                        </p:tgtEl>
                                        <p:attrNameLst>
                                          <p:attrName>style.visibility</p:attrName>
                                        </p:attrNameLst>
                                      </p:cBhvr>
                                      <p:to>
                                        <p:strVal val="hidden"/>
                                      </p:to>
                                    </p:set>
                                  </p:childTnLst>
                                </p:cTn>
                              </p:par>
                              <p:par>
                                <p:cTn id="166" presetID="1" presetClass="exit" presetSubtype="0" fill="hold" nodeType="withEffect">
                                  <p:stCondLst>
                                    <p:cond delay="0"/>
                                  </p:stCondLst>
                                  <p:childTnLst>
                                    <p:set>
                                      <p:cBhvr>
                                        <p:cTn id="167" dur="1" fill="hold">
                                          <p:stCondLst>
                                            <p:cond delay="0"/>
                                          </p:stCondLst>
                                        </p:cTn>
                                        <p:tgtEl>
                                          <p:spTgt spid="260180"/>
                                        </p:tgtEl>
                                        <p:attrNameLst>
                                          <p:attrName>style.visibility</p:attrName>
                                        </p:attrNameLst>
                                      </p:cBhvr>
                                      <p:to>
                                        <p:strVal val="hidden"/>
                                      </p:to>
                                    </p:set>
                                  </p:childTnLst>
                                </p:cTn>
                              </p:par>
                              <p:par>
                                <p:cTn id="168" presetID="1" presetClass="exit" presetSubtype="0" fill="hold" nodeType="withEffect">
                                  <p:stCondLst>
                                    <p:cond delay="0"/>
                                  </p:stCondLst>
                                  <p:childTnLst>
                                    <p:set>
                                      <p:cBhvr>
                                        <p:cTn id="169" dur="1" fill="hold">
                                          <p:stCondLst>
                                            <p:cond delay="0"/>
                                          </p:stCondLst>
                                        </p:cTn>
                                        <p:tgtEl>
                                          <p:spTgt spid="260178"/>
                                        </p:tgtEl>
                                        <p:attrNameLst>
                                          <p:attrName>style.visibility</p:attrName>
                                        </p:attrNameLst>
                                      </p:cBhvr>
                                      <p:to>
                                        <p:strVal val="hidden"/>
                                      </p:to>
                                    </p:set>
                                  </p:childTnLst>
                                </p:cTn>
                              </p:par>
                              <p:par>
                                <p:cTn id="170" presetID="1" presetClass="exit" presetSubtype="0" fill="hold" nodeType="withEffect">
                                  <p:stCondLst>
                                    <p:cond delay="0"/>
                                  </p:stCondLst>
                                  <p:childTnLst>
                                    <p:set>
                                      <p:cBhvr>
                                        <p:cTn id="171" dur="1" fill="hold">
                                          <p:stCondLst>
                                            <p:cond delay="0"/>
                                          </p:stCondLst>
                                        </p:cTn>
                                        <p:tgtEl>
                                          <p:spTgt spid="260217"/>
                                        </p:tgtEl>
                                        <p:attrNameLst>
                                          <p:attrName>style.visibility</p:attrName>
                                        </p:attrNameLst>
                                      </p:cBhvr>
                                      <p:to>
                                        <p:strVal val="hidden"/>
                                      </p:to>
                                    </p:se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9" presetClass="entr" presetSubtype="0" fill="hold" nodeType="clickEffect">
                                  <p:stCondLst>
                                    <p:cond delay="0"/>
                                  </p:stCondLst>
                                  <p:childTnLst>
                                    <p:set>
                                      <p:cBhvr>
                                        <p:cTn id="175" dur="1" fill="hold">
                                          <p:stCondLst>
                                            <p:cond delay="0"/>
                                          </p:stCondLst>
                                        </p:cTn>
                                        <p:tgtEl>
                                          <p:spTgt spid="260163"/>
                                        </p:tgtEl>
                                        <p:attrNameLst>
                                          <p:attrName>style.visibility</p:attrName>
                                        </p:attrNameLst>
                                      </p:cBhvr>
                                      <p:to>
                                        <p:strVal val="visible"/>
                                      </p:to>
                                    </p:set>
                                    <p:animEffect transition="in" filter="dissolve">
                                      <p:cBhvr>
                                        <p:cTn id="176" dur="500"/>
                                        <p:tgtEl>
                                          <p:spTgt spid="260163"/>
                                        </p:tgtEl>
                                      </p:cBhvr>
                                    </p:animEffect>
                                  </p:childTnLst>
                                </p:cTn>
                              </p:par>
                              <p:par>
                                <p:cTn id="177" presetID="9" presetClass="entr" presetSubtype="0" fill="hold" nodeType="withEffect">
                                  <p:stCondLst>
                                    <p:cond delay="0"/>
                                  </p:stCondLst>
                                  <p:childTnLst>
                                    <p:set>
                                      <p:cBhvr>
                                        <p:cTn id="178" dur="1" fill="hold">
                                          <p:stCondLst>
                                            <p:cond delay="0"/>
                                          </p:stCondLst>
                                        </p:cTn>
                                        <p:tgtEl>
                                          <p:spTgt spid="260164"/>
                                        </p:tgtEl>
                                        <p:attrNameLst>
                                          <p:attrName>style.visibility</p:attrName>
                                        </p:attrNameLst>
                                      </p:cBhvr>
                                      <p:to>
                                        <p:strVal val="visible"/>
                                      </p:to>
                                    </p:set>
                                    <p:animEffect transition="in" filter="dissolve">
                                      <p:cBhvr>
                                        <p:cTn id="179" dur="500"/>
                                        <p:tgtEl>
                                          <p:spTgt spid="260164"/>
                                        </p:tgtEl>
                                      </p:cBhvr>
                                    </p:animEffect>
                                  </p:childTnLst>
                                </p:cTn>
                              </p:par>
                              <p:par>
                                <p:cTn id="180" presetID="9" presetClass="entr" presetSubtype="0" fill="hold" nodeType="withEffect">
                                  <p:stCondLst>
                                    <p:cond delay="0"/>
                                  </p:stCondLst>
                                  <p:childTnLst>
                                    <p:set>
                                      <p:cBhvr>
                                        <p:cTn id="181" dur="1" fill="hold">
                                          <p:stCondLst>
                                            <p:cond delay="0"/>
                                          </p:stCondLst>
                                        </p:cTn>
                                        <p:tgtEl>
                                          <p:spTgt spid="260165"/>
                                        </p:tgtEl>
                                        <p:attrNameLst>
                                          <p:attrName>style.visibility</p:attrName>
                                        </p:attrNameLst>
                                      </p:cBhvr>
                                      <p:to>
                                        <p:strVal val="visible"/>
                                      </p:to>
                                    </p:set>
                                    <p:animEffect transition="in" filter="dissolve">
                                      <p:cBhvr>
                                        <p:cTn id="182" dur="500"/>
                                        <p:tgtEl>
                                          <p:spTgt spid="260165"/>
                                        </p:tgtEl>
                                      </p:cBhvr>
                                    </p:animEffect>
                                  </p:childTnLst>
                                </p:cTn>
                              </p:par>
                              <p:par>
                                <p:cTn id="183" presetID="9" presetClass="entr" presetSubtype="0" fill="hold" nodeType="withEffect">
                                  <p:stCondLst>
                                    <p:cond delay="0"/>
                                  </p:stCondLst>
                                  <p:childTnLst>
                                    <p:set>
                                      <p:cBhvr>
                                        <p:cTn id="184" dur="1" fill="hold">
                                          <p:stCondLst>
                                            <p:cond delay="0"/>
                                          </p:stCondLst>
                                        </p:cTn>
                                        <p:tgtEl>
                                          <p:spTgt spid="260166"/>
                                        </p:tgtEl>
                                        <p:attrNameLst>
                                          <p:attrName>style.visibility</p:attrName>
                                        </p:attrNameLst>
                                      </p:cBhvr>
                                      <p:to>
                                        <p:strVal val="visible"/>
                                      </p:to>
                                    </p:set>
                                    <p:animEffect transition="in" filter="dissolve">
                                      <p:cBhvr>
                                        <p:cTn id="185" dur="500"/>
                                        <p:tgtEl>
                                          <p:spTgt spid="260166"/>
                                        </p:tgtEl>
                                      </p:cBhvr>
                                    </p:animEffect>
                                  </p:childTnLst>
                                </p:cTn>
                              </p:par>
                              <p:par>
                                <p:cTn id="186" presetID="9" presetClass="entr" presetSubtype="0" fill="hold" nodeType="withEffect">
                                  <p:stCondLst>
                                    <p:cond delay="0"/>
                                  </p:stCondLst>
                                  <p:childTnLst>
                                    <p:set>
                                      <p:cBhvr>
                                        <p:cTn id="187" dur="1" fill="hold">
                                          <p:stCondLst>
                                            <p:cond delay="0"/>
                                          </p:stCondLst>
                                        </p:cTn>
                                        <p:tgtEl>
                                          <p:spTgt spid="260167"/>
                                        </p:tgtEl>
                                        <p:attrNameLst>
                                          <p:attrName>style.visibility</p:attrName>
                                        </p:attrNameLst>
                                      </p:cBhvr>
                                      <p:to>
                                        <p:strVal val="visible"/>
                                      </p:to>
                                    </p:set>
                                    <p:animEffect transition="in" filter="dissolve">
                                      <p:cBhvr>
                                        <p:cTn id="188" dur="500"/>
                                        <p:tgtEl>
                                          <p:spTgt spid="260167"/>
                                        </p:tgtEl>
                                      </p:cBhvr>
                                    </p:animEffect>
                                  </p:childTnLst>
                                </p:cTn>
                              </p:par>
                              <p:par>
                                <p:cTn id="189" presetID="9" presetClass="entr" presetSubtype="0" fill="hold" nodeType="withEffect">
                                  <p:stCondLst>
                                    <p:cond delay="0"/>
                                  </p:stCondLst>
                                  <p:childTnLst>
                                    <p:set>
                                      <p:cBhvr>
                                        <p:cTn id="190" dur="1" fill="hold">
                                          <p:stCondLst>
                                            <p:cond delay="0"/>
                                          </p:stCondLst>
                                        </p:cTn>
                                        <p:tgtEl>
                                          <p:spTgt spid="260162"/>
                                        </p:tgtEl>
                                        <p:attrNameLst>
                                          <p:attrName>style.visibility</p:attrName>
                                        </p:attrNameLst>
                                      </p:cBhvr>
                                      <p:to>
                                        <p:strVal val="visible"/>
                                      </p:to>
                                    </p:set>
                                    <p:animEffect transition="in" filter="dissolve">
                                      <p:cBhvr>
                                        <p:cTn id="191" dur="500"/>
                                        <p:tgtEl>
                                          <p:spTgt spid="260162"/>
                                        </p:tgtEl>
                                      </p:cBhvr>
                                    </p:animEffect>
                                  </p:childTnLst>
                                </p:cTn>
                              </p:par>
                              <p:par>
                                <p:cTn id="192" presetID="9" presetClass="entr" presetSubtype="0" fill="hold" nodeType="withEffect">
                                  <p:stCondLst>
                                    <p:cond delay="0"/>
                                  </p:stCondLst>
                                  <p:childTnLst>
                                    <p:set>
                                      <p:cBhvr>
                                        <p:cTn id="193" dur="1" fill="hold">
                                          <p:stCondLst>
                                            <p:cond delay="0"/>
                                          </p:stCondLst>
                                        </p:cTn>
                                        <p:tgtEl>
                                          <p:spTgt spid="260168"/>
                                        </p:tgtEl>
                                        <p:attrNameLst>
                                          <p:attrName>style.visibility</p:attrName>
                                        </p:attrNameLst>
                                      </p:cBhvr>
                                      <p:to>
                                        <p:strVal val="visible"/>
                                      </p:to>
                                    </p:set>
                                    <p:animEffect transition="in" filter="dissolve">
                                      <p:cBhvr>
                                        <p:cTn id="194" dur="500"/>
                                        <p:tgtEl>
                                          <p:spTgt spid="260168"/>
                                        </p:tgtEl>
                                      </p:cBhvr>
                                    </p:animEffect>
                                  </p:childTnLst>
                                </p:cTn>
                              </p:par>
                              <p:par>
                                <p:cTn id="195" presetID="9" presetClass="entr" presetSubtype="0" fill="hold" nodeType="withEffect">
                                  <p:stCondLst>
                                    <p:cond delay="0"/>
                                  </p:stCondLst>
                                  <p:childTnLst>
                                    <p:set>
                                      <p:cBhvr>
                                        <p:cTn id="196" dur="1" fill="hold">
                                          <p:stCondLst>
                                            <p:cond delay="0"/>
                                          </p:stCondLst>
                                        </p:cTn>
                                        <p:tgtEl>
                                          <p:spTgt spid="260169"/>
                                        </p:tgtEl>
                                        <p:attrNameLst>
                                          <p:attrName>style.visibility</p:attrName>
                                        </p:attrNameLst>
                                      </p:cBhvr>
                                      <p:to>
                                        <p:strVal val="visible"/>
                                      </p:to>
                                    </p:set>
                                    <p:animEffect transition="in" filter="dissolve">
                                      <p:cBhvr>
                                        <p:cTn id="197" dur="500"/>
                                        <p:tgtEl>
                                          <p:spTgt spid="260169"/>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42" presetClass="path" presetSubtype="0" accel="50000" decel="50000" fill="hold" nodeType="clickEffect">
                                  <p:stCondLst>
                                    <p:cond delay="0"/>
                                  </p:stCondLst>
                                  <p:childTnLst>
                                    <p:animMotion origin="layout" path="M -1.38889E-6 -4.81481E-6 L 0.00417 0.08936 " pathEditMode="relative" rAng="0" ptsTypes="AA">
                                      <p:cBhvr>
                                        <p:cTn id="201" dur="2000" fill="hold"/>
                                        <p:tgtEl>
                                          <p:spTgt spid="260168"/>
                                        </p:tgtEl>
                                        <p:attrNameLst>
                                          <p:attrName>ppt_x</p:attrName>
                                          <p:attrName>ppt_y</p:attrName>
                                        </p:attrNameLst>
                                      </p:cBhvr>
                                      <p:rCtr x="208" y="4468"/>
                                    </p:animMotion>
                                  </p:childTnLst>
                                </p:cTn>
                              </p:par>
                              <p:par>
                                <p:cTn id="202" presetID="42" presetClass="path" presetSubtype="0" accel="50000" decel="50000" fill="hold" nodeType="withEffect">
                                  <p:stCondLst>
                                    <p:cond delay="0"/>
                                  </p:stCondLst>
                                  <p:childTnLst>
                                    <p:animMotion origin="layout" path="M 8.33333E-7 -1.48148E-6 L -0.01163 0.07894 " pathEditMode="relative" rAng="0" ptsTypes="AA">
                                      <p:cBhvr>
                                        <p:cTn id="203" dur="2000" fill="hold"/>
                                        <p:tgtEl>
                                          <p:spTgt spid="260169"/>
                                        </p:tgtEl>
                                        <p:attrNameLst>
                                          <p:attrName>ppt_x</p:attrName>
                                          <p:attrName>ppt_y</p:attrName>
                                        </p:attrNameLst>
                                      </p:cBhvr>
                                      <p:rCtr x="-590" y="3935"/>
                                    </p:animMotion>
                                  </p:childTnLst>
                                </p:cTn>
                              </p:par>
                              <p:par>
                                <p:cTn id="204" presetID="42" presetClass="path" presetSubtype="0" accel="50000" decel="50000" fill="hold" nodeType="withEffect">
                                  <p:stCondLst>
                                    <p:cond delay="0"/>
                                  </p:stCondLst>
                                  <p:childTnLst>
                                    <p:animMotion origin="layout" path="M 4.72222E-6 1.48148E-6 L -0.00382 0.1419 " pathEditMode="relative" rAng="0" ptsTypes="AA">
                                      <p:cBhvr>
                                        <p:cTn id="205" dur="2000" fill="hold"/>
                                        <p:tgtEl>
                                          <p:spTgt spid="260165"/>
                                        </p:tgtEl>
                                        <p:attrNameLst>
                                          <p:attrName>ppt_x</p:attrName>
                                          <p:attrName>ppt_y</p:attrName>
                                        </p:attrNameLst>
                                      </p:cBhvr>
                                      <p:rCtr x="-191" y="7083"/>
                                    </p:animMotion>
                                  </p:childTnLst>
                                </p:cTn>
                              </p:par>
                              <p:par>
                                <p:cTn id="206" presetID="42" presetClass="path" presetSubtype="0" accel="50000" decel="50000" fill="hold" nodeType="withEffect">
                                  <p:stCondLst>
                                    <p:cond delay="0"/>
                                  </p:stCondLst>
                                  <p:childTnLst>
                                    <p:animMotion origin="layout" path="M 1.38889E-6 -2.59259E-6 L -0.00365 0.22593 " pathEditMode="relative" rAng="0" ptsTypes="AA">
                                      <p:cBhvr>
                                        <p:cTn id="207" dur="2000" fill="hold"/>
                                        <p:tgtEl>
                                          <p:spTgt spid="260162"/>
                                        </p:tgtEl>
                                        <p:attrNameLst>
                                          <p:attrName>ppt_x</p:attrName>
                                          <p:attrName>ppt_y</p:attrName>
                                        </p:attrNameLst>
                                      </p:cBhvr>
                                      <p:rCtr x="-191" y="11296"/>
                                    </p:animMotion>
                                  </p:childTnLst>
                                </p:cTn>
                              </p:par>
                              <p:par>
                                <p:cTn id="208" presetID="42" presetClass="path" presetSubtype="0" accel="50000" decel="50000" fill="hold" nodeType="withEffect">
                                  <p:stCondLst>
                                    <p:cond delay="0"/>
                                  </p:stCondLst>
                                  <p:childTnLst>
                                    <p:animMotion origin="layout" path="M 2.77778E-6 -1.85185E-6 L 0.00416 0.15232 " pathEditMode="relative" rAng="0" ptsTypes="AA">
                                      <p:cBhvr>
                                        <p:cTn id="209" dur="2000" fill="hold"/>
                                        <p:tgtEl>
                                          <p:spTgt spid="260166"/>
                                        </p:tgtEl>
                                        <p:attrNameLst>
                                          <p:attrName>ppt_x</p:attrName>
                                          <p:attrName>ppt_y</p:attrName>
                                        </p:attrNameLst>
                                      </p:cBhvr>
                                      <p:rCtr x="208" y="7616"/>
                                    </p:animMotion>
                                  </p:childTnLst>
                                </p:cTn>
                              </p:par>
                              <p:par>
                                <p:cTn id="210" presetID="42" presetClass="path" presetSubtype="0" accel="50000" decel="50000" fill="hold" nodeType="withEffect">
                                  <p:stCondLst>
                                    <p:cond delay="0"/>
                                  </p:stCondLst>
                                  <p:childTnLst>
                                    <p:animMotion origin="layout" path="M 3.61111E-6 -1.85185E-6 L -0.00365 0.15232 " pathEditMode="relative" rAng="0" ptsTypes="AA">
                                      <p:cBhvr>
                                        <p:cTn id="211" dur="2000" fill="hold"/>
                                        <p:tgtEl>
                                          <p:spTgt spid="260164"/>
                                        </p:tgtEl>
                                        <p:attrNameLst>
                                          <p:attrName>ppt_x</p:attrName>
                                          <p:attrName>ppt_y</p:attrName>
                                        </p:attrNameLst>
                                      </p:cBhvr>
                                      <p:rCtr x="-191" y="7616"/>
                                    </p:animMotion>
                                  </p:childTnLst>
                                </p:cTn>
                              </p:par>
                              <p:par>
                                <p:cTn id="212" presetID="42" presetClass="path" presetSubtype="0" accel="50000" decel="50000" fill="hold" nodeType="withEffect">
                                  <p:stCondLst>
                                    <p:cond delay="0"/>
                                  </p:stCondLst>
                                  <p:childTnLst>
                                    <p:animMotion origin="layout" path="M -3.05556E-6 2.96296E-6 L -0.00382 0.17338 " pathEditMode="relative" rAng="0" ptsTypes="AA">
                                      <p:cBhvr>
                                        <p:cTn id="213" dur="2000" fill="hold"/>
                                        <p:tgtEl>
                                          <p:spTgt spid="260163"/>
                                        </p:tgtEl>
                                        <p:attrNameLst>
                                          <p:attrName>ppt_x</p:attrName>
                                          <p:attrName>ppt_y</p:attrName>
                                        </p:attrNameLst>
                                      </p:cBhvr>
                                      <p:rCtr x="-191" y="8657"/>
                                    </p:animMotion>
                                  </p:childTnLst>
                                </p:cTn>
                              </p:par>
                              <p:par>
                                <p:cTn id="214" presetID="42" presetClass="path" presetSubtype="0" accel="50000" decel="50000" fill="hold" nodeType="withEffect">
                                  <p:stCondLst>
                                    <p:cond delay="0"/>
                                  </p:stCondLst>
                                  <p:childTnLst>
                                    <p:animMotion origin="layout" path="M -5.55556E-7 -4.81481E-6 L 0.00399 0.08936 " pathEditMode="relative" rAng="0" ptsTypes="AA">
                                      <p:cBhvr>
                                        <p:cTn id="215" dur="2000" fill="hold"/>
                                        <p:tgtEl>
                                          <p:spTgt spid="260167"/>
                                        </p:tgtEl>
                                        <p:attrNameLst>
                                          <p:attrName>ppt_x</p:attrName>
                                          <p:attrName>ppt_y</p:attrName>
                                        </p:attrNameLst>
                                      </p:cBhvr>
                                      <p:rCtr x="191" y="4468"/>
                                    </p:animMotion>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 presetClass="entr" presetSubtype="0" fill="hold" nodeType="clickEffect">
                                  <p:stCondLst>
                                    <p:cond delay="0"/>
                                  </p:stCondLst>
                                  <p:childTnLst>
                                    <p:set>
                                      <p:cBhvr>
                                        <p:cTn id="219" dur="1" fill="hold">
                                          <p:stCondLst>
                                            <p:cond delay="0"/>
                                          </p:stCondLst>
                                        </p:cTn>
                                        <p:tgtEl>
                                          <p:spTgt spid="260149"/>
                                        </p:tgtEl>
                                        <p:attrNameLst>
                                          <p:attrName>style.visibility</p:attrName>
                                        </p:attrNameLst>
                                      </p:cBhvr>
                                      <p:to>
                                        <p:strVal val="visible"/>
                                      </p:to>
                                    </p:set>
                                  </p:childTnLst>
                                </p:cTn>
                              </p:par>
                              <p:par>
                                <p:cTn id="220" presetID="1" presetClass="entr" presetSubtype="0" fill="hold" nodeType="withEffect">
                                  <p:stCondLst>
                                    <p:cond delay="0"/>
                                  </p:stCondLst>
                                  <p:childTnLst>
                                    <p:set>
                                      <p:cBhvr>
                                        <p:cTn id="221" dur="1" fill="hold">
                                          <p:stCondLst>
                                            <p:cond delay="0"/>
                                          </p:stCondLst>
                                        </p:cTn>
                                        <p:tgtEl>
                                          <p:spTgt spid="260152"/>
                                        </p:tgtEl>
                                        <p:attrNameLst>
                                          <p:attrName>style.visibility</p:attrName>
                                        </p:attrNameLst>
                                      </p:cBhvr>
                                      <p:to>
                                        <p:strVal val="visible"/>
                                      </p:to>
                                    </p:set>
                                  </p:childTnLst>
                                </p:cTn>
                              </p:par>
                              <p:par>
                                <p:cTn id="222" presetID="1" presetClass="entr" presetSubtype="0" fill="hold" nodeType="withEffect">
                                  <p:stCondLst>
                                    <p:cond delay="0"/>
                                  </p:stCondLst>
                                  <p:childTnLst>
                                    <p:set>
                                      <p:cBhvr>
                                        <p:cTn id="223" dur="1" fill="hold">
                                          <p:stCondLst>
                                            <p:cond delay="0"/>
                                          </p:stCondLst>
                                        </p:cTn>
                                        <p:tgtEl>
                                          <p:spTgt spid="260151"/>
                                        </p:tgtEl>
                                        <p:attrNameLst>
                                          <p:attrName>style.visibility</p:attrName>
                                        </p:attrNameLst>
                                      </p:cBhvr>
                                      <p:to>
                                        <p:strVal val="visible"/>
                                      </p:to>
                                    </p:set>
                                  </p:childTnLst>
                                </p:cTn>
                              </p:par>
                              <p:par>
                                <p:cTn id="224" presetID="1" presetClass="entr" presetSubtype="0" fill="hold" nodeType="withEffect">
                                  <p:stCondLst>
                                    <p:cond delay="0"/>
                                  </p:stCondLst>
                                  <p:childTnLst>
                                    <p:set>
                                      <p:cBhvr>
                                        <p:cTn id="225" dur="1" fill="hold">
                                          <p:stCondLst>
                                            <p:cond delay="0"/>
                                          </p:stCondLst>
                                        </p:cTn>
                                        <p:tgtEl>
                                          <p:spTgt spid="260148"/>
                                        </p:tgtEl>
                                        <p:attrNameLst>
                                          <p:attrName>style.visibility</p:attrName>
                                        </p:attrNameLst>
                                      </p:cBhvr>
                                      <p:to>
                                        <p:strVal val="visible"/>
                                      </p:to>
                                    </p:set>
                                  </p:childTnLst>
                                </p:cTn>
                              </p:par>
                              <p:par>
                                <p:cTn id="226" presetID="1" presetClass="entr" presetSubtype="0" fill="hold" nodeType="withEffect">
                                  <p:stCondLst>
                                    <p:cond delay="0"/>
                                  </p:stCondLst>
                                  <p:childTnLst>
                                    <p:set>
                                      <p:cBhvr>
                                        <p:cTn id="227" dur="1" fill="hold">
                                          <p:stCondLst>
                                            <p:cond delay="0"/>
                                          </p:stCondLst>
                                        </p:cTn>
                                        <p:tgtEl>
                                          <p:spTgt spid="260153"/>
                                        </p:tgtEl>
                                        <p:attrNameLst>
                                          <p:attrName>style.visibility</p:attrName>
                                        </p:attrNameLst>
                                      </p:cBhvr>
                                      <p:to>
                                        <p:strVal val="visible"/>
                                      </p:to>
                                    </p:set>
                                  </p:childTnLst>
                                </p:cTn>
                              </p:par>
                              <p:par>
                                <p:cTn id="228" presetID="1" presetClass="entr" presetSubtype="0" fill="hold" nodeType="withEffect">
                                  <p:stCondLst>
                                    <p:cond delay="0"/>
                                  </p:stCondLst>
                                  <p:childTnLst>
                                    <p:set>
                                      <p:cBhvr>
                                        <p:cTn id="229" dur="1" fill="hold">
                                          <p:stCondLst>
                                            <p:cond delay="0"/>
                                          </p:stCondLst>
                                        </p:cTn>
                                        <p:tgtEl>
                                          <p:spTgt spid="260150"/>
                                        </p:tgtEl>
                                        <p:attrNameLst>
                                          <p:attrName>style.visibility</p:attrName>
                                        </p:attrNameLst>
                                      </p:cBhvr>
                                      <p:to>
                                        <p:strVal val="visible"/>
                                      </p:to>
                                    </p:set>
                                  </p:childTnLst>
                                </p:cTn>
                              </p:par>
                              <p:par>
                                <p:cTn id="230" presetID="1" presetClass="entr" presetSubtype="0" fill="hold" nodeType="withEffect">
                                  <p:stCondLst>
                                    <p:cond delay="0"/>
                                  </p:stCondLst>
                                  <p:childTnLst>
                                    <p:set>
                                      <p:cBhvr>
                                        <p:cTn id="231" dur="1" fill="hold">
                                          <p:stCondLst>
                                            <p:cond delay="0"/>
                                          </p:stCondLst>
                                        </p:cTn>
                                        <p:tgtEl>
                                          <p:spTgt spid="260154"/>
                                        </p:tgtEl>
                                        <p:attrNameLst>
                                          <p:attrName>style.visibility</p:attrName>
                                        </p:attrNameLst>
                                      </p:cBhvr>
                                      <p:to>
                                        <p:strVal val="visible"/>
                                      </p:to>
                                    </p:se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22" presetClass="entr" presetSubtype="1" fill="hold" nodeType="clickEffect">
                                  <p:stCondLst>
                                    <p:cond delay="0"/>
                                  </p:stCondLst>
                                  <p:childTnLst>
                                    <p:set>
                                      <p:cBhvr>
                                        <p:cTn id="235" dur="1" fill="hold">
                                          <p:stCondLst>
                                            <p:cond delay="0"/>
                                          </p:stCondLst>
                                        </p:cTn>
                                        <p:tgtEl>
                                          <p:spTgt spid="260219"/>
                                        </p:tgtEl>
                                        <p:attrNameLst>
                                          <p:attrName>style.visibility</p:attrName>
                                        </p:attrNameLst>
                                      </p:cBhvr>
                                      <p:to>
                                        <p:strVal val="visible"/>
                                      </p:to>
                                    </p:set>
                                    <p:animEffect transition="in" filter="wipe(up)">
                                      <p:cBhvr>
                                        <p:cTn id="236" dur="1000"/>
                                        <p:tgtEl>
                                          <p:spTgt spid="260219"/>
                                        </p:tgtEl>
                                      </p:cBhvr>
                                    </p:animEffect>
                                  </p:childTnLst>
                                </p:cTn>
                              </p:par>
                              <p:par>
                                <p:cTn id="237" presetID="22" presetClass="entr" presetSubtype="1" fill="hold" nodeType="withEffect">
                                  <p:stCondLst>
                                    <p:cond delay="0"/>
                                  </p:stCondLst>
                                  <p:childTnLst>
                                    <p:set>
                                      <p:cBhvr>
                                        <p:cTn id="238" dur="1" fill="hold">
                                          <p:stCondLst>
                                            <p:cond delay="0"/>
                                          </p:stCondLst>
                                        </p:cTn>
                                        <p:tgtEl>
                                          <p:spTgt spid="260220"/>
                                        </p:tgtEl>
                                        <p:attrNameLst>
                                          <p:attrName>style.visibility</p:attrName>
                                        </p:attrNameLst>
                                      </p:cBhvr>
                                      <p:to>
                                        <p:strVal val="visible"/>
                                      </p:to>
                                    </p:set>
                                    <p:animEffect transition="in" filter="wipe(up)">
                                      <p:cBhvr>
                                        <p:cTn id="239" dur="1000"/>
                                        <p:tgtEl>
                                          <p:spTgt spid="260220"/>
                                        </p:tgtEl>
                                      </p:cBhvr>
                                    </p:animEffect>
                                  </p:childTnLst>
                                </p:cTn>
                              </p:par>
                            </p:childTnLst>
                          </p:cTn>
                        </p:par>
                      </p:childTnLst>
                    </p:cTn>
                  </p:par>
                  <p:par>
                    <p:cTn id="240" fill="hold" nodeType="clickPar">
                      <p:stCondLst>
                        <p:cond delay="indefinite"/>
                      </p:stCondLst>
                      <p:childTnLst>
                        <p:par>
                          <p:cTn id="241" fill="hold" nodeType="withGroup">
                            <p:stCondLst>
                              <p:cond delay="0"/>
                            </p:stCondLst>
                            <p:childTnLst>
                              <p:par>
                                <p:cTn id="242" presetID="22" presetClass="entr" presetSubtype="8" fill="hold" nodeType="clickEffect">
                                  <p:stCondLst>
                                    <p:cond delay="0"/>
                                  </p:stCondLst>
                                  <p:childTnLst>
                                    <p:set>
                                      <p:cBhvr>
                                        <p:cTn id="243" dur="1" fill="hold">
                                          <p:stCondLst>
                                            <p:cond delay="0"/>
                                          </p:stCondLst>
                                        </p:cTn>
                                        <p:tgtEl>
                                          <p:spTgt spid="260227"/>
                                        </p:tgtEl>
                                        <p:attrNameLst>
                                          <p:attrName>style.visibility</p:attrName>
                                        </p:attrNameLst>
                                      </p:cBhvr>
                                      <p:to>
                                        <p:strVal val="visible"/>
                                      </p:to>
                                    </p:set>
                                    <p:animEffect transition="in" filter="wipe(left)">
                                      <p:cBhvr>
                                        <p:cTn id="244" dur="500"/>
                                        <p:tgtEl>
                                          <p:spTgt spid="260227"/>
                                        </p:tgtEl>
                                      </p:cBhvr>
                                    </p:animEffect>
                                  </p:childTnLst>
                                </p:cTn>
                              </p:par>
                            </p:childTnLst>
                          </p:cTn>
                        </p:par>
                      </p:childTnLst>
                    </p:cTn>
                  </p:par>
                  <p:par>
                    <p:cTn id="245" fill="hold" nodeType="clickPar">
                      <p:stCondLst>
                        <p:cond delay="indefinite"/>
                      </p:stCondLst>
                      <p:childTnLst>
                        <p:par>
                          <p:cTn id="246" fill="hold" nodeType="withGroup">
                            <p:stCondLst>
                              <p:cond delay="0"/>
                            </p:stCondLst>
                            <p:childTnLst>
                              <p:par>
                                <p:cTn id="247" presetID="9" presetClass="entr" presetSubtype="0" fill="hold" nodeType="clickEffect">
                                  <p:stCondLst>
                                    <p:cond delay="0"/>
                                  </p:stCondLst>
                                  <p:childTnLst>
                                    <p:set>
                                      <p:cBhvr>
                                        <p:cTn id="248" dur="1" fill="hold">
                                          <p:stCondLst>
                                            <p:cond delay="0"/>
                                          </p:stCondLst>
                                        </p:cTn>
                                        <p:tgtEl>
                                          <p:spTgt spid="260170"/>
                                        </p:tgtEl>
                                        <p:attrNameLst>
                                          <p:attrName>style.visibility</p:attrName>
                                        </p:attrNameLst>
                                      </p:cBhvr>
                                      <p:to>
                                        <p:strVal val="visible"/>
                                      </p:to>
                                    </p:set>
                                    <p:animEffect transition="in" filter="dissolve">
                                      <p:cBhvr>
                                        <p:cTn id="249" dur="500"/>
                                        <p:tgtEl>
                                          <p:spTgt spid="260170"/>
                                        </p:tgtEl>
                                      </p:cBhvr>
                                    </p:animEffect>
                                  </p:childTnLst>
                                </p:cTn>
                              </p:par>
                              <p:par>
                                <p:cTn id="250" presetID="9" presetClass="entr" presetSubtype="0" fill="hold" nodeType="withEffect">
                                  <p:stCondLst>
                                    <p:cond delay="0"/>
                                  </p:stCondLst>
                                  <p:childTnLst>
                                    <p:set>
                                      <p:cBhvr>
                                        <p:cTn id="251" dur="1" fill="hold">
                                          <p:stCondLst>
                                            <p:cond delay="0"/>
                                          </p:stCondLst>
                                        </p:cTn>
                                        <p:tgtEl>
                                          <p:spTgt spid="260171"/>
                                        </p:tgtEl>
                                        <p:attrNameLst>
                                          <p:attrName>style.visibility</p:attrName>
                                        </p:attrNameLst>
                                      </p:cBhvr>
                                      <p:to>
                                        <p:strVal val="visible"/>
                                      </p:to>
                                    </p:set>
                                    <p:animEffect transition="in" filter="dissolve">
                                      <p:cBhvr>
                                        <p:cTn id="252" dur="500"/>
                                        <p:tgtEl>
                                          <p:spTgt spid="260171"/>
                                        </p:tgtEl>
                                      </p:cBhvr>
                                    </p:animEffect>
                                  </p:childTnLst>
                                </p:cTn>
                              </p:par>
                              <p:par>
                                <p:cTn id="253" presetID="9" presetClass="entr" presetSubtype="0" fill="hold" nodeType="withEffect">
                                  <p:stCondLst>
                                    <p:cond delay="0"/>
                                  </p:stCondLst>
                                  <p:childTnLst>
                                    <p:set>
                                      <p:cBhvr>
                                        <p:cTn id="254" dur="1" fill="hold">
                                          <p:stCondLst>
                                            <p:cond delay="0"/>
                                          </p:stCondLst>
                                        </p:cTn>
                                        <p:tgtEl>
                                          <p:spTgt spid="260172"/>
                                        </p:tgtEl>
                                        <p:attrNameLst>
                                          <p:attrName>style.visibility</p:attrName>
                                        </p:attrNameLst>
                                      </p:cBhvr>
                                      <p:to>
                                        <p:strVal val="visible"/>
                                      </p:to>
                                    </p:set>
                                    <p:animEffect transition="in" filter="dissolve">
                                      <p:cBhvr>
                                        <p:cTn id="255" dur="500"/>
                                        <p:tgtEl>
                                          <p:spTgt spid="260172"/>
                                        </p:tgtEl>
                                      </p:cBhvr>
                                    </p:animEffect>
                                  </p:childTnLst>
                                </p:cTn>
                              </p:par>
                              <p:par>
                                <p:cTn id="256" presetID="9" presetClass="entr" presetSubtype="0" fill="hold" nodeType="withEffect">
                                  <p:stCondLst>
                                    <p:cond delay="0"/>
                                  </p:stCondLst>
                                  <p:childTnLst>
                                    <p:set>
                                      <p:cBhvr>
                                        <p:cTn id="257" dur="1" fill="hold">
                                          <p:stCondLst>
                                            <p:cond delay="0"/>
                                          </p:stCondLst>
                                        </p:cTn>
                                        <p:tgtEl>
                                          <p:spTgt spid="260173"/>
                                        </p:tgtEl>
                                        <p:attrNameLst>
                                          <p:attrName>style.visibility</p:attrName>
                                        </p:attrNameLst>
                                      </p:cBhvr>
                                      <p:to>
                                        <p:strVal val="visible"/>
                                      </p:to>
                                    </p:set>
                                    <p:animEffect transition="in" filter="dissolve">
                                      <p:cBhvr>
                                        <p:cTn id="258" dur="500"/>
                                        <p:tgtEl>
                                          <p:spTgt spid="260173"/>
                                        </p:tgtEl>
                                      </p:cBhvr>
                                    </p:animEffect>
                                  </p:childTnLst>
                                </p:cTn>
                              </p:par>
                              <p:par>
                                <p:cTn id="259" presetID="9" presetClass="entr" presetSubtype="0" fill="hold" nodeType="withEffect">
                                  <p:stCondLst>
                                    <p:cond delay="0"/>
                                  </p:stCondLst>
                                  <p:childTnLst>
                                    <p:set>
                                      <p:cBhvr>
                                        <p:cTn id="260" dur="1" fill="hold">
                                          <p:stCondLst>
                                            <p:cond delay="0"/>
                                          </p:stCondLst>
                                        </p:cTn>
                                        <p:tgtEl>
                                          <p:spTgt spid="260174"/>
                                        </p:tgtEl>
                                        <p:attrNameLst>
                                          <p:attrName>style.visibility</p:attrName>
                                        </p:attrNameLst>
                                      </p:cBhvr>
                                      <p:to>
                                        <p:strVal val="visible"/>
                                      </p:to>
                                    </p:set>
                                    <p:animEffect transition="in" filter="dissolve">
                                      <p:cBhvr>
                                        <p:cTn id="261" dur="500"/>
                                        <p:tgtEl>
                                          <p:spTgt spid="260174"/>
                                        </p:tgtEl>
                                      </p:cBhvr>
                                    </p:animEffect>
                                  </p:childTnLst>
                                </p:cTn>
                              </p:par>
                              <p:par>
                                <p:cTn id="262" presetID="9" presetClass="entr" presetSubtype="0" fill="hold" nodeType="withEffect">
                                  <p:stCondLst>
                                    <p:cond delay="0"/>
                                  </p:stCondLst>
                                  <p:childTnLst>
                                    <p:set>
                                      <p:cBhvr>
                                        <p:cTn id="263" dur="1" fill="hold">
                                          <p:stCondLst>
                                            <p:cond delay="0"/>
                                          </p:stCondLst>
                                        </p:cTn>
                                        <p:tgtEl>
                                          <p:spTgt spid="260175"/>
                                        </p:tgtEl>
                                        <p:attrNameLst>
                                          <p:attrName>style.visibility</p:attrName>
                                        </p:attrNameLst>
                                      </p:cBhvr>
                                      <p:to>
                                        <p:strVal val="visible"/>
                                      </p:to>
                                    </p:set>
                                    <p:animEffect transition="in" filter="dissolve">
                                      <p:cBhvr>
                                        <p:cTn id="264" dur="500"/>
                                        <p:tgtEl>
                                          <p:spTgt spid="260175"/>
                                        </p:tgtEl>
                                      </p:cBhvr>
                                    </p:animEffect>
                                  </p:childTnLst>
                                </p:cTn>
                              </p:par>
                              <p:par>
                                <p:cTn id="265" presetID="9" presetClass="entr" presetSubtype="0" fill="hold" nodeType="withEffect">
                                  <p:stCondLst>
                                    <p:cond delay="0"/>
                                  </p:stCondLst>
                                  <p:childTnLst>
                                    <p:set>
                                      <p:cBhvr>
                                        <p:cTn id="266" dur="1" fill="hold">
                                          <p:stCondLst>
                                            <p:cond delay="0"/>
                                          </p:stCondLst>
                                        </p:cTn>
                                        <p:tgtEl>
                                          <p:spTgt spid="260176"/>
                                        </p:tgtEl>
                                        <p:attrNameLst>
                                          <p:attrName>style.visibility</p:attrName>
                                        </p:attrNameLst>
                                      </p:cBhvr>
                                      <p:to>
                                        <p:strVal val="visible"/>
                                      </p:to>
                                    </p:set>
                                    <p:animEffect transition="in" filter="dissolve">
                                      <p:cBhvr>
                                        <p:cTn id="267" dur="500"/>
                                        <p:tgtEl>
                                          <p:spTgt spid="260176"/>
                                        </p:tgtEl>
                                      </p:cBhvr>
                                    </p:animEffect>
                                  </p:childTnLst>
                                </p:cTn>
                              </p:par>
                              <p:par>
                                <p:cTn id="268" presetID="9" presetClass="entr" presetSubtype="0" fill="hold" nodeType="withEffect">
                                  <p:stCondLst>
                                    <p:cond delay="0"/>
                                  </p:stCondLst>
                                  <p:childTnLst>
                                    <p:set>
                                      <p:cBhvr>
                                        <p:cTn id="269" dur="1" fill="hold">
                                          <p:stCondLst>
                                            <p:cond delay="0"/>
                                          </p:stCondLst>
                                        </p:cTn>
                                        <p:tgtEl>
                                          <p:spTgt spid="260177"/>
                                        </p:tgtEl>
                                        <p:attrNameLst>
                                          <p:attrName>style.visibility</p:attrName>
                                        </p:attrNameLst>
                                      </p:cBhvr>
                                      <p:to>
                                        <p:strVal val="visible"/>
                                      </p:to>
                                    </p:set>
                                    <p:animEffect transition="in" filter="dissolve">
                                      <p:cBhvr>
                                        <p:cTn id="270" dur="500"/>
                                        <p:tgtEl>
                                          <p:spTgt spid="260177"/>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42" presetClass="path" presetSubtype="0" accel="50000" decel="50000" fill="hold" nodeType="clickEffect">
                                  <p:stCondLst>
                                    <p:cond delay="0"/>
                                  </p:stCondLst>
                                  <p:childTnLst>
                                    <p:animMotion origin="layout" path="M -1.38889E-6 -4.81481E-6 L 0.00417 0.08936 " pathEditMode="relative" rAng="0" ptsTypes="AA">
                                      <p:cBhvr>
                                        <p:cTn id="274" dur="2000" fill="hold"/>
                                        <p:tgtEl>
                                          <p:spTgt spid="260176"/>
                                        </p:tgtEl>
                                        <p:attrNameLst>
                                          <p:attrName>ppt_x</p:attrName>
                                          <p:attrName>ppt_y</p:attrName>
                                        </p:attrNameLst>
                                      </p:cBhvr>
                                      <p:rCtr x="208" y="4468"/>
                                    </p:animMotion>
                                  </p:childTnLst>
                                </p:cTn>
                              </p:par>
                              <p:par>
                                <p:cTn id="275" presetID="42" presetClass="path" presetSubtype="0" accel="50000" decel="50000" fill="hold" nodeType="withEffect">
                                  <p:stCondLst>
                                    <p:cond delay="0"/>
                                  </p:stCondLst>
                                  <p:childTnLst>
                                    <p:animMotion origin="layout" path="M 8.33333E-7 -1.48148E-6 L -0.01163 0.07894 " pathEditMode="relative" rAng="0" ptsTypes="AA">
                                      <p:cBhvr>
                                        <p:cTn id="276" dur="2000" fill="hold"/>
                                        <p:tgtEl>
                                          <p:spTgt spid="260177"/>
                                        </p:tgtEl>
                                        <p:attrNameLst>
                                          <p:attrName>ppt_x</p:attrName>
                                          <p:attrName>ppt_y</p:attrName>
                                        </p:attrNameLst>
                                      </p:cBhvr>
                                      <p:rCtr x="-590" y="3935"/>
                                    </p:animMotion>
                                  </p:childTnLst>
                                </p:cTn>
                              </p:par>
                              <p:par>
                                <p:cTn id="277" presetID="42" presetClass="path" presetSubtype="0" accel="50000" decel="50000" fill="hold" nodeType="withEffect">
                                  <p:stCondLst>
                                    <p:cond delay="0"/>
                                  </p:stCondLst>
                                  <p:childTnLst>
                                    <p:animMotion origin="layout" path="M 4.72222E-6 1.48148E-6 L -0.00382 0.1419 " pathEditMode="relative" rAng="0" ptsTypes="AA">
                                      <p:cBhvr>
                                        <p:cTn id="278" dur="2000" fill="hold"/>
                                        <p:tgtEl>
                                          <p:spTgt spid="260172"/>
                                        </p:tgtEl>
                                        <p:attrNameLst>
                                          <p:attrName>ppt_x</p:attrName>
                                          <p:attrName>ppt_y</p:attrName>
                                        </p:attrNameLst>
                                      </p:cBhvr>
                                      <p:rCtr x="-191" y="7083"/>
                                    </p:animMotion>
                                  </p:childTnLst>
                                </p:cTn>
                              </p:par>
                              <p:par>
                                <p:cTn id="279" presetID="42" presetClass="path" presetSubtype="0" accel="50000" decel="50000" fill="hold" nodeType="withEffect">
                                  <p:stCondLst>
                                    <p:cond delay="0"/>
                                  </p:stCondLst>
                                  <p:childTnLst>
                                    <p:animMotion origin="layout" path="M 1.38889E-6 -2.59259E-6 L -0.00365 0.22593 " pathEditMode="relative" rAng="0" ptsTypes="AA">
                                      <p:cBhvr>
                                        <p:cTn id="280" dur="2000" fill="hold"/>
                                        <p:tgtEl>
                                          <p:spTgt spid="260175"/>
                                        </p:tgtEl>
                                        <p:attrNameLst>
                                          <p:attrName>ppt_x</p:attrName>
                                          <p:attrName>ppt_y</p:attrName>
                                        </p:attrNameLst>
                                      </p:cBhvr>
                                      <p:rCtr x="-191" y="11296"/>
                                    </p:animMotion>
                                  </p:childTnLst>
                                </p:cTn>
                              </p:par>
                              <p:par>
                                <p:cTn id="281" presetID="42" presetClass="path" presetSubtype="0" accel="50000" decel="50000" fill="hold" nodeType="withEffect">
                                  <p:stCondLst>
                                    <p:cond delay="0"/>
                                  </p:stCondLst>
                                  <p:childTnLst>
                                    <p:animMotion origin="layout" path="M 2.77778E-6 -1.85185E-6 L 0.00416 0.15232 " pathEditMode="relative" rAng="0" ptsTypes="AA">
                                      <p:cBhvr>
                                        <p:cTn id="282" dur="2000" fill="hold"/>
                                        <p:tgtEl>
                                          <p:spTgt spid="260173"/>
                                        </p:tgtEl>
                                        <p:attrNameLst>
                                          <p:attrName>ppt_x</p:attrName>
                                          <p:attrName>ppt_y</p:attrName>
                                        </p:attrNameLst>
                                      </p:cBhvr>
                                      <p:rCtr x="208" y="7616"/>
                                    </p:animMotion>
                                  </p:childTnLst>
                                </p:cTn>
                              </p:par>
                              <p:par>
                                <p:cTn id="283" presetID="42" presetClass="path" presetSubtype="0" accel="50000" decel="50000" fill="hold" nodeType="withEffect">
                                  <p:stCondLst>
                                    <p:cond delay="0"/>
                                  </p:stCondLst>
                                  <p:childTnLst>
                                    <p:animMotion origin="layout" path="M 3.61111E-6 -1.85185E-6 L -0.00365 0.15232 " pathEditMode="relative" rAng="0" ptsTypes="AA">
                                      <p:cBhvr>
                                        <p:cTn id="284" dur="2000" fill="hold"/>
                                        <p:tgtEl>
                                          <p:spTgt spid="260171"/>
                                        </p:tgtEl>
                                        <p:attrNameLst>
                                          <p:attrName>ppt_x</p:attrName>
                                          <p:attrName>ppt_y</p:attrName>
                                        </p:attrNameLst>
                                      </p:cBhvr>
                                      <p:rCtr x="-191" y="7616"/>
                                    </p:animMotion>
                                  </p:childTnLst>
                                </p:cTn>
                              </p:par>
                              <p:par>
                                <p:cTn id="285" presetID="42" presetClass="path" presetSubtype="0" accel="50000" decel="50000" fill="hold" nodeType="withEffect">
                                  <p:stCondLst>
                                    <p:cond delay="0"/>
                                  </p:stCondLst>
                                  <p:childTnLst>
                                    <p:animMotion origin="layout" path="M -3.05556E-6 2.96296E-6 L -0.00382 0.17338 " pathEditMode="relative" rAng="0" ptsTypes="AA">
                                      <p:cBhvr>
                                        <p:cTn id="286" dur="2000" fill="hold"/>
                                        <p:tgtEl>
                                          <p:spTgt spid="260170"/>
                                        </p:tgtEl>
                                        <p:attrNameLst>
                                          <p:attrName>ppt_x</p:attrName>
                                          <p:attrName>ppt_y</p:attrName>
                                        </p:attrNameLst>
                                      </p:cBhvr>
                                      <p:rCtr x="-191" y="8657"/>
                                    </p:animMotion>
                                  </p:childTnLst>
                                </p:cTn>
                              </p:par>
                              <p:par>
                                <p:cTn id="287" presetID="42" presetClass="path" presetSubtype="0" accel="50000" decel="50000" fill="hold" nodeType="withEffect">
                                  <p:stCondLst>
                                    <p:cond delay="0"/>
                                  </p:stCondLst>
                                  <p:childTnLst>
                                    <p:animMotion origin="layout" path="M -5.55556E-7 -4.81481E-6 L 0.00399 0.08936 " pathEditMode="relative" rAng="0" ptsTypes="AA">
                                      <p:cBhvr>
                                        <p:cTn id="288" dur="2000" fill="hold"/>
                                        <p:tgtEl>
                                          <p:spTgt spid="260174"/>
                                        </p:tgtEl>
                                        <p:attrNameLst>
                                          <p:attrName>ppt_x</p:attrName>
                                          <p:attrName>ppt_y</p:attrName>
                                        </p:attrNameLst>
                                      </p:cBhvr>
                                      <p:rCtr x="191" y="4468"/>
                                    </p:animMotion>
                                  </p:childTnLst>
                                </p:cTn>
                              </p:par>
                            </p:childTnLst>
                          </p:cTn>
                        </p:par>
                      </p:childTnLst>
                    </p:cTn>
                  </p:par>
                  <p:par>
                    <p:cTn id="289" fill="hold" nodeType="clickPar">
                      <p:stCondLst>
                        <p:cond delay="indefinite"/>
                      </p:stCondLst>
                      <p:childTnLst>
                        <p:par>
                          <p:cTn id="290" fill="hold" nodeType="withGroup">
                            <p:stCondLst>
                              <p:cond delay="0"/>
                            </p:stCondLst>
                            <p:childTnLst>
                              <p:par>
                                <p:cTn id="291" presetID="1" presetClass="entr" presetSubtype="0" fill="hold" nodeType="clickEffect">
                                  <p:stCondLst>
                                    <p:cond delay="0"/>
                                  </p:stCondLst>
                                  <p:childTnLst>
                                    <p:set>
                                      <p:cBhvr>
                                        <p:cTn id="292" dur="1" fill="hold">
                                          <p:stCondLst>
                                            <p:cond delay="0"/>
                                          </p:stCondLst>
                                        </p:cTn>
                                        <p:tgtEl>
                                          <p:spTgt spid="260155"/>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0"/>
                                          </p:stCondLst>
                                        </p:cTn>
                                        <p:tgtEl>
                                          <p:spTgt spid="260156"/>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0"/>
                                          </p:stCondLst>
                                        </p:cTn>
                                        <p:tgtEl>
                                          <p:spTgt spid="260157"/>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0"/>
                                          </p:stCondLst>
                                        </p:cTn>
                                        <p:tgtEl>
                                          <p:spTgt spid="260158"/>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0"/>
                                          </p:stCondLst>
                                        </p:cTn>
                                        <p:tgtEl>
                                          <p:spTgt spid="260159"/>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0"/>
                                          </p:stCondLst>
                                        </p:cTn>
                                        <p:tgtEl>
                                          <p:spTgt spid="260160"/>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0"/>
                                          </p:stCondLst>
                                        </p:cTn>
                                        <p:tgtEl>
                                          <p:spTgt spid="260161"/>
                                        </p:tgtEl>
                                        <p:attrNameLst>
                                          <p:attrName>style.visibility</p:attrName>
                                        </p:attrNameLst>
                                      </p:cBhvr>
                                      <p:to>
                                        <p:strVal val="visible"/>
                                      </p:to>
                                    </p:set>
                                  </p:childTnLst>
                                </p:cTn>
                              </p:par>
                              <p:par>
                                <p:cTn id="305" presetID="1" presetClass="exit" presetSubtype="0" fill="hold" nodeType="withEffect">
                                  <p:stCondLst>
                                    <p:cond delay="0"/>
                                  </p:stCondLst>
                                  <p:childTnLst>
                                    <p:set>
                                      <p:cBhvr>
                                        <p:cTn id="306" dur="1" fill="hold">
                                          <p:stCondLst>
                                            <p:cond delay="0"/>
                                          </p:stCondLst>
                                        </p:cTn>
                                        <p:tgtEl>
                                          <p:spTgt spid="260219"/>
                                        </p:tgtEl>
                                        <p:attrNameLst>
                                          <p:attrName>style.visibility</p:attrName>
                                        </p:attrNameLst>
                                      </p:cBhvr>
                                      <p:to>
                                        <p:strVal val="hidden"/>
                                      </p:to>
                                    </p:set>
                                  </p:childTnLst>
                                </p:cTn>
                              </p:par>
                              <p:par>
                                <p:cTn id="307" presetID="1" presetClass="exit" presetSubtype="0" fill="hold" nodeType="withEffect">
                                  <p:stCondLst>
                                    <p:cond delay="0"/>
                                  </p:stCondLst>
                                  <p:childTnLst>
                                    <p:set>
                                      <p:cBhvr>
                                        <p:cTn id="308" dur="1" fill="hold">
                                          <p:stCondLst>
                                            <p:cond delay="0"/>
                                          </p:stCondLst>
                                        </p:cTn>
                                        <p:tgtEl>
                                          <p:spTgt spid="260220"/>
                                        </p:tgtEl>
                                        <p:attrNameLst>
                                          <p:attrName>style.visibility</p:attrName>
                                        </p:attrNameLst>
                                      </p:cBhvr>
                                      <p:to>
                                        <p:strVal val="hidden"/>
                                      </p:to>
                                    </p:set>
                                  </p:childTnLst>
                                </p:cTn>
                              </p:par>
                            </p:childTnLst>
                          </p:cTn>
                        </p:par>
                      </p:childTnLst>
                    </p:cTn>
                  </p:par>
                  <p:par>
                    <p:cTn id="309" fill="hold" nodeType="clickPar">
                      <p:stCondLst>
                        <p:cond delay="indefinite"/>
                      </p:stCondLst>
                      <p:childTnLst>
                        <p:par>
                          <p:cTn id="310" fill="hold" nodeType="withGroup">
                            <p:stCondLst>
                              <p:cond delay="0"/>
                            </p:stCondLst>
                            <p:childTnLst>
                              <p:par>
                                <p:cTn id="311" presetID="22" presetClass="entr" presetSubtype="1" fill="hold" nodeType="clickEffect">
                                  <p:stCondLst>
                                    <p:cond delay="0"/>
                                  </p:stCondLst>
                                  <p:childTnLst>
                                    <p:set>
                                      <p:cBhvr>
                                        <p:cTn id="312" dur="1" fill="hold">
                                          <p:stCondLst>
                                            <p:cond delay="0"/>
                                          </p:stCondLst>
                                        </p:cTn>
                                        <p:tgtEl>
                                          <p:spTgt spid="260221"/>
                                        </p:tgtEl>
                                        <p:attrNameLst>
                                          <p:attrName>style.visibility</p:attrName>
                                        </p:attrNameLst>
                                      </p:cBhvr>
                                      <p:to>
                                        <p:strVal val="visible"/>
                                      </p:to>
                                    </p:set>
                                    <p:animEffect transition="in" filter="wipe(up)">
                                      <p:cBhvr>
                                        <p:cTn id="313" dur="1000"/>
                                        <p:tgtEl>
                                          <p:spTgt spid="260221"/>
                                        </p:tgtEl>
                                      </p:cBhvr>
                                    </p:animEffect>
                                  </p:childTnLst>
                                </p:cTn>
                              </p:par>
                            </p:childTnLst>
                          </p:cTn>
                        </p:par>
                        <p:par>
                          <p:cTn id="314" fill="hold" nodeType="afterGroup">
                            <p:stCondLst>
                              <p:cond delay="1000"/>
                            </p:stCondLst>
                            <p:childTnLst>
                              <p:par>
                                <p:cTn id="315" presetID="1" presetClass="entr" presetSubtype="0" fill="hold" nodeType="afterEffect">
                                  <p:stCondLst>
                                    <p:cond delay="0"/>
                                  </p:stCondLst>
                                  <p:childTnLst>
                                    <p:set>
                                      <p:cBhvr>
                                        <p:cTn id="316" dur="1" fill="hold">
                                          <p:stCondLst>
                                            <p:cond delay="0"/>
                                          </p:stCondLst>
                                        </p:cTn>
                                        <p:tgtEl>
                                          <p:spTgt spid="260222"/>
                                        </p:tgtEl>
                                        <p:attrNameLst>
                                          <p:attrName>style.visibility</p:attrName>
                                        </p:attrNameLst>
                                      </p:cBhvr>
                                      <p:to>
                                        <p:strVal val="visible"/>
                                      </p:to>
                                    </p:set>
                                  </p:childTnLst>
                                </p:cTn>
                              </p:par>
                            </p:childTnLst>
                          </p:cTn>
                        </p:par>
                      </p:childTnLst>
                    </p:cTn>
                  </p:par>
                  <p:par>
                    <p:cTn id="317" fill="hold" nodeType="clickPar">
                      <p:stCondLst>
                        <p:cond delay="indefinite"/>
                      </p:stCondLst>
                      <p:childTnLst>
                        <p:par>
                          <p:cTn id="318" fill="hold" nodeType="withGroup">
                            <p:stCondLst>
                              <p:cond delay="0"/>
                            </p:stCondLst>
                            <p:childTnLst>
                              <p:par>
                                <p:cTn id="319" presetID="1" presetClass="exit" presetSubtype="0" fill="hold" nodeType="clickEffect">
                                  <p:stCondLst>
                                    <p:cond delay="0"/>
                                  </p:stCondLst>
                                  <p:childTnLst>
                                    <p:set>
                                      <p:cBhvr>
                                        <p:cTn id="320" dur="1" fill="hold">
                                          <p:stCondLst>
                                            <p:cond delay="0"/>
                                          </p:stCondLst>
                                        </p:cTn>
                                        <p:tgtEl>
                                          <p:spTgt spid="260221"/>
                                        </p:tgtEl>
                                        <p:attrNameLst>
                                          <p:attrName>style.visibility</p:attrName>
                                        </p:attrNameLst>
                                      </p:cBhvr>
                                      <p:to>
                                        <p:strVal val="hidden"/>
                                      </p:to>
                                    </p:set>
                                  </p:childTnLst>
                                </p:cTn>
                              </p:par>
                              <p:par>
                                <p:cTn id="321" presetID="1" presetClass="exit" presetSubtype="0" fill="hold" nodeType="withEffect">
                                  <p:stCondLst>
                                    <p:cond delay="0"/>
                                  </p:stCondLst>
                                  <p:childTnLst>
                                    <p:set>
                                      <p:cBhvr>
                                        <p:cTn id="322" dur="1" fill="hold">
                                          <p:stCondLst>
                                            <p:cond delay="0"/>
                                          </p:stCondLst>
                                        </p:cTn>
                                        <p:tgtEl>
                                          <p:spTgt spid="260222"/>
                                        </p:tgtEl>
                                        <p:attrNameLst>
                                          <p:attrName>style.visibility</p:attrName>
                                        </p:attrNameLst>
                                      </p:cBhvr>
                                      <p:to>
                                        <p:strVal val="hidden"/>
                                      </p:to>
                                    </p:set>
                                  </p:childTnLst>
                                </p:cTn>
                              </p:par>
                            </p:childTnLst>
                          </p:cTn>
                        </p:par>
                      </p:childTnLst>
                    </p:cTn>
                  </p:par>
                  <p:par>
                    <p:cTn id="323" fill="hold" nodeType="clickPar">
                      <p:stCondLst>
                        <p:cond delay="indefinite"/>
                      </p:stCondLst>
                      <p:childTnLst>
                        <p:par>
                          <p:cTn id="324" fill="hold" nodeType="withGroup">
                            <p:stCondLst>
                              <p:cond delay="0"/>
                            </p:stCondLst>
                            <p:childTnLst>
                              <p:par>
                                <p:cTn id="325" presetID="22" presetClass="entr" presetSubtype="1" fill="hold" nodeType="clickEffect">
                                  <p:stCondLst>
                                    <p:cond delay="0"/>
                                  </p:stCondLst>
                                  <p:childTnLst>
                                    <p:set>
                                      <p:cBhvr>
                                        <p:cTn id="326" dur="1" fill="hold">
                                          <p:stCondLst>
                                            <p:cond delay="0"/>
                                          </p:stCondLst>
                                        </p:cTn>
                                        <p:tgtEl>
                                          <p:spTgt spid="260223"/>
                                        </p:tgtEl>
                                        <p:attrNameLst>
                                          <p:attrName>style.visibility</p:attrName>
                                        </p:attrNameLst>
                                      </p:cBhvr>
                                      <p:to>
                                        <p:strVal val="visible"/>
                                      </p:to>
                                    </p:set>
                                    <p:animEffect transition="in" filter="wipe(up)">
                                      <p:cBhvr>
                                        <p:cTn id="327" dur="1000"/>
                                        <p:tgtEl>
                                          <p:spTgt spid="260223"/>
                                        </p:tgtEl>
                                      </p:cBhvr>
                                    </p:animEffect>
                                  </p:childTnLst>
                                </p:cTn>
                              </p:par>
                            </p:childTnLst>
                          </p:cTn>
                        </p:par>
                        <p:par>
                          <p:cTn id="328" fill="hold" nodeType="afterGroup">
                            <p:stCondLst>
                              <p:cond delay="1000"/>
                            </p:stCondLst>
                            <p:childTnLst>
                              <p:par>
                                <p:cTn id="329" presetID="1" presetClass="entr" presetSubtype="0" fill="hold" nodeType="afterEffect">
                                  <p:stCondLst>
                                    <p:cond delay="0"/>
                                  </p:stCondLst>
                                  <p:childTnLst>
                                    <p:set>
                                      <p:cBhvr>
                                        <p:cTn id="330" dur="1" fill="hold">
                                          <p:stCondLst>
                                            <p:cond delay="0"/>
                                          </p:stCondLst>
                                        </p:cTn>
                                        <p:tgtEl>
                                          <p:spTgt spid="260224"/>
                                        </p:tgtEl>
                                        <p:attrNameLst>
                                          <p:attrName>style.visibility</p:attrName>
                                        </p:attrNameLst>
                                      </p:cBhvr>
                                      <p:to>
                                        <p:strVal val="visible"/>
                                      </p:to>
                                    </p:set>
                                  </p:childTnLst>
                                </p:cTn>
                              </p:par>
                            </p:childTnLst>
                          </p:cTn>
                        </p:par>
                      </p:childTnLst>
                    </p:cTn>
                  </p:par>
                  <p:par>
                    <p:cTn id="331" fill="hold" nodeType="clickPar">
                      <p:stCondLst>
                        <p:cond delay="indefinite"/>
                      </p:stCondLst>
                      <p:childTnLst>
                        <p:par>
                          <p:cTn id="332" fill="hold" nodeType="withGroup">
                            <p:stCondLst>
                              <p:cond delay="0"/>
                            </p:stCondLst>
                            <p:childTnLst>
                              <p:par>
                                <p:cTn id="333" presetID="1" presetClass="exit" presetSubtype="0" fill="hold" nodeType="clickEffect">
                                  <p:stCondLst>
                                    <p:cond delay="0"/>
                                  </p:stCondLst>
                                  <p:childTnLst>
                                    <p:set>
                                      <p:cBhvr>
                                        <p:cTn id="334" dur="1" fill="hold">
                                          <p:stCondLst>
                                            <p:cond delay="0"/>
                                          </p:stCondLst>
                                        </p:cTn>
                                        <p:tgtEl>
                                          <p:spTgt spid="260223"/>
                                        </p:tgtEl>
                                        <p:attrNameLst>
                                          <p:attrName>style.visibility</p:attrName>
                                        </p:attrNameLst>
                                      </p:cBhvr>
                                      <p:to>
                                        <p:strVal val="hidden"/>
                                      </p:to>
                                    </p:set>
                                  </p:childTnLst>
                                </p:cTn>
                              </p:par>
                              <p:par>
                                <p:cTn id="335" presetID="1" presetClass="exit" presetSubtype="0" fill="hold" nodeType="withEffect">
                                  <p:stCondLst>
                                    <p:cond delay="0"/>
                                  </p:stCondLst>
                                  <p:childTnLst>
                                    <p:set>
                                      <p:cBhvr>
                                        <p:cTn id="336" dur="1" fill="hold">
                                          <p:stCondLst>
                                            <p:cond delay="0"/>
                                          </p:stCondLst>
                                        </p:cTn>
                                        <p:tgtEl>
                                          <p:spTgt spid="260224"/>
                                        </p:tgtEl>
                                        <p:attrNameLst>
                                          <p:attrName>style.visibility</p:attrName>
                                        </p:attrNameLst>
                                      </p:cBhvr>
                                      <p:to>
                                        <p:strVal val="hidden"/>
                                      </p:to>
                                    </p:set>
                                  </p:childTnLst>
                                </p:cTn>
                              </p:par>
                            </p:childTnLst>
                          </p:cTn>
                        </p:par>
                      </p:childTnLst>
                    </p:cTn>
                  </p:par>
                  <p:par>
                    <p:cTn id="337" fill="hold" nodeType="clickPar">
                      <p:stCondLst>
                        <p:cond delay="indefinite"/>
                      </p:stCondLst>
                      <p:childTnLst>
                        <p:par>
                          <p:cTn id="338" fill="hold" nodeType="withGroup">
                            <p:stCondLst>
                              <p:cond delay="0"/>
                            </p:stCondLst>
                            <p:childTnLst>
                              <p:par>
                                <p:cTn id="339" presetID="22" presetClass="entr" presetSubtype="1" fill="hold" nodeType="clickEffect">
                                  <p:stCondLst>
                                    <p:cond delay="0"/>
                                  </p:stCondLst>
                                  <p:childTnLst>
                                    <p:set>
                                      <p:cBhvr>
                                        <p:cTn id="340" dur="1" fill="hold">
                                          <p:stCondLst>
                                            <p:cond delay="0"/>
                                          </p:stCondLst>
                                        </p:cTn>
                                        <p:tgtEl>
                                          <p:spTgt spid="260225"/>
                                        </p:tgtEl>
                                        <p:attrNameLst>
                                          <p:attrName>style.visibility</p:attrName>
                                        </p:attrNameLst>
                                      </p:cBhvr>
                                      <p:to>
                                        <p:strVal val="visible"/>
                                      </p:to>
                                    </p:set>
                                    <p:animEffect transition="in" filter="wipe(up)">
                                      <p:cBhvr>
                                        <p:cTn id="341" dur="1000"/>
                                        <p:tgtEl>
                                          <p:spTgt spid="260225"/>
                                        </p:tgtEl>
                                      </p:cBhvr>
                                    </p:animEffect>
                                  </p:childTnLst>
                                </p:cTn>
                              </p:par>
                            </p:childTnLst>
                          </p:cTn>
                        </p:par>
                        <p:par>
                          <p:cTn id="342" fill="hold" nodeType="afterGroup">
                            <p:stCondLst>
                              <p:cond delay="1000"/>
                            </p:stCondLst>
                            <p:childTnLst>
                              <p:par>
                                <p:cTn id="343" presetID="1" presetClass="entr" presetSubtype="0" fill="hold" nodeType="afterEffect">
                                  <p:stCondLst>
                                    <p:cond delay="0"/>
                                  </p:stCondLst>
                                  <p:childTnLst>
                                    <p:set>
                                      <p:cBhvr>
                                        <p:cTn id="344" dur="1" fill="hold">
                                          <p:stCondLst>
                                            <p:cond delay="0"/>
                                          </p:stCondLst>
                                        </p:cTn>
                                        <p:tgtEl>
                                          <p:spTgt spid="260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47" grpId="0"/>
      <p:bldP spid="260148" grpId="0" animBg="1"/>
      <p:bldP spid="260149" grpId="0" animBg="1"/>
      <p:bldP spid="260150" grpId="0" animBg="1"/>
      <p:bldP spid="260151" grpId="0" animBg="1"/>
      <p:bldP spid="260152" grpId="0" animBg="1"/>
      <p:bldP spid="260153" grpId="0" animBg="1"/>
      <p:bldP spid="260154" grpId="0" animBg="1"/>
      <p:bldP spid="260155" grpId="0" animBg="1"/>
      <p:bldP spid="260156" grpId="0" animBg="1"/>
      <p:bldP spid="260157" grpId="0" animBg="1"/>
      <p:bldP spid="260158" grpId="0" animBg="1"/>
      <p:bldP spid="260159" grpId="0" animBg="1"/>
      <p:bldP spid="260160" grpId="0" animBg="1"/>
      <p:bldP spid="260161" grpId="0" animBg="1"/>
      <p:bldP spid="260162" grpId="0" animBg="1"/>
      <p:bldP spid="260162" grpId="1" animBg="1"/>
      <p:bldP spid="260163" grpId="0" animBg="1"/>
      <p:bldP spid="260163" grpId="1" animBg="1"/>
      <p:bldP spid="260164" grpId="0" animBg="1"/>
      <p:bldP spid="260164" grpId="1" animBg="1"/>
      <p:bldP spid="260165" grpId="0" animBg="1"/>
      <p:bldP spid="260165" grpId="1" animBg="1"/>
      <p:bldP spid="260166" grpId="0" animBg="1"/>
      <p:bldP spid="260166" grpId="1" animBg="1"/>
      <p:bldP spid="260167" grpId="0" animBg="1"/>
      <p:bldP spid="260167" grpId="1" animBg="1"/>
      <p:bldP spid="260168" grpId="0" animBg="1"/>
      <p:bldP spid="260168" grpId="1" animBg="1"/>
      <p:bldP spid="260169" grpId="0" animBg="1"/>
      <p:bldP spid="260169" grpId="1" animBg="1"/>
      <p:bldP spid="260170" grpId="0" animBg="1"/>
      <p:bldP spid="260170" grpId="1" animBg="1"/>
      <p:bldP spid="260171" grpId="0" animBg="1"/>
      <p:bldP spid="260171" grpId="1" animBg="1"/>
      <p:bldP spid="260172" grpId="0" animBg="1"/>
      <p:bldP spid="260172" grpId="1" animBg="1"/>
      <p:bldP spid="260173" grpId="0" animBg="1"/>
      <p:bldP spid="260173" grpId="1" animBg="1"/>
      <p:bldP spid="260174" grpId="0" animBg="1"/>
      <p:bldP spid="260174" grpId="1" animBg="1"/>
      <p:bldP spid="260175" grpId="0" animBg="1"/>
      <p:bldP spid="260175" grpId="1" animBg="1"/>
      <p:bldP spid="260176" grpId="0" animBg="1"/>
      <p:bldP spid="260176" grpId="1" animBg="1"/>
      <p:bldP spid="260177" grpId="0" animBg="1"/>
      <p:bldP spid="260177" grpId="1" animBg="1"/>
      <p:bldP spid="260181" grpId="0" animBg="1"/>
      <p:bldP spid="260181" grpId="1" animBg="1"/>
      <p:bldP spid="260182" grpId="0" autoUpdateAnimBg="0"/>
      <p:bldP spid="260183" grpId="0" autoUpdateAnimBg="0"/>
      <p:bldP spid="260184" grpId="0" autoUpdateAnimBg="0"/>
      <p:bldP spid="260185" grpId="0"/>
      <p:bldP spid="260193" grpId="0" animBg="1"/>
      <p:bldP spid="260200" grpId="0"/>
      <p:bldP spid="260203" grpId="0"/>
      <p:bldP spid="260205" grpId="0"/>
      <p:bldP spid="260210" grpId="0"/>
      <p:bldP spid="260211" grpId="0" autoUpdateAnimBg="0"/>
      <p:bldP spid="260213" grpId="0"/>
      <p:bldP spid="260227" grpId="0" autoUpdateAnimBg="0"/>
      <p:bldP spid="26022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074" name="Object 2">
            <a:extLst>
              <a:ext uri="{FF2B5EF4-FFF2-40B4-BE49-F238E27FC236}">
                <a16:creationId xmlns:a16="http://schemas.microsoft.com/office/drawing/2014/main" id="{852F6D2B-0D12-1C51-BF0C-BC801FAE66AF}"/>
              </a:ext>
            </a:extLst>
          </p:cNvPr>
          <p:cNvGraphicFramePr>
            <a:graphicFrameLocks/>
          </p:cNvGraphicFramePr>
          <p:nvPr/>
        </p:nvGraphicFramePr>
        <p:xfrm>
          <a:off x="3786188" y="511175"/>
          <a:ext cx="2894012" cy="431800"/>
        </p:xfrm>
        <a:graphic>
          <a:graphicData uri="http://schemas.openxmlformats.org/presentationml/2006/ole">
            <mc:AlternateContent xmlns:mc="http://schemas.openxmlformats.org/markup-compatibility/2006">
              <mc:Choice xmlns:v="urn:schemas-microsoft-com:vml" Requires="v">
                <p:oleObj name="Equation" r:id="rId2" imgW="2857407" imgH="396018" progId="Equation.3">
                  <p:embed/>
                </p:oleObj>
              </mc:Choice>
              <mc:Fallback>
                <p:oleObj name="Equation" r:id="rId2" imgW="2857407" imgH="396018"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188" y="511175"/>
                        <a:ext cx="28940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75" name="Text Box 3">
            <a:extLst>
              <a:ext uri="{FF2B5EF4-FFF2-40B4-BE49-F238E27FC236}">
                <a16:creationId xmlns:a16="http://schemas.microsoft.com/office/drawing/2014/main" id="{B1CBA245-2C07-F491-4837-892C72A2E4F2}"/>
              </a:ext>
            </a:extLst>
          </p:cNvPr>
          <p:cNvSpPr txBox="1">
            <a:spLocks noChangeArrowheads="1"/>
          </p:cNvSpPr>
          <p:nvPr/>
        </p:nvSpPr>
        <p:spPr bwMode="auto">
          <a:xfrm>
            <a:off x="762000" y="476250"/>
            <a:ext cx="3881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当达到动态平衡时：</a:t>
            </a:r>
          </a:p>
        </p:txBody>
      </p:sp>
      <p:graphicFrame>
        <p:nvGraphicFramePr>
          <p:cNvPr id="259076" name="Object 3">
            <a:extLst>
              <a:ext uri="{FF2B5EF4-FFF2-40B4-BE49-F238E27FC236}">
                <a16:creationId xmlns:a16="http://schemas.microsoft.com/office/drawing/2014/main" id="{DD4A4E8C-EC58-39AB-41C2-A91EB0950A52}"/>
              </a:ext>
            </a:extLst>
          </p:cNvPr>
          <p:cNvGraphicFramePr>
            <a:graphicFrameLocks/>
          </p:cNvGraphicFramePr>
          <p:nvPr/>
        </p:nvGraphicFramePr>
        <p:xfrm>
          <a:off x="2308225" y="2212975"/>
          <a:ext cx="1181100" cy="406400"/>
        </p:xfrm>
        <a:graphic>
          <a:graphicData uri="http://schemas.openxmlformats.org/presentationml/2006/ole">
            <mc:AlternateContent xmlns:mc="http://schemas.openxmlformats.org/markup-compatibility/2006">
              <mc:Choice xmlns:v="urn:schemas-microsoft-com:vml" Requires="v">
                <p:oleObj name="Equation" r:id="rId4" imgW="1143062" imgH="365594" progId="Equation.3">
                  <p:embed/>
                </p:oleObj>
              </mc:Choice>
              <mc:Fallback>
                <p:oleObj name="Equation" r:id="rId4" imgW="1143062" imgH="365594"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8225" y="2212975"/>
                        <a:ext cx="11811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9077" name="Object 4">
            <a:extLst>
              <a:ext uri="{FF2B5EF4-FFF2-40B4-BE49-F238E27FC236}">
                <a16:creationId xmlns:a16="http://schemas.microsoft.com/office/drawing/2014/main" id="{3074DE55-09E3-3B02-1AB9-9969D467BFA7}"/>
              </a:ext>
            </a:extLst>
          </p:cNvPr>
          <p:cNvGraphicFramePr>
            <a:graphicFrameLocks/>
          </p:cNvGraphicFramePr>
          <p:nvPr/>
        </p:nvGraphicFramePr>
        <p:xfrm>
          <a:off x="4065588" y="1373188"/>
          <a:ext cx="1497012" cy="900112"/>
        </p:xfrm>
        <a:graphic>
          <a:graphicData uri="http://schemas.openxmlformats.org/presentationml/2006/ole">
            <mc:AlternateContent xmlns:mc="http://schemas.openxmlformats.org/markup-compatibility/2006">
              <mc:Choice xmlns:v="urn:schemas-microsoft-com:vml" Requires="v">
                <p:oleObj name="Equation" r:id="rId6" imgW="1463040" imgH="860866" progId="Equation.3">
                  <p:embed/>
                </p:oleObj>
              </mc:Choice>
              <mc:Fallback>
                <p:oleObj name="Equation" r:id="rId6" imgW="1463040" imgH="860866"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5588" y="1373188"/>
                        <a:ext cx="1497012"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9078" name="Object 5">
            <a:extLst>
              <a:ext uri="{FF2B5EF4-FFF2-40B4-BE49-F238E27FC236}">
                <a16:creationId xmlns:a16="http://schemas.microsoft.com/office/drawing/2014/main" id="{62771FAA-1B68-050E-7492-5D41F9FB530E}"/>
              </a:ext>
            </a:extLst>
          </p:cNvPr>
          <p:cNvGraphicFramePr>
            <a:graphicFrameLocks/>
          </p:cNvGraphicFramePr>
          <p:nvPr/>
        </p:nvGraphicFramePr>
        <p:xfrm>
          <a:off x="6402388" y="1379538"/>
          <a:ext cx="1065212" cy="900112"/>
        </p:xfrm>
        <a:graphic>
          <a:graphicData uri="http://schemas.openxmlformats.org/presentationml/2006/ole">
            <mc:AlternateContent xmlns:mc="http://schemas.openxmlformats.org/markup-compatibility/2006">
              <mc:Choice xmlns:v="urn:schemas-microsoft-com:vml" Requires="v">
                <p:oleObj name="Equation" r:id="rId8" imgW="1028607" imgH="860866" progId="Equation.3">
                  <p:embed/>
                </p:oleObj>
              </mc:Choice>
              <mc:Fallback>
                <p:oleObj name="Equation" r:id="rId8" imgW="1028607" imgH="860866"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2388" y="1379538"/>
                        <a:ext cx="1065212"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79" name="AutoShape 7">
            <a:extLst>
              <a:ext uri="{FF2B5EF4-FFF2-40B4-BE49-F238E27FC236}">
                <a16:creationId xmlns:a16="http://schemas.microsoft.com/office/drawing/2014/main" id="{3084DEC3-58FD-C1D8-8BF6-1502B0A40097}"/>
              </a:ext>
            </a:extLst>
          </p:cNvPr>
          <p:cNvSpPr>
            <a:spLocks/>
          </p:cNvSpPr>
          <p:nvPr/>
        </p:nvSpPr>
        <p:spPr bwMode="auto">
          <a:xfrm>
            <a:off x="3684588" y="1220788"/>
            <a:ext cx="201612" cy="1066800"/>
          </a:xfrm>
          <a:prstGeom prst="rightBrace">
            <a:avLst>
              <a:gd name="adj1" fmla="val 44095"/>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aphicFrame>
        <p:nvGraphicFramePr>
          <p:cNvPr id="259080" name="Object 6">
            <a:extLst>
              <a:ext uri="{FF2B5EF4-FFF2-40B4-BE49-F238E27FC236}">
                <a16:creationId xmlns:a16="http://schemas.microsoft.com/office/drawing/2014/main" id="{319BEE68-3439-D7CA-A7FC-6D94072B038B}"/>
              </a:ext>
            </a:extLst>
          </p:cNvPr>
          <p:cNvGraphicFramePr>
            <a:graphicFrameLocks/>
          </p:cNvGraphicFramePr>
          <p:nvPr/>
        </p:nvGraphicFramePr>
        <p:xfrm>
          <a:off x="804863" y="1131888"/>
          <a:ext cx="1030287" cy="303212"/>
        </p:xfrm>
        <a:graphic>
          <a:graphicData uri="http://schemas.openxmlformats.org/presentationml/2006/ole">
            <mc:AlternateContent xmlns:mc="http://schemas.openxmlformats.org/markup-compatibility/2006">
              <mc:Choice xmlns:v="urn:schemas-microsoft-com:vml" Requires="v">
                <p:oleObj name="公式" r:id="rId10" imgW="990787" imgH="266839" progId="Equation.3">
                  <p:embed/>
                </p:oleObj>
              </mc:Choice>
              <mc:Fallback>
                <p:oleObj name="公式" r:id="rId10" imgW="990787" imgH="266839"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863" y="1131888"/>
                        <a:ext cx="1030287"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9081" name="Object 7">
            <a:extLst>
              <a:ext uri="{FF2B5EF4-FFF2-40B4-BE49-F238E27FC236}">
                <a16:creationId xmlns:a16="http://schemas.microsoft.com/office/drawing/2014/main" id="{C1D2BCA7-93BD-AC71-7864-5215C539FB72}"/>
              </a:ext>
            </a:extLst>
          </p:cNvPr>
          <p:cNvGraphicFramePr>
            <a:graphicFrameLocks/>
          </p:cNvGraphicFramePr>
          <p:nvPr/>
        </p:nvGraphicFramePr>
        <p:xfrm>
          <a:off x="822325" y="1609725"/>
          <a:ext cx="1319213" cy="444500"/>
        </p:xfrm>
        <a:graphic>
          <a:graphicData uri="http://schemas.openxmlformats.org/presentationml/2006/ole">
            <mc:AlternateContent xmlns:mc="http://schemas.openxmlformats.org/markup-compatibility/2006">
              <mc:Choice xmlns:v="urn:schemas-microsoft-com:vml" Requires="v">
                <p:oleObj name="公式" r:id="rId12" imgW="1280409" imgH="403999" progId="Equation.3">
                  <p:embed/>
                </p:oleObj>
              </mc:Choice>
              <mc:Fallback>
                <p:oleObj name="公式" r:id="rId12" imgW="1280409" imgH="403999"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2325" y="1609725"/>
                        <a:ext cx="13192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9082" name="Object 8">
            <a:extLst>
              <a:ext uri="{FF2B5EF4-FFF2-40B4-BE49-F238E27FC236}">
                <a16:creationId xmlns:a16="http://schemas.microsoft.com/office/drawing/2014/main" id="{6909AA5C-876E-A704-6A72-91F3DC833E0D}"/>
              </a:ext>
            </a:extLst>
          </p:cNvPr>
          <p:cNvGraphicFramePr>
            <a:graphicFrameLocks/>
          </p:cNvGraphicFramePr>
          <p:nvPr/>
        </p:nvGraphicFramePr>
        <p:xfrm>
          <a:off x="2174875" y="1643063"/>
          <a:ext cx="812800" cy="315912"/>
        </p:xfrm>
        <a:graphic>
          <a:graphicData uri="http://schemas.openxmlformats.org/presentationml/2006/ole">
            <mc:AlternateContent xmlns:mc="http://schemas.openxmlformats.org/markup-compatibility/2006">
              <mc:Choice xmlns:v="urn:schemas-microsoft-com:vml" Requires="v">
                <p:oleObj name="Equation" r:id="rId14" imgW="777302" imgH="281801" progId="Equation.3">
                  <p:embed/>
                </p:oleObj>
              </mc:Choice>
              <mc:Fallback>
                <p:oleObj name="Equation" r:id="rId14" imgW="777302" imgH="281801"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74875" y="1643063"/>
                        <a:ext cx="8128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83" name="Rectangle 11">
            <a:extLst>
              <a:ext uri="{FF2B5EF4-FFF2-40B4-BE49-F238E27FC236}">
                <a16:creationId xmlns:a16="http://schemas.microsoft.com/office/drawing/2014/main" id="{4F0A3D46-B4E4-F7C4-FE29-CA490994BF91}"/>
              </a:ext>
            </a:extLst>
          </p:cNvPr>
          <p:cNvSpPr>
            <a:spLocks noChangeArrowheads="1"/>
          </p:cNvSpPr>
          <p:nvPr/>
        </p:nvSpPr>
        <p:spPr bwMode="auto">
          <a:xfrm>
            <a:off x="7515225" y="1497013"/>
            <a:ext cx="1952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霍耳系数</a:t>
            </a:r>
          </a:p>
        </p:txBody>
      </p:sp>
      <p:graphicFrame>
        <p:nvGraphicFramePr>
          <p:cNvPr id="259084" name="Object 9">
            <a:extLst>
              <a:ext uri="{FF2B5EF4-FFF2-40B4-BE49-F238E27FC236}">
                <a16:creationId xmlns:a16="http://schemas.microsoft.com/office/drawing/2014/main" id="{1C17666C-B0BE-6361-04AB-680BA29E7748}"/>
              </a:ext>
            </a:extLst>
          </p:cNvPr>
          <p:cNvGraphicFramePr>
            <a:graphicFrameLocks/>
          </p:cNvGraphicFramePr>
          <p:nvPr/>
        </p:nvGraphicFramePr>
        <p:xfrm>
          <a:off x="838200" y="2238375"/>
          <a:ext cx="1320800" cy="392113"/>
        </p:xfrm>
        <a:graphic>
          <a:graphicData uri="http://schemas.openxmlformats.org/presentationml/2006/ole">
            <mc:AlternateContent xmlns:mc="http://schemas.openxmlformats.org/markup-compatibility/2006">
              <mc:Choice xmlns:v="urn:schemas-microsoft-com:vml" Requires="v">
                <p:oleObj name="Equation" r:id="rId16" imgW="1280409" imgH="358112" progId="Equation.3">
                  <p:embed/>
                </p:oleObj>
              </mc:Choice>
              <mc:Fallback>
                <p:oleObj name="Equation" r:id="rId16" imgW="1280409" imgH="358112"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8200" y="2238375"/>
                        <a:ext cx="13208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85" name="AutoShape 13">
            <a:extLst>
              <a:ext uri="{FF2B5EF4-FFF2-40B4-BE49-F238E27FC236}">
                <a16:creationId xmlns:a16="http://schemas.microsoft.com/office/drawing/2014/main" id="{8878ADC6-1535-159B-8D3D-6E5D243F8E49}"/>
              </a:ext>
            </a:extLst>
          </p:cNvPr>
          <p:cNvSpPr>
            <a:spLocks noChangeArrowheads="1"/>
          </p:cNvSpPr>
          <p:nvPr/>
        </p:nvSpPr>
        <p:spPr bwMode="auto">
          <a:xfrm>
            <a:off x="5715000" y="1677988"/>
            <a:ext cx="609600" cy="304800"/>
          </a:xfrm>
          <a:prstGeom prst="rightArrow">
            <a:avLst>
              <a:gd name="adj1" fmla="val 50000"/>
              <a:gd name="adj2" fmla="val 50000"/>
            </a:avLst>
          </a:prstGeom>
          <a:solidFill>
            <a:srgbClr val="FFCCFF"/>
          </a:solidFill>
          <a:ln w="9525">
            <a:solidFill>
              <a:srgbClr val="FFCCFF"/>
            </a:solidFill>
            <a:miter lim="800000"/>
            <a:headEnd/>
            <a:tailEnd/>
          </a:ln>
        </p:spPr>
        <p:txBody>
          <a:bodyPr anchor="ct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59086" name="Rectangle 14">
            <a:extLst>
              <a:ext uri="{FF2B5EF4-FFF2-40B4-BE49-F238E27FC236}">
                <a16:creationId xmlns:a16="http://schemas.microsoft.com/office/drawing/2014/main" id="{C9EE1F08-17AD-2B34-20BD-ABFC6EF458A9}"/>
              </a:ext>
            </a:extLst>
          </p:cNvPr>
          <p:cNvSpPr>
            <a:spLocks noChangeArrowheads="1"/>
          </p:cNvSpPr>
          <p:nvPr/>
        </p:nvSpPr>
        <p:spPr bwMode="auto">
          <a:xfrm>
            <a:off x="768350" y="3140075"/>
            <a:ext cx="1427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FFFF00"/>
                </a:solidFill>
                <a:latin typeface="宋体" panose="02010600030101010101" pitchFamily="2" charset="-122"/>
              </a:rPr>
              <a:t>讨论</a:t>
            </a:r>
          </a:p>
        </p:txBody>
      </p:sp>
      <p:sp>
        <p:nvSpPr>
          <p:cNvPr id="259087" name="Rectangle 15">
            <a:extLst>
              <a:ext uri="{FF2B5EF4-FFF2-40B4-BE49-F238E27FC236}">
                <a16:creationId xmlns:a16="http://schemas.microsoft.com/office/drawing/2014/main" id="{89699599-B5CC-1318-C26E-192439B07F61}"/>
              </a:ext>
            </a:extLst>
          </p:cNvPr>
          <p:cNvSpPr>
            <a:spLocks noChangeArrowheads="1"/>
          </p:cNvSpPr>
          <p:nvPr/>
        </p:nvSpPr>
        <p:spPr bwMode="auto">
          <a:xfrm>
            <a:off x="838200" y="3609975"/>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ea typeface="楷体_GB2312" pitchFamily="49" charset="-122"/>
              </a:rPr>
              <a:t>(1) </a:t>
            </a:r>
            <a:r>
              <a:rPr kumimoji="1" lang="zh-CN" altLang="en-US">
                <a:latin typeface="楷体_GB2312" pitchFamily="49" charset="-122"/>
                <a:ea typeface="楷体_GB2312" pitchFamily="49" charset="-122"/>
              </a:rPr>
              <a:t>通过测量霍尔系数可以确定导电体中载流子浓度</a:t>
            </a:r>
          </a:p>
        </p:txBody>
      </p:sp>
      <p:sp>
        <p:nvSpPr>
          <p:cNvPr id="259088" name="AutoShape 16">
            <a:extLst>
              <a:ext uri="{FF2B5EF4-FFF2-40B4-BE49-F238E27FC236}">
                <a16:creationId xmlns:a16="http://schemas.microsoft.com/office/drawing/2014/main" id="{452C787E-311D-FEA8-995E-2FDE1A67ACA4}"/>
              </a:ext>
            </a:extLst>
          </p:cNvPr>
          <p:cNvSpPr>
            <a:spLocks noChangeAspect="1" noChangeArrowheads="1"/>
          </p:cNvSpPr>
          <p:nvPr/>
        </p:nvSpPr>
        <p:spPr bwMode="auto">
          <a:xfrm>
            <a:off x="366713" y="3140075"/>
            <a:ext cx="460375" cy="403225"/>
          </a:xfrm>
          <a:prstGeom prst="star5">
            <a:avLst/>
          </a:prstGeom>
          <a:solidFill>
            <a:srgbClr val="FF3300"/>
          </a:solidFill>
          <a:ln w="9525">
            <a:solidFill>
              <a:srgbClr val="FFFFFF"/>
            </a:solidFill>
            <a:miter lim="800000"/>
            <a:headEnd/>
            <a:tailEnd/>
          </a:ln>
          <a:effectLst/>
        </p:spPr>
        <p:txBody>
          <a:bodyPr wrap="none" anchor="ctr"/>
          <a:lstStyle/>
          <a:p>
            <a:pPr algn="ctr" eaLnBrk="1" hangingPunct="1">
              <a:defRPr/>
            </a:pPr>
            <a:endParaRPr kumimoji="1" lang="zh-CN" altLang="en-US">
              <a:solidFill>
                <a:schemeClr val="tx1"/>
              </a:solidFill>
            </a:endParaRPr>
          </a:p>
        </p:txBody>
      </p:sp>
      <p:sp>
        <p:nvSpPr>
          <p:cNvPr id="259089" name="Rectangle 17">
            <a:extLst>
              <a:ext uri="{FF2B5EF4-FFF2-40B4-BE49-F238E27FC236}">
                <a16:creationId xmlns:a16="http://schemas.microsoft.com/office/drawing/2014/main" id="{4B5ED802-8EF7-68F4-0705-E00229583D86}"/>
              </a:ext>
            </a:extLst>
          </p:cNvPr>
          <p:cNvSpPr>
            <a:spLocks noChangeArrowheads="1"/>
          </p:cNvSpPr>
          <p:nvPr/>
        </p:nvSpPr>
        <p:spPr bwMode="auto">
          <a:xfrm>
            <a:off x="1103313" y="4105275"/>
            <a:ext cx="7747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t>霍尔系数与载流子数密度 </a:t>
            </a:r>
            <a:r>
              <a:rPr lang="en-US" altLang="zh-CN"/>
              <a:t>n </a:t>
            </a:r>
            <a:r>
              <a:rPr lang="zh-CN" altLang="en-US"/>
              <a:t>成反比，∴金属导体的霍耳效应很弱，半导体才能产生很强的霍耳效应。</a:t>
            </a:r>
            <a:r>
              <a:rPr kumimoji="1" lang="zh-CN" altLang="en-US">
                <a:latin typeface="楷体_GB2312" pitchFamily="49" charset="-122"/>
                <a:ea typeface="楷体_GB2312" pitchFamily="49" charset="-122"/>
              </a:rPr>
              <a:t>研究半导体材料性质的有效方法（浓度随杂质、温度等变化）</a:t>
            </a:r>
          </a:p>
        </p:txBody>
      </p:sp>
      <p:sp>
        <p:nvSpPr>
          <p:cNvPr id="259090" name="Rectangle 18">
            <a:extLst>
              <a:ext uri="{FF2B5EF4-FFF2-40B4-BE49-F238E27FC236}">
                <a16:creationId xmlns:a16="http://schemas.microsoft.com/office/drawing/2014/main" id="{B695A39A-E8CC-9C53-FBCA-F2C29D60F4C6}"/>
              </a:ext>
            </a:extLst>
          </p:cNvPr>
          <p:cNvSpPr>
            <a:spLocks noChangeArrowheads="1"/>
          </p:cNvSpPr>
          <p:nvPr/>
        </p:nvSpPr>
        <p:spPr bwMode="auto">
          <a:xfrm>
            <a:off x="836613" y="5551488"/>
            <a:ext cx="4376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ea typeface="楷体_GB2312" pitchFamily="49" charset="-122"/>
              </a:rPr>
              <a:t>(2) </a:t>
            </a:r>
            <a:r>
              <a:rPr kumimoji="1" lang="zh-CN" altLang="en-US">
                <a:latin typeface="楷体_GB2312" pitchFamily="49" charset="-122"/>
                <a:ea typeface="楷体_GB2312" pitchFamily="49" charset="-122"/>
              </a:rPr>
              <a:t>区分半导体材料</a:t>
            </a:r>
          </a:p>
        </p:txBody>
      </p:sp>
      <p:sp>
        <p:nvSpPr>
          <p:cNvPr id="259091" name="Rectangle 19">
            <a:extLst>
              <a:ext uri="{FF2B5EF4-FFF2-40B4-BE49-F238E27FC236}">
                <a16:creationId xmlns:a16="http://schemas.microsoft.com/office/drawing/2014/main" id="{F68DF469-1344-8F9B-32B3-DF3639EC2FE5}"/>
              </a:ext>
            </a:extLst>
          </p:cNvPr>
          <p:cNvSpPr>
            <a:spLocks noChangeArrowheads="1"/>
          </p:cNvSpPr>
          <p:nvPr/>
        </p:nvSpPr>
        <p:spPr bwMode="auto">
          <a:xfrm>
            <a:off x="1304925" y="6089650"/>
            <a:ext cx="745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ea typeface="楷体_GB2312" pitchFamily="49" charset="-122"/>
              </a:rPr>
              <a:t>——</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霍尔系数的正负与载流子电荷性质有关</a:t>
            </a:r>
          </a:p>
        </p:txBody>
      </p:sp>
      <p:graphicFrame>
        <p:nvGraphicFramePr>
          <p:cNvPr id="259092" name="Object 10">
            <a:extLst>
              <a:ext uri="{FF2B5EF4-FFF2-40B4-BE49-F238E27FC236}">
                <a16:creationId xmlns:a16="http://schemas.microsoft.com/office/drawing/2014/main" id="{C5D52B46-72AB-7D16-A172-061BD6BB6996}"/>
              </a:ext>
            </a:extLst>
          </p:cNvPr>
          <p:cNvGraphicFramePr>
            <a:graphicFrameLocks/>
          </p:cNvGraphicFramePr>
          <p:nvPr/>
        </p:nvGraphicFramePr>
        <p:xfrm>
          <a:off x="4067175" y="2492375"/>
          <a:ext cx="1497013" cy="900113"/>
        </p:xfrm>
        <a:graphic>
          <a:graphicData uri="http://schemas.openxmlformats.org/presentationml/2006/ole">
            <mc:AlternateContent xmlns:mc="http://schemas.openxmlformats.org/markup-compatibility/2006">
              <mc:Choice xmlns:v="urn:schemas-microsoft-com:vml" Requires="v">
                <p:oleObj name="Equation" r:id="rId18" imgW="1463040" imgH="860866" progId="Equation.3">
                  <p:embed/>
                </p:oleObj>
              </mc:Choice>
              <mc:Fallback>
                <p:oleObj name="Equation" r:id="rId18" imgW="1463040" imgH="860866" progId="Equation.3">
                  <p:embed/>
                  <p:pic>
                    <p:nvPicPr>
                      <p:cNvPr id="0" name="Object 1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67175" y="2492375"/>
                        <a:ext cx="1497013"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9075"/>
                                        </p:tgtEl>
                                        <p:attrNameLst>
                                          <p:attrName>style.visibility</p:attrName>
                                        </p:attrNameLst>
                                      </p:cBhvr>
                                      <p:to>
                                        <p:strVal val="visible"/>
                                      </p:to>
                                    </p:set>
                                    <p:animEffect transition="in" filter="wipe(left)">
                                      <p:cBhvr>
                                        <p:cTn id="7" dur="2000"/>
                                        <p:tgtEl>
                                          <p:spTgt spid="2590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9074"/>
                                        </p:tgtEl>
                                        <p:attrNameLst>
                                          <p:attrName>style.visibility</p:attrName>
                                        </p:attrNameLst>
                                      </p:cBhvr>
                                      <p:to>
                                        <p:strVal val="visible"/>
                                      </p:to>
                                    </p:set>
                                    <p:animEffect transition="in" filter="wipe(left)">
                                      <p:cBhvr>
                                        <p:cTn id="12" dur="2000"/>
                                        <p:tgtEl>
                                          <p:spTgt spid="2590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59080"/>
                                        </p:tgtEl>
                                        <p:attrNameLst>
                                          <p:attrName>style.visibility</p:attrName>
                                        </p:attrNameLst>
                                      </p:cBhvr>
                                      <p:to>
                                        <p:strVal val="visible"/>
                                      </p:to>
                                    </p:set>
                                    <p:animEffect transition="in" filter="wipe(left)">
                                      <p:cBhvr>
                                        <p:cTn id="17" dur="2000"/>
                                        <p:tgtEl>
                                          <p:spTgt spid="2590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9081"/>
                                        </p:tgtEl>
                                        <p:attrNameLst>
                                          <p:attrName>style.visibility</p:attrName>
                                        </p:attrNameLst>
                                      </p:cBhvr>
                                      <p:to>
                                        <p:strVal val="visible"/>
                                      </p:to>
                                    </p:set>
                                    <p:animEffect transition="in" filter="wipe(left)">
                                      <p:cBhvr>
                                        <p:cTn id="22" dur="500"/>
                                        <p:tgtEl>
                                          <p:spTgt spid="2590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59082"/>
                                        </p:tgtEl>
                                        <p:attrNameLst>
                                          <p:attrName>style.visibility</p:attrName>
                                        </p:attrNameLst>
                                      </p:cBhvr>
                                      <p:to>
                                        <p:strVal val="visible"/>
                                      </p:to>
                                    </p:set>
                                    <p:animEffect transition="in" filter="wipe(left)">
                                      <p:cBhvr>
                                        <p:cTn id="27" dur="2000"/>
                                        <p:tgtEl>
                                          <p:spTgt spid="2590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9084"/>
                                        </p:tgtEl>
                                        <p:attrNameLst>
                                          <p:attrName>style.visibility</p:attrName>
                                        </p:attrNameLst>
                                      </p:cBhvr>
                                      <p:to>
                                        <p:strVal val="visible"/>
                                      </p:to>
                                    </p:set>
                                    <p:animEffect transition="in" filter="wipe(left)">
                                      <p:cBhvr>
                                        <p:cTn id="32" dur="500"/>
                                        <p:tgtEl>
                                          <p:spTgt spid="2590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59076"/>
                                        </p:tgtEl>
                                        <p:attrNameLst>
                                          <p:attrName>style.visibility</p:attrName>
                                        </p:attrNameLst>
                                      </p:cBhvr>
                                      <p:to>
                                        <p:strVal val="visible"/>
                                      </p:to>
                                    </p:set>
                                    <p:animEffect transition="in" filter="wipe(left)">
                                      <p:cBhvr>
                                        <p:cTn id="37" dur="2000"/>
                                        <p:tgtEl>
                                          <p:spTgt spid="2590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259079"/>
                                        </p:tgtEl>
                                        <p:attrNameLst>
                                          <p:attrName>style.visibility</p:attrName>
                                        </p:attrNameLst>
                                      </p:cBhvr>
                                      <p:to>
                                        <p:strVal val="visible"/>
                                      </p:to>
                                    </p:set>
                                    <p:animEffect transition="in" filter="wipe(up)">
                                      <p:cBhvr>
                                        <p:cTn id="42" dur="500"/>
                                        <p:tgtEl>
                                          <p:spTgt spid="25907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59077"/>
                                        </p:tgtEl>
                                        <p:attrNameLst>
                                          <p:attrName>style.visibility</p:attrName>
                                        </p:attrNameLst>
                                      </p:cBhvr>
                                      <p:to>
                                        <p:strVal val="visible"/>
                                      </p:to>
                                    </p:set>
                                    <p:animEffect transition="in" filter="wipe(left)">
                                      <p:cBhvr>
                                        <p:cTn id="47" dur="2000"/>
                                        <p:tgtEl>
                                          <p:spTgt spid="25907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59085"/>
                                        </p:tgtEl>
                                        <p:attrNameLst>
                                          <p:attrName>style.visibility</p:attrName>
                                        </p:attrNameLst>
                                      </p:cBhvr>
                                      <p:to>
                                        <p:strVal val="visible"/>
                                      </p:to>
                                    </p:set>
                                    <p:animEffect transition="in" filter="wipe(left)">
                                      <p:cBhvr>
                                        <p:cTn id="52" dur="500"/>
                                        <p:tgtEl>
                                          <p:spTgt spid="25908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59078"/>
                                        </p:tgtEl>
                                        <p:attrNameLst>
                                          <p:attrName>style.visibility</p:attrName>
                                        </p:attrNameLst>
                                      </p:cBhvr>
                                      <p:to>
                                        <p:strVal val="visible"/>
                                      </p:to>
                                    </p:set>
                                    <p:animEffect transition="in" filter="wipe(left)">
                                      <p:cBhvr>
                                        <p:cTn id="57" dur="2000"/>
                                        <p:tgtEl>
                                          <p:spTgt spid="25907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59083"/>
                                        </p:tgtEl>
                                        <p:attrNameLst>
                                          <p:attrName>style.visibility</p:attrName>
                                        </p:attrNameLst>
                                      </p:cBhvr>
                                      <p:to>
                                        <p:strVal val="visible"/>
                                      </p:to>
                                    </p:set>
                                    <p:animEffect transition="in" filter="wipe(left)">
                                      <p:cBhvr>
                                        <p:cTn id="62" dur="500"/>
                                        <p:tgtEl>
                                          <p:spTgt spid="25908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59092"/>
                                        </p:tgtEl>
                                        <p:attrNameLst>
                                          <p:attrName>style.visibility</p:attrName>
                                        </p:attrNameLst>
                                      </p:cBhvr>
                                      <p:to>
                                        <p:strVal val="visible"/>
                                      </p:to>
                                    </p:set>
                                    <p:animEffect transition="in" filter="wipe(left)">
                                      <p:cBhvr>
                                        <p:cTn id="67" dur="2000"/>
                                        <p:tgtEl>
                                          <p:spTgt spid="25909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59088"/>
                                        </p:tgtEl>
                                        <p:attrNameLst>
                                          <p:attrName>style.visibility</p:attrName>
                                        </p:attrNameLst>
                                      </p:cBhvr>
                                      <p:to>
                                        <p:strVal val="visible"/>
                                      </p:to>
                                    </p:set>
                                    <p:animEffect transition="in" filter="wipe(left)">
                                      <p:cBhvr>
                                        <p:cTn id="72" dur="500"/>
                                        <p:tgtEl>
                                          <p:spTgt spid="259088"/>
                                        </p:tgtEl>
                                      </p:cBhvr>
                                    </p:animEffect>
                                  </p:childTnLst>
                                </p:cTn>
                              </p:par>
                            </p:childTnLst>
                          </p:cTn>
                        </p:par>
                        <p:par>
                          <p:cTn id="73" fill="hold" nodeType="afterGroup">
                            <p:stCondLst>
                              <p:cond delay="500"/>
                            </p:stCondLst>
                            <p:childTnLst>
                              <p:par>
                                <p:cTn id="74" presetID="22" presetClass="entr" presetSubtype="8" fill="hold" nodeType="afterEffect">
                                  <p:stCondLst>
                                    <p:cond delay="0"/>
                                  </p:stCondLst>
                                  <p:childTnLst>
                                    <p:set>
                                      <p:cBhvr>
                                        <p:cTn id="75" dur="1" fill="hold">
                                          <p:stCondLst>
                                            <p:cond delay="0"/>
                                          </p:stCondLst>
                                        </p:cTn>
                                        <p:tgtEl>
                                          <p:spTgt spid="259086"/>
                                        </p:tgtEl>
                                        <p:attrNameLst>
                                          <p:attrName>style.visibility</p:attrName>
                                        </p:attrNameLst>
                                      </p:cBhvr>
                                      <p:to>
                                        <p:strVal val="visible"/>
                                      </p:to>
                                    </p:set>
                                    <p:animEffect transition="in" filter="wipe(left)">
                                      <p:cBhvr>
                                        <p:cTn id="76" dur="500"/>
                                        <p:tgtEl>
                                          <p:spTgt spid="25908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59087"/>
                                        </p:tgtEl>
                                        <p:attrNameLst>
                                          <p:attrName>style.visibility</p:attrName>
                                        </p:attrNameLst>
                                      </p:cBhvr>
                                      <p:to>
                                        <p:strVal val="visible"/>
                                      </p:to>
                                    </p:set>
                                    <p:animEffect transition="in" filter="wipe(left)">
                                      <p:cBhvr>
                                        <p:cTn id="81" dur="2000"/>
                                        <p:tgtEl>
                                          <p:spTgt spid="25908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59089"/>
                                        </p:tgtEl>
                                        <p:attrNameLst>
                                          <p:attrName>style.visibility</p:attrName>
                                        </p:attrNameLst>
                                      </p:cBhvr>
                                      <p:to>
                                        <p:strVal val="visible"/>
                                      </p:to>
                                    </p:set>
                                    <p:animEffect transition="in" filter="wipe(left)">
                                      <p:cBhvr>
                                        <p:cTn id="86" dur="2000"/>
                                        <p:tgtEl>
                                          <p:spTgt spid="259089"/>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59090"/>
                                        </p:tgtEl>
                                        <p:attrNameLst>
                                          <p:attrName>style.visibility</p:attrName>
                                        </p:attrNameLst>
                                      </p:cBhvr>
                                      <p:to>
                                        <p:strVal val="visible"/>
                                      </p:to>
                                    </p:set>
                                    <p:animEffect transition="in" filter="wipe(left)">
                                      <p:cBhvr>
                                        <p:cTn id="91" dur="500"/>
                                        <p:tgtEl>
                                          <p:spTgt spid="259090"/>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59091"/>
                                        </p:tgtEl>
                                        <p:attrNameLst>
                                          <p:attrName>style.visibility</p:attrName>
                                        </p:attrNameLst>
                                      </p:cBhvr>
                                      <p:to>
                                        <p:strVal val="visible"/>
                                      </p:to>
                                    </p:set>
                                    <p:animEffect transition="in" filter="wipe(left)">
                                      <p:cBhvr>
                                        <p:cTn id="96" dur="2000"/>
                                        <p:tgtEl>
                                          <p:spTgt spid="259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9" grpId="0" animBg="1"/>
      <p:bldP spid="259083" grpId="0" autoUpdateAnimBg="0"/>
      <p:bldP spid="259085" grpId="0" animBg="1"/>
      <p:bldP spid="259086" grpId="0" autoUpdateAnimBg="0"/>
      <p:bldP spid="259087" grpId="0" autoUpdateAnimBg="0"/>
      <p:bldP spid="259089" grpId="0" autoUpdateAnimBg="0"/>
      <p:bldP spid="259090" grpId="0" autoUpdateAnimBg="0"/>
      <p:bldP spid="25909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BDE576C9-3B89-F831-3F97-5BB802188409}"/>
              </a:ext>
            </a:extLst>
          </p:cNvPr>
          <p:cNvSpPr>
            <a:spLocks noChangeArrowheads="1"/>
          </p:cNvSpPr>
          <p:nvPr/>
        </p:nvSpPr>
        <p:spPr bwMode="auto">
          <a:xfrm>
            <a:off x="1208088" y="936625"/>
            <a:ext cx="2133600" cy="1295400"/>
          </a:xfrm>
          <a:prstGeom prst="rect">
            <a:avLst/>
          </a:prstGeom>
          <a:gradFill rotWithShape="0">
            <a:gsLst>
              <a:gs pos="0">
                <a:srgbClr val="969696"/>
              </a:gs>
              <a:gs pos="100000">
                <a:srgbClr val="454545"/>
              </a:gs>
            </a:gsLst>
            <a:lin ang="5400000" scaled="1"/>
          </a:gradFill>
          <a:ln w="9525">
            <a:solidFill>
              <a:schemeClr val="folHlink"/>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77507" name="Rectangle 3">
            <a:extLst>
              <a:ext uri="{FF2B5EF4-FFF2-40B4-BE49-F238E27FC236}">
                <a16:creationId xmlns:a16="http://schemas.microsoft.com/office/drawing/2014/main" id="{DE5A0079-8FA9-6E07-CDBB-6DA942383150}"/>
              </a:ext>
            </a:extLst>
          </p:cNvPr>
          <p:cNvSpPr>
            <a:spLocks noChangeArrowheads="1"/>
          </p:cNvSpPr>
          <p:nvPr/>
        </p:nvSpPr>
        <p:spPr bwMode="auto">
          <a:xfrm>
            <a:off x="5703888" y="936625"/>
            <a:ext cx="2133600" cy="1295400"/>
          </a:xfrm>
          <a:prstGeom prst="rect">
            <a:avLst/>
          </a:prstGeom>
          <a:gradFill rotWithShape="0">
            <a:gsLst>
              <a:gs pos="0">
                <a:srgbClr val="969696"/>
              </a:gs>
              <a:gs pos="100000">
                <a:srgbClr val="454545"/>
              </a:gs>
            </a:gsLst>
            <a:lin ang="5400000" scaled="1"/>
          </a:gradFill>
          <a:ln w="9525">
            <a:solidFill>
              <a:schemeClr val="folHlink"/>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pSp>
        <p:nvGrpSpPr>
          <p:cNvPr id="2" name="Group 4">
            <a:extLst>
              <a:ext uri="{FF2B5EF4-FFF2-40B4-BE49-F238E27FC236}">
                <a16:creationId xmlns:a16="http://schemas.microsoft.com/office/drawing/2014/main" id="{94CF547D-4E1A-0F40-DFB0-372E7A406FD8}"/>
              </a:ext>
            </a:extLst>
          </p:cNvPr>
          <p:cNvGrpSpPr>
            <a:grpSpLocks/>
          </p:cNvGrpSpPr>
          <p:nvPr/>
        </p:nvGrpSpPr>
        <p:grpSpPr bwMode="auto">
          <a:xfrm>
            <a:off x="3417888" y="784225"/>
            <a:ext cx="381000" cy="381000"/>
            <a:chOff x="1344" y="3072"/>
            <a:chExt cx="336" cy="336"/>
          </a:xfrm>
        </p:grpSpPr>
        <p:sp>
          <p:nvSpPr>
            <p:cNvPr id="21586" name="Oval 5">
              <a:extLst>
                <a:ext uri="{FF2B5EF4-FFF2-40B4-BE49-F238E27FC236}">
                  <a16:creationId xmlns:a16="http://schemas.microsoft.com/office/drawing/2014/main" id="{57BE7541-0BDF-CC4E-6551-02F8FAC250CA}"/>
                </a:ext>
              </a:extLst>
            </p:cNvPr>
            <p:cNvSpPr>
              <a:spLocks noChangeArrowheads="1"/>
            </p:cNvSpPr>
            <p:nvPr/>
          </p:nvSpPr>
          <p:spPr bwMode="auto">
            <a:xfrm>
              <a:off x="1344" y="3072"/>
              <a:ext cx="336" cy="336"/>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1587" name="Line 6">
              <a:extLst>
                <a:ext uri="{FF2B5EF4-FFF2-40B4-BE49-F238E27FC236}">
                  <a16:creationId xmlns:a16="http://schemas.microsoft.com/office/drawing/2014/main" id="{4EBB6D4A-1D0B-3187-3569-CB3D640098FB}"/>
                </a:ext>
              </a:extLst>
            </p:cNvPr>
            <p:cNvSpPr>
              <a:spLocks noChangeShapeType="1"/>
            </p:cNvSpPr>
            <p:nvPr/>
          </p:nvSpPr>
          <p:spPr bwMode="auto">
            <a:xfrm>
              <a:off x="1392" y="3120"/>
              <a:ext cx="240"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88" name="Line 7">
              <a:extLst>
                <a:ext uri="{FF2B5EF4-FFF2-40B4-BE49-F238E27FC236}">
                  <a16:creationId xmlns:a16="http://schemas.microsoft.com/office/drawing/2014/main" id="{78D53DBE-E5AE-462D-6C85-AD43A99BA176}"/>
                </a:ext>
              </a:extLst>
            </p:cNvPr>
            <p:cNvSpPr>
              <a:spLocks noChangeShapeType="1"/>
            </p:cNvSpPr>
            <p:nvPr/>
          </p:nvSpPr>
          <p:spPr bwMode="auto">
            <a:xfrm flipH="1">
              <a:off x="1392" y="3120"/>
              <a:ext cx="240"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8">
            <a:extLst>
              <a:ext uri="{FF2B5EF4-FFF2-40B4-BE49-F238E27FC236}">
                <a16:creationId xmlns:a16="http://schemas.microsoft.com/office/drawing/2014/main" id="{CB6615CE-AD05-0339-D31B-BF3E8E34C2D3}"/>
              </a:ext>
            </a:extLst>
          </p:cNvPr>
          <p:cNvGrpSpPr>
            <a:grpSpLocks/>
          </p:cNvGrpSpPr>
          <p:nvPr/>
        </p:nvGrpSpPr>
        <p:grpSpPr bwMode="auto">
          <a:xfrm>
            <a:off x="7989888" y="784225"/>
            <a:ext cx="381000" cy="381000"/>
            <a:chOff x="1344" y="3072"/>
            <a:chExt cx="336" cy="336"/>
          </a:xfrm>
        </p:grpSpPr>
        <p:sp>
          <p:nvSpPr>
            <p:cNvPr id="21583" name="Oval 9">
              <a:extLst>
                <a:ext uri="{FF2B5EF4-FFF2-40B4-BE49-F238E27FC236}">
                  <a16:creationId xmlns:a16="http://schemas.microsoft.com/office/drawing/2014/main" id="{5991CD46-219D-648D-3355-85BCCEAFC1DE}"/>
                </a:ext>
              </a:extLst>
            </p:cNvPr>
            <p:cNvSpPr>
              <a:spLocks noChangeArrowheads="1"/>
            </p:cNvSpPr>
            <p:nvPr/>
          </p:nvSpPr>
          <p:spPr bwMode="auto">
            <a:xfrm>
              <a:off x="1344" y="3072"/>
              <a:ext cx="336" cy="336"/>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1584" name="Line 10">
              <a:extLst>
                <a:ext uri="{FF2B5EF4-FFF2-40B4-BE49-F238E27FC236}">
                  <a16:creationId xmlns:a16="http://schemas.microsoft.com/office/drawing/2014/main" id="{E9D0EFA5-C755-30D2-8439-09F564FDEE89}"/>
                </a:ext>
              </a:extLst>
            </p:cNvPr>
            <p:cNvSpPr>
              <a:spLocks noChangeShapeType="1"/>
            </p:cNvSpPr>
            <p:nvPr/>
          </p:nvSpPr>
          <p:spPr bwMode="auto">
            <a:xfrm>
              <a:off x="1392" y="3120"/>
              <a:ext cx="240"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85" name="Line 11">
              <a:extLst>
                <a:ext uri="{FF2B5EF4-FFF2-40B4-BE49-F238E27FC236}">
                  <a16:creationId xmlns:a16="http://schemas.microsoft.com/office/drawing/2014/main" id="{0AB21815-A8AA-4DB6-EE05-C5C49D313079}"/>
                </a:ext>
              </a:extLst>
            </p:cNvPr>
            <p:cNvSpPr>
              <a:spLocks noChangeShapeType="1"/>
            </p:cNvSpPr>
            <p:nvPr/>
          </p:nvSpPr>
          <p:spPr bwMode="auto">
            <a:xfrm flipH="1">
              <a:off x="1392" y="3120"/>
              <a:ext cx="240"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77516" name="Object 2">
            <a:extLst>
              <a:ext uri="{FF2B5EF4-FFF2-40B4-BE49-F238E27FC236}">
                <a16:creationId xmlns:a16="http://schemas.microsoft.com/office/drawing/2014/main" id="{AFDDB68A-7371-8592-6BB7-AEBE30DDCC2F}"/>
              </a:ext>
            </a:extLst>
          </p:cNvPr>
          <p:cNvGraphicFramePr>
            <a:graphicFrameLocks/>
          </p:cNvGraphicFramePr>
          <p:nvPr/>
        </p:nvGraphicFramePr>
        <p:xfrm>
          <a:off x="8464550" y="936625"/>
          <a:ext cx="279400" cy="341313"/>
        </p:xfrm>
        <a:graphic>
          <a:graphicData uri="http://schemas.openxmlformats.org/presentationml/2006/ole">
            <mc:AlternateContent xmlns:mc="http://schemas.openxmlformats.org/markup-compatibility/2006">
              <mc:Choice xmlns:v="urn:schemas-microsoft-com:vml" Requires="v">
                <p:oleObj name="Equation" r:id="rId2" imgW="243840" imgH="304745" progId="Equation.3">
                  <p:embed/>
                </p:oleObj>
              </mc:Choice>
              <mc:Fallback>
                <p:oleObj name="Equation" r:id="rId2" imgW="243840" imgH="304745"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4550" y="936625"/>
                        <a:ext cx="2794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17" name="Line 13">
            <a:extLst>
              <a:ext uri="{FF2B5EF4-FFF2-40B4-BE49-F238E27FC236}">
                <a16:creationId xmlns:a16="http://schemas.microsoft.com/office/drawing/2014/main" id="{F9D8A959-0877-0A47-CFD0-51568E856F47}"/>
              </a:ext>
            </a:extLst>
          </p:cNvPr>
          <p:cNvSpPr>
            <a:spLocks noChangeShapeType="1"/>
          </p:cNvSpPr>
          <p:nvPr/>
        </p:nvSpPr>
        <p:spPr bwMode="auto">
          <a:xfrm>
            <a:off x="3341688" y="1546225"/>
            <a:ext cx="68580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518" name="Line 14">
            <a:extLst>
              <a:ext uri="{FF2B5EF4-FFF2-40B4-BE49-F238E27FC236}">
                <a16:creationId xmlns:a16="http://schemas.microsoft.com/office/drawing/2014/main" id="{470C40F8-578D-171D-81F5-06070D107E77}"/>
              </a:ext>
            </a:extLst>
          </p:cNvPr>
          <p:cNvSpPr>
            <a:spLocks noChangeShapeType="1"/>
          </p:cNvSpPr>
          <p:nvPr/>
        </p:nvSpPr>
        <p:spPr bwMode="auto">
          <a:xfrm>
            <a:off x="7837488" y="1546225"/>
            <a:ext cx="68580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 name="Group 15">
            <a:extLst>
              <a:ext uri="{FF2B5EF4-FFF2-40B4-BE49-F238E27FC236}">
                <a16:creationId xmlns:a16="http://schemas.microsoft.com/office/drawing/2014/main" id="{29B946F5-2107-1D9F-0FA6-AC5B1D002372}"/>
              </a:ext>
            </a:extLst>
          </p:cNvPr>
          <p:cNvGrpSpPr>
            <a:grpSpLocks/>
          </p:cNvGrpSpPr>
          <p:nvPr/>
        </p:nvGrpSpPr>
        <p:grpSpPr bwMode="auto">
          <a:xfrm>
            <a:off x="1096963" y="2138363"/>
            <a:ext cx="2209800" cy="457200"/>
            <a:chOff x="528" y="1632"/>
            <a:chExt cx="1392" cy="288"/>
          </a:xfrm>
        </p:grpSpPr>
        <p:sp>
          <p:nvSpPr>
            <p:cNvPr id="21579" name="Text Box 16">
              <a:extLst>
                <a:ext uri="{FF2B5EF4-FFF2-40B4-BE49-F238E27FC236}">
                  <a16:creationId xmlns:a16="http://schemas.microsoft.com/office/drawing/2014/main" id="{3D4CD60C-A5FD-B985-76BD-13A3A9849E4A}"/>
                </a:ext>
              </a:extLst>
            </p:cNvPr>
            <p:cNvSpPr txBox="1">
              <a:spLocks noChangeArrowheads="1"/>
            </p:cNvSpPr>
            <p:nvPr/>
          </p:nvSpPr>
          <p:spPr bwMode="auto">
            <a:xfrm flipH="1" flipV="1">
              <a:off x="528" y="163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80" name="Text Box 17">
              <a:extLst>
                <a:ext uri="{FF2B5EF4-FFF2-40B4-BE49-F238E27FC236}">
                  <a16:creationId xmlns:a16="http://schemas.microsoft.com/office/drawing/2014/main" id="{137FB792-010E-46CC-0C2C-6AD3CD0A833A}"/>
                </a:ext>
              </a:extLst>
            </p:cNvPr>
            <p:cNvSpPr txBox="1">
              <a:spLocks noChangeArrowheads="1"/>
            </p:cNvSpPr>
            <p:nvPr/>
          </p:nvSpPr>
          <p:spPr bwMode="auto">
            <a:xfrm flipH="1" flipV="1">
              <a:off x="864" y="163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81" name="Text Box 18">
              <a:extLst>
                <a:ext uri="{FF2B5EF4-FFF2-40B4-BE49-F238E27FC236}">
                  <a16:creationId xmlns:a16="http://schemas.microsoft.com/office/drawing/2014/main" id="{8E6569BE-8B4B-D6FA-6BA3-BCA48D38A77C}"/>
                </a:ext>
              </a:extLst>
            </p:cNvPr>
            <p:cNvSpPr txBox="1">
              <a:spLocks noChangeArrowheads="1"/>
            </p:cNvSpPr>
            <p:nvPr/>
          </p:nvSpPr>
          <p:spPr bwMode="auto">
            <a:xfrm flipH="1" flipV="1">
              <a:off x="1248" y="163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82" name="Text Box 19">
              <a:extLst>
                <a:ext uri="{FF2B5EF4-FFF2-40B4-BE49-F238E27FC236}">
                  <a16:creationId xmlns:a16="http://schemas.microsoft.com/office/drawing/2014/main" id="{17C4DB09-1966-779F-DCD7-94F33467DCE6}"/>
                </a:ext>
              </a:extLst>
            </p:cNvPr>
            <p:cNvSpPr txBox="1">
              <a:spLocks noChangeArrowheads="1"/>
            </p:cNvSpPr>
            <p:nvPr/>
          </p:nvSpPr>
          <p:spPr bwMode="auto">
            <a:xfrm flipH="1" flipV="1">
              <a:off x="1632" y="163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grpSp>
      <p:grpSp>
        <p:nvGrpSpPr>
          <p:cNvPr id="5" name="Group 20">
            <a:extLst>
              <a:ext uri="{FF2B5EF4-FFF2-40B4-BE49-F238E27FC236}">
                <a16:creationId xmlns:a16="http://schemas.microsoft.com/office/drawing/2014/main" id="{3A2D754C-E226-32A7-60D5-0E359AE2F127}"/>
              </a:ext>
            </a:extLst>
          </p:cNvPr>
          <p:cNvGrpSpPr>
            <a:grpSpLocks/>
          </p:cNvGrpSpPr>
          <p:nvPr/>
        </p:nvGrpSpPr>
        <p:grpSpPr bwMode="auto">
          <a:xfrm>
            <a:off x="1225550" y="595313"/>
            <a:ext cx="2089150" cy="457200"/>
            <a:chOff x="624" y="2640"/>
            <a:chExt cx="1316" cy="288"/>
          </a:xfrm>
        </p:grpSpPr>
        <p:sp>
          <p:nvSpPr>
            <p:cNvPr id="21575" name="Text Box 21">
              <a:extLst>
                <a:ext uri="{FF2B5EF4-FFF2-40B4-BE49-F238E27FC236}">
                  <a16:creationId xmlns:a16="http://schemas.microsoft.com/office/drawing/2014/main" id="{0DC7FBD9-4789-6A28-5E05-806ADA2025B2}"/>
                </a:ext>
              </a:extLst>
            </p:cNvPr>
            <p:cNvSpPr txBox="1">
              <a:spLocks noChangeArrowheads="1"/>
            </p:cNvSpPr>
            <p:nvPr/>
          </p:nvSpPr>
          <p:spPr bwMode="auto">
            <a:xfrm>
              <a:off x="624" y="264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76" name="Text Box 22">
              <a:extLst>
                <a:ext uri="{FF2B5EF4-FFF2-40B4-BE49-F238E27FC236}">
                  <a16:creationId xmlns:a16="http://schemas.microsoft.com/office/drawing/2014/main" id="{5FC3C050-3B43-0580-6186-C78C4EC984EA}"/>
                </a:ext>
              </a:extLst>
            </p:cNvPr>
            <p:cNvSpPr txBox="1">
              <a:spLocks noChangeArrowheads="1"/>
            </p:cNvSpPr>
            <p:nvPr/>
          </p:nvSpPr>
          <p:spPr bwMode="auto">
            <a:xfrm>
              <a:off x="960" y="264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77" name="Text Box 23">
              <a:extLst>
                <a:ext uri="{FF2B5EF4-FFF2-40B4-BE49-F238E27FC236}">
                  <a16:creationId xmlns:a16="http://schemas.microsoft.com/office/drawing/2014/main" id="{5271DD32-7BB2-F317-96C2-704CDECB4FDA}"/>
                </a:ext>
              </a:extLst>
            </p:cNvPr>
            <p:cNvSpPr txBox="1">
              <a:spLocks noChangeArrowheads="1"/>
            </p:cNvSpPr>
            <p:nvPr/>
          </p:nvSpPr>
          <p:spPr bwMode="auto">
            <a:xfrm>
              <a:off x="1344" y="264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78" name="Text Box 24">
              <a:extLst>
                <a:ext uri="{FF2B5EF4-FFF2-40B4-BE49-F238E27FC236}">
                  <a16:creationId xmlns:a16="http://schemas.microsoft.com/office/drawing/2014/main" id="{54E7DD68-061B-3DF3-67A6-87AD792AB3AF}"/>
                </a:ext>
              </a:extLst>
            </p:cNvPr>
            <p:cNvSpPr txBox="1">
              <a:spLocks noChangeArrowheads="1"/>
            </p:cNvSpPr>
            <p:nvPr/>
          </p:nvSpPr>
          <p:spPr bwMode="auto">
            <a:xfrm>
              <a:off x="1728" y="264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grpSp>
      <p:graphicFrame>
        <p:nvGraphicFramePr>
          <p:cNvPr id="277529" name="Object 3">
            <a:extLst>
              <a:ext uri="{FF2B5EF4-FFF2-40B4-BE49-F238E27FC236}">
                <a16:creationId xmlns:a16="http://schemas.microsoft.com/office/drawing/2014/main" id="{A619CFA1-04DC-3661-40B8-D941312CDB3E}"/>
              </a:ext>
            </a:extLst>
          </p:cNvPr>
          <p:cNvGraphicFramePr>
            <a:graphicFrameLocks/>
          </p:cNvGraphicFramePr>
          <p:nvPr/>
        </p:nvGraphicFramePr>
        <p:xfrm>
          <a:off x="931863" y="785813"/>
          <a:ext cx="230187" cy="230187"/>
        </p:xfrm>
        <a:graphic>
          <a:graphicData uri="http://schemas.openxmlformats.org/presentationml/2006/ole">
            <mc:AlternateContent xmlns:mc="http://schemas.openxmlformats.org/markup-compatibility/2006">
              <mc:Choice xmlns:v="urn:schemas-microsoft-com:vml" Requires="v">
                <p:oleObj name="Equation" r:id="rId4" imgW="190593" imgH="190528" progId="Equation.3">
                  <p:embed/>
                </p:oleObj>
              </mc:Choice>
              <mc:Fallback>
                <p:oleObj name="Equation" r:id="rId4" imgW="190593" imgH="190528"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1863" y="785813"/>
                        <a:ext cx="230187"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30" name="Object 4">
            <a:extLst>
              <a:ext uri="{FF2B5EF4-FFF2-40B4-BE49-F238E27FC236}">
                <a16:creationId xmlns:a16="http://schemas.microsoft.com/office/drawing/2014/main" id="{46C95306-755C-0CA7-58B7-07AFFE82E9DC}"/>
              </a:ext>
            </a:extLst>
          </p:cNvPr>
          <p:cNvGraphicFramePr>
            <a:graphicFrameLocks/>
          </p:cNvGraphicFramePr>
          <p:nvPr/>
        </p:nvGraphicFramePr>
        <p:xfrm>
          <a:off x="941388" y="2144713"/>
          <a:ext cx="201612" cy="315912"/>
        </p:xfrm>
        <a:graphic>
          <a:graphicData uri="http://schemas.openxmlformats.org/presentationml/2006/ole">
            <mc:AlternateContent xmlns:mc="http://schemas.openxmlformats.org/markup-compatibility/2006">
              <mc:Choice xmlns:v="urn:schemas-microsoft-com:vml" Requires="v">
                <p:oleObj name="Equation" r:id="rId6" imgW="167702" imgH="281801" progId="Equation.3">
                  <p:embed/>
                </p:oleObj>
              </mc:Choice>
              <mc:Fallback>
                <p:oleObj name="Equation" r:id="rId6" imgW="167702" imgH="281801"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1388" y="2144713"/>
                        <a:ext cx="201612"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31" name="Object 5">
            <a:extLst>
              <a:ext uri="{FF2B5EF4-FFF2-40B4-BE49-F238E27FC236}">
                <a16:creationId xmlns:a16="http://schemas.microsoft.com/office/drawing/2014/main" id="{B0A3F77F-FFFA-E9B7-FE8D-86CEEEE1158C}"/>
              </a:ext>
            </a:extLst>
          </p:cNvPr>
          <p:cNvGraphicFramePr>
            <a:graphicFrameLocks/>
          </p:cNvGraphicFramePr>
          <p:nvPr/>
        </p:nvGraphicFramePr>
        <p:xfrm>
          <a:off x="5819775" y="3328988"/>
          <a:ext cx="990600" cy="431800"/>
        </p:xfrm>
        <a:graphic>
          <a:graphicData uri="http://schemas.openxmlformats.org/presentationml/2006/ole">
            <mc:AlternateContent xmlns:mc="http://schemas.openxmlformats.org/markup-compatibility/2006">
              <mc:Choice xmlns:v="urn:schemas-microsoft-com:vml" Requires="v">
                <p:oleObj name="Equation" r:id="rId8" imgW="952469" imgH="396018" progId="Equation.3">
                  <p:embed/>
                </p:oleObj>
              </mc:Choice>
              <mc:Fallback>
                <p:oleObj name="Equation" r:id="rId8" imgW="952469" imgH="396018"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19775" y="3328988"/>
                        <a:ext cx="990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32" name="Object 6">
            <a:extLst>
              <a:ext uri="{FF2B5EF4-FFF2-40B4-BE49-F238E27FC236}">
                <a16:creationId xmlns:a16="http://schemas.microsoft.com/office/drawing/2014/main" id="{61FAD6BB-B7F3-FFAF-1F8D-AFEE1DB31725}"/>
              </a:ext>
            </a:extLst>
          </p:cNvPr>
          <p:cNvGraphicFramePr>
            <a:graphicFrameLocks/>
          </p:cNvGraphicFramePr>
          <p:nvPr/>
        </p:nvGraphicFramePr>
        <p:xfrm>
          <a:off x="5332413" y="765175"/>
          <a:ext cx="230187" cy="230188"/>
        </p:xfrm>
        <a:graphic>
          <a:graphicData uri="http://schemas.openxmlformats.org/presentationml/2006/ole">
            <mc:AlternateContent xmlns:mc="http://schemas.openxmlformats.org/markup-compatibility/2006">
              <mc:Choice xmlns:v="urn:schemas-microsoft-com:vml" Requires="v">
                <p:oleObj name="Equation" r:id="rId10" imgW="190593" imgH="190528" progId="Equation.3">
                  <p:embed/>
                </p:oleObj>
              </mc:Choice>
              <mc:Fallback>
                <p:oleObj name="Equation" r:id="rId10" imgW="190593" imgH="190528"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2413" y="765175"/>
                        <a:ext cx="230187"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33" name="Object 7">
            <a:extLst>
              <a:ext uri="{FF2B5EF4-FFF2-40B4-BE49-F238E27FC236}">
                <a16:creationId xmlns:a16="http://schemas.microsoft.com/office/drawing/2014/main" id="{AFC0709B-5A5B-0C58-994F-16788448C38D}"/>
              </a:ext>
            </a:extLst>
          </p:cNvPr>
          <p:cNvGraphicFramePr>
            <a:graphicFrameLocks/>
          </p:cNvGraphicFramePr>
          <p:nvPr/>
        </p:nvGraphicFramePr>
        <p:xfrm>
          <a:off x="5437188" y="2127250"/>
          <a:ext cx="201612" cy="315913"/>
        </p:xfrm>
        <a:graphic>
          <a:graphicData uri="http://schemas.openxmlformats.org/presentationml/2006/ole">
            <mc:AlternateContent xmlns:mc="http://schemas.openxmlformats.org/markup-compatibility/2006">
              <mc:Choice xmlns:v="urn:schemas-microsoft-com:vml" Requires="v">
                <p:oleObj name="Equation" r:id="rId6" imgW="167702" imgH="281801" progId="Equation.3">
                  <p:embed/>
                </p:oleObj>
              </mc:Choice>
              <mc:Fallback>
                <p:oleObj name="Equation" r:id="rId6" imgW="167702" imgH="281801" progId="Equation.3">
                  <p:embed/>
                  <p:pic>
                    <p:nvPicPr>
                      <p:cNvPr id="0" name="Object 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37188" y="2127250"/>
                        <a:ext cx="201612"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30">
            <a:extLst>
              <a:ext uri="{FF2B5EF4-FFF2-40B4-BE49-F238E27FC236}">
                <a16:creationId xmlns:a16="http://schemas.microsoft.com/office/drawing/2014/main" id="{56489E3D-42AA-E55E-CB8A-93D03EFAA05D}"/>
              </a:ext>
            </a:extLst>
          </p:cNvPr>
          <p:cNvGrpSpPr>
            <a:grpSpLocks/>
          </p:cNvGrpSpPr>
          <p:nvPr/>
        </p:nvGrpSpPr>
        <p:grpSpPr bwMode="auto">
          <a:xfrm>
            <a:off x="5616575" y="595313"/>
            <a:ext cx="2209800" cy="457200"/>
            <a:chOff x="528" y="1550"/>
            <a:chExt cx="1392" cy="370"/>
          </a:xfrm>
        </p:grpSpPr>
        <p:sp>
          <p:nvSpPr>
            <p:cNvPr id="21571" name="Text Box 31">
              <a:extLst>
                <a:ext uri="{FF2B5EF4-FFF2-40B4-BE49-F238E27FC236}">
                  <a16:creationId xmlns:a16="http://schemas.microsoft.com/office/drawing/2014/main" id="{2AD3BEA6-6D53-B4D0-0E45-21B12C6E001B}"/>
                </a:ext>
              </a:extLst>
            </p:cNvPr>
            <p:cNvSpPr txBox="1">
              <a:spLocks noChangeArrowheads="1"/>
            </p:cNvSpPr>
            <p:nvPr/>
          </p:nvSpPr>
          <p:spPr bwMode="auto">
            <a:xfrm flipH="1" flipV="1">
              <a:off x="528" y="1550"/>
              <a:ext cx="288"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72" name="Text Box 32">
              <a:extLst>
                <a:ext uri="{FF2B5EF4-FFF2-40B4-BE49-F238E27FC236}">
                  <a16:creationId xmlns:a16="http://schemas.microsoft.com/office/drawing/2014/main" id="{7B516286-EEC2-E4CB-DF93-7487C12E3D11}"/>
                </a:ext>
              </a:extLst>
            </p:cNvPr>
            <p:cNvSpPr txBox="1">
              <a:spLocks noChangeArrowheads="1"/>
            </p:cNvSpPr>
            <p:nvPr/>
          </p:nvSpPr>
          <p:spPr bwMode="auto">
            <a:xfrm flipH="1" flipV="1">
              <a:off x="864" y="1550"/>
              <a:ext cx="288"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73" name="Text Box 33">
              <a:extLst>
                <a:ext uri="{FF2B5EF4-FFF2-40B4-BE49-F238E27FC236}">
                  <a16:creationId xmlns:a16="http://schemas.microsoft.com/office/drawing/2014/main" id="{34C9C101-21F4-6CA4-999E-41C1BACFCAD1}"/>
                </a:ext>
              </a:extLst>
            </p:cNvPr>
            <p:cNvSpPr txBox="1">
              <a:spLocks noChangeArrowheads="1"/>
            </p:cNvSpPr>
            <p:nvPr/>
          </p:nvSpPr>
          <p:spPr bwMode="auto">
            <a:xfrm flipH="1" flipV="1">
              <a:off x="1248" y="1550"/>
              <a:ext cx="288"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74" name="Text Box 34">
              <a:extLst>
                <a:ext uri="{FF2B5EF4-FFF2-40B4-BE49-F238E27FC236}">
                  <a16:creationId xmlns:a16="http://schemas.microsoft.com/office/drawing/2014/main" id="{A5BA9612-08A0-00DC-D984-45C471B22534}"/>
                </a:ext>
              </a:extLst>
            </p:cNvPr>
            <p:cNvSpPr txBox="1">
              <a:spLocks noChangeArrowheads="1"/>
            </p:cNvSpPr>
            <p:nvPr/>
          </p:nvSpPr>
          <p:spPr bwMode="auto">
            <a:xfrm flipH="1" flipV="1">
              <a:off x="1632" y="1550"/>
              <a:ext cx="288"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grpSp>
      <p:grpSp>
        <p:nvGrpSpPr>
          <p:cNvPr id="7" name="Group 35">
            <a:extLst>
              <a:ext uri="{FF2B5EF4-FFF2-40B4-BE49-F238E27FC236}">
                <a16:creationId xmlns:a16="http://schemas.microsoft.com/office/drawing/2014/main" id="{F6338D33-6907-642A-43CE-EEA82991E965}"/>
              </a:ext>
            </a:extLst>
          </p:cNvPr>
          <p:cNvGrpSpPr>
            <a:grpSpLocks/>
          </p:cNvGrpSpPr>
          <p:nvPr/>
        </p:nvGrpSpPr>
        <p:grpSpPr bwMode="auto">
          <a:xfrm>
            <a:off x="5756275" y="2079625"/>
            <a:ext cx="2089150" cy="457200"/>
            <a:chOff x="624" y="2640"/>
            <a:chExt cx="1316" cy="288"/>
          </a:xfrm>
        </p:grpSpPr>
        <p:sp>
          <p:nvSpPr>
            <p:cNvPr id="21567" name="Text Box 36">
              <a:extLst>
                <a:ext uri="{FF2B5EF4-FFF2-40B4-BE49-F238E27FC236}">
                  <a16:creationId xmlns:a16="http://schemas.microsoft.com/office/drawing/2014/main" id="{3960F540-9F9D-8577-CC15-5A2041BE21F3}"/>
                </a:ext>
              </a:extLst>
            </p:cNvPr>
            <p:cNvSpPr txBox="1">
              <a:spLocks noChangeArrowheads="1"/>
            </p:cNvSpPr>
            <p:nvPr/>
          </p:nvSpPr>
          <p:spPr bwMode="auto">
            <a:xfrm>
              <a:off x="624" y="264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68" name="Text Box 37">
              <a:extLst>
                <a:ext uri="{FF2B5EF4-FFF2-40B4-BE49-F238E27FC236}">
                  <a16:creationId xmlns:a16="http://schemas.microsoft.com/office/drawing/2014/main" id="{9222A016-0BC9-7ECE-A1AE-2A3D781624EB}"/>
                </a:ext>
              </a:extLst>
            </p:cNvPr>
            <p:cNvSpPr txBox="1">
              <a:spLocks noChangeArrowheads="1"/>
            </p:cNvSpPr>
            <p:nvPr/>
          </p:nvSpPr>
          <p:spPr bwMode="auto">
            <a:xfrm>
              <a:off x="960" y="264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69" name="Text Box 38">
              <a:extLst>
                <a:ext uri="{FF2B5EF4-FFF2-40B4-BE49-F238E27FC236}">
                  <a16:creationId xmlns:a16="http://schemas.microsoft.com/office/drawing/2014/main" id="{434B8FEA-8F9E-109F-589F-2F8CC46DB8E5}"/>
                </a:ext>
              </a:extLst>
            </p:cNvPr>
            <p:cNvSpPr txBox="1">
              <a:spLocks noChangeArrowheads="1"/>
            </p:cNvSpPr>
            <p:nvPr/>
          </p:nvSpPr>
          <p:spPr bwMode="auto">
            <a:xfrm>
              <a:off x="1344" y="264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sp>
          <p:nvSpPr>
            <p:cNvPr id="21570" name="Text Box 39">
              <a:extLst>
                <a:ext uri="{FF2B5EF4-FFF2-40B4-BE49-F238E27FC236}">
                  <a16:creationId xmlns:a16="http://schemas.microsoft.com/office/drawing/2014/main" id="{CCB3FBBA-FE81-5EA8-D8C8-14778FC81C99}"/>
                </a:ext>
              </a:extLst>
            </p:cNvPr>
            <p:cNvSpPr txBox="1">
              <a:spLocks noChangeArrowheads="1"/>
            </p:cNvSpPr>
            <p:nvPr/>
          </p:nvSpPr>
          <p:spPr bwMode="auto">
            <a:xfrm>
              <a:off x="1728" y="264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b="0">
                  <a:solidFill>
                    <a:srgbClr val="FFFF00"/>
                  </a:solidFill>
                  <a:cs typeface="Times New Roman" panose="02020603050405020304" pitchFamily="18" charset="0"/>
                </a:rPr>
                <a:t>–</a:t>
              </a:r>
              <a:endParaRPr kumimoji="1" lang="en-US" altLang="zh-CN" b="0">
                <a:solidFill>
                  <a:srgbClr val="FFFF00"/>
                </a:solidFill>
              </a:endParaRPr>
            </a:p>
          </p:txBody>
        </p:sp>
      </p:grpSp>
      <p:sp>
        <p:nvSpPr>
          <p:cNvPr id="277544" name="Oval 40">
            <a:extLst>
              <a:ext uri="{FF2B5EF4-FFF2-40B4-BE49-F238E27FC236}">
                <a16:creationId xmlns:a16="http://schemas.microsoft.com/office/drawing/2014/main" id="{EC55C617-D8CE-92B7-7F9F-59E35B54D649}"/>
              </a:ext>
            </a:extLst>
          </p:cNvPr>
          <p:cNvSpPr>
            <a:spLocks noChangeArrowheads="1"/>
          </p:cNvSpPr>
          <p:nvPr/>
        </p:nvSpPr>
        <p:spPr bwMode="auto">
          <a:xfrm>
            <a:off x="2274888" y="1393825"/>
            <a:ext cx="304800" cy="304800"/>
          </a:xfrm>
          <a:prstGeom prst="ellipse">
            <a:avLst/>
          </a:prstGeom>
          <a:gradFill rotWithShape="0">
            <a:gsLst>
              <a:gs pos="0">
                <a:srgbClr val="FF00FF"/>
              </a:gs>
              <a:gs pos="100000">
                <a:srgbClr val="760076"/>
              </a:gs>
            </a:gsLst>
            <a:path path="shape">
              <a:fillToRect l="50000" t="50000" r="50000" b="50000"/>
            </a:path>
          </a:gra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77545" name="Line 41">
            <a:extLst>
              <a:ext uri="{FF2B5EF4-FFF2-40B4-BE49-F238E27FC236}">
                <a16:creationId xmlns:a16="http://schemas.microsoft.com/office/drawing/2014/main" id="{643FA822-0334-D3C3-4759-20874E6726C4}"/>
              </a:ext>
            </a:extLst>
          </p:cNvPr>
          <p:cNvSpPr>
            <a:spLocks noChangeShapeType="1"/>
          </p:cNvSpPr>
          <p:nvPr/>
        </p:nvSpPr>
        <p:spPr bwMode="auto">
          <a:xfrm flipH="1">
            <a:off x="1589088" y="1546225"/>
            <a:ext cx="685800"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7546" name="Object 8">
            <a:extLst>
              <a:ext uri="{FF2B5EF4-FFF2-40B4-BE49-F238E27FC236}">
                <a16:creationId xmlns:a16="http://schemas.microsoft.com/office/drawing/2014/main" id="{F339AE99-7785-CA10-6A87-B35EFD845DAF}"/>
              </a:ext>
            </a:extLst>
          </p:cNvPr>
          <p:cNvGraphicFramePr>
            <a:graphicFrameLocks/>
          </p:cNvGraphicFramePr>
          <p:nvPr/>
        </p:nvGraphicFramePr>
        <p:xfrm>
          <a:off x="1174750" y="3340100"/>
          <a:ext cx="989013" cy="431800"/>
        </p:xfrm>
        <a:graphic>
          <a:graphicData uri="http://schemas.openxmlformats.org/presentationml/2006/ole">
            <mc:AlternateContent xmlns:mc="http://schemas.openxmlformats.org/markup-compatibility/2006">
              <mc:Choice xmlns:v="urn:schemas-microsoft-com:vml" Requires="v">
                <p:oleObj name="Equation" r:id="rId13" imgW="952469" imgH="396018" progId="Equation.3">
                  <p:embed/>
                </p:oleObj>
              </mc:Choice>
              <mc:Fallback>
                <p:oleObj name="Equation" r:id="rId13" imgW="952469" imgH="396018" progId="Equation.3">
                  <p:embed/>
                  <p:pic>
                    <p:nvPicPr>
                      <p:cNvPr id="0" name="Object 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74750" y="3340100"/>
                        <a:ext cx="9890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47" name="Line 43">
            <a:extLst>
              <a:ext uri="{FF2B5EF4-FFF2-40B4-BE49-F238E27FC236}">
                <a16:creationId xmlns:a16="http://schemas.microsoft.com/office/drawing/2014/main" id="{E1C03A0B-A671-70CF-3068-C4D9EAC7F619}"/>
              </a:ext>
            </a:extLst>
          </p:cNvPr>
          <p:cNvSpPr>
            <a:spLocks noChangeShapeType="1"/>
          </p:cNvSpPr>
          <p:nvPr/>
        </p:nvSpPr>
        <p:spPr bwMode="auto">
          <a:xfrm flipV="1">
            <a:off x="3036888" y="1089025"/>
            <a:ext cx="0" cy="990600"/>
          </a:xfrm>
          <a:prstGeom prst="line">
            <a:avLst/>
          </a:prstGeom>
          <a:noFill/>
          <a:ln w="28575">
            <a:solidFill>
              <a:srgbClr val="66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7548" name="Object 9">
            <a:extLst>
              <a:ext uri="{FF2B5EF4-FFF2-40B4-BE49-F238E27FC236}">
                <a16:creationId xmlns:a16="http://schemas.microsoft.com/office/drawing/2014/main" id="{ECD8EA5A-06E3-6592-3C5D-5BB3FE925B1A}"/>
              </a:ext>
            </a:extLst>
          </p:cNvPr>
          <p:cNvGraphicFramePr>
            <a:graphicFrameLocks/>
          </p:cNvGraphicFramePr>
          <p:nvPr/>
        </p:nvGraphicFramePr>
        <p:xfrm>
          <a:off x="7481888" y="3409950"/>
          <a:ext cx="849312" cy="315913"/>
        </p:xfrm>
        <a:graphic>
          <a:graphicData uri="http://schemas.openxmlformats.org/presentationml/2006/ole">
            <mc:AlternateContent xmlns:mc="http://schemas.openxmlformats.org/markup-compatibility/2006">
              <mc:Choice xmlns:v="urn:schemas-microsoft-com:vml" Requires="v">
                <p:oleObj name="Equation" r:id="rId15" imgW="815122" imgH="281801" progId="Equation.3">
                  <p:embed/>
                </p:oleObj>
              </mc:Choice>
              <mc:Fallback>
                <p:oleObj name="Equation" r:id="rId15" imgW="815122" imgH="281801" progId="Equation.3">
                  <p:embed/>
                  <p:pic>
                    <p:nvPicPr>
                      <p:cNvPr id="0" name="Object 9"/>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81888" y="3409950"/>
                        <a:ext cx="849312"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49" name="Object 10">
            <a:extLst>
              <a:ext uri="{FF2B5EF4-FFF2-40B4-BE49-F238E27FC236}">
                <a16:creationId xmlns:a16="http://schemas.microsoft.com/office/drawing/2014/main" id="{2C74D414-D1D7-D2DA-3821-62CE050B20B0}"/>
              </a:ext>
            </a:extLst>
          </p:cNvPr>
          <p:cNvGraphicFramePr>
            <a:graphicFrameLocks/>
          </p:cNvGraphicFramePr>
          <p:nvPr/>
        </p:nvGraphicFramePr>
        <p:xfrm>
          <a:off x="2825750" y="3433763"/>
          <a:ext cx="850900" cy="315912"/>
        </p:xfrm>
        <a:graphic>
          <a:graphicData uri="http://schemas.openxmlformats.org/presentationml/2006/ole">
            <mc:AlternateContent xmlns:mc="http://schemas.openxmlformats.org/markup-compatibility/2006">
              <mc:Choice xmlns:v="urn:schemas-microsoft-com:vml" Requires="v">
                <p:oleObj name="Equation" r:id="rId17" imgW="815122" imgH="281801" progId="Equation.3">
                  <p:embed/>
                </p:oleObj>
              </mc:Choice>
              <mc:Fallback>
                <p:oleObj name="Equation" r:id="rId17" imgW="815122" imgH="281801" progId="Equation.3">
                  <p:embed/>
                  <p:pic>
                    <p:nvPicPr>
                      <p:cNvPr id="0" name="Object 10"/>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25750" y="3433763"/>
                        <a:ext cx="8509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50" name="Object 11">
            <a:extLst>
              <a:ext uri="{FF2B5EF4-FFF2-40B4-BE49-F238E27FC236}">
                <a16:creationId xmlns:a16="http://schemas.microsoft.com/office/drawing/2014/main" id="{54D9E084-80A7-E984-FE08-55FA4A8D9648}"/>
              </a:ext>
            </a:extLst>
          </p:cNvPr>
          <p:cNvGraphicFramePr>
            <a:graphicFrameLocks/>
          </p:cNvGraphicFramePr>
          <p:nvPr/>
        </p:nvGraphicFramePr>
        <p:xfrm>
          <a:off x="3657600" y="1681163"/>
          <a:ext cx="201613" cy="292100"/>
        </p:xfrm>
        <a:graphic>
          <a:graphicData uri="http://schemas.openxmlformats.org/presentationml/2006/ole">
            <mc:AlternateContent xmlns:mc="http://schemas.openxmlformats.org/markup-compatibility/2006">
              <mc:Choice xmlns:v="urn:schemas-microsoft-com:vml" Requires="v">
                <p:oleObj name="Equation" r:id="rId19" imgW="167702" imgH="251377" progId="Equation.3">
                  <p:embed/>
                </p:oleObj>
              </mc:Choice>
              <mc:Fallback>
                <p:oleObj name="Equation" r:id="rId19" imgW="167702" imgH="251377" progId="Equation.3">
                  <p:embed/>
                  <p:pic>
                    <p:nvPicPr>
                      <p:cNvPr id="0" name="Object 11"/>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57600" y="1681163"/>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51" name="Object 12">
            <a:extLst>
              <a:ext uri="{FF2B5EF4-FFF2-40B4-BE49-F238E27FC236}">
                <a16:creationId xmlns:a16="http://schemas.microsoft.com/office/drawing/2014/main" id="{D50168BE-AD59-F396-ACCD-AA58DFBFFF8E}"/>
              </a:ext>
            </a:extLst>
          </p:cNvPr>
          <p:cNvGraphicFramePr>
            <a:graphicFrameLocks/>
          </p:cNvGraphicFramePr>
          <p:nvPr/>
        </p:nvGraphicFramePr>
        <p:xfrm>
          <a:off x="8256588" y="1757363"/>
          <a:ext cx="201612" cy="292100"/>
        </p:xfrm>
        <a:graphic>
          <a:graphicData uri="http://schemas.openxmlformats.org/presentationml/2006/ole">
            <mc:AlternateContent xmlns:mc="http://schemas.openxmlformats.org/markup-compatibility/2006">
              <mc:Choice xmlns:v="urn:schemas-microsoft-com:vml" Requires="v">
                <p:oleObj name="Equation" r:id="rId19" imgW="167702" imgH="251377" progId="Equation.3">
                  <p:embed/>
                </p:oleObj>
              </mc:Choice>
              <mc:Fallback>
                <p:oleObj name="Equation" r:id="rId19" imgW="167702" imgH="251377" progId="Equation.3">
                  <p:embed/>
                  <p:pic>
                    <p:nvPicPr>
                      <p:cNvPr id="0" name="Object 1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56588" y="1757363"/>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52" name="Object 13">
            <a:extLst>
              <a:ext uri="{FF2B5EF4-FFF2-40B4-BE49-F238E27FC236}">
                <a16:creationId xmlns:a16="http://schemas.microsoft.com/office/drawing/2014/main" id="{38DB9C06-B068-1A2B-C17F-F695B207871C}"/>
              </a:ext>
            </a:extLst>
          </p:cNvPr>
          <p:cNvGraphicFramePr>
            <a:graphicFrameLocks/>
          </p:cNvGraphicFramePr>
          <p:nvPr/>
        </p:nvGraphicFramePr>
        <p:xfrm>
          <a:off x="1676400" y="1147763"/>
          <a:ext cx="230188" cy="241300"/>
        </p:xfrm>
        <a:graphic>
          <a:graphicData uri="http://schemas.openxmlformats.org/presentationml/2006/ole">
            <mc:AlternateContent xmlns:mc="http://schemas.openxmlformats.org/markup-compatibility/2006">
              <mc:Choice xmlns:v="urn:schemas-microsoft-com:vml" Requires="v">
                <p:oleObj name="Equation" r:id="rId22" imgW="190593" imgH="205989" progId="Equation.3">
                  <p:embed/>
                </p:oleObj>
              </mc:Choice>
              <mc:Fallback>
                <p:oleObj name="Equation" r:id="rId22" imgW="190593" imgH="205989" progId="Equation.3">
                  <p:embed/>
                  <p:pic>
                    <p:nvPicPr>
                      <p:cNvPr id="0" name="Object 13"/>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76400" y="1147763"/>
                        <a:ext cx="230188"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53" name="Object 14">
            <a:extLst>
              <a:ext uri="{FF2B5EF4-FFF2-40B4-BE49-F238E27FC236}">
                <a16:creationId xmlns:a16="http://schemas.microsoft.com/office/drawing/2014/main" id="{4930556F-5EC7-24A6-C792-165ECA4E6DB0}"/>
              </a:ext>
            </a:extLst>
          </p:cNvPr>
          <p:cNvGraphicFramePr>
            <a:graphicFrameLocks/>
          </p:cNvGraphicFramePr>
          <p:nvPr/>
        </p:nvGraphicFramePr>
        <p:xfrm>
          <a:off x="2108200" y="1774825"/>
          <a:ext cx="482600" cy="306388"/>
        </p:xfrm>
        <a:graphic>
          <a:graphicData uri="http://schemas.openxmlformats.org/presentationml/2006/ole">
            <mc:AlternateContent xmlns:mc="http://schemas.openxmlformats.org/markup-compatibility/2006">
              <mc:Choice xmlns:v="urn:schemas-microsoft-com:vml" Requires="v">
                <p:oleObj name="Equation" r:id="rId24" imgW="441898" imgH="266839" progId="Equation.3">
                  <p:embed/>
                </p:oleObj>
              </mc:Choice>
              <mc:Fallback>
                <p:oleObj name="Equation" r:id="rId24" imgW="441898" imgH="266839" progId="Equation.3">
                  <p:embed/>
                  <p:pic>
                    <p:nvPicPr>
                      <p:cNvPr id="0" name="Object 14"/>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108200" y="1774825"/>
                        <a:ext cx="482600"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54" name="Rectangle 50">
            <a:extLst>
              <a:ext uri="{FF2B5EF4-FFF2-40B4-BE49-F238E27FC236}">
                <a16:creationId xmlns:a16="http://schemas.microsoft.com/office/drawing/2014/main" id="{05D4FEDC-8AB6-00D1-776F-3F1225D7AEC8}"/>
              </a:ext>
            </a:extLst>
          </p:cNvPr>
          <p:cNvSpPr>
            <a:spLocks noChangeArrowheads="1"/>
          </p:cNvSpPr>
          <p:nvPr/>
        </p:nvSpPr>
        <p:spPr bwMode="auto">
          <a:xfrm>
            <a:off x="1295400" y="2692400"/>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66FFFF"/>
                </a:solidFill>
              </a:rPr>
              <a:t>N</a:t>
            </a:r>
            <a:r>
              <a:rPr kumimoji="1" lang="en-US" altLang="zh-CN">
                <a:solidFill>
                  <a:srgbClr val="66FFFF"/>
                </a:solidFill>
                <a:latin typeface="宋体" panose="02010600030101010101" pitchFamily="2" charset="-122"/>
              </a:rPr>
              <a:t> </a:t>
            </a:r>
            <a:r>
              <a:rPr kumimoji="1" lang="zh-CN" altLang="en-US">
                <a:latin typeface="楷体_GB2312" pitchFamily="49" charset="-122"/>
                <a:ea typeface="楷体_GB2312" pitchFamily="49" charset="-122"/>
              </a:rPr>
              <a:t>型半导体</a:t>
            </a:r>
          </a:p>
        </p:txBody>
      </p:sp>
      <p:sp>
        <p:nvSpPr>
          <p:cNvPr id="277555" name="Rectangle 51">
            <a:extLst>
              <a:ext uri="{FF2B5EF4-FFF2-40B4-BE49-F238E27FC236}">
                <a16:creationId xmlns:a16="http://schemas.microsoft.com/office/drawing/2014/main" id="{86D4CF21-2730-6337-1EAF-B746AC391BBC}"/>
              </a:ext>
            </a:extLst>
          </p:cNvPr>
          <p:cNvSpPr>
            <a:spLocks noChangeArrowheads="1"/>
          </p:cNvSpPr>
          <p:nvPr/>
        </p:nvSpPr>
        <p:spPr bwMode="auto">
          <a:xfrm>
            <a:off x="6096000" y="2692400"/>
            <a:ext cx="250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66FFFF"/>
                </a:solidFill>
              </a:rPr>
              <a:t>P</a:t>
            </a:r>
            <a:r>
              <a:rPr kumimoji="1" lang="en-US" altLang="zh-CN">
                <a:latin typeface="宋体" panose="02010600030101010101" pitchFamily="2" charset="-122"/>
              </a:rPr>
              <a:t> </a:t>
            </a:r>
            <a:r>
              <a:rPr kumimoji="1" lang="zh-CN" altLang="en-US">
                <a:latin typeface="楷体_GB2312" pitchFamily="49" charset="-122"/>
                <a:ea typeface="楷体_GB2312" pitchFamily="49" charset="-122"/>
              </a:rPr>
              <a:t>型半导体</a:t>
            </a:r>
          </a:p>
        </p:txBody>
      </p:sp>
      <p:sp>
        <p:nvSpPr>
          <p:cNvPr id="277556" name="Line 52">
            <a:extLst>
              <a:ext uri="{FF2B5EF4-FFF2-40B4-BE49-F238E27FC236}">
                <a16:creationId xmlns:a16="http://schemas.microsoft.com/office/drawing/2014/main" id="{B820BC16-EE3D-5DE8-032E-C62077E00D51}"/>
              </a:ext>
            </a:extLst>
          </p:cNvPr>
          <p:cNvSpPr>
            <a:spLocks noChangeShapeType="1"/>
          </p:cNvSpPr>
          <p:nvPr/>
        </p:nvSpPr>
        <p:spPr bwMode="auto">
          <a:xfrm flipV="1">
            <a:off x="2427288" y="1012825"/>
            <a:ext cx="0" cy="38100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557" name="Oval 53">
            <a:extLst>
              <a:ext uri="{FF2B5EF4-FFF2-40B4-BE49-F238E27FC236}">
                <a16:creationId xmlns:a16="http://schemas.microsoft.com/office/drawing/2014/main" id="{39D1C95A-5167-141D-F3C5-92018FF284EE}"/>
              </a:ext>
            </a:extLst>
          </p:cNvPr>
          <p:cNvSpPr>
            <a:spLocks noChangeArrowheads="1"/>
          </p:cNvSpPr>
          <p:nvPr/>
        </p:nvSpPr>
        <p:spPr bwMode="auto">
          <a:xfrm>
            <a:off x="6542088" y="1393825"/>
            <a:ext cx="304800" cy="304800"/>
          </a:xfrm>
          <a:prstGeom prst="ellipse">
            <a:avLst/>
          </a:prstGeom>
          <a:gradFill rotWithShape="0">
            <a:gsLst>
              <a:gs pos="0">
                <a:srgbClr val="00FFFF"/>
              </a:gs>
              <a:gs pos="100000">
                <a:srgbClr val="007676"/>
              </a:gs>
            </a:gsLst>
            <a:path path="shape">
              <a:fillToRect l="50000" t="50000" r="50000" b="50000"/>
            </a:path>
          </a:gra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77558" name="Line 54">
            <a:extLst>
              <a:ext uri="{FF2B5EF4-FFF2-40B4-BE49-F238E27FC236}">
                <a16:creationId xmlns:a16="http://schemas.microsoft.com/office/drawing/2014/main" id="{C54F2D9F-3AF7-C3B5-518F-C24DD532FB09}"/>
              </a:ext>
            </a:extLst>
          </p:cNvPr>
          <p:cNvSpPr>
            <a:spLocks noChangeShapeType="1"/>
          </p:cNvSpPr>
          <p:nvPr/>
        </p:nvSpPr>
        <p:spPr bwMode="auto">
          <a:xfrm>
            <a:off x="6846888" y="1546225"/>
            <a:ext cx="685800"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559" name="Line 55">
            <a:extLst>
              <a:ext uri="{FF2B5EF4-FFF2-40B4-BE49-F238E27FC236}">
                <a16:creationId xmlns:a16="http://schemas.microsoft.com/office/drawing/2014/main" id="{9F84BC0A-6AC7-C52D-E849-E08D75110229}"/>
              </a:ext>
            </a:extLst>
          </p:cNvPr>
          <p:cNvSpPr>
            <a:spLocks noChangeShapeType="1"/>
          </p:cNvSpPr>
          <p:nvPr/>
        </p:nvSpPr>
        <p:spPr bwMode="auto">
          <a:xfrm>
            <a:off x="6084888" y="1089025"/>
            <a:ext cx="0" cy="990600"/>
          </a:xfrm>
          <a:prstGeom prst="line">
            <a:avLst/>
          </a:prstGeom>
          <a:noFill/>
          <a:ln w="28575">
            <a:solidFill>
              <a:srgbClr val="66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7560" name="Object 15">
            <a:extLst>
              <a:ext uri="{FF2B5EF4-FFF2-40B4-BE49-F238E27FC236}">
                <a16:creationId xmlns:a16="http://schemas.microsoft.com/office/drawing/2014/main" id="{3CC9F40D-604E-7872-F2A5-1A891A3B177E}"/>
              </a:ext>
            </a:extLst>
          </p:cNvPr>
          <p:cNvGraphicFramePr>
            <a:graphicFrameLocks/>
          </p:cNvGraphicFramePr>
          <p:nvPr/>
        </p:nvGraphicFramePr>
        <p:xfrm>
          <a:off x="7161213" y="1147763"/>
          <a:ext cx="230187" cy="241300"/>
        </p:xfrm>
        <a:graphic>
          <a:graphicData uri="http://schemas.openxmlformats.org/presentationml/2006/ole">
            <mc:AlternateContent xmlns:mc="http://schemas.openxmlformats.org/markup-compatibility/2006">
              <mc:Choice xmlns:v="urn:schemas-microsoft-com:vml" Requires="v">
                <p:oleObj name="Equation" r:id="rId26" imgW="190593" imgH="205989" progId="Equation.3">
                  <p:embed/>
                </p:oleObj>
              </mc:Choice>
              <mc:Fallback>
                <p:oleObj name="Equation" r:id="rId26" imgW="190593" imgH="205989" progId="Equation.3">
                  <p:embed/>
                  <p:pic>
                    <p:nvPicPr>
                      <p:cNvPr id="0" name="Object 15"/>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161213" y="1147763"/>
                        <a:ext cx="230187"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61" name="Object 16">
            <a:extLst>
              <a:ext uri="{FF2B5EF4-FFF2-40B4-BE49-F238E27FC236}">
                <a16:creationId xmlns:a16="http://schemas.microsoft.com/office/drawing/2014/main" id="{AFAF5C0E-17B1-6C36-1F5A-F6A14C1F1436}"/>
              </a:ext>
            </a:extLst>
          </p:cNvPr>
          <p:cNvGraphicFramePr>
            <a:graphicFrameLocks/>
          </p:cNvGraphicFramePr>
          <p:nvPr/>
        </p:nvGraphicFramePr>
        <p:xfrm>
          <a:off x="6489700" y="1730375"/>
          <a:ext cx="482600" cy="331788"/>
        </p:xfrm>
        <a:graphic>
          <a:graphicData uri="http://schemas.openxmlformats.org/presentationml/2006/ole">
            <mc:AlternateContent xmlns:mc="http://schemas.openxmlformats.org/markup-compatibility/2006">
              <mc:Choice xmlns:v="urn:schemas-microsoft-com:vml" Requires="v">
                <p:oleObj name="Equation" r:id="rId28" imgW="441898" imgH="289782" progId="Equation.3">
                  <p:embed/>
                </p:oleObj>
              </mc:Choice>
              <mc:Fallback>
                <p:oleObj name="Equation" r:id="rId28" imgW="441898" imgH="289782" progId="Equation.3">
                  <p:embed/>
                  <p:pic>
                    <p:nvPicPr>
                      <p:cNvPr id="0" name="Object 16"/>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489700" y="1730375"/>
                        <a:ext cx="48260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62" name="Line 58">
            <a:extLst>
              <a:ext uri="{FF2B5EF4-FFF2-40B4-BE49-F238E27FC236}">
                <a16:creationId xmlns:a16="http://schemas.microsoft.com/office/drawing/2014/main" id="{D39426B1-B383-769D-173A-DB59CB54C258}"/>
              </a:ext>
            </a:extLst>
          </p:cNvPr>
          <p:cNvSpPr>
            <a:spLocks noChangeShapeType="1"/>
          </p:cNvSpPr>
          <p:nvPr/>
        </p:nvSpPr>
        <p:spPr bwMode="auto">
          <a:xfrm flipV="1">
            <a:off x="6694488" y="1012825"/>
            <a:ext cx="0" cy="38100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7563" name="Object 17">
            <a:extLst>
              <a:ext uri="{FF2B5EF4-FFF2-40B4-BE49-F238E27FC236}">
                <a16:creationId xmlns:a16="http://schemas.microsoft.com/office/drawing/2014/main" id="{F008B9C8-F7D2-B8A5-3951-87E6548120CE}"/>
              </a:ext>
            </a:extLst>
          </p:cNvPr>
          <p:cNvGraphicFramePr>
            <a:graphicFrameLocks/>
          </p:cNvGraphicFramePr>
          <p:nvPr/>
        </p:nvGraphicFramePr>
        <p:xfrm>
          <a:off x="3894138" y="936625"/>
          <a:ext cx="280987" cy="341313"/>
        </p:xfrm>
        <a:graphic>
          <a:graphicData uri="http://schemas.openxmlformats.org/presentationml/2006/ole">
            <mc:AlternateContent xmlns:mc="http://schemas.openxmlformats.org/markup-compatibility/2006">
              <mc:Choice xmlns:v="urn:schemas-microsoft-com:vml" Requires="v">
                <p:oleObj name="Equation" r:id="rId30" imgW="243840" imgH="304745" progId="Equation.3">
                  <p:embed/>
                </p:oleObj>
              </mc:Choice>
              <mc:Fallback>
                <p:oleObj name="Equation" r:id="rId30" imgW="243840" imgH="304745" progId="Equation.3">
                  <p:embed/>
                  <p:pic>
                    <p:nvPicPr>
                      <p:cNvPr id="0" name="Object 17"/>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894138" y="936625"/>
                        <a:ext cx="280987"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64" name="Object 18">
            <a:extLst>
              <a:ext uri="{FF2B5EF4-FFF2-40B4-BE49-F238E27FC236}">
                <a16:creationId xmlns:a16="http://schemas.microsoft.com/office/drawing/2014/main" id="{B88E812C-3D66-EF6A-54A9-CF0709E1F15D}"/>
              </a:ext>
            </a:extLst>
          </p:cNvPr>
          <p:cNvGraphicFramePr>
            <a:graphicFrameLocks noChangeAspect="1"/>
          </p:cNvGraphicFramePr>
          <p:nvPr/>
        </p:nvGraphicFramePr>
        <p:xfrm>
          <a:off x="2268538" y="333375"/>
          <a:ext cx="381000" cy="457200"/>
        </p:xfrm>
        <a:graphic>
          <a:graphicData uri="http://schemas.openxmlformats.org/presentationml/2006/ole">
            <mc:AlternateContent xmlns:mc="http://schemas.openxmlformats.org/markup-compatibility/2006">
              <mc:Choice xmlns:v="urn:schemas-microsoft-com:vml" Requires="v">
                <p:oleObj name="公式" r:id="rId32" imgW="342869" imgH="418961" progId="Equation.3">
                  <p:embed/>
                </p:oleObj>
              </mc:Choice>
              <mc:Fallback>
                <p:oleObj name="公式" r:id="rId32" imgW="342869" imgH="418961" progId="Equation.3">
                  <p:embed/>
                  <p:pic>
                    <p:nvPicPr>
                      <p:cNvPr id="0" name="Object 1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268538" y="333375"/>
                        <a:ext cx="381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65" name="Object 19">
            <a:extLst>
              <a:ext uri="{FF2B5EF4-FFF2-40B4-BE49-F238E27FC236}">
                <a16:creationId xmlns:a16="http://schemas.microsoft.com/office/drawing/2014/main" id="{4E54178B-C665-68D1-1767-8FF505117DDD}"/>
              </a:ext>
            </a:extLst>
          </p:cNvPr>
          <p:cNvGraphicFramePr>
            <a:graphicFrameLocks noChangeAspect="1"/>
          </p:cNvGraphicFramePr>
          <p:nvPr/>
        </p:nvGraphicFramePr>
        <p:xfrm>
          <a:off x="6516688" y="333375"/>
          <a:ext cx="381000" cy="457200"/>
        </p:xfrm>
        <a:graphic>
          <a:graphicData uri="http://schemas.openxmlformats.org/presentationml/2006/ole">
            <mc:AlternateContent xmlns:mc="http://schemas.openxmlformats.org/markup-compatibility/2006">
              <mc:Choice xmlns:v="urn:schemas-microsoft-com:vml" Requires="v">
                <p:oleObj name="公式" r:id="rId32" imgW="342869" imgH="418961" progId="Equation.3">
                  <p:embed/>
                </p:oleObj>
              </mc:Choice>
              <mc:Fallback>
                <p:oleObj name="公式" r:id="rId32" imgW="342869" imgH="418961" progId="Equation.3">
                  <p:embed/>
                  <p:pic>
                    <p:nvPicPr>
                      <p:cNvPr id="0" name="Object 1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516688" y="333375"/>
                        <a:ext cx="381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66" name="Object 20">
            <a:extLst>
              <a:ext uri="{FF2B5EF4-FFF2-40B4-BE49-F238E27FC236}">
                <a16:creationId xmlns:a16="http://schemas.microsoft.com/office/drawing/2014/main" id="{27920ACA-8A0A-5F31-A1B3-DBD792C936EE}"/>
              </a:ext>
            </a:extLst>
          </p:cNvPr>
          <p:cNvGraphicFramePr>
            <a:graphicFrameLocks noChangeAspect="1"/>
          </p:cNvGraphicFramePr>
          <p:nvPr/>
        </p:nvGraphicFramePr>
        <p:xfrm>
          <a:off x="2700338" y="981075"/>
          <a:ext cx="277812" cy="341313"/>
        </p:xfrm>
        <a:graphic>
          <a:graphicData uri="http://schemas.openxmlformats.org/presentationml/2006/ole">
            <mc:AlternateContent xmlns:mc="http://schemas.openxmlformats.org/markup-compatibility/2006">
              <mc:Choice xmlns:v="urn:schemas-microsoft-com:vml" Requires="v">
                <p:oleObj name="公式" r:id="rId35" imgW="243840" imgH="304745" progId="Equation.3">
                  <p:embed/>
                </p:oleObj>
              </mc:Choice>
              <mc:Fallback>
                <p:oleObj name="公式" r:id="rId35" imgW="243840" imgH="304745" progId="Equation.3">
                  <p:embed/>
                  <p:pic>
                    <p:nvPicPr>
                      <p:cNvPr id="0" name="Object 2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700338" y="981075"/>
                        <a:ext cx="277812"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67" name="Object 21">
            <a:extLst>
              <a:ext uri="{FF2B5EF4-FFF2-40B4-BE49-F238E27FC236}">
                <a16:creationId xmlns:a16="http://schemas.microsoft.com/office/drawing/2014/main" id="{20F7465D-0B78-9715-D3AD-B27E4A737BD3}"/>
              </a:ext>
            </a:extLst>
          </p:cNvPr>
          <p:cNvGraphicFramePr>
            <a:graphicFrameLocks noChangeAspect="1"/>
          </p:cNvGraphicFramePr>
          <p:nvPr/>
        </p:nvGraphicFramePr>
        <p:xfrm>
          <a:off x="5651500" y="1844675"/>
          <a:ext cx="277813" cy="341313"/>
        </p:xfrm>
        <a:graphic>
          <a:graphicData uri="http://schemas.openxmlformats.org/presentationml/2006/ole">
            <mc:AlternateContent xmlns:mc="http://schemas.openxmlformats.org/markup-compatibility/2006">
              <mc:Choice xmlns:v="urn:schemas-microsoft-com:vml" Requires="v">
                <p:oleObj name="公式" r:id="rId35" imgW="243840" imgH="304745" progId="Equation.3">
                  <p:embed/>
                </p:oleObj>
              </mc:Choice>
              <mc:Fallback>
                <p:oleObj name="公式" r:id="rId35" imgW="243840" imgH="304745" progId="Equation.3">
                  <p:embed/>
                  <p:pic>
                    <p:nvPicPr>
                      <p:cNvPr id="0" name="Object 2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651500" y="1844675"/>
                        <a:ext cx="277813"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68" name="Rectangle 64">
            <a:extLst>
              <a:ext uri="{FF2B5EF4-FFF2-40B4-BE49-F238E27FC236}">
                <a16:creationId xmlns:a16="http://schemas.microsoft.com/office/drawing/2014/main" id="{B60184CA-8461-B565-93FD-D6387B875C35}"/>
              </a:ext>
            </a:extLst>
          </p:cNvPr>
          <p:cNvSpPr>
            <a:spLocks noChangeArrowheads="1"/>
          </p:cNvSpPr>
          <p:nvPr/>
        </p:nvSpPr>
        <p:spPr bwMode="auto">
          <a:xfrm>
            <a:off x="762000" y="4076700"/>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ea typeface="楷体_GB2312" pitchFamily="49" charset="-122"/>
              </a:rPr>
              <a:t>(3) </a:t>
            </a:r>
            <a:r>
              <a:rPr kumimoji="1" lang="zh-CN" altLang="en-US">
                <a:latin typeface="楷体_GB2312" pitchFamily="49" charset="-122"/>
                <a:ea typeface="楷体_GB2312" pitchFamily="49" charset="-122"/>
              </a:rPr>
              <a:t>霍尔效应原理的应用 </a:t>
            </a:r>
            <a:r>
              <a:rPr kumimoji="1" lang="en-US" altLang="zh-CN">
                <a:ea typeface="楷体_GB2312" pitchFamily="49" charset="-122"/>
              </a:rPr>
              <a:t>——</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磁流体发电</a:t>
            </a:r>
          </a:p>
        </p:txBody>
      </p:sp>
      <p:grpSp>
        <p:nvGrpSpPr>
          <p:cNvPr id="8" name="Group 65">
            <a:extLst>
              <a:ext uri="{FF2B5EF4-FFF2-40B4-BE49-F238E27FC236}">
                <a16:creationId xmlns:a16="http://schemas.microsoft.com/office/drawing/2014/main" id="{AB6D6C11-C382-1675-1E51-FC83C7D1C643}"/>
              </a:ext>
            </a:extLst>
          </p:cNvPr>
          <p:cNvGrpSpPr>
            <a:grpSpLocks/>
          </p:cNvGrpSpPr>
          <p:nvPr/>
        </p:nvGrpSpPr>
        <p:grpSpPr bwMode="auto">
          <a:xfrm>
            <a:off x="6540500" y="4848225"/>
            <a:ext cx="2362200" cy="1447800"/>
            <a:chOff x="3984" y="3024"/>
            <a:chExt cx="1392" cy="912"/>
          </a:xfrm>
        </p:grpSpPr>
        <p:sp>
          <p:nvSpPr>
            <p:cNvPr id="21564" name="Rectangle 66">
              <a:extLst>
                <a:ext uri="{FF2B5EF4-FFF2-40B4-BE49-F238E27FC236}">
                  <a16:creationId xmlns:a16="http://schemas.microsoft.com/office/drawing/2014/main" id="{00B3E07B-33A1-322B-AB11-5AF6832E46E5}"/>
                </a:ext>
              </a:extLst>
            </p:cNvPr>
            <p:cNvSpPr>
              <a:spLocks noChangeArrowheads="1"/>
            </p:cNvSpPr>
            <p:nvPr/>
          </p:nvSpPr>
          <p:spPr bwMode="auto">
            <a:xfrm>
              <a:off x="3984" y="3168"/>
              <a:ext cx="1392" cy="624"/>
            </a:xfrm>
            <a:prstGeom prst="rect">
              <a:avLst/>
            </a:prstGeom>
            <a:gradFill rotWithShape="0">
              <a:gsLst>
                <a:gs pos="0">
                  <a:srgbClr val="005E76"/>
                </a:gs>
                <a:gs pos="50000">
                  <a:srgbClr val="00CCFF"/>
                </a:gs>
                <a:gs pos="100000">
                  <a:srgbClr val="005E76"/>
                </a:gs>
              </a:gsLst>
              <a:lin ang="5400000" scaled="1"/>
            </a:gra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1565" name="Rectangle 67" descr="宽上对角线">
              <a:extLst>
                <a:ext uri="{FF2B5EF4-FFF2-40B4-BE49-F238E27FC236}">
                  <a16:creationId xmlns:a16="http://schemas.microsoft.com/office/drawing/2014/main" id="{1846DD45-71FA-44E4-D3AB-55501C57412F}"/>
                </a:ext>
              </a:extLst>
            </p:cNvPr>
            <p:cNvSpPr>
              <a:spLocks noChangeArrowheads="1"/>
            </p:cNvSpPr>
            <p:nvPr/>
          </p:nvSpPr>
          <p:spPr bwMode="auto">
            <a:xfrm>
              <a:off x="3984" y="3024"/>
              <a:ext cx="1392" cy="144"/>
            </a:xfrm>
            <a:prstGeom prst="rect">
              <a:avLst/>
            </a:prstGeom>
            <a:blipFill dpi="0" rotWithShape="0">
              <a:blip r:embed="rId38"/>
              <a:srcRect/>
              <a:tile tx="0" ty="0" sx="100000" sy="100000" flip="none" algn="tl"/>
            </a:blip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1566" name="Rectangle 68" descr="宽上对角线">
              <a:extLst>
                <a:ext uri="{FF2B5EF4-FFF2-40B4-BE49-F238E27FC236}">
                  <a16:creationId xmlns:a16="http://schemas.microsoft.com/office/drawing/2014/main" id="{7EA8F847-D046-66CB-5D06-4B8B951E51A3}"/>
                </a:ext>
              </a:extLst>
            </p:cNvPr>
            <p:cNvSpPr>
              <a:spLocks noChangeArrowheads="1"/>
            </p:cNvSpPr>
            <p:nvPr/>
          </p:nvSpPr>
          <p:spPr bwMode="auto">
            <a:xfrm>
              <a:off x="3984" y="3792"/>
              <a:ext cx="1392" cy="144"/>
            </a:xfrm>
            <a:prstGeom prst="rect">
              <a:avLst/>
            </a:prstGeom>
            <a:blipFill dpi="0" rotWithShape="0">
              <a:blip r:embed="rId38"/>
              <a:srcRect/>
              <a:tile tx="0" ty="0" sx="100000" sy="100000" flip="none" algn="tl"/>
            </a:blip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pSp>
      <p:sp>
        <p:nvSpPr>
          <p:cNvPr id="277573" name="AutoShape 69">
            <a:extLst>
              <a:ext uri="{FF2B5EF4-FFF2-40B4-BE49-F238E27FC236}">
                <a16:creationId xmlns:a16="http://schemas.microsoft.com/office/drawing/2014/main" id="{22EE27C4-8EBF-2959-39FC-9033BD4115EB}"/>
              </a:ext>
            </a:extLst>
          </p:cNvPr>
          <p:cNvSpPr>
            <a:spLocks noChangeArrowheads="1"/>
          </p:cNvSpPr>
          <p:nvPr/>
        </p:nvSpPr>
        <p:spPr bwMode="auto">
          <a:xfrm>
            <a:off x="6388100" y="5305425"/>
            <a:ext cx="685800" cy="609600"/>
          </a:xfrm>
          <a:prstGeom prst="rightArrow">
            <a:avLst>
              <a:gd name="adj1" fmla="val 50000"/>
              <a:gd name="adj2" fmla="val 28125"/>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77574" name="Rectangle 70">
            <a:extLst>
              <a:ext uri="{FF2B5EF4-FFF2-40B4-BE49-F238E27FC236}">
                <a16:creationId xmlns:a16="http://schemas.microsoft.com/office/drawing/2014/main" id="{53A263FB-924C-5B15-1C63-88ECAC1CBB16}"/>
              </a:ext>
            </a:extLst>
          </p:cNvPr>
          <p:cNvSpPr>
            <a:spLocks noChangeArrowheads="1"/>
          </p:cNvSpPr>
          <p:nvPr/>
        </p:nvSpPr>
        <p:spPr bwMode="auto">
          <a:xfrm>
            <a:off x="5245100" y="5235575"/>
            <a:ext cx="1108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FFFF66"/>
                </a:solidFill>
                <a:latin typeface="楷体_GB2312" pitchFamily="49" charset="-122"/>
                <a:ea typeface="楷体_GB2312" pitchFamily="49" charset="-122"/>
              </a:rPr>
              <a:t>高温导</a:t>
            </a:r>
          </a:p>
          <a:p>
            <a:pPr eaLnBrk="1" hangingPunct="1"/>
            <a:r>
              <a:rPr kumimoji="1" lang="zh-CN" altLang="en-US">
                <a:solidFill>
                  <a:srgbClr val="FFFF66"/>
                </a:solidFill>
                <a:latin typeface="楷体_GB2312" pitchFamily="49" charset="-122"/>
                <a:ea typeface="楷体_GB2312" pitchFamily="49" charset="-122"/>
              </a:rPr>
              <a:t>电气体</a:t>
            </a:r>
          </a:p>
        </p:txBody>
      </p:sp>
      <p:grpSp>
        <p:nvGrpSpPr>
          <p:cNvPr id="9" name="Group 71">
            <a:extLst>
              <a:ext uri="{FF2B5EF4-FFF2-40B4-BE49-F238E27FC236}">
                <a16:creationId xmlns:a16="http://schemas.microsoft.com/office/drawing/2014/main" id="{02397244-216A-089C-D240-86DE7C4660F4}"/>
              </a:ext>
            </a:extLst>
          </p:cNvPr>
          <p:cNvGrpSpPr>
            <a:grpSpLocks/>
          </p:cNvGrpSpPr>
          <p:nvPr/>
        </p:nvGrpSpPr>
        <p:grpSpPr bwMode="auto">
          <a:xfrm>
            <a:off x="8140700" y="5416550"/>
            <a:ext cx="381000" cy="381000"/>
            <a:chOff x="1344" y="3072"/>
            <a:chExt cx="336" cy="336"/>
          </a:xfrm>
        </p:grpSpPr>
        <p:sp>
          <p:nvSpPr>
            <p:cNvPr id="21561" name="Oval 72">
              <a:extLst>
                <a:ext uri="{FF2B5EF4-FFF2-40B4-BE49-F238E27FC236}">
                  <a16:creationId xmlns:a16="http://schemas.microsoft.com/office/drawing/2014/main" id="{2E1D8770-0B3B-E15C-6E14-02FE56C3E0D9}"/>
                </a:ext>
              </a:extLst>
            </p:cNvPr>
            <p:cNvSpPr>
              <a:spLocks noChangeArrowheads="1"/>
            </p:cNvSpPr>
            <p:nvPr/>
          </p:nvSpPr>
          <p:spPr bwMode="auto">
            <a:xfrm>
              <a:off x="1344" y="3072"/>
              <a:ext cx="336" cy="336"/>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1562" name="Line 73">
              <a:extLst>
                <a:ext uri="{FF2B5EF4-FFF2-40B4-BE49-F238E27FC236}">
                  <a16:creationId xmlns:a16="http://schemas.microsoft.com/office/drawing/2014/main" id="{217DD602-7C7C-D821-F7ED-931C4B810783}"/>
                </a:ext>
              </a:extLst>
            </p:cNvPr>
            <p:cNvSpPr>
              <a:spLocks noChangeShapeType="1"/>
            </p:cNvSpPr>
            <p:nvPr/>
          </p:nvSpPr>
          <p:spPr bwMode="auto">
            <a:xfrm>
              <a:off x="1392" y="3120"/>
              <a:ext cx="240"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63" name="Line 74">
              <a:extLst>
                <a:ext uri="{FF2B5EF4-FFF2-40B4-BE49-F238E27FC236}">
                  <a16:creationId xmlns:a16="http://schemas.microsoft.com/office/drawing/2014/main" id="{2466A6F3-5C11-035E-EDF3-B22097A92B23}"/>
                </a:ext>
              </a:extLst>
            </p:cNvPr>
            <p:cNvSpPr>
              <a:spLocks noChangeShapeType="1"/>
            </p:cNvSpPr>
            <p:nvPr/>
          </p:nvSpPr>
          <p:spPr bwMode="auto">
            <a:xfrm flipH="1">
              <a:off x="1392" y="3120"/>
              <a:ext cx="240"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77579" name="Object 22">
            <a:extLst>
              <a:ext uri="{FF2B5EF4-FFF2-40B4-BE49-F238E27FC236}">
                <a16:creationId xmlns:a16="http://schemas.microsoft.com/office/drawing/2014/main" id="{0EA209B6-2692-E94F-B83F-32A340D8D3E8}"/>
              </a:ext>
            </a:extLst>
          </p:cNvPr>
          <p:cNvGraphicFramePr>
            <a:graphicFrameLocks/>
          </p:cNvGraphicFramePr>
          <p:nvPr/>
        </p:nvGraphicFramePr>
        <p:xfrm>
          <a:off x="8504238" y="5551488"/>
          <a:ext cx="280987" cy="341312"/>
        </p:xfrm>
        <a:graphic>
          <a:graphicData uri="http://schemas.openxmlformats.org/presentationml/2006/ole">
            <mc:AlternateContent xmlns:mc="http://schemas.openxmlformats.org/markup-compatibility/2006">
              <mc:Choice xmlns:v="urn:schemas-microsoft-com:vml" Requires="v">
                <p:oleObj name="Equation" r:id="rId39" imgW="243840" imgH="304745" progId="Equation.3">
                  <p:embed/>
                </p:oleObj>
              </mc:Choice>
              <mc:Fallback>
                <p:oleObj name="Equation" r:id="rId39" imgW="243840" imgH="304745" progId="Equation.3">
                  <p:embed/>
                  <p:pic>
                    <p:nvPicPr>
                      <p:cNvPr id="0" name="Object 22"/>
                      <p:cNvPicPr>
                        <a:picLocks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8504238" y="5551488"/>
                        <a:ext cx="280987"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76">
            <a:extLst>
              <a:ext uri="{FF2B5EF4-FFF2-40B4-BE49-F238E27FC236}">
                <a16:creationId xmlns:a16="http://schemas.microsoft.com/office/drawing/2014/main" id="{D4E32FDE-A326-B1AE-1686-0969F2411AE9}"/>
              </a:ext>
            </a:extLst>
          </p:cNvPr>
          <p:cNvGrpSpPr>
            <a:grpSpLocks/>
          </p:cNvGrpSpPr>
          <p:nvPr/>
        </p:nvGrpSpPr>
        <p:grpSpPr bwMode="auto">
          <a:xfrm>
            <a:off x="7150100" y="4695825"/>
            <a:ext cx="1219200" cy="1828800"/>
            <a:chOff x="4368" y="251"/>
            <a:chExt cx="768" cy="1152"/>
          </a:xfrm>
        </p:grpSpPr>
        <p:sp>
          <p:nvSpPr>
            <p:cNvPr id="21557" name="Line 77">
              <a:extLst>
                <a:ext uri="{FF2B5EF4-FFF2-40B4-BE49-F238E27FC236}">
                  <a16:creationId xmlns:a16="http://schemas.microsoft.com/office/drawing/2014/main" id="{477D5BC3-D9E2-42C1-EB52-AB1A5BEC9D63}"/>
                </a:ext>
              </a:extLst>
            </p:cNvPr>
            <p:cNvSpPr>
              <a:spLocks noChangeShapeType="1"/>
            </p:cNvSpPr>
            <p:nvPr/>
          </p:nvSpPr>
          <p:spPr bwMode="auto">
            <a:xfrm>
              <a:off x="4368" y="635"/>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58" name="Line 78">
              <a:extLst>
                <a:ext uri="{FF2B5EF4-FFF2-40B4-BE49-F238E27FC236}">
                  <a16:creationId xmlns:a16="http://schemas.microsoft.com/office/drawing/2014/main" id="{8A7E6D07-B1C6-3497-72A4-DDDBFE29D8CF}"/>
                </a:ext>
              </a:extLst>
            </p:cNvPr>
            <p:cNvSpPr>
              <a:spLocks noChangeShapeType="1"/>
            </p:cNvSpPr>
            <p:nvPr/>
          </p:nvSpPr>
          <p:spPr bwMode="auto">
            <a:xfrm>
              <a:off x="4368" y="1019"/>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59" name="Line 79">
              <a:extLst>
                <a:ext uri="{FF2B5EF4-FFF2-40B4-BE49-F238E27FC236}">
                  <a16:creationId xmlns:a16="http://schemas.microsoft.com/office/drawing/2014/main" id="{8AE45263-0DBA-F849-3C57-D40E3889A3D8}"/>
                </a:ext>
              </a:extLst>
            </p:cNvPr>
            <p:cNvSpPr>
              <a:spLocks noChangeShapeType="1"/>
            </p:cNvSpPr>
            <p:nvPr/>
          </p:nvSpPr>
          <p:spPr bwMode="auto">
            <a:xfrm flipV="1">
              <a:off x="4752" y="251"/>
              <a:ext cx="0" cy="384"/>
            </a:xfrm>
            <a:prstGeom prst="line">
              <a:avLst/>
            </a:prstGeom>
            <a:noFill/>
            <a:ln w="444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60" name="Line 80">
              <a:extLst>
                <a:ext uri="{FF2B5EF4-FFF2-40B4-BE49-F238E27FC236}">
                  <a16:creationId xmlns:a16="http://schemas.microsoft.com/office/drawing/2014/main" id="{FFBC1670-76E4-ECBA-6854-33191B76477E}"/>
                </a:ext>
              </a:extLst>
            </p:cNvPr>
            <p:cNvSpPr>
              <a:spLocks noChangeShapeType="1"/>
            </p:cNvSpPr>
            <p:nvPr/>
          </p:nvSpPr>
          <p:spPr bwMode="auto">
            <a:xfrm flipV="1">
              <a:off x="4752" y="1019"/>
              <a:ext cx="0" cy="384"/>
            </a:xfrm>
            <a:prstGeom prst="line">
              <a:avLst/>
            </a:prstGeom>
            <a:noFill/>
            <a:ln w="444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7585" name="Oval 81">
            <a:extLst>
              <a:ext uri="{FF2B5EF4-FFF2-40B4-BE49-F238E27FC236}">
                <a16:creationId xmlns:a16="http://schemas.microsoft.com/office/drawing/2014/main" id="{CDCF09EA-2B52-CBDE-3661-1DCD8BD7CF4C}"/>
              </a:ext>
            </a:extLst>
          </p:cNvPr>
          <p:cNvSpPr>
            <a:spLocks noChangeArrowheads="1"/>
          </p:cNvSpPr>
          <p:nvPr/>
        </p:nvSpPr>
        <p:spPr bwMode="auto">
          <a:xfrm>
            <a:off x="7454900" y="5610225"/>
            <a:ext cx="228600" cy="2286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ctr" eaLnBrk="1" hangingPunct="1">
              <a:defRPr/>
            </a:pPr>
            <a:endParaRPr kumimoji="1" lang="zh-CN" altLang="en-US">
              <a:solidFill>
                <a:schemeClr val="tx1"/>
              </a:solidFill>
            </a:endParaRPr>
          </a:p>
        </p:txBody>
      </p:sp>
      <p:sp>
        <p:nvSpPr>
          <p:cNvPr id="277586" name="Oval 82">
            <a:extLst>
              <a:ext uri="{FF2B5EF4-FFF2-40B4-BE49-F238E27FC236}">
                <a16:creationId xmlns:a16="http://schemas.microsoft.com/office/drawing/2014/main" id="{2C981922-61A6-45F2-F52A-F39A3ED87E47}"/>
              </a:ext>
            </a:extLst>
          </p:cNvPr>
          <p:cNvSpPr>
            <a:spLocks noChangeArrowheads="1"/>
          </p:cNvSpPr>
          <p:nvPr/>
        </p:nvSpPr>
        <p:spPr bwMode="auto">
          <a:xfrm>
            <a:off x="7759700" y="5381625"/>
            <a:ext cx="228600" cy="228600"/>
          </a:xfrm>
          <a:prstGeom prst="ellipse">
            <a:avLst/>
          </a:prstGeom>
          <a:gradFill rotWithShape="0">
            <a:gsLst>
              <a:gs pos="0">
                <a:srgbClr val="FF9900"/>
              </a:gs>
              <a:gs pos="100000">
                <a:srgbClr val="764700"/>
              </a:gs>
            </a:gsLst>
            <a:path path="shape">
              <a:fillToRect l="50000" t="50000" r="50000" b="50000"/>
            </a:path>
          </a:gra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77587" name="Text Box 83">
            <a:extLst>
              <a:ext uri="{FF2B5EF4-FFF2-40B4-BE49-F238E27FC236}">
                <a16:creationId xmlns:a16="http://schemas.microsoft.com/office/drawing/2014/main" id="{EEA6C828-109D-434D-4B49-3D509B8920E3}"/>
              </a:ext>
            </a:extLst>
          </p:cNvPr>
          <p:cNvSpPr txBox="1">
            <a:spLocks noChangeArrowheads="1"/>
          </p:cNvSpPr>
          <p:nvPr/>
        </p:nvSpPr>
        <p:spPr bwMode="auto">
          <a:xfrm>
            <a:off x="966788" y="5059363"/>
            <a:ext cx="439737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lnSpc>
                <a:spcPct val="125000"/>
              </a:lnSpc>
            </a:pPr>
            <a:r>
              <a:rPr kumimoji="1" lang="zh-CN" altLang="en-US">
                <a:latin typeface="楷体_GB2312" pitchFamily="49" charset="-122"/>
                <a:ea typeface="楷体_GB2312" pitchFamily="49" charset="-122"/>
              </a:rPr>
              <a:t>没有机械转动部分造成的</a:t>
            </a:r>
          </a:p>
          <a:p>
            <a:pPr eaLnBrk="1" hangingPunct="1">
              <a:lnSpc>
                <a:spcPct val="125000"/>
              </a:lnSpc>
            </a:pPr>
            <a:r>
              <a:rPr kumimoji="1" lang="zh-CN" altLang="en-US">
                <a:latin typeface="楷体_GB2312" pitchFamily="49" charset="-122"/>
                <a:ea typeface="楷体_GB2312" pitchFamily="49" charset="-122"/>
              </a:rPr>
              <a:t>能量损耗</a:t>
            </a:r>
            <a:r>
              <a:rPr kumimoji="1" lang="en-US" altLang="zh-CN">
                <a:ea typeface="楷体_GB2312" pitchFamily="49" charset="-122"/>
              </a:rPr>
              <a:t>——</a:t>
            </a:r>
            <a:r>
              <a:rPr kumimoji="1" lang="zh-CN" altLang="en-US">
                <a:latin typeface="楷体_GB2312" pitchFamily="49" charset="-122"/>
                <a:ea typeface="楷体_GB2312" pitchFamily="49" charset="-122"/>
              </a:rPr>
              <a:t>可提高效率</a:t>
            </a:r>
            <a:r>
              <a:rPr kumimoji="1" lang="en-US" altLang="zh-CN">
                <a:latin typeface="楷体_GB2312" pitchFamily="49" charset="-122"/>
                <a:ea typeface="楷体_GB2312" pitchFamily="49" charset="-122"/>
              </a:rPr>
              <a:t>,</a:t>
            </a:r>
          </a:p>
          <a:p>
            <a:pPr eaLnBrk="1" hangingPunct="1">
              <a:lnSpc>
                <a:spcPct val="125000"/>
              </a:lnSpc>
            </a:pPr>
            <a:r>
              <a:rPr kumimoji="1" lang="zh-CN" altLang="en-US">
                <a:latin typeface="楷体_GB2312" pitchFamily="49" charset="-122"/>
                <a:ea typeface="楷体_GB2312" pitchFamily="49" charset="-122"/>
              </a:rPr>
              <a:t>无污染</a:t>
            </a:r>
            <a:r>
              <a:rPr kumimoji="1" lang="en-US" altLang="zh-CN">
                <a:latin typeface="楷体_GB2312" pitchFamily="49" charset="-122"/>
                <a:ea typeface="楷体_GB2312" pitchFamily="49" charset="-122"/>
              </a:rPr>
              <a:t>,</a:t>
            </a:r>
            <a:r>
              <a:rPr kumimoji="1" lang="zh-CN" altLang="en-US">
                <a:latin typeface="楷体_GB2312" pitchFamily="49" charset="-122"/>
                <a:ea typeface="楷体_GB2312" pitchFamily="49" charset="-122"/>
              </a:rPr>
              <a:t>起动快</a:t>
            </a:r>
          </a:p>
        </p:txBody>
      </p:sp>
      <p:sp>
        <p:nvSpPr>
          <p:cNvPr id="277588" name="Rectangle 84">
            <a:extLst>
              <a:ext uri="{FF2B5EF4-FFF2-40B4-BE49-F238E27FC236}">
                <a16:creationId xmlns:a16="http://schemas.microsoft.com/office/drawing/2014/main" id="{92415774-A91C-C3EA-7B0F-1A6AA78A209F}"/>
              </a:ext>
            </a:extLst>
          </p:cNvPr>
          <p:cNvSpPr>
            <a:spLocks noChangeArrowheads="1"/>
          </p:cNvSpPr>
          <p:nvPr/>
        </p:nvSpPr>
        <p:spPr bwMode="auto">
          <a:xfrm>
            <a:off x="984250" y="4625975"/>
            <a:ext cx="1931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66FFFF"/>
                </a:solidFill>
                <a:latin typeface="楷体_GB2312" pitchFamily="49" charset="-122"/>
                <a:ea typeface="楷体_GB2312" pitchFamily="49" charset="-122"/>
              </a:rPr>
              <a:t>特点：</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77506"/>
                                        </p:tgtEl>
                                        <p:attrNameLst>
                                          <p:attrName>style.visibility</p:attrName>
                                        </p:attrNameLst>
                                      </p:cBhvr>
                                      <p:to>
                                        <p:strVal val="visible"/>
                                      </p:to>
                                    </p:set>
                                    <p:animEffect transition="in" filter="box(out)">
                                      <p:cBhvr>
                                        <p:cTn id="7" dur="500"/>
                                        <p:tgtEl>
                                          <p:spTgt spid="277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7517"/>
                                        </p:tgtEl>
                                        <p:attrNameLst>
                                          <p:attrName>style.visibility</p:attrName>
                                        </p:attrNameLst>
                                      </p:cBhvr>
                                      <p:to>
                                        <p:strVal val="visible"/>
                                      </p:to>
                                    </p:set>
                                    <p:animEffect transition="in" filter="wipe(left)">
                                      <p:cBhvr>
                                        <p:cTn id="12" dur="500"/>
                                        <p:tgtEl>
                                          <p:spTgt spid="277517"/>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77550"/>
                                        </p:tgtEl>
                                        <p:attrNameLst>
                                          <p:attrName>style.visibility</p:attrName>
                                        </p:attrNameLst>
                                      </p:cBhvr>
                                      <p:to>
                                        <p:strVal val="visible"/>
                                      </p:to>
                                    </p:set>
                                    <p:animEffect transition="in" filter="wipe(left)">
                                      <p:cBhvr>
                                        <p:cTn id="16" dur="500"/>
                                        <p:tgtEl>
                                          <p:spTgt spid="2775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in)">
                                      <p:cBhvr>
                                        <p:cTn id="21" dur="500"/>
                                        <p:tgtEl>
                                          <p:spTgt spid="2"/>
                                        </p:tgtEl>
                                      </p:cBhvr>
                                    </p:animEffec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499"/>
                                          </p:stCondLst>
                                        </p:cTn>
                                        <p:tgtEl>
                                          <p:spTgt spid="27756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2" fill="hold" nodeType="clickEffect">
                                  <p:stCondLst>
                                    <p:cond delay="0"/>
                                  </p:stCondLst>
                                  <p:childTnLst>
                                    <p:set>
                                      <p:cBhvr>
                                        <p:cTn id="28" dur="1" fill="hold">
                                          <p:stCondLst>
                                            <p:cond delay="0"/>
                                          </p:stCondLst>
                                        </p:cTn>
                                        <p:tgtEl>
                                          <p:spTgt spid="277544"/>
                                        </p:tgtEl>
                                        <p:attrNameLst>
                                          <p:attrName>style.visibility</p:attrName>
                                        </p:attrNameLst>
                                      </p:cBhvr>
                                      <p:to>
                                        <p:strVal val="visible"/>
                                      </p:to>
                                    </p:set>
                                    <p:animEffect transition="in" filter="slide(fromRight)">
                                      <p:cBhvr>
                                        <p:cTn id="29" dur="500"/>
                                        <p:tgtEl>
                                          <p:spTgt spid="277544"/>
                                        </p:tgtEl>
                                      </p:cBhvr>
                                    </p:animEffect>
                                  </p:childTnLst>
                                </p:cTn>
                              </p:par>
                            </p:childTnLst>
                          </p:cTn>
                        </p:par>
                        <p:par>
                          <p:cTn id="30" fill="hold" nodeType="afterGroup">
                            <p:stCondLst>
                              <p:cond delay="500"/>
                            </p:stCondLst>
                            <p:childTnLst>
                              <p:par>
                                <p:cTn id="31" presetID="1" presetClass="entr" presetSubtype="0" fill="hold" nodeType="afterEffect">
                                  <p:stCondLst>
                                    <p:cond delay="0"/>
                                  </p:stCondLst>
                                  <p:childTnLst>
                                    <p:set>
                                      <p:cBhvr>
                                        <p:cTn id="32" dur="1" fill="hold">
                                          <p:stCondLst>
                                            <p:cond delay="499"/>
                                          </p:stCondLst>
                                        </p:cTn>
                                        <p:tgtEl>
                                          <p:spTgt spid="27755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277545"/>
                                        </p:tgtEl>
                                        <p:attrNameLst>
                                          <p:attrName>style.visibility</p:attrName>
                                        </p:attrNameLst>
                                      </p:cBhvr>
                                      <p:to>
                                        <p:strVal val="visible"/>
                                      </p:to>
                                    </p:set>
                                    <p:animEffect transition="in" filter="wipe(right)">
                                      <p:cBhvr>
                                        <p:cTn id="37" dur="500"/>
                                        <p:tgtEl>
                                          <p:spTgt spid="277545"/>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277552"/>
                                        </p:tgtEl>
                                        <p:attrNameLst>
                                          <p:attrName>style.visibility</p:attrName>
                                        </p:attrNameLst>
                                      </p:cBhvr>
                                      <p:to>
                                        <p:strVal val="visible"/>
                                      </p:to>
                                    </p:set>
                                    <p:animEffect transition="in" filter="wipe(left)">
                                      <p:cBhvr>
                                        <p:cTn id="41" dur="500"/>
                                        <p:tgtEl>
                                          <p:spTgt spid="27755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4" fill="hold" nodeType="clickEffect">
                                  <p:stCondLst>
                                    <p:cond delay="0"/>
                                  </p:stCondLst>
                                  <p:childTnLst>
                                    <p:set>
                                      <p:cBhvr>
                                        <p:cTn id="45" dur="1" fill="hold">
                                          <p:stCondLst>
                                            <p:cond delay="0"/>
                                          </p:stCondLst>
                                        </p:cTn>
                                        <p:tgtEl>
                                          <p:spTgt spid="277556"/>
                                        </p:tgtEl>
                                        <p:attrNameLst>
                                          <p:attrName>style.visibility</p:attrName>
                                        </p:attrNameLst>
                                      </p:cBhvr>
                                      <p:to>
                                        <p:strVal val="visible"/>
                                      </p:to>
                                    </p:set>
                                    <p:animEffect transition="in" filter="slide(fromBottom)">
                                      <p:cBhvr>
                                        <p:cTn id="46" dur="500"/>
                                        <p:tgtEl>
                                          <p:spTgt spid="277556"/>
                                        </p:tgtEl>
                                      </p:cBhvr>
                                    </p:animEffect>
                                  </p:childTnLst>
                                </p:cTn>
                              </p:par>
                              <p:par>
                                <p:cTn id="47" presetID="22" presetClass="entr" presetSubtype="4" fill="hold" nodeType="withEffect">
                                  <p:stCondLst>
                                    <p:cond delay="0"/>
                                  </p:stCondLst>
                                  <p:childTnLst>
                                    <p:set>
                                      <p:cBhvr>
                                        <p:cTn id="48" dur="1" fill="hold">
                                          <p:stCondLst>
                                            <p:cond delay="0"/>
                                          </p:stCondLst>
                                        </p:cTn>
                                        <p:tgtEl>
                                          <p:spTgt spid="277564"/>
                                        </p:tgtEl>
                                        <p:attrNameLst>
                                          <p:attrName>style.visibility</p:attrName>
                                        </p:attrNameLst>
                                      </p:cBhvr>
                                      <p:to>
                                        <p:strVal val="visible"/>
                                      </p:to>
                                    </p:set>
                                    <p:animEffect transition="in" filter="wipe(down)">
                                      <p:cBhvr>
                                        <p:cTn id="49" dur="500"/>
                                        <p:tgtEl>
                                          <p:spTgt spid="27756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499"/>
                                          </p:stCondLst>
                                        </p:cTn>
                                        <p:tgtEl>
                                          <p:spTgt spid="277529"/>
                                        </p:tgtEl>
                                        <p:attrNameLst>
                                          <p:attrName>style.visibility</p:attrName>
                                        </p:attrNameLst>
                                      </p:cBhvr>
                                      <p:to>
                                        <p:strVal val="visible"/>
                                      </p:to>
                                    </p:set>
                                  </p:childTnLst>
                                </p:cTn>
                              </p:par>
                            </p:childTnLst>
                          </p:cTn>
                        </p:par>
                        <p:par>
                          <p:cTn id="54" fill="hold" nodeType="afterGroup">
                            <p:stCondLst>
                              <p:cond delay="500"/>
                            </p:stCondLst>
                            <p:childTnLst>
                              <p:par>
                                <p:cTn id="55" presetID="1" presetClass="entr" presetSubtype="0" fill="hold" nodeType="afterEffect">
                                  <p:stCondLst>
                                    <p:cond delay="0"/>
                                  </p:stCondLst>
                                  <p:childTnLst>
                                    <p:set>
                                      <p:cBhvr>
                                        <p:cTn id="56" dur="1" fill="hold">
                                          <p:stCondLst>
                                            <p:cond delay="499"/>
                                          </p:stCondLst>
                                        </p:cTn>
                                        <p:tgtEl>
                                          <p:spTgt spid="277530"/>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wipe(left)">
                                      <p:cBhvr>
                                        <p:cTn id="61" dur="500"/>
                                        <p:tgtEl>
                                          <p:spTgt spid="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wipe(left)">
                                      <p:cBhvr>
                                        <p:cTn id="66" dur="500"/>
                                        <p:tgtEl>
                                          <p:spTgt spid="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2" presetClass="entr" presetSubtype="4" fill="hold" nodeType="clickEffect">
                                  <p:stCondLst>
                                    <p:cond delay="0"/>
                                  </p:stCondLst>
                                  <p:childTnLst>
                                    <p:set>
                                      <p:cBhvr>
                                        <p:cTn id="70" dur="1" fill="hold">
                                          <p:stCondLst>
                                            <p:cond delay="0"/>
                                          </p:stCondLst>
                                        </p:cTn>
                                        <p:tgtEl>
                                          <p:spTgt spid="277547"/>
                                        </p:tgtEl>
                                        <p:attrNameLst>
                                          <p:attrName>style.visibility</p:attrName>
                                        </p:attrNameLst>
                                      </p:cBhvr>
                                      <p:to>
                                        <p:strVal val="visible"/>
                                      </p:to>
                                    </p:set>
                                    <p:animEffect transition="in" filter="slide(fromBottom)">
                                      <p:cBhvr>
                                        <p:cTn id="71" dur="500"/>
                                        <p:tgtEl>
                                          <p:spTgt spid="277547"/>
                                        </p:tgtEl>
                                      </p:cBhvr>
                                    </p:animEffect>
                                  </p:childTnLst>
                                </p:cTn>
                              </p:par>
                              <p:par>
                                <p:cTn id="72" presetID="1" presetClass="entr" presetSubtype="0" fill="hold" nodeType="withEffect">
                                  <p:stCondLst>
                                    <p:cond delay="0"/>
                                  </p:stCondLst>
                                  <p:childTnLst>
                                    <p:set>
                                      <p:cBhvr>
                                        <p:cTn id="73" dur="1" fill="hold">
                                          <p:stCondLst>
                                            <p:cond delay="0"/>
                                          </p:stCondLst>
                                        </p:cTn>
                                        <p:tgtEl>
                                          <p:spTgt spid="277566"/>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277546"/>
                                        </p:tgtEl>
                                        <p:attrNameLst>
                                          <p:attrName>style.visibility</p:attrName>
                                        </p:attrNameLst>
                                      </p:cBhvr>
                                      <p:to>
                                        <p:strVal val="visible"/>
                                      </p:to>
                                    </p:set>
                                    <p:animEffect transition="in" filter="wipe(left)">
                                      <p:cBhvr>
                                        <p:cTn id="78" dur="500"/>
                                        <p:tgtEl>
                                          <p:spTgt spid="27754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277549"/>
                                        </p:tgtEl>
                                        <p:attrNameLst>
                                          <p:attrName>style.visibility</p:attrName>
                                        </p:attrNameLst>
                                      </p:cBhvr>
                                      <p:to>
                                        <p:strVal val="visible"/>
                                      </p:to>
                                    </p:set>
                                    <p:animEffect transition="in" filter="wipe(left)">
                                      <p:cBhvr>
                                        <p:cTn id="83" dur="500"/>
                                        <p:tgtEl>
                                          <p:spTgt spid="27754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277554"/>
                                        </p:tgtEl>
                                        <p:attrNameLst>
                                          <p:attrName>style.visibility</p:attrName>
                                        </p:attrNameLst>
                                      </p:cBhvr>
                                      <p:to>
                                        <p:strVal val="visible"/>
                                      </p:to>
                                    </p:set>
                                    <p:animEffect transition="in" filter="wipe(left)">
                                      <p:cBhvr>
                                        <p:cTn id="88" dur="500"/>
                                        <p:tgtEl>
                                          <p:spTgt spid="27755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4" presetClass="entr" presetSubtype="32" fill="hold" nodeType="clickEffect">
                                  <p:stCondLst>
                                    <p:cond delay="0"/>
                                  </p:stCondLst>
                                  <p:childTnLst>
                                    <p:set>
                                      <p:cBhvr>
                                        <p:cTn id="92" dur="1" fill="hold">
                                          <p:stCondLst>
                                            <p:cond delay="0"/>
                                          </p:stCondLst>
                                        </p:cTn>
                                        <p:tgtEl>
                                          <p:spTgt spid="277507"/>
                                        </p:tgtEl>
                                        <p:attrNameLst>
                                          <p:attrName>style.visibility</p:attrName>
                                        </p:attrNameLst>
                                      </p:cBhvr>
                                      <p:to>
                                        <p:strVal val="visible"/>
                                      </p:to>
                                    </p:set>
                                    <p:animEffect transition="in" filter="box(out)">
                                      <p:cBhvr>
                                        <p:cTn id="93" dur="500"/>
                                        <p:tgtEl>
                                          <p:spTgt spid="277507"/>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277518"/>
                                        </p:tgtEl>
                                        <p:attrNameLst>
                                          <p:attrName>style.visibility</p:attrName>
                                        </p:attrNameLst>
                                      </p:cBhvr>
                                      <p:to>
                                        <p:strVal val="visible"/>
                                      </p:to>
                                    </p:set>
                                    <p:animEffect transition="in" filter="wipe(left)">
                                      <p:cBhvr>
                                        <p:cTn id="98" dur="500"/>
                                        <p:tgtEl>
                                          <p:spTgt spid="277518"/>
                                        </p:tgtEl>
                                      </p:cBhvr>
                                    </p:animEffect>
                                  </p:childTnLst>
                                </p:cTn>
                              </p:par>
                            </p:childTnLst>
                          </p:cTn>
                        </p:par>
                        <p:par>
                          <p:cTn id="99" fill="hold" nodeType="afterGroup">
                            <p:stCondLst>
                              <p:cond delay="500"/>
                            </p:stCondLst>
                            <p:childTnLst>
                              <p:par>
                                <p:cTn id="100" presetID="22" presetClass="entr" presetSubtype="8" fill="hold" nodeType="afterEffect">
                                  <p:stCondLst>
                                    <p:cond delay="0"/>
                                  </p:stCondLst>
                                  <p:childTnLst>
                                    <p:set>
                                      <p:cBhvr>
                                        <p:cTn id="101" dur="1" fill="hold">
                                          <p:stCondLst>
                                            <p:cond delay="0"/>
                                          </p:stCondLst>
                                        </p:cTn>
                                        <p:tgtEl>
                                          <p:spTgt spid="277551"/>
                                        </p:tgtEl>
                                        <p:attrNameLst>
                                          <p:attrName>style.visibility</p:attrName>
                                        </p:attrNameLst>
                                      </p:cBhvr>
                                      <p:to>
                                        <p:strVal val="visible"/>
                                      </p:to>
                                    </p:set>
                                    <p:animEffect transition="in" filter="wipe(left)">
                                      <p:cBhvr>
                                        <p:cTn id="102" dur="500"/>
                                        <p:tgtEl>
                                          <p:spTgt spid="27755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4" presetClass="entr" presetSubtype="16" fill="hold" nodeType="clickEffect">
                                  <p:stCondLst>
                                    <p:cond delay="0"/>
                                  </p:stCondLst>
                                  <p:childTnLst>
                                    <p:set>
                                      <p:cBhvr>
                                        <p:cTn id="106" dur="1" fill="hold">
                                          <p:stCondLst>
                                            <p:cond delay="0"/>
                                          </p:stCondLst>
                                        </p:cTn>
                                        <p:tgtEl>
                                          <p:spTgt spid="3"/>
                                        </p:tgtEl>
                                        <p:attrNameLst>
                                          <p:attrName>style.visibility</p:attrName>
                                        </p:attrNameLst>
                                      </p:cBhvr>
                                      <p:to>
                                        <p:strVal val="visible"/>
                                      </p:to>
                                    </p:set>
                                    <p:animEffect transition="in" filter="box(in)">
                                      <p:cBhvr>
                                        <p:cTn id="107" dur="500"/>
                                        <p:tgtEl>
                                          <p:spTgt spid="3"/>
                                        </p:tgtEl>
                                      </p:cBhvr>
                                    </p:animEffect>
                                  </p:childTnLst>
                                </p:cTn>
                              </p:par>
                            </p:childTnLst>
                          </p:cTn>
                        </p:par>
                        <p:par>
                          <p:cTn id="108" fill="hold" nodeType="afterGroup">
                            <p:stCondLst>
                              <p:cond delay="500"/>
                            </p:stCondLst>
                            <p:childTnLst>
                              <p:par>
                                <p:cTn id="109" presetID="1" presetClass="entr" presetSubtype="0" fill="hold" nodeType="afterEffect">
                                  <p:stCondLst>
                                    <p:cond delay="0"/>
                                  </p:stCondLst>
                                  <p:childTnLst>
                                    <p:set>
                                      <p:cBhvr>
                                        <p:cTn id="110" dur="1" fill="hold">
                                          <p:stCondLst>
                                            <p:cond delay="499"/>
                                          </p:stCondLst>
                                        </p:cTn>
                                        <p:tgtEl>
                                          <p:spTgt spid="277516"/>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2" presetClass="entr" presetSubtype="8" fill="hold" nodeType="clickEffect">
                                  <p:stCondLst>
                                    <p:cond delay="0"/>
                                  </p:stCondLst>
                                  <p:childTnLst>
                                    <p:set>
                                      <p:cBhvr>
                                        <p:cTn id="114" dur="1" fill="hold">
                                          <p:stCondLst>
                                            <p:cond delay="0"/>
                                          </p:stCondLst>
                                        </p:cTn>
                                        <p:tgtEl>
                                          <p:spTgt spid="277557"/>
                                        </p:tgtEl>
                                        <p:attrNameLst>
                                          <p:attrName>style.visibility</p:attrName>
                                        </p:attrNameLst>
                                      </p:cBhvr>
                                      <p:to>
                                        <p:strVal val="visible"/>
                                      </p:to>
                                    </p:set>
                                    <p:animEffect transition="in" filter="slide(fromLeft)">
                                      <p:cBhvr>
                                        <p:cTn id="115" dur="500"/>
                                        <p:tgtEl>
                                          <p:spTgt spid="277557"/>
                                        </p:tgtEl>
                                      </p:cBhvr>
                                    </p:animEffect>
                                  </p:childTnLst>
                                </p:cTn>
                              </p:par>
                            </p:childTnLst>
                          </p:cTn>
                        </p:par>
                        <p:par>
                          <p:cTn id="116" fill="hold" nodeType="afterGroup">
                            <p:stCondLst>
                              <p:cond delay="500"/>
                            </p:stCondLst>
                            <p:childTnLst>
                              <p:par>
                                <p:cTn id="117" presetID="1" presetClass="entr" presetSubtype="0" fill="hold" nodeType="afterEffect">
                                  <p:stCondLst>
                                    <p:cond delay="0"/>
                                  </p:stCondLst>
                                  <p:childTnLst>
                                    <p:set>
                                      <p:cBhvr>
                                        <p:cTn id="118" dur="1" fill="hold">
                                          <p:stCondLst>
                                            <p:cond delay="499"/>
                                          </p:stCondLst>
                                        </p:cTn>
                                        <p:tgtEl>
                                          <p:spTgt spid="277561"/>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277558"/>
                                        </p:tgtEl>
                                        <p:attrNameLst>
                                          <p:attrName>style.visibility</p:attrName>
                                        </p:attrNameLst>
                                      </p:cBhvr>
                                      <p:to>
                                        <p:strVal val="visible"/>
                                      </p:to>
                                    </p:set>
                                    <p:animEffect transition="in" filter="wipe(left)">
                                      <p:cBhvr>
                                        <p:cTn id="123" dur="500"/>
                                        <p:tgtEl>
                                          <p:spTgt spid="277558"/>
                                        </p:tgtEl>
                                      </p:cBhvr>
                                    </p:animEffect>
                                  </p:childTnLst>
                                </p:cTn>
                              </p:par>
                            </p:childTnLst>
                          </p:cTn>
                        </p:par>
                        <p:par>
                          <p:cTn id="124" fill="hold" nodeType="afterGroup">
                            <p:stCondLst>
                              <p:cond delay="500"/>
                            </p:stCondLst>
                            <p:childTnLst>
                              <p:par>
                                <p:cTn id="125" presetID="1" presetClass="entr" presetSubtype="0" fill="hold" nodeType="afterEffect">
                                  <p:stCondLst>
                                    <p:cond delay="0"/>
                                  </p:stCondLst>
                                  <p:childTnLst>
                                    <p:set>
                                      <p:cBhvr>
                                        <p:cTn id="126" dur="1" fill="hold">
                                          <p:stCondLst>
                                            <p:cond delay="499"/>
                                          </p:stCondLst>
                                        </p:cTn>
                                        <p:tgtEl>
                                          <p:spTgt spid="277560"/>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499"/>
                                          </p:stCondLst>
                                        </p:cTn>
                                        <p:tgtEl>
                                          <p:spTgt spid="277562"/>
                                        </p:tgtEl>
                                        <p:attrNameLst>
                                          <p:attrName>style.visibility</p:attrName>
                                        </p:attrNameLst>
                                      </p:cBhvr>
                                      <p:to>
                                        <p:strVal val="visible"/>
                                      </p:to>
                                    </p:set>
                                  </p:childTnLst>
                                </p:cTn>
                              </p:par>
                              <p:par>
                                <p:cTn id="131" presetID="22" presetClass="entr" presetSubtype="4" fill="hold" nodeType="withEffect">
                                  <p:stCondLst>
                                    <p:cond delay="0"/>
                                  </p:stCondLst>
                                  <p:childTnLst>
                                    <p:set>
                                      <p:cBhvr>
                                        <p:cTn id="132" dur="1" fill="hold">
                                          <p:stCondLst>
                                            <p:cond delay="0"/>
                                          </p:stCondLst>
                                        </p:cTn>
                                        <p:tgtEl>
                                          <p:spTgt spid="277565"/>
                                        </p:tgtEl>
                                        <p:attrNameLst>
                                          <p:attrName>style.visibility</p:attrName>
                                        </p:attrNameLst>
                                      </p:cBhvr>
                                      <p:to>
                                        <p:strVal val="visible"/>
                                      </p:to>
                                    </p:set>
                                    <p:animEffect transition="in" filter="wipe(down)">
                                      <p:cBhvr>
                                        <p:cTn id="133" dur="500"/>
                                        <p:tgtEl>
                                          <p:spTgt spid="277565"/>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 presetClass="entr" presetSubtype="0" fill="hold" nodeType="clickEffect">
                                  <p:stCondLst>
                                    <p:cond delay="0"/>
                                  </p:stCondLst>
                                  <p:childTnLst>
                                    <p:set>
                                      <p:cBhvr>
                                        <p:cTn id="137" dur="1" fill="hold">
                                          <p:stCondLst>
                                            <p:cond delay="499"/>
                                          </p:stCondLst>
                                        </p:cTn>
                                        <p:tgtEl>
                                          <p:spTgt spid="277532"/>
                                        </p:tgtEl>
                                        <p:attrNameLst>
                                          <p:attrName>style.visibility</p:attrName>
                                        </p:attrNameLst>
                                      </p:cBhvr>
                                      <p:to>
                                        <p:strVal val="visible"/>
                                      </p:to>
                                    </p:set>
                                  </p:childTnLst>
                                </p:cTn>
                              </p:par>
                            </p:childTnLst>
                          </p:cTn>
                        </p:par>
                        <p:par>
                          <p:cTn id="138" fill="hold" nodeType="afterGroup">
                            <p:stCondLst>
                              <p:cond delay="500"/>
                            </p:stCondLst>
                            <p:childTnLst>
                              <p:par>
                                <p:cTn id="139" presetID="1" presetClass="entr" presetSubtype="0" fill="hold" nodeType="afterEffect">
                                  <p:stCondLst>
                                    <p:cond delay="0"/>
                                  </p:stCondLst>
                                  <p:childTnLst>
                                    <p:set>
                                      <p:cBhvr>
                                        <p:cTn id="140" dur="1" fill="hold">
                                          <p:stCondLst>
                                            <p:cond delay="499"/>
                                          </p:stCondLst>
                                        </p:cTn>
                                        <p:tgtEl>
                                          <p:spTgt spid="277533"/>
                                        </p:tgtEl>
                                        <p:attrNameLst>
                                          <p:attrName>style.visibility</p:attrName>
                                        </p:attrNameLst>
                                      </p:cBhvr>
                                      <p:to>
                                        <p:strVal val="visible"/>
                                      </p:to>
                                    </p:se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6"/>
                                        </p:tgtEl>
                                        <p:attrNameLst>
                                          <p:attrName>style.visibility</p:attrName>
                                        </p:attrNameLst>
                                      </p:cBhvr>
                                      <p:to>
                                        <p:strVal val="visible"/>
                                      </p:to>
                                    </p:set>
                                    <p:animEffect transition="in" filter="wipe(left)">
                                      <p:cBhvr>
                                        <p:cTn id="145" dur="500"/>
                                        <p:tgtEl>
                                          <p:spTgt spid="6"/>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7"/>
                                        </p:tgtEl>
                                        <p:attrNameLst>
                                          <p:attrName>style.visibility</p:attrName>
                                        </p:attrNameLst>
                                      </p:cBhvr>
                                      <p:to>
                                        <p:strVal val="visible"/>
                                      </p:to>
                                    </p:set>
                                    <p:animEffect transition="in" filter="wipe(left)">
                                      <p:cBhvr>
                                        <p:cTn id="150" dur="500"/>
                                        <p:tgtEl>
                                          <p:spTgt spid="7"/>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2" presetClass="entr" presetSubtype="1" fill="hold" nodeType="clickEffect">
                                  <p:stCondLst>
                                    <p:cond delay="0"/>
                                  </p:stCondLst>
                                  <p:childTnLst>
                                    <p:set>
                                      <p:cBhvr>
                                        <p:cTn id="154" dur="1" fill="hold">
                                          <p:stCondLst>
                                            <p:cond delay="0"/>
                                          </p:stCondLst>
                                        </p:cTn>
                                        <p:tgtEl>
                                          <p:spTgt spid="277559"/>
                                        </p:tgtEl>
                                        <p:attrNameLst>
                                          <p:attrName>style.visibility</p:attrName>
                                        </p:attrNameLst>
                                      </p:cBhvr>
                                      <p:to>
                                        <p:strVal val="visible"/>
                                      </p:to>
                                    </p:set>
                                    <p:animEffect transition="in" filter="slide(fromTop)">
                                      <p:cBhvr>
                                        <p:cTn id="155" dur="500"/>
                                        <p:tgtEl>
                                          <p:spTgt spid="277559"/>
                                        </p:tgtEl>
                                      </p:cBhvr>
                                    </p:animEffect>
                                  </p:childTnLst>
                                </p:cTn>
                              </p:par>
                              <p:par>
                                <p:cTn id="156" presetID="1" presetClass="entr" presetSubtype="0" fill="hold" nodeType="withEffect">
                                  <p:stCondLst>
                                    <p:cond delay="0"/>
                                  </p:stCondLst>
                                  <p:childTnLst>
                                    <p:set>
                                      <p:cBhvr>
                                        <p:cTn id="157" dur="1" fill="hold">
                                          <p:stCondLst>
                                            <p:cond delay="0"/>
                                          </p:stCondLst>
                                        </p:cTn>
                                        <p:tgtEl>
                                          <p:spTgt spid="277567"/>
                                        </p:tgtEl>
                                        <p:attrNameLst>
                                          <p:attrName>style.visibility</p:attrName>
                                        </p:attrNameLst>
                                      </p:cBhvr>
                                      <p:to>
                                        <p:strVal val="visible"/>
                                      </p:to>
                                    </p:se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 presetClass="entr" presetSubtype="0" fill="hold" nodeType="clickEffect">
                                  <p:stCondLst>
                                    <p:cond delay="0"/>
                                  </p:stCondLst>
                                  <p:childTnLst>
                                    <p:set>
                                      <p:cBhvr>
                                        <p:cTn id="161" dur="1" fill="hold">
                                          <p:stCondLst>
                                            <p:cond delay="499"/>
                                          </p:stCondLst>
                                        </p:cTn>
                                        <p:tgtEl>
                                          <p:spTgt spid="277531"/>
                                        </p:tgtEl>
                                        <p:attrNameLst>
                                          <p:attrName>style.visibility</p:attrName>
                                        </p:attrNameLst>
                                      </p:cBhvr>
                                      <p:to>
                                        <p:strVal val="visible"/>
                                      </p:to>
                                    </p:se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277548"/>
                                        </p:tgtEl>
                                        <p:attrNameLst>
                                          <p:attrName>style.visibility</p:attrName>
                                        </p:attrNameLst>
                                      </p:cBhvr>
                                      <p:to>
                                        <p:strVal val="visible"/>
                                      </p:to>
                                    </p:set>
                                    <p:animEffect transition="in" filter="wipe(left)">
                                      <p:cBhvr>
                                        <p:cTn id="166" dur="500"/>
                                        <p:tgtEl>
                                          <p:spTgt spid="277548"/>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2" presetClass="entr" presetSubtype="8" fill="hold" nodeType="clickEffect">
                                  <p:stCondLst>
                                    <p:cond delay="0"/>
                                  </p:stCondLst>
                                  <p:childTnLst>
                                    <p:set>
                                      <p:cBhvr>
                                        <p:cTn id="170" dur="1" fill="hold">
                                          <p:stCondLst>
                                            <p:cond delay="0"/>
                                          </p:stCondLst>
                                        </p:cTn>
                                        <p:tgtEl>
                                          <p:spTgt spid="277555"/>
                                        </p:tgtEl>
                                        <p:attrNameLst>
                                          <p:attrName>style.visibility</p:attrName>
                                        </p:attrNameLst>
                                      </p:cBhvr>
                                      <p:to>
                                        <p:strVal val="visible"/>
                                      </p:to>
                                    </p:set>
                                    <p:animEffect transition="in" filter="wipe(left)">
                                      <p:cBhvr>
                                        <p:cTn id="171" dur="500"/>
                                        <p:tgtEl>
                                          <p:spTgt spid="277555"/>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22" presetClass="entr" presetSubtype="8" fill="hold" nodeType="clickEffect">
                                  <p:stCondLst>
                                    <p:cond delay="0"/>
                                  </p:stCondLst>
                                  <p:childTnLst>
                                    <p:set>
                                      <p:cBhvr>
                                        <p:cTn id="175" dur="1" fill="hold">
                                          <p:stCondLst>
                                            <p:cond delay="0"/>
                                          </p:stCondLst>
                                        </p:cTn>
                                        <p:tgtEl>
                                          <p:spTgt spid="277568"/>
                                        </p:tgtEl>
                                        <p:attrNameLst>
                                          <p:attrName>style.visibility</p:attrName>
                                        </p:attrNameLst>
                                      </p:cBhvr>
                                      <p:to>
                                        <p:strVal val="visible"/>
                                      </p:to>
                                    </p:set>
                                    <p:animEffect transition="in" filter="wipe(left)">
                                      <p:cBhvr>
                                        <p:cTn id="176" dur="500"/>
                                        <p:tgtEl>
                                          <p:spTgt spid="277568"/>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4" presetClass="entr" presetSubtype="32" fill="hold" nodeType="clickEffect">
                                  <p:stCondLst>
                                    <p:cond delay="0"/>
                                  </p:stCondLst>
                                  <p:childTnLst>
                                    <p:set>
                                      <p:cBhvr>
                                        <p:cTn id="180" dur="1" fill="hold">
                                          <p:stCondLst>
                                            <p:cond delay="0"/>
                                          </p:stCondLst>
                                        </p:cTn>
                                        <p:tgtEl>
                                          <p:spTgt spid="8"/>
                                        </p:tgtEl>
                                        <p:attrNameLst>
                                          <p:attrName>style.visibility</p:attrName>
                                        </p:attrNameLst>
                                      </p:cBhvr>
                                      <p:to>
                                        <p:strVal val="visible"/>
                                      </p:to>
                                    </p:set>
                                    <p:animEffect transition="in" filter="box(out)">
                                      <p:cBhvr>
                                        <p:cTn id="181" dur="500"/>
                                        <p:tgtEl>
                                          <p:spTgt spid="8"/>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9" presetClass="entr" presetSubtype="0" fill="hold" nodeType="clickEffect">
                                  <p:stCondLst>
                                    <p:cond delay="0"/>
                                  </p:stCondLst>
                                  <p:childTnLst>
                                    <p:set>
                                      <p:cBhvr>
                                        <p:cTn id="185" dur="1" fill="hold">
                                          <p:stCondLst>
                                            <p:cond delay="0"/>
                                          </p:stCondLst>
                                        </p:cTn>
                                        <p:tgtEl>
                                          <p:spTgt spid="9"/>
                                        </p:tgtEl>
                                        <p:attrNameLst>
                                          <p:attrName>style.visibility</p:attrName>
                                        </p:attrNameLst>
                                      </p:cBhvr>
                                      <p:to>
                                        <p:strVal val="visible"/>
                                      </p:to>
                                    </p:set>
                                    <p:animEffect transition="in" filter="dissolve">
                                      <p:cBhvr>
                                        <p:cTn id="186" dur="500"/>
                                        <p:tgtEl>
                                          <p:spTgt spid="9"/>
                                        </p:tgtEl>
                                      </p:cBhvr>
                                    </p:animEffect>
                                  </p:childTnLst>
                                </p:cTn>
                              </p:par>
                            </p:childTnLst>
                          </p:cTn>
                        </p:par>
                        <p:par>
                          <p:cTn id="187" fill="hold" nodeType="afterGroup">
                            <p:stCondLst>
                              <p:cond delay="500"/>
                            </p:stCondLst>
                            <p:childTnLst>
                              <p:par>
                                <p:cTn id="188" presetID="1" presetClass="entr" presetSubtype="0" fill="hold" nodeType="afterEffect">
                                  <p:stCondLst>
                                    <p:cond delay="0"/>
                                  </p:stCondLst>
                                  <p:childTnLst>
                                    <p:set>
                                      <p:cBhvr>
                                        <p:cTn id="189" dur="1" fill="hold">
                                          <p:stCondLst>
                                            <p:cond delay="499"/>
                                          </p:stCondLst>
                                        </p:cTn>
                                        <p:tgtEl>
                                          <p:spTgt spid="277579"/>
                                        </p:tgtEl>
                                        <p:attrNameLst>
                                          <p:attrName>style.visibility</p:attrName>
                                        </p:attrNameLst>
                                      </p:cBhvr>
                                      <p:to>
                                        <p:strVal val="visible"/>
                                      </p:to>
                                    </p:se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2" presetClass="entr" presetSubtype="8" fill="hold" nodeType="clickEffect">
                                  <p:stCondLst>
                                    <p:cond delay="0"/>
                                  </p:stCondLst>
                                  <p:childTnLst>
                                    <p:set>
                                      <p:cBhvr>
                                        <p:cTn id="193" dur="1" fill="hold">
                                          <p:stCondLst>
                                            <p:cond delay="0"/>
                                          </p:stCondLst>
                                        </p:cTn>
                                        <p:tgtEl>
                                          <p:spTgt spid="277574"/>
                                        </p:tgtEl>
                                        <p:attrNameLst>
                                          <p:attrName>style.visibility</p:attrName>
                                        </p:attrNameLst>
                                      </p:cBhvr>
                                      <p:to>
                                        <p:strVal val="visible"/>
                                      </p:to>
                                    </p:set>
                                    <p:animEffect transition="in" filter="wipe(left)">
                                      <p:cBhvr>
                                        <p:cTn id="194" dur="500"/>
                                        <p:tgtEl>
                                          <p:spTgt spid="277574"/>
                                        </p:tgtEl>
                                      </p:cBhvr>
                                    </p:animEffect>
                                  </p:childTnLst>
                                </p:cTn>
                              </p:par>
                            </p:childTnLst>
                          </p:cTn>
                        </p:par>
                        <p:par>
                          <p:cTn id="195" fill="hold" nodeType="afterGroup">
                            <p:stCondLst>
                              <p:cond delay="500"/>
                            </p:stCondLst>
                            <p:childTnLst>
                              <p:par>
                                <p:cTn id="196" presetID="12" presetClass="entr" presetSubtype="8" fill="hold" nodeType="afterEffect">
                                  <p:stCondLst>
                                    <p:cond delay="0"/>
                                  </p:stCondLst>
                                  <p:childTnLst>
                                    <p:set>
                                      <p:cBhvr>
                                        <p:cTn id="197" dur="1" fill="hold">
                                          <p:stCondLst>
                                            <p:cond delay="0"/>
                                          </p:stCondLst>
                                        </p:cTn>
                                        <p:tgtEl>
                                          <p:spTgt spid="277573"/>
                                        </p:tgtEl>
                                        <p:attrNameLst>
                                          <p:attrName>style.visibility</p:attrName>
                                        </p:attrNameLst>
                                      </p:cBhvr>
                                      <p:to>
                                        <p:strVal val="visible"/>
                                      </p:to>
                                    </p:set>
                                    <p:animEffect transition="in" filter="slide(fromLeft)">
                                      <p:cBhvr>
                                        <p:cTn id="198" dur="500"/>
                                        <p:tgtEl>
                                          <p:spTgt spid="277573"/>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1" presetClass="entr" presetSubtype="0" fill="hold" nodeType="clickEffect">
                                  <p:stCondLst>
                                    <p:cond delay="0"/>
                                  </p:stCondLst>
                                  <p:childTnLst>
                                    <p:set>
                                      <p:cBhvr>
                                        <p:cTn id="202" dur="1" fill="hold">
                                          <p:stCondLst>
                                            <p:cond delay="499"/>
                                          </p:stCondLst>
                                        </p:cTn>
                                        <p:tgtEl>
                                          <p:spTgt spid="277586"/>
                                        </p:tgtEl>
                                        <p:attrNameLst>
                                          <p:attrName>style.visibility</p:attrName>
                                        </p:attrNameLst>
                                      </p:cBhvr>
                                      <p:to>
                                        <p:strVal val="visible"/>
                                      </p:to>
                                    </p:se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 presetClass="entr" presetSubtype="0" fill="hold" nodeType="clickEffect">
                                  <p:stCondLst>
                                    <p:cond delay="0"/>
                                  </p:stCondLst>
                                  <p:childTnLst>
                                    <p:set>
                                      <p:cBhvr>
                                        <p:cTn id="206" dur="1" fill="hold">
                                          <p:stCondLst>
                                            <p:cond delay="499"/>
                                          </p:stCondLst>
                                        </p:cTn>
                                        <p:tgtEl>
                                          <p:spTgt spid="277585"/>
                                        </p:tgtEl>
                                        <p:attrNameLst>
                                          <p:attrName>style.visibility</p:attrName>
                                        </p:attrNameLst>
                                      </p:cBhvr>
                                      <p:to>
                                        <p:strVal val="visible"/>
                                      </p:to>
                                    </p:se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1" presetClass="entr" presetSubtype="0" fill="hold" nodeType="clickEffect">
                                  <p:stCondLst>
                                    <p:cond delay="0"/>
                                  </p:stCondLst>
                                  <p:childTnLst>
                                    <p:set>
                                      <p:cBhvr>
                                        <p:cTn id="210" dur="1" fill="hold">
                                          <p:stCondLst>
                                            <p:cond delay="499"/>
                                          </p:stCondLst>
                                        </p:cTn>
                                        <p:tgtEl>
                                          <p:spTgt spid="10"/>
                                        </p:tgtEl>
                                        <p:attrNameLst>
                                          <p:attrName>style.visibility</p:attrName>
                                        </p:attrNameLst>
                                      </p:cBhvr>
                                      <p:to>
                                        <p:strVal val="visible"/>
                                      </p:to>
                                    </p:se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22" presetClass="entr" presetSubtype="8" fill="hold" nodeType="clickEffect">
                                  <p:stCondLst>
                                    <p:cond delay="0"/>
                                  </p:stCondLst>
                                  <p:childTnLst>
                                    <p:set>
                                      <p:cBhvr>
                                        <p:cTn id="214" dur="1" fill="hold">
                                          <p:stCondLst>
                                            <p:cond delay="0"/>
                                          </p:stCondLst>
                                        </p:cTn>
                                        <p:tgtEl>
                                          <p:spTgt spid="277588"/>
                                        </p:tgtEl>
                                        <p:attrNameLst>
                                          <p:attrName>style.visibility</p:attrName>
                                        </p:attrNameLst>
                                      </p:cBhvr>
                                      <p:to>
                                        <p:strVal val="visible"/>
                                      </p:to>
                                    </p:set>
                                    <p:animEffect transition="in" filter="wipe(left)">
                                      <p:cBhvr>
                                        <p:cTn id="215" dur="500"/>
                                        <p:tgtEl>
                                          <p:spTgt spid="277588"/>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22" presetClass="entr" presetSubtype="8" fill="hold" nodeType="clickEffect">
                                  <p:stCondLst>
                                    <p:cond delay="0"/>
                                  </p:stCondLst>
                                  <p:iterate type="wd">
                                    <p:tmPct val="43000"/>
                                  </p:iterate>
                                  <p:childTnLst>
                                    <p:set>
                                      <p:cBhvr>
                                        <p:cTn id="219" dur="1" fill="hold">
                                          <p:stCondLst>
                                            <p:cond delay="0"/>
                                          </p:stCondLst>
                                        </p:cTn>
                                        <p:tgtEl>
                                          <p:spTgt spid="277587"/>
                                        </p:tgtEl>
                                        <p:attrNameLst>
                                          <p:attrName>style.visibility</p:attrName>
                                        </p:attrNameLst>
                                      </p:cBhvr>
                                      <p:to>
                                        <p:strVal val="visible"/>
                                      </p:to>
                                    </p:set>
                                    <p:animEffect transition="in" filter="wipe(left)">
                                      <p:cBhvr>
                                        <p:cTn id="220" dur="500"/>
                                        <p:tgtEl>
                                          <p:spTgt spid="277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6" grpId="0" animBg="1"/>
      <p:bldP spid="277507" grpId="0" animBg="1"/>
      <p:bldP spid="277544" grpId="0" animBg="1"/>
      <p:bldP spid="277554" grpId="0" autoUpdateAnimBg="0"/>
      <p:bldP spid="277555" grpId="0" autoUpdateAnimBg="0"/>
      <p:bldP spid="277557" grpId="0" animBg="1"/>
      <p:bldP spid="277568" grpId="0" autoUpdateAnimBg="0"/>
      <p:bldP spid="277573" grpId="0" animBg="1"/>
      <p:bldP spid="277574" grpId="0" autoUpdateAnimBg="0"/>
      <p:bldP spid="277585" grpId="0" animBg="1"/>
      <p:bldP spid="277586" grpId="0" animBg="1"/>
      <p:bldP spid="277587" grpId="0" autoUpdateAnimBg="0"/>
      <p:bldP spid="277588"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482" name="Object 2">
            <a:extLst>
              <a:ext uri="{FF2B5EF4-FFF2-40B4-BE49-F238E27FC236}">
                <a16:creationId xmlns:a16="http://schemas.microsoft.com/office/drawing/2014/main" id="{12E968DA-F892-D9EF-FFEB-9C83F65B44F8}"/>
              </a:ext>
            </a:extLst>
          </p:cNvPr>
          <p:cNvGraphicFramePr>
            <a:graphicFrameLocks noChangeAspect="1"/>
          </p:cNvGraphicFramePr>
          <p:nvPr/>
        </p:nvGraphicFramePr>
        <p:xfrm>
          <a:off x="5651500" y="2060575"/>
          <a:ext cx="341313" cy="315913"/>
        </p:xfrm>
        <a:graphic>
          <a:graphicData uri="http://schemas.openxmlformats.org/presentationml/2006/ole">
            <mc:AlternateContent xmlns:mc="http://schemas.openxmlformats.org/markup-compatibility/2006">
              <mc:Choice xmlns:v="urn:schemas-microsoft-com:vml" Requires="v">
                <p:oleObj name="公式" r:id="rId2" imgW="305049" imgH="281801" progId="Equation.3">
                  <p:embed/>
                </p:oleObj>
              </mc:Choice>
              <mc:Fallback>
                <p:oleObj name="公式" r:id="rId2" imgW="305049" imgH="281801"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0" y="2060575"/>
                        <a:ext cx="3413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483" name="Object 3">
            <a:extLst>
              <a:ext uri="{FF2B5EF4-FFF2-40B4-BE49-F238E27FC236}">
                <a16:creationId xmlns:a16="http://schemas.microsoft.com/office/drawing/2014/main" id="{EB946192-55A6-FE35-7B42-50D299396A6E}"/>
              </a:ext>
            </a:extLst>
          </p:cNvPr>
          <p:cNvGraphicFramePr>
            <a:graphicFrameLocks noChangeAspect="1"/>
          </p:cNvGraphicFramePr>
          <p:nvPr/>
        </p:nvGraphicFramePr>
        <p:xfrm>
          <a:off x="827088" y="333375"/>
          <a:ext cx="3889375" cy="1466850"/>
        </p:xfrm>
        <a:graphic>
          <a:graphicData uri="http://schemas.openxmlformats.org/presentationml/2006/ole">
            <mc:AlternateContent xmlns:mc="http://schemas.openxmlformats.org/markup-compatibility/2006">
              <mc:Choice xmlns:v="urn:schemas-microsoft-com:vml" Requires="v">
                <p:oleObj name="公式" r:id="rId4" imgW="1714344" imgH="624951" progId="Equation.3">
                  <p:embed/>
                </p:oleObj>
              </mc:Choice>
              <mc:Fallback>
                <p:oleObj name="公式" r:id="rId4" imgW="1714344" imgH="624951"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333375"/>
                        <a:ext cx="3889375" cy="146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484" name="Rectangle 4">
            <a:extLst>
              <a:ext uri="{FF2B5EF4-FFF2-40B4-BE49-F238E27FC236}">
                <a16:creationId xmlns:a16="http://schemas.microsoft.com/office/drawing/2014/main" id="{8FE6061A-9167-3E1E-C3C2-909B2593EFD1}"/>
              </a:ext>
            </a:extLst>
          </p:cNvPr>
          <p:cNvSpPr>
            <a:spLocks noChangeArrowheads="1"/>
          </p:cNvSpPr>
          <p:nvPr/>
        </p:nvSpPr>
        <p:spPr bwMode="auto">
          <a:xfrm>
            <a:off x="684213" y="1989138"/>
            <a:ext cx="568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t>(1)  </a:t>
            </a:r>
            <a:r>
              <a:rPr kumimoji="1" lang="zh-CN" altLang="en-US"/>
              <a:t>该</a:t>
            </a:r>
            <a:r>
              <a:rPr kumimoji="1" lang="zh-CN" altLang="en-US">
                <a:latin typeface="宋体" panose="02010600030101010101" pitchFamily="2" charset="-122"/>
              </a:rPr>
              <a:t>半导体是</a:t>
            </a:r>
            <a:r>
              <a:rPr kumimoji="1" lang="en-US" altLang="zh-CN" i="1">
                <a:solidFill>
                  <a:srgbClr val="00FFFF"/>
                </a:solidFill>
              </a:rPr>
              <a:t>p </a:t>
            </a:r>
            <a:r>
              <a:rPr kumimoji="1" lang="zh-CN" altLang="en-US">
                <a:solidFill>
                  <a:srgbClr val="00FFFF"/>
                </a:solidFill>
                <a:latin typeface="宋体" panose="02010600030101010101" pitchFamily="2" charset="-122"/>
              </a:rPr>
              <a:t>型，</a:t>
            </a:r>
            <a:r>
              <a:rPr kumimoji="1" lang="en-US" altLang="zh-CN" i="1">
                <a:solidFill>
                  <a:srgbClr val="00FFFF"/>
                </a:solidFill>
              </a:rPr>
              <a:t>n</a:t>
            </a:r>
            <a:r>
              <a:rPr kumimoji="1" lang="en-US" altLang="zh-CN" i="1">
                <a:solidFill>
                  <a:srgbClr val="00FFFF"/>
                </a:solidFill>
                <a:latin typeface="宋体" panose="02010600030101010101" pitchFamily="2" charset="-122"/>
              </a:rPr>
              <a:t> </a:t>
            </a:r>
            <a:r>
              <a:rPr kumimoji="1" lang="zh-CN" altLang="en-US">
                <a:solidFill>
                  <a:srgbClr val="00FFFF"/>
                </a:solidFill>
                <a:latin typeface="宋体" panose="02010600030101010101" pitchFamily="2" charset="-122"/>
              </a:rPr>
              <a:t>型</a:t>
            </a:r>
          </a:p>
        </p:txBody>
      </p:sp>
      <p:sp>
        <p:nvSpPr>
          <p:cNvPr id="276485" name="Rectangle 5">
            <a:extLst>
              <a:ext uri="{FF2B5EF4-FFF2-40B4-BE49-F238E27FC236}">
                <a16:creationId xmlns:a16="http://schemas.microsoft.com/office/drawing/2014/main" id="{998A0ECD-2D72-8029-39B9-F2F67DE78495}"/>
              </a:ext>
            </a:extLst>
          </p:cNvPr>
          <p:cNvSpPr>
            <a:spLocks noChangeArrowheads="1"/>
          </p:cNvSpPr>
          <p:nvPr/>
        </p:nvSpPr>
        <p:spPr bwMode="auto">
          <a:xfrm>
            <a:off x="684213" y="2492375"/>
            <a:ext cx="576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t>(2)  </a:t>
            </a:r>
            <a:r>
              <a:rPr kumimoji="1" lang="zh-CN" altLang="en-US">
                <a:latin typeface="宋体" panose="02010600030101010101" pitchFamily="2" charset="-122"/>
              </a:rPr>
              <a:t>载流子的浓度 </a:t>
            </a:r>
            <a:r>
              <a:rPr kumimoji="1" lang="en-US" altLang="zh-CN" i="1"/>
              <a:t>n</a:t>
            </a:r>
          </a:p>
        </p:txBody>
      </p:sp>
      <p:sp>
        <p:nvSpPr>
          <p:cNvPr id="276486" name="Text Box 6">
            <a:extLst>
              <a:ext uri="{FF2B5EF4-FFF2-40B4-BE49-F238E27FC236}">
                <a16:creationId xmlns:a16="http://schemas.microsoft.com/office/drawing/2014/main" id="{389E798F-06A5-AD6F-5E06-D643D09B4B6B}"/>
              </a:ext>
            </a:extLst>
          </p:cNvPr>
          <p:cNvSpPr txBox="1">
            <a:spLocks noChangeArrowheads="1"/>
          </p:cNvSpPr>
          <p:nvPr/>
        </p:nvSpPr>
        <p:spPr bwMode="auto">
          <a:xfrm>
            <a:off x="304800" y="32131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FFFF00"/>
                </a:solidFill>
              </a:rPr>
              <a:t>解</a:t>
            </a:r>
          </a:p>
        </p:txBody>
      </p:sp>
      <p:sp>
        <p:nvSpPr>
          <p:cNvPr id="276487" name="Rectangle 7">
            <a:extLst>
              <a:ext uri="{FF2B5EF4-FFF2-40B4-BE49-F238E27FC236}">
                <a16:creationId xmlns:a16="http://schemas.microsoft.com/office/drawing/2014/main" id="{A20EE381-3DBF-CC67-0FC7-5403CD06B1F8}"/>
              </a:ext>
            </a:extLst>
          </p:cNvPr>
          <p:cNvSpPr>
            <a:spLocks noChangeArrowheads="1"/>
          </p:cNvSpPr>
          <p:nvPr/>
        </p:nvSpPr>
        <p:spPr bwMode="auto">
          <a:xfrm>
            <a:off x="287338" y="198913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rgbClr val="FFFF00"/>
                </a:solidFill>
              </a:rPr>
              <a:t>求</a:t>
            </a:r>
          </a:p>
        </p:txBody>
      </p:sp>
      <p:sp>
        <p:nvSpPr>
          <p:cNvPr id="276488" name="Rectangle 8">
            <a:extLst>
              <a:ext uri="{FF2B5EF4-FFF2-40B4-BE49-F238E27FC236}">
                <a16:creationId xmlns:a16="http://schemas.microsoft.com/office/drawing/2014/main" id="{7AEF4E58-E3CD-4995-078E-26BFFA605631}"/>
              </a:ext>
            </a:extLst>
          </p:cNvPr>
          <p:cNvSpPr>
            <a:spLocks noChangeArrowheads="1"/>
          </p:cNvSpPr>
          <p:nvPr/>
        </p:nvSpPr>
        <p:spPr bwMode="auto">
          <a:xfrm>
            <a:off x="311150" y="3333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rgbClr val="FFFF00"/>
                </a:solidFill>
              </a:rPr>
              <a:t>例</a:t>
            </a:r>
          </a:p>
        </p:txBody>
      </p:sp>
      <p:sp>
        <p:nvSpPr>
          <p:cNvPr id="276489" name="Line 9">
            <a:extLst>
              <a:ext uri="{FF2B5EF4-FFF2-40B4-BE49-F238E27FC236}">
                <a16:creationId xmlns:a16="http://schemas.microsoft.com/office/drawing/2014/main" id="{556C1871-69DB-EF55-63D6-63D0D263F85A}"/>
              </a:ext>
            </a:extLst>
          </p:cNvPr>
          <p:cNvSpPr>
            <a:spLocks noChangeShapeType="1"/>
          </p:cNvSpPr>
          <p:nvPr/>
        </p:nvSpPr>
        <p:spPr bwMode="auto">
          <a:xfrm flipH="1">
            <a:off x="6515100" y="1771650"/>
            <a:ext cx="720725" cy="792163"/>
          </a:xfrm>
          <a:prstGeom prst="line">
            <a:avLst/>
          </a:prstGeom>
          <a:noFill/>
          <a:ln w="57150">
            <a:solidFill>
              <a:srgbClr val="FFFF00"/>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490" name="Text Box 10">
            <a:extLst>
              <a:ext uri="{FF2B5EF4-FFF2-40B4-BE49-F238E27FC236}">
                <a16:creationId xmlns:a16="http://schemas.microsoft.com/office/drawing/2014/main" id="{091B3475-9C68-6451-6757-CE168C22D058}"/>
              </a:ext>
            </a:extLst>
          </p:cNvPr>
          <p:cNvSpPr txBox="1">
            <a:spLocks noChangeArrowheads="1"/>
          </p:cNvSpPr>
          <p:nvPr/>
        </p:nvSpPr>
        <p:spPr bwMode="auto">
          <a:xfrm>
            <a:off x="6083300" y="2347913"/>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solidFill>
                  <a:srgbClr val="FFFF00"/>
                </a:solidFill>
              </a:rPr>
              <a:t>I</a:t>
            </a:r>
          </a:p>
        </p:txBody>
      </p:sp>
      <p:grpSp>
        <p:nvGrpSpPr>
          <p:cNvPr id="2" name="Group 11">
            <a:extLst>
              <a:ext uri="{FF2B5EF4-FFF2-40B4-BE49-F238E27FC236}">
                <a16:creationId xmlns:a16="http://schemas.microsoft.com/office/drawing/2014/main" id="{B6E29944-EAEC-94AC-B4D9-A78839BDB4C2}"/>
              </a:ext>
            </a:extLst>
          </p:cNvPr>
          <p:cNvGrpSpPr>
            <a:grpSpLocks/>
          </p:cNvGrpSpPr>
          <p:nvPr/>
        </p:nvGrpSpPr>
        <p:grpSpPr bwMode="auto">
          <a:xfrm>
            <a:off x="4451350" y="620713"/>
            <a:ext cx="4248150" cy="3527425"/>
            <a:chOff x="1837" y="1253"/>
            <a:chExt cx="2676" cy="2222"/>
          </a:xfrm>
        </p:grpSpPr>
        <p:sp>
          <p:nvSpPr>
            <p:cNvPr id="22570" name="Line 12">
              <a:extLst>
                <a:ext uri="{FF2B5EF4-FFF2-40B4-BE49-F238E27FC236}">
                  <a16:creationId xmlns:a16="http://schemas.microsoft.com/office/drawing/2014/main" id="{05C05967-3539-D9DA-3E4D-CD02CB632B59}"/>
                </a:ext>
              </a:extLst>
            </p:cNvPr>
            <p:cNvSpPr>
              <a:spLocks noChangeShapeType="1"/>
            </p:cNvSpPr>
            <p:nvPr/>
          </p:nvSpPr>
          <p:spPr bwMode="auto">
            <a:xfrm flipV="1">
              <a:off x="3198" y="2115"/>
              <a:ext cx="1315" cy="0"/>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1" name="Line 13">
              <a:extLst>
                <a:ext uri="{FF2B5EF4-FFF2-40B4-BE49-F238E27FC236}">
                  <a16:creationId xmlns:a16="http://schemas.microsoft.com/office/drawing/2014/main" id="{999B9E16-FBCC-478B-CD33-656A9EE09A07}"/>
                </a:ext>
              </a:extLst>
            </p:cNvPr>
            <p:cNvSpPr>
              <a:spLocks noChangeShapeType="1"/>
            </p:cNvSpPr>
            <p:nvPr/>
          </p:nvSpPr>
          <p:spPr bwMode="auto">
            <a:xfrm flipH="1">
              <a:off x="1837" y="2115"/>
              <a:ext cx="1361" cy="1360"/>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2" name="Line 14">
              <a:extLst>
                <a:ext uri="{FF2B5EF4-FFF2-40B4-BE49-F238E27FC236}">
                  <a16:creationId xmlns:a16="http://schemas.microsoft.com/office/drawing/2014/main" id="{2D832D1A-F98F-1DA7-76D0-2DC19D9DC9A0}"/>
                </a:ext>
              </a:extLst>
            </p:cNvPr>
            <p:cNvSpPr>
              <a:spLocks noChangeShapeType="1"/>
            </p:cNvSpPr>
            <p:nvPr/>
          </p:nvSpPr>
          <p:spPr bwMode="auto">
            <a:xfrm>
              <a:off x="3198" y="1253"/>
              <a:ext cx="0" cy="862"/>
            </a:xfrm>
            <a:prstGeom prst="line">
              <a:avLst/>
            </a:prstGeom>
            <a:noFill/>
            <a:ln w="19050">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5">
            <a:extLst>
              <a:ext uri="{FF2B5EF4-FFF2-40B4-BE49-F238E27FC236}">
                <a16:creationId xmlns:a16="http://schemas.microsoft.com/office/drawing/2014/main" id="{875C5671-1A22-E9F3-4445-5561F2FB1F89}"/>
              </a:ext>
            </a:extLst>
          </p:cNvPr>
          <p:cNvGrpSpPr>
            <a:grpSpLocks/>
          </p:cNvGrpSpPr>
          <p:nvPr/>
        </p:nvGrpSpPr>
        <p:grpSpPr bwMode="auto">
          <a:xfrm>
            <a:off x="4859338" y="1196975"/>
            <a:ext cx="3168650" cy="2519363"/>
            <a:chOff x="2109" y="1616"/>
            <a:chExt cx="1996" cy="1587"/>
          </a:xfrm>
        </p:grpSpPr>
        <p:sp>
          <p:nvSpPr>
            <p:cNvPr id="22566" name="Line 16">
              <a:extLst>
                <a:ext uri="{FF2B5EF4-FFF2-40B4-BE49-F238E27FC236}">
                  <a16:creationId xmlns:a16="http://schemas.microsoft.com/office/drawing/2014/main" id="{00B53CF2-F283-2D69-B1EF-01087D46C2E0}"/>
                </a:ext>
              </a:extLst>
            </p:cNvPr>
            <p:cNvSpPr>
              <a:spLocks noChangeShapeType="1"/>
            </p:cNvSpPr>
            <p:nvPr/>
          </p:nvSpPr>
          <p:spPr bwMode="auto">
            <a:xfrm flipH="1">
              <a:off x="2154" y="2115"/>
              <a:ext cx="1043" cy="1043"/>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Line 17">
              <a:extLst>
                <a:ext uri="{FF2B5EF4-FFF2-40B4-BE49-F238E27FC236}">
                  <a16:creationId xmlns:a16="http://schemas.microsoft.com/office/drawing/2014/main" id="{8EF8B9E2-AE54-EABC-F97C-B554783C051D}"/>
                </a:ext>
              </a:extLst>
            </p:cNvPr>
            <p:cNvSpPr>
              <a:spLocks noChangeShapeType="1"/>
            </p:cNvSpPr>
            <p:nvPr/>
          </p:nvSpPr>
          <p:spPr bwMode="auto">
            <a:xfrm flipH="1">
              <a:off x="3197" y="1616"/>
              <a:ext cx="1" cy="499"/>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8" name="Line 18">
              <a:extLst>
                <a:ext uri="{FF2B5EF4-FFF2-40B4-BE49-F238E27FC236}">
                  <a16:creationId xmlns:a16="http://schemas.microsoft.com/office/drawing/2014/main" id="{B5E72BA4-6A55-5423-4F84-B1065D08D318}"/>
                </a:ext>
              </a:extLst>
            </p:cNvPr>
            <p:cNvSpPr>
              <a:spLocks noChangeShapeType="1"/>
            </p:cNvSpPr>
            <p:nvPr/>
          </p:nvSpPr>
          <p:spPr bwMode="auto">
            <a:xfrm flipV="1">
              <a:off x="3197" y="2115"/>
              <a:ext cx="908" cy="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9" name="AutoShape 19">
              <a:extLst>
                <a:ext uri="{FF2B5EF4-FFF2-40B4-BE49-F238E27FC236}">
                  <a16:creationId xmlns:a16="http://schemas.microsoft.com/office/drawing/2014/main" id="{E72D4F12-9590-5AFC-FE5B-7BC6858776FC}"/>
                </a:ext>
              </a:extLst>
            </p:cNvPr>
            <p:cNvSpPr>
              <a:spLocks noChangeArrowheads="1"/>
            </p:cNvSpPr>
            <p:nvPr/>
          </p:nvSpPr>
          <p:spPr bwMode="auto">
            <a:xfrm>
              <a:off x="2109" y="1616"/>
              <a:ext cx="1996" cy="1587"/>
            </a:xfrm>
            <a:prstGeom prst="cube">
              <a:avLst>
                <a:gd name="adj" fmla="val 67648"/>
              </a:avLst>
            </a:prstGeom>
            <a:gradFill rotWithShape="1">
              <a:gsLst>
                <a:gs pos="0">
                  <a:srgbClr val="3399FF">
                    <a:alpha val="29999"/>
                  </a:srgbClr>
                </a:gs>
                <a:gs pos="100000">
                  <a:srgbClr val="184776">
                    <a:alpha val="62000"/>
                  </a:srgbClr>
                </a:gs>
              </a:gsLst>
              <a:lin ang="5400000" scaled="1"/>
            </a:gradFill>
            <a:ln w="19050">
              <a:solidFill>
                <a:schemeClr val="folHlink"/>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pSp>
      <p:sp>
        <p:nvSpPr>
          <p:cNvPr id="276500" name="Line 20">
            <a:extLst>
              <a:ext uri="{FF2B5EF4-FFF2-40B4-BE49-F238E27FC236}">
                <a16:creationId xmlns:a16="http://schemas.microsoft.com/office/drawing/2014/main" id="{0C7BF653-BB4F-1A37-8278-DF70C8892D9B}"/>
              </a:ext>
            </a:extLst>
          </p:cNvPr>
          <p:cNvSpPr>
            <a:spLocks noChangeShapeType="1"/>
          </p:cNvSpPr>
          <p:nvPr/>
        </p:nvSpPr>
        <p:spPr bwMode="auto">
          <a:xfrm>
            <a:off x="8051800" y="1196975"/>
            <a:ext cx="576263"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501" name="Line 21">
            <a:extLst>
              <a:ext uri="{FF2B5EF4-FFF2-40B4-BE49-F238E27FC236}">
                <a16:creationId xmlns:a16="http://schemas.microsoft.com/office/drawing/2014/main" id="{AA296AAA-27E5-01DE-EE2E-D4EFF3183BB4}"/>
              </a:ext>
            </a:extLst>
          </p:cNvPr>
          <p:cNvSpPr>
            <a:spLocks noChangeShapeType="1"/>
          </p:cNvSpPr>
          <p:nvPr/>
        </p:nvSpPr>
        <p:spPr bwMode="auto">
          <a:xfrm>
            <a:off x="8339138" y="1196975"/>
            <a:ext cx="0" cy="792163"/>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502" name="Line 22">
            <a:extLst>
              <a:ext uri="{FF2B5EF4-FFF2-40B4-BE49-F238E27FC236}">
                <a16:creationId xmlns:a16="http://schemas.microsoft.com/office/drawing/2014/main" id="{429F0180-09ED-F873-B0FF-4F73F01FF4C8}"/>
              </a:ext>
            </a:extLst>
          </p:cNvPr>
          <p:cNvSpPr>
            <a:spLocks noChangeShapeType="1"/>
          </p:cNvSpPr>
          <p:nvPr/>
        </p:nvSpPr>
        <p:spPr bwMode="auto">
          <a:xfrm flipV="1">
            <a:off x="8051800" y="692150"/>
            <a:ext cx="0" cy="5048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503" name="Line 23">
            <a:extLst>
              <a:ext uri="{FF2B5EF4-FFF2-40B4-BE49-F238E27FC236}">
                <a16:creationId xmlns:a16="http://schemas.microsoft.com/office/drawing/2014/main" id="{2387844B-D115-B959-D80B-F3F1F8761D43}"/>
              </a:ext>
            </a:extLst>
          </p:cNvPr>
          <p:cNvSpPr>
            <a:spLocks noChangeShapeType="1"/>
          </p:cNvSpPr>
          <p:nvPr/>
        </p:nvSpPr>
        <p:spPr bwMode="auto">
          <a:xfrm>
            <a:off x="6611938" y="836613"/>
            <a:ext cx="1439862" cy="0"/>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504" name="Line 24">
            <a:extLst>
              <a:ext uri="{FF2B5EF4-FFF2-40B4-BE49-F238E27FC236}">
                <a16:creationId xmlns:a16="http://schemas.microsoft.com/office/drawing/2014/main" id="{EE7945EE-BDE1-1268-1F33-E6DC361F0042}"/>
              </a:ext>
            </a:extLst>
          </p:cNvPr>
          <p:cNvSpPr>
            <a:spLocks noChangeShapeType="1"/>
          </p:cNvSpPr>
          <p:nvPr/>
        </p:nvSpPr>
        <p:spPr bwMode="auto">
          <a:xfrm flipV="1">
            <a:off x="4883150" y="2205038"/>
            <a:ext cx="0" cy="7191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505" name="Line 25">
            <a:extLst>
              <a:ext uri="{FF2B5EF4-FFF2-40B4-BE49-F238E27FC236}">
                <a16:creationId xmlns:a16="http://schemas.microsoft.com/office/drawing/2014/main" id="{3CDF96E2-8885-C106-B9D5-ECDE989616BB}"/>
              </a:ext>
            </a:extLst>
          </p:cNvPr>
          <p:cNvSpPr>
            <a:spLocks noChangeShapeType="1"/>
          </p:cNvSpPr>
          <p:nvPr/>
        </p:nvSpPr>
        <p:spPr bwMode="auto">
          <a:xfrm flipH="1">
            <a:off x="4883150" y="836613"/>
            <a:ext cx="1728788" cy="1728787"/>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506" name="Text Box 26">
            <a:extLst>
              <a:ext uri="{FF2B5EF4-FFF2-40B4-BE49-F238E27FC236}">
                <a16:creationId xmlns:a16="http://schemas.microsoft.com/office/drawing/2014/main" id="{CF2CE4AC-7BF6-222B-9941-E5C555CA9FE6}"/>
              </a:ext>
            </a:extLst>
          </p:cNvPr>
          <p:cNvSpPr txBox="1">
            <a:spLocks noChangeArrowheads="1"/>
          </p:cNvSpPr>
          <p:nvPr/>
        </p:nvSpPr>
        <p:spPr bwMode="auto">
          <a:xfrm>
            <a:off x="8412163" y="13398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t>a</a:t>
            </a:r>
          </a:p>
        </p:txBody>
      </p:sp>
      <p:sp>
        <p:nvSpPr>
          <p:cNvPr id="276507" name="Text Box 27">
            <a:extLst>
              <a:ext uri="{FF2B5EF4-FFF2-40B4-BE49-F238E27FC236}">
                <a16:creationId xmlns:a16="http://schemas.microsoft.com/office/drawing/2014/main" id="{211F3306-4DF3-B12B-FE4A-DF76F61A296A}"/>
              </a:ext>
            </a:extLst>
          </p:cNvPr>
          <p:cNvSpPr txBox="1">
            <a:spLocks noChangeArrowheads="1"/>
          </p:cNvSpPr>
          <p:nvPr/>
        </p:nvSpPr>
        <p:spPr bwMode="auto">
          <a:xfrm>
            <a:off x="7186613" y="2603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t>b</a:t>
            </a:r>
          </a:p>
        </p:txBody>
      </p:sp>
      <p:sp>
        <p:nvSpPr>
          <p:cNvPr id="276508" name="Text Box 28">
            <a:extLst>
              <a:ext uri="{FF2B5EF4-FFF2-40B4-BE49-F238E27FC236}">
                <a16:creationId xmlns:a16="http://schemas.microsoft.com/office/drawing/2014/main" id="{3291DE1D-3B09-D126-2A3B-9BDB55F8FA4B}"/>
              </a:ext>
            </a:extLst>
          </p:cNvPr>
          <p:cNvSpPr txBox="1">
            <a:spLocks noChangeArrowheads="1"/>
          </p:cNvSpPr>
          <p:nvPr/>
        </p:nvSpPr>
        <p:spPr bwMode="auto">
          <a:xfrm>
            <a:off x="5459413" y="119697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i="1"/>
              <a:t>c</a:t>
            </a:r>
          </a:p>
        </p:txBody>
      </p:sp>
      <p:graphicFrame>
        <p:nvGraphicFramePr>
          <p:cNvPr id="276509" name="Object 4">
            <a:extLst>
              <a:ext uri="{FF2B5EF4-FFF2-40B4-BE49-F238E27FC236}">
                <a16:creationId xmlns:a16="http://schemas.microsoft.com/office/drawing/2014/main" id="{364356E1-0E6D-E373-7DF3-5F930301603F}"/>
              </a:ext>
            </a:extLst>
          </p:cNvPr>
          <p:cNvGraphicFramePr>
            <a:graphicFrameLocks noChangeAspect="1"/>
          </p:cNvGraphicFramePr>
          <p:nvPr/>
        </p:nvGraphicFramePr>
        <p:xfrm>
          <a:off x="5027613" y="547688"/>
          <a:ext cx="279400" cy="368300"/>
        </p:xfrm>
        <a:graphic>
          <a:graphicData uri="http://schemas.openxmlformats.org/presentationml/2006/ole">
            <mc:AlternateContent xmlns:mc="http://schemas.openxmlformats.org/markup-compatibility/2006">
              <mc:Choice xmlns:v="urn:schemas-microsoft-com:vml" Requires="v">
                <p:oleObj name="公式" r:id="rId6" imgW="243840" imgH="327688" progId="Equation.3">
                  <p:embed/>
                </p:oleObj>
              </mc:Choice>
              <mc:Fallback>
                <p:oleObj name="公式" r:id="rId6" imgW="243840" imgH="327688"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7613" y="547688"/>
                        <a:ext cx="279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10" name="Line 30">
            <a:extLst>
              <a:ext uri="{FF2B5EF4-FFF2-40B4-BE49-F238E27FC236}">
                <a16:creationId xmlns:a16="http://schemas.microsoft.com/office/drawing/2014/main" id="{27B07007-E8F1-381A-4562-4EDF49F1E98E}"/>
              </a:ext>
            </a:extLst>
          </p:cNvPr>
          <p:cNvSpPr>
            <a:spLocks noChangeShapeType="1"/>
          </p:cNvSpPr>
          <p:nvPr/>
        </p:nvSpPr>
        <p:spPr bwMode="auto">
          <a:xfrm>
            <a:off x="5099050" y="981075"/>
            <a:ext cx="0" cy="1223963"/>
          </a:xfrm>
          <a:prstGeom prst="line">
            <a:avLst/>
          </a:prstGeom>
          <a:noFill/>
          <a:ln w="57150">
            <a:solidFill>
              <a:srgbClr val="FF3300"/>
            </a:solidFill>
            <a:round/>
            <a:headEnd type="triangle" w="med" len="me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511" name="Text Box 31">
            <a:extLst>
              <a:ext uri="{FF2B5EF4-FFF2-40B4-BE49-F238E27FC236}">
                <a16:creationId xmlns:a16="http://schemas.microsoft.com/office/drawing/2014/main" id="{6DE0A5CF-58D4-6F8F-956A-214678BE41A8}"/>
              </a:ext>
            </a:extLst>
          </p:cNvPr>
          <p:cNvSpPr txBox="1">
            <a:spLocks noChangeArrowheads="1"/>
          </p:cNvSpPr>
          <p:nvPr/>
        </p:nvSpPr>
        <p:spPr bwMode="auto">
          <a:xfrm>
            <a:off x="7019925" y="22764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i="1"/>
              <a:t>A</a:t>
            </a:r>
          </a:p>
        </p:txBody>
      </p:sp>
      <p:sp>
        <p:nvSpPr>
          <p:cNvPr id="276512" name="Rectangle 32">
            <a:extLst>
              <a:ext uri="{FF2B5EF4-FFF2-40B4-BE49-F238E27FC236}">
                <a16:creationId xmlns:a16="http://schemas.microsoft.com/office/drawing/2014/main" id="{66B437E7-2C05-D407-2C9C-ABBC814D08C9}"/>
              </a:ext>
            </a:extLst>
          </p:cNvPr>
          <p:cNvSpPr>
            <a:spLocks noChangeArrowheads="1"/>
          </p:cNvSpPr>
          <p:nvPr/>
        </p:nvSpPr>
        <p:spPr bwMode="auto">
          <a:xfrm>
            <a:off x="719138" y="32131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a:t>(1)</a:t>
            </a:r>
          </a:p>
        </p:txBody>
      </p:sp>
      <p:graphicFrame>
        <p:nvGraphicFramePr>
          <p:cNvPr id="276513" name="Object 5">
            <a:extLst>
              <a:ext uri="{FF2B5EF4-FFF2-40B4-BE49-F238E27FC236}">
                <a16:creationId xmlns:a16="http://schemas.microsoft.com/office/drawing/2014/main" id="{B20C2E97-EFBF-33AD-D64C-0BAA5245F3C8}"/>
              </a:ext>
            </a:extLst>
          </p:cNvPr>
          <p:cNvGraphicFramePr>
            <a:graphicFrameLocks noChangeAspect="1"/>
          </p:cNvGraphicFramePr>
          <p:nvPr/>
        </p:nvGraphicFramePr>
        <p:xfrm>
          <a:off x="1258888" y="3284538"/>
          <a:ext cx="2746375" cy="417512"/>
        </p:xfrm>
        <a:graphic>
          <a:graphicData uri="http://schemas.openxmlformats.org/presentationml/2006/ole">
            <mc:AlternateContent xmlns:mc="http://schemas.openxmlformats.org/markup-compatibility/2006">
              <mc:Choice xmlns:v="urn:schemas-microsoft-com:vml" Requires="v">
                <p:oleObj name="公式" r:id="rId8" imgW="2720558" imgH="381055" progId="Equation.3">
                  <p:embed/>
                </p:oleObj>
              </mc:Choice>
              <mc:Fallback>
                <p:oleObj name="公式" r:id="rId8" imgW="2720558" imgH="381055"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3284538"/>
                        <a:ext cx="2746375"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14" name="Object 6">
            <a:extLst>
              <a:ext uri="{FF2B5EF4-FFF2-40B4-BE49-F238E27FC236}">
                <a16:creationId xmlns:a16="http://schemas.microsoft.com/office/drawing/2014/main" id="{90EA6BFB-F9A5-A843-DC0B-0D64B983BA13}"/>
              </a:ext>
            </a:extLst>
          </p:cNvPr>
          <p:cNvGraphicFramePr>
            <a:graphicFrameLocks noChangeAspect="1"/>
          </p:cNvGraphicFramePr>
          <p:nvPr/>
        </p:nvGraphicFramePr>
        <p:xfrm>
          <a:off x="1222375" y="4437063"/>
          <a:ext cx="469900" cy="436562"/>
        </p:xfrm>
        <a:graphic>
          <a:graphicData uri="http://schemas.openxmlformats.org/presentationml/2006/ole">
            <mc:AlternateContent xmlns:mc="http://schemas.openxmlformats.org/markup-compatibility/2006">
              <mc:Choice xmlns:v="urn:schemas-microsoft-com:vml" Requires="v">
                <p:oleObj name="Equation" r:id="rId10" imgW="137347" imgH="129679" progId="Equation.3">
                  <p:embed/>
                </p:oleObj>
              </mc:Choice>
              <mc:Fallback>
                <p:oleObj name="Equation" r:id="rId10" imgW="137347" imgH="129679"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22375" y="4437063"/>
                        <a:ext cx="469900" cy="436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15" name="Rectangle 35">
            <a:extLst>
              <a:ext uri="{FF2B5EF4-FFF2-40B4-BE49-F238E27FC236}">
                <a16:creationId xmlns:a16="http://schemas.microsoft.com/office/drawing/2014/main" id="{5C44A227-995B-227E-D37E-12BA28445A72}"/>
              </a:ext>
            </a:extLst>
          </p:cNvPr>
          <p:cNvSpPr>
            <a:spLocks noChangeArrowheads="1"/>
          </p:cNvSpPr>
          <p:nvPr/>
        </p:nvSpPr>
        <p:spPr bwMode="auto">
          <a:xfrm>
            <a:off x="4572000" y="4487863"/>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latin typeface="宋体" panose="02010600030101010101" pitchFamily="2" charset="-122"/>
              </a:rPr>
              <a:t>所以该半导体是</a:t>
            </a:r>
            <a:r>
              <a:rPr kumimoji="1" lang="en-US" altLang="zh-CN" i="1">
                <a:solidFill>
                  <a:srgbClr val="66FFFF"/>
                </a:solidFill>
              </a:rPr>
              <a:t>n </a:t>
            </a:r>
            <a:r>
              <a:rPr kumimoji="1" lang="zh-CN" altLang="en-US">
                <a:latin typeface="宋体" panose="02010600030101010101" pitchFamily="2" charset="-122"/>
              </a:rPr>
              <a:t>型</a:t>
            </a:r>
          </a:p>
        </p:txBody>
      </p:sp>
      <p:sp>
        <p:nvSpPr>
          <p:cNvPr id="276516" name="Rectangle 36">
            <a:extLst>
              <a:ext uri="{FF2B5EF4-FFF2-40B4-BE49-F238E27FC236}">
                <a16:creationId xmlns:a16="http://schemas.microsoft.com/office/drawing/2014/main" id="{D85B0D7E-1BFC-6401-B8EC-8D2F13C9BDF5}"/>
              </a:ext>
            </a:extLst>
          </p:cNvPr>
          <p:cNvSpPr>
            <a:spLocks noChangeArrowheads="1"/>
          </p:cNvSpPr>
          <p:nvPr/>
        </p:nvSpPr>
        <p:spPr bwMode="auto">
          <a:xfrm>
            <a:off x="1220788" y="3860800"/>
            <a:ext cx="3711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i="1">
                <a:solidFill>
                  <a:srgbClr val="66FFFF"/>
                </a:solidFill>
              </a:rPr>
              <a:t>A</a:t>
            </a:r>
            <a:r>
              <a:rPr kumimoji="1" lang="en-US" altLang="zh-CN" i="1"/>
              <a:t> </a:t>
            </a:r>
            <a:r>
              <a:rPr kumimoji="1" lang="zh-CN" altLang="en-US">
                <a:latin typeface="宋体" panose="02010600030101010101" pitchFamily="2" charset="-122"/>
              </a:rPr>
              <a:t>面上积聚</a:t>
            </a:r>
            <a:r>
              <a:rPr kumimoji="1" lang="zh-CN" altLang="en-US">
                <a:solidFill>
                  <a:srgbClr val="66FFFF"/>
                </a:solidFill>
                <a:latin typeface="宋体" panose="02010600030101010101" pitchFamily="2" charset="-122"/>
              </a:rPr>
              <a:t>正</a:t>
            </a:r>
            <a:r>
              <a:rPr kumimoji="1" lang="zh-CN" altLang="en-US">
                <a:latin typeface="宋体" panose="02010600030101010101" pitchFamily="2" charset="-122"/>
              </a:rPr>
              <a:t>电荷</a:t>
            </a:r>
          </a:p>
        </p:txBody>
      </p:sp>
      <p:sp>
        <p:nvSpPr>
          <p:cNvPr id="276517" name="Rectangle 37">
            <a:extLst>
              <a:ext uri="{FF2B5EF4-FFF2-40B4-BE49-F238E27FC236}">
                <a16:creationId xmlns:a16="http://schemas.microsoft.com/office/drawing/2014/main" id="{438E0828-D5BA-A19A-9DF8-920F7BB49F53}"/>
              </a:ext>
            </a:extLst>
          </p:cNvPr>
          <p:cNvSpPr>
            <a:spLocks noChangeArrowheads="1"/>
          </p:cNvSpPr>
          <p:nvPr/>
        </p:nvSpPr>
        <p:spPr bwMode="auto">
          <a:xfrm>
            <a:off x="1619250" y="4437063"/>
            <a:ext cx="3457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面上积聚</a:t>
            </a:r>
            <a:r>
              <a:rPr kumimoji="1" lang="zh-CN" altLang="en-US">
                <a:solidFill>
                  <a:srgbClr val="66FFFF"/>
                </a:solidFill>
              </a:rPr>
              <a:t>负</a:t>
            </a:r>
            <a:r>
              <a:rPr kumimoji="1" lang="zh-CN" altLang="en-US"/>
              <a:t>电荷</a:t>
            </a:r>
          </a:p>
        </p:txBody>
      </p:sp>
      <p:sp>
        <p:nvSpPr>
          <p:cNvPr id="276518" name="Rectangle 38">
            <a:extLst>
              <a:ext uri="{FF2B5EF4-FFF2-40B4-BE49-F238E27FC236}">
                <a16:creationId xmlns:a16="http://schemas.microsoft.com/office/drawing/2014/main" id="{3C692776-E732-3FCF-B3BD-D7D76D3E1AFE}"/>
              </a:ext>
            </a:extLst>
          </p:cNvPr>
          <p:cNvSpPr>
            <a:spLocks noChangeArrowheads="1"/>
          </p:cNvSpPr>
          <p:nvPr/>
        </p:nvSpPr>
        <p:spPr bwMode="auto">
          <a:xfrm>
            <a:off x="792163" y="5203825"/>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a:t>(2)</a:t>
            </a:r>
          </a:p>
        </p:txBody>
      </p:sp>
      <p:sp>
        <p:nvSpPr>
          <p:cNvPr id="276519" name="Line 39">
            <a:extLst>
              <a:ext uri="{FF2B5EF4-FFF2-40B4-BE49-F238E27FC236}">
                <a16:creationId xmlns:a16="http://schemas.microsoft.com/office/drawing/2014/main" id="{BAC083D1-4D12-7ECB-5833-DFF65F9A35A5}"/>
              </a:ext>
            </a:extLst>
          </p:cNvPr>
          <p:cNvSpPr>
            <a:spLocks noChangeShapeType="1"/>
          </p:cNvSpPr>
          <p:nvPr/>
        </p:nvSpPr>
        <p:spPr bwMode="auto">
          <a:xfrm>
            <a:off x="2895600" y="5500688"/>
            <a:ext cx="533400" cy="0"/>
          </a:xfrm>
          <a:prstGeom prst="line">
            <a:avLst/>
          </a:prstGeom>
          <a:noFill/>
          <a:ln w="76200">
            <a:solidFill>
              <a:srgbClr val="FFCC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6520" name="Object 7">
            <a:extLst>
              <a:ext uri="{FF2B5EF4-FFF2-40B4-BE49-F238E27FC236}">
                <a16:creationId xmlns:a16="http://schemas.microsoft.com/office/drawing/2014/main" id="{DB9FBB62-660F-F6E2-0CF4-A5B5B2454092}"/>
              </a:ext>
            </a:extLst>
          </p:cNvPr>
          <p:cNvGraphicFramePr>
            <a:graphicFrameLocks noChangeAspect="1"/>
          </p:cNvGraphicFramePr>
          <p:nvPr/>
        </p:nvGraphicFramePr>
        <p:xfrm>
          <a:off x="3505200" y="5119688"/>
          <a:ext cx="1255713" cy="922337"/>
        </p:xfrm>
        <a:graphic>
          <a:graphicData uri="http://schemas.openxmlformats.org/presentationml/2006/ole">
            <mc:AlternateContent xmlns:mc="http://schemas.openxmlformats.org/markup-compatibility/2006">
              <mc:Choice xmlns:v="urn:schemas-microsoft-com:vml" Requires="v">
                <p:oleObj name="Equation" r:id="rId12" imgW="533462" imgH="381055" progId="Equation.3">
                  <p:embed/>
                </p:oleObj>
              </mc:Choice>
              <mc:Fallback>
                <p:oleObj name="Equation" r:id="rId12" imgW="533462" imgH="381055"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5200" y="5119688"/>
                        <a:ext cx="1255713" cy="92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21" name="Object 8">
            <a:extLst>
              <a:ext uri="{FF2B5EF4-FFF2-40B4-BE49-F238E27FC236}">
                <a16:creationId xmlns:a16="http://schemas.microsoft.com/office/drawing/2014/main" id="{D65F4678-CC2C-7ACB-4E61-011D8073196F}"/>
              </a:ext>
            </a:extLst>
          </p:cNvPr>
          <p:cNvGraphicFramePr>
            <a:graphicFrameLocks noChangeAspect="1"/>
          </p:cNvGraphicFramePr>
          <p:nvPr/>
        </p:nvGraphicFramePr>
        <p:xfrm>
          <a:off x="5364163" y="5300663"/>
          <a:ext cx="2954337" cy="417512"/>
        </p:xfrm>
        <a:graphic>
          <a:graphicData uri="http://schemas.openxmlformats.org/presentationml/2006/ole">
            <mc:AlternateContent xmlns:mc="http://schemas.openxmlformats.org/markup-compatibility/2006">
              <mc:Choice xmlns:v="urn:schemas-microsoft-com:vml" Requires="v">
                <p:oleObj name="公式" r:id="rId14" imgW="2933544" imgH="381055" progId="Equation.3">
                  <p:embed/>
                </p:oleObj>
              </mc:Choice>
              <mc:Fallback>
                <p:oleObj name="公式" r:id="rId14" imgW="2933544" imgH="381055"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64163" y="5300663"/>
                        <a:ext cx="2954337"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22" name="Object 9">
            <a:extLst>
              <a:ext uri="{FF2B5EF4-FFF2-40B4-BE49-F238E27FC236}">
                <a16:creationId xmlns:a16="http://schemas.microsoft.com/office/drawing/2014/main" id="{6BA62A7F-EC40-5902-DC40-15F3BA1D4CC9}"/>
              </a:ext>
            </a:extLst>
          </p:cNvPr>
          <p:cNvGraphicFramePr>
            <a:graphicFrameLocks/>
          </p:cNvGraphicFramePr>
          <p:nvPr/>
        </p:nvGraphicFramePr>
        <p:xfrm>
          <a:off x="1371600" y="5049838"/>
          <a:ext cx="1255713" cy="900112"/>
        </p:xfrm>
        <a:graphic>
          <a:graphicData uri="http://schemas.openxmlformats.org/presentationml/2006/ole">
            <mc:AlternateContent xmlns:mc="http://schemas.openxmlformats.org/markup-compatibility/2006">
              <mc:Choice xmlns:v="urn:schemas-microsoft-com:vml" Requires="v">
                <p:oleObj name="公式" r:id="rId16" imgW="1219200" imgH="860866" progId="Equation.3">
                  <p:embed/>
                </p:oleObj>
              </mc:Choice>
              <mc:Fallback>
                <p:oleObj name="公式" r:id="rId16" imgW="1219200" imgH="860866"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71600" y="5049838"/>
                        <a:ext cx="1255713"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23" name="Line 43">
            <a:extLst>
              <a:ext uri="{FF2B5EF4-FFF2-40B4-BE49-F238E27FC236}">
                <a16:creationId xmlns:a16="http://schemas.microsoft.com/office/drawing/2014/main" id="{7A335DE3-F336-6B24-F576-4C08CD5DAB6A}"/>
              </a:ext>
            </a:extLst>
          </p:cNvPr>
          <p:cNvSpPr>
            <a:spLocks noChangeShapeType="1"/>
          </p:cNvSpPr>
          <p:nvPr/>
        </p:nvSpPr>
        <p:spPr bwMode="auto">
          <a:xfrm>
            <a:off x="2339975" y="5949950"/>
            <a:ext cx="215900" cy="0"/>
          </a:xfrm>
          <a:prstGeom prst="line">
            <a:avLst/>
          </a:prstGeom>
          <a:noFill/>
          <a:ln w="76200">
            <a:solidFill>
              <a:srgbClr val="66FF33"/>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524" name="Line 44">
            <a:extLst>
              <a:ext uri="{FF2B5EF4-FFF2-40B4-BE49-F238E27FC236}">
                <a16:creationId xmlns:a16="http://schemas.microsoft.com/office/drawing/2014/main" id="{7682ADBD-5026-3543-6128-97BF8F520FDC}"/>
              </a:ext>
            </a:extLst>
          </p:cNvPr>
          <p:cNvSpPr>
            <a:spLocks noChangeShapeType="1"/>
          </p:cNvSpPr>
          <p:nvPr/>
        </p:nvSpPr>
        <p:spPr bwMode="auto">
          <a:xfrm>
            <a:off x="4500563" y="6021388"/>
            <a:ext cx="215900" cy="0"/>
          </a:xfrm>
          <a:prstGeom prst="line">
            <a:avLst/>
          </a:prstGeom>
          <a:noFill/>
          <a:ln w="76200">
            <a:solidFill>
              <a:srgbClr val="66FF33"/>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6488"/>
                                        </p:tgtEl>
                                        <p:attrNameLst>
                                          <p:attrName>style.visibility</p:attrName>
                                        </p:attrNameLst>
                                      </p:cBhvr>
                                      <p:to>
                                        <p:strVal val="visible"/>
                                      </p:to>
                                    </p:set>
                                    <p:animEffect transition="in" filter="wipe(left)">
                                      <p:cBhvr>
                                        <p:cTn id="7" dur="500"/>
                                        <p:tgtEl>
                                          <p:spTgt spid="2764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6483"/>
                                        </p:tgtEl>
                                        <p:attrNameLst>
                                          <p:attrName>style.visibility</p:attrName>
                                        </p:attrNameLst>
                                      </p:cBhvr>
                                      <p:to>
                                        <p:strVal val="visible"/>
                                      </p:to>
                                    </p:set>
                                    <p:animEffect transition="in" filter="wipe(left)">
                                      <p:cBhvr>
                                        <p:cTn id="12" dur="2000"/>
                                        <p:tgtEl>
                                          <p:spTgt spid="2764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fltVal val="0"/>
                                          </p:val>
                                        </p:tav>
                                        <p:tav tm="100000">
                                          <p:val>
                                            <p:strVal val="#ppt_w"/>
                                          </p:val>
                                        </p:tav>
                                      </p:tavLst>
                                    </p:anim>
                                    <p:anim calcmode="lin" valueType="num">
                                      <p:cBhvr>
                                        <p:cTn id="18" dur="10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1000" fill="hold"/>
                                        <p:tgtEl>
                                          <p:spTgt spid="2"/>
                                        </p:tgtEl>
                                        <p:attrNameLst>
                                          <p:attrName>ppt_w</p:attrName>
                                        </p:attrNameLst>
                                      </p:cBhvr>
                                      <p:tavLst>
                                        <p:tav tm="0">
                                          <p:val>
                                            <p:fltVal val="0"/>
                                          </p:val>
                                        </p:tav>
                                        <p:tav tm="100000">
                                          <p:val>
                                            <p:strVal val="#ppt_w"/>
                                          </p:val>
                                        </p:tav>
                                      </p:tavLst>
                                    </p:anim>
                                    <p:anim calcmode="lin" valueType="num">
                                      <p:cBhvr>
                                        <p:cTn id="24"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276501"/>
                                        </p:tgtEl>
                                        <p:attrNameLst>
                                          <p:attrName>style.visibility</p:attrName>
                                        </p:attrNameLst>
                                      </p:cBhvr>
                                      <p:to>
                                        <p:strVal val="visible"/>
                                      </p:to>
                                    </p:set>
                                    <p:animEffect transition="in" filter="wipe(down)">
                                      <p:cBhvr>
                                        <p:cTn id="29" dur="1000"/>
                                        <p:tgtEl>
                                          <p:spTgt spid="276501"/>
                                        </p:tgtEl>
                                      </p:cBhvr>
                                    </p:animEffect>
                                  </p:childTnLst>
                                </p:cTn>
                              </p:par>
                              <p:par>
                                <p:cTn id="30" presetID="22" presetClass="entr" presetSubtype="4" fill="hold" nodeType="withEffect">
                                  <p:stCondLst>
                                    <p:cond delay="0"/>
                                  </p:stCondLst>
                                  <p:childTnLst>
                                    <p:set>
                                      <p:cBhvr>
                                        <p:cTn id="31" dur="1" fill="hold">
                                          <p:stCondLst>
                                            <p:cond delay="0"/>
                                          </p:stCondLst>
                                        </p:cTn>
                                        <p:tgtEl>
                                          <p:spTgt spid="276506"/>
                                        </p:tgtEl>
                                        <p:attrNameLst>
                                          <p:attrName>style.visibility</p:attrName>
                                        </p:attrNameLst>
                                      </p:cBhvr>
                                      <p:to>
                                        <p:strVal val="visible"/>
                                      </p:to>
                                    </p:set>
                                    <p:animEffect transition="in" filter="wipe(down)">
                                      <p:cBhvr>
                                        <p:cTn id="32" dur="1000"/>
                                        <p:tgtEl>
                                          <p:spTgt spid="276506"/>
                                        </p:tgtEl>
                                      </p:cBhvr>
                                    </p:animEffect>
                                  </p:childTnLst>
                                </p:cTn>
                              </p:par>
                              <p:par>
                                <p:cTn id="33" presetID="22" presetClass="entr" presetSubtype="8" fill="hold" nodeType="withEffect">
                                  <p:stCondLst>
                                    <p:cond delay="0"/>
                                  </p:stCondLst>
                                  <p:childTnLst>
                                    <p:set>
                                      <p:cBhvr>
                                        <p:cTn id="34" dur="1" fill="hold">
                                          <p:stCondLst>
                                            <p:cond delay="0"/>
                                          </p:stCondLst>
                                        </p:cTn>
                                        <p:tgtEl>
                                          <p:spTgt spid="276500"/>
                                        </p:tgtEl>
                                        <p:attrNameLst>
                                          <p:attrName>style.visibility</p:attrName>
                                        </p:attrNameLst>
                                      </p:cBhvr>
                                      <p:to>
                                        <p:strVal val="visible"/>
                                      </p:to>
                                    </p:set>
                                    <p:animEffect transition="in" filter="wipe(left)">
                                      <p:cBhvr>
                                        <p:cTn id="35" dur="1000"/>
                                        <p:tgtEl>
                                          <p:spTgt spid="276500"/>
                                        </p:tgtEl>
                                      </p:cBhvr>
                                    </p:animEffect>
                                  </p:childTnLst>
                                </p:cTn>
                              </p:par>
                            </p:childTnLst>
                          </p:cTn>
                        </p:par>
                        <p:par>
                          <p:cTn id="36" fill="hold" nodeType="afterGroup">
                            <p:stCondLst>
                              <p:cond delay="1000"/>
                            </p:stCondLst>
                            <p:childTnLst>
                              <p:par>
                                <p:cTn id="37" presetID="22" presetClass="entr" presetSubtype="4" fill="hold" nodeType="afterEffect">
                                  <p:stCondLst>
                                    <p:cond delay="0"/>
                                  </p:stCondLst>
                                  <p:childTnLst>
                                    <p:set>
                                      <p:cBhvr>
                                        <p:cTn id="38" dur="1" fill="hold">
                                          <p:stCondLst>
                                            <p:cond delay="0"/>
                                          </p:stCondLst>
                                        </p:cTn>
                                        <p:tgtEl>
                                          <p:spTgt spid="276502"/>
                                        </p:tgtEl>
                                        <p:attrNameLst>
                                          <p:attrName>style.visibility</p:attrName>
                                        </p:attrNameLst>
                                      </p:cBhvr>
                                      <p:to>
                                        <p:strVal val="visible"/>
                                      </p:to>
                                    </p:set>
                                    <p:animEffect transition="in" filter="wipe(down)">
                                      <p:cBhvr>
                                        <p:cTn id="39" dur="1000"/>
                                        <p:tgtEl>
                                          <p:spTgt spid="276502"/>
                                        </p:tgtEl>
                                      </p:cBhvr>
                                    </p:animEffect>
                                  </p:childTnLst>
                                </p:cTn>
                              </p:par>
                              <p:par>
                                <p:cTn id="40" presetID="22" presetClass="entr" presetSubtype="2" fill="hold" nodeType="withEffect">
                                  <p:stCondLst>
                                    <p:cond delay="0"/>
                                  </p:stCondLst>
                                  <p:childTnLst>
                                    <p:set>
                                      <p:cBhvr>
                                        <p:cTn id="41" dur="1" fill="hold">
                                          <p:stCondLst>
                                            <p:cond delay="0"/>
                                          </p:stCondLst>
                                        </p:cTn>
                                        <p:tgtEl>
                                          <p:spTgt spid="276503"/>
                                        </p:tgtEl>
                                        <p:attrNameLst>
                                          <p:attrName>style.visibility</p:attrName>
                                        </p:attrNameLst>
                                      </p:cBhvr>
                                      <p:to>
                                        <p:strVal val="visible"/>
                                      </p:to>
                                    </p:set>
                                    <p:animEffect transition="in" filter="wipe(right)">
                                      <p:cBhvr>
                                        <p:cTn id="42" dur="1000"/>
                                        <p:tgtEl>
                                          <p:spTgt spid="276503"/>
                                        </p:tgtEl>
                                      </p:cBhvr>
                                    </p:animEffect>
                                  </p:childTnLst>
                                </p:cTn>
                              </p:par>
                              <p:par>
                                <p:cTn id="43" presetID="22" presetClass="entr" presetSubtype="4" fill="hold" nodeType="withEffect">
                                  <p:stCondLst>
                                    <p:cond delay="0"/>
                                  </p:stCondLst>
                                  <p:childTnLst>
                                    <p:set>
                                      <p:cBhvr>
                                        <p:cTn id="44" dur="1" fill="hold">
                                          <p:stCondLst>
                                            <p:cond delay="0"/>
                                          </p:stCondLst>
                                        </p:cTn>
                                        <p:tgtEl>
                                          <p:spTgt spid="276507"/>
                                        </p:tgtEl>
                                        <p:attrNameLst>
                                          <p:attrName>style.visibility</p:attrName>
                                        </p:attrNameLst>
                                      </p:cBhvr>
                                      <p:to>
                                        <p:strVal val="visible"/>
                                      </p:to>
                                    </p:set>
                                    <p:animEffect transition="in" filter="wipe(down)">
                                      <p:cBhvr>
                                        <p:cTn id="45" dur="1000"/>
                                        <p:tgtEl>
                                          <p:spTgt spid="276507"/>
                                        </p:tgtEl>
                                      </p:cBhvr>
                                    </p:animEffect>
                                  </p:childTnLst>
                                </p:cTn>
                              </p:par>
                            </p:childTnLst>
                          </p:cTn>
                        </p:par>
                        <p:par>
                          <p:cTn id="46" fill="hold" nodeType="afterGroup">
                            <p:stCondLst>
                              <p:cond delay="2000"/>
                            </p:stCondLst>
                            <p:childTnLst>
                              <p:par>
                                <p:cTn id="47" presetID="22" presetClass="entr" presetSubtype="4" fill="hold" nodeType="afterEffect">
                                  <p:stCondLst>
                                    <p:cond delay="0"/>
                                  </p:stCondLst>
                                  <p:childTnLst>
                                    <p:set>
                                      <p:cBhvr>
                                        <p:cTn id="48" dur="1" fill="hold">
                                          <p:stCondLst>
                                            <p:cond delay="0"/>
                                          </p:stCondLst>
                                        </p:cTn>
                                        <p:tgtEl>
                                          <p:spTgt spid="276505"/>
                                        </p:tgtEl>
                                        <p:attrNameLst>
                                          <p:attrName>style.visibility</p:attrName>
                                        </p:attrNameLst>
                                      </p:cBhvr>
                                      <p:to>
                                        <p:strVal val="visible"/>
                                      </p:to>
                                    </p:set>
                                    <p:animEffect transition="in" filter="wipe(down)">
                                      <p:cBhvr>
                                        <p:cTn id="49" dur="1000"/>
                                        <p:tgtEl>
                                          <p:spTgt spid="276505"/>
                                        </p:tgtEl>
                                      </p:cBhvr>
                                    </p:animEffect>
                                  </p:childTnLst>
                                </p:cTn>
                              </p:par>
                              <p:par>
                                <p:cTn id="50" presetID="22" presetClass="entr" presetSubtype="4" fill="hold" nodeType="withEffect">
                                  <p:stCondLst>
                                    <p:cond delay="0"/>
                                  </p:stCondLst>
                                  <p:childTnLst>
                                    <p:set>
                                      <p:cBhvr>
                                        <p:cTn id="51" dur="1" fill="hold">
                                          <p:stCondLst>
                                            <p:cond delay="0"/>
                                          </p:stCondLst>
                                        </p:cTn>
                                        <p:tgtEl>
                                          <p:spTgt spid="276508"/>
                                        </p:tgtEl>
                                        <p:attrNameLst>
                                          <p:attrName>style.visibility</p:attrName>
                                        </p:attrNameLst>
                                      </p:cBhvr>
                                      <p:to>
                                        <p:strVal val="visible"/>
                                      </p:to>
                                    </p:set>
                                    <p:animEffect transition="in" filter="wipe(down)">
                                      <p:cBhvr>
                                        <p:cTn id="52" dur="1000"/>
                                        <p:tgtEl>
                                          <p:spTgt spid="276508"/>
                                        </p:tgtEl>
                                      </p:cBhvr>
                                    </p:animEffect>
                                  </p:childTnLst>
                                </p:cTn>
                              </p:par>
                              <p:par>
                                <p:cTn id="53" presetID="22" presetClass="entr" presetSubtype="4" fill="hold" nodeType="withEffect">
                                  <p:stCondLst>
                                    <p:cond delay="0"/>
                                  </p:stCondLst>
                                  <p:childTnLst>
                                    <p:set>
                                      <p:cBhvr>
                                        <p:cTn id="54" dur="1" fill="hold">
                                          <p:stCondLst>
                                            <p:cond delay="0"/>
                                          </p:stCondLst>
                                        </p:cTn>
                                        <p:tgtEl>
                                          <p:spTgt spid="276504"/>
                                        </p:tgtEl>
                                        <p:attrNameLst>
                                          <p:attrName>style.visibility</p:attrName>
                                        </p:attrNameLst>
                                      </p:cBhvr>
                                      <p:to>
                                        <p:strVal val="visible"/>
                                      </p:to>
                                    </p:set>
                                    <p:animEffect transition="in" filter="wipe(down)">
                                      <p:cBhvr>
                                        <p:cTn id="55" dur="1000"/>
                                        <p:tgtEl>
                                          <p:spTgt spid="27650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276489"/>
                                        </p:tgtEl>
                                        <p:attrNameLst>
                                          <p:attrName>style.visibility</p:attrName>
                                        </p:attrNameLst>
                                      </p:cBhvr>
                                      <p:to>
                                        <p:strVal val="visible"/>
                                      </p:to>
                                    </p:set>
                                    <p:animEffect transition="in" filter="wipe(up)">
                                      <p:cBhvr>
                                        <p:cTn id="60" dur="1000"/>
                                        <p:tgtEl>
                                          <p:spTgt spid="276489"/>
                                        </p:tgtEl>
                                      </p:cBhvr>
                                    </p:animEffect>
                                  </p:childTnLst>
                                </p:cTn>
                              </p:par>
                              <p:par>
                                <p:cTn id="61" presetID="1" presetClass="entr" presetSubtype="0" fill="hold" nodeType="withEffect">
                                  <p:stCondLst>
                                    <p:cond delay="0"/>
                                  </p:stCondLst>
                                  <p:childTnLst>
                                    <p:set>
                                      <p:cBhvr>
                                        <p:cTn id="62" dur="1" fill="hold">
                                          <p:stCondLst>
                                            <p:cond delay="0"/>
                                          </p:stCondLst>
                                        </p:cTn>
                                        <p:tgtEl>
                                          <p:spTgt spid="276490"/>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nodeType="clickEffect">
                                  <p:stCondLst>
                                    <p:cond delay="0"/>
                                  </p:stCondLst>
                                  <p:childTnLst>
                                    <p:set>
                                      <p:cBhvr>
                                        <p:cTn id="66" dur="1" fill="hold">
                                          <p:stCondLst>
                                            <p:cond delay="0"/>
                                          </p:stCondLst>
                                        </p:cTn>
                                        <p:tgtEl>
                                          <p:spTgt spid="276510"/>
                                        </p:tgtEl>
                                        <p:attrNameLst>
                                          <p:attrName>style.visibility</p:attrName>
                                        </p:attrNameLst>
                                      </p:cBhvr>
                                      <p:to>
                                        <p:strVal val="visible"/>
                                      </p:to>
                                    </p:set>
                                    <p:animEffect transition="in" filter="wipe(down)">
                                      <p:cBhvr>
                                        <p:cTn id="67" dur="500"/>
                                        <p:tgtEl>
                                          <p:spTgt spid="276510"/>
                                        </p:tgtEl>
                                      </p:cBhvr>
                                    </p:animEffect>
                                  </p:childTnLst>
                                </p:cTn>
                              </p:par>
                              <p:par>
                                <p:cTn id="68" presetID="22" presetClass="entr" presetSubtype="4" fill="hold" nodeType="withEffect">
                                  <p:stCondLst>
                                    <p:cond delay="0"/>
                                  </p:stCondLst>
                                  <p:childTnLst>
                                    <p:set>
                                      <p:cBhvr>
                                        <p:cTn id="69" dur="1" fill="hold">
                                          <p:stCondLst>
                                            <p:cond delay="0"/>
                                          </p:stCondLst>
                                        </p:cTn>
                                        <p:tgtEl>
                                          <p:spTgt spid="276509"/>
                                        </p:tgtEl>
                                        <p:attrNameLst>
                                          <p:attrName>style.visibility</p:attrName>
                                        </p:attrNameLst>
                                      </p:cBhvr>
                                      <p:to>
                                        <p:strVal val="visible"/>
                                      </p:to>
                                    </p:set>
                                    <p:animEffect transition="in" filter="wipe(down)">
                                      <p:cBhvr>
                                        <p:cTn id="70" dur="500"/>
                                        <p:tgtEl>
                                          <p:spTgt spid="276509"/>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27651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76482"/>
                                        </p:tgtEl>
                                        <p:attrNameLst>
                                          <p:attrName>style.visibility</p:attrName>
                                        </p:attrNameLst>
                                      </p:cBhvr>
                                      <p:to>
                                        <p:strVal val="visible"/>
                                      </p:to>
                                    </p:set>
                                  </p:childTnLst>
                                </p:cTn>
                              </p:par>
                              <p:par>
                                <p:cTn id="77" presetID="35" presetClass="emph" presetSubtype="0" repeatCount="4000" fill="hold" nodeType="withEffect">
                                  <p:stCondLst>
                                    <p:cond delay="0"/>
                                  </p:stCondLst>
                                  <p:childTnLst>
                                    <p:anim calcmode="discrete" valueType="str">
                                      <p:cBhvr>
                                        <p:cTn id="78" dur="1000" fill="hold"/>
                                        <p:tgtEl>
                                          <p:spTgt spid="276511"/>
                                        </p:tgtEl>
                                        <p:attrNameLst>
                                          <p:attrName>style.visibility</p:attrName>
                                        </p:attrNameLst>
                                      </p:cBhvr>
                                      <p:tavLst>
                                        <p:tav tm="0">
                                          <p:val>
                                            <p:strVal val="hidden"/>
                                          </p:val>
                                        </p:tav>
                                        <p:tav tm="50000">
                                          <p:val>
                                            <p:strVal val="visible"/>
                                          </p:val>
                                        </p:tav>
                                      </p:tavLst>
                                    </p:anim>
                                  </p:childTnLst>
                                </p:cTn>
                              </p:par>
                              <p:par>
                                <p:cTn id="79" presetID="35" presetClass="emph" presetSubtype="0" repeatCount="4000" fill="hold" nodeType="withEffect">
                                  <p:stCondLst>
                                    <p:cond delay="0"/>
                                  </p:stCondLst>
                                  <p:childTnLst>
                                    <p:anim calcmode="discrete" valueType="str">
                                      <p:cBhvr>
                                        <p:cTn id="80" dur="1000" fill="hold"/>
                                        <p:tgtEl>
                                          <p:spTgt spid="276482"/>
                                        </p:tgtEl>
                                        <p:attrNameLst>
                                          <p:attrName>style.visibility</p:attrName>
                                        </p:attrNameLst>
                                      </p:cBhvr>
                                      <p:tavLst>
                                        <p:tav tm="0">
                                          <p:val>
                                            <p:strVal val="hidden"/>
                                          </p:val>
                                        </p:tav>
                                        <p:tav tm="50000">
                                          <p:val>
                                            <p:strVal val="visible"/>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76487"/>
                                        </p:tgtEl>
                                        <p:attrNameLst>
                                          <p:attrName>style.visibility</p:attrName>
                                        </p:attrNameLst>
                                      </p:cBhvr>
                                      <p:to>
                                        <p:strVal val="visible"/>
                                      </p:to>
                                    </p:set>
                                    <p:animEffect transition="in" filter="wipe(left)">
                                      <p:cBhvr>
                                        <p:cTn id="85" dur="500"/>
                                        <p:tgtEl>
                                          <p:spTgt spid="27648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76484"/>
                                        </p:tgtEl>
                                        <p:attrNameLst>
                                          <p:attrName>style.visibility</p:attrName>
                                        </p:attrNameLst>
                                      </p:cBhvr>
                                      <p:to>
                                        <p:strVal val="visible"/>
                                      </p:to>
                                    </p:set>
                                    <p:animEffect transition="in" filter="wipe(left)">
                                      <p:cBhvr>
                                        <p:cTn id="90" dur="2000"/>
                                        <p:tgtEl>
                                          <p:spTgt spid="276484"/>
                                        </p:tgtEl>
                                      </p:cBhvr>
                                    </p:animEffect>
                                  </p:childTnLst>
                                </p:cTn>
                              </p:par>
                            </p:childTnLst>
                          </p:cTn>
                        </p:par>
                        <p:par>
                          <p:cTn id="91" fill="hold" nodeType="afterGroup">
                            <p:stCondLst>
                              <p:cond delay="2000"/>
                            </p:stCondLst>
                            <p:childTnLst>
                              <p:par>
                                <p:cTn id="92" presetID="22" presetClass="entr" presetSubtype="8" fill="hold" nodeType="afterEffect">
                                  <p:stCondLst>
                                    <p:cond delay="0"/>
                                  </p:stCondLst>
                                  <p:childTnLst>
                                    <p:set>
                                      <p:cBhvr>
                                        <p:cTn id="93" dur="1" fill="hold">
                                          <p:stCondLst>
                                            <p:cond delay="0"/>
                                          </p:stCondLst>
                                        </p:cTn>
                                        <p:tgtEl>
                                          <p:spTgt spid="276485"/>
                                        </p:tgtEl>
                                        <p:attrNameLst>
                                          <p:attrName>style.visibility</p:attrName>
                                        </p:attrNameLst>
                                      </p:cBhvr>
                                      <p:to>
                                        <p:strVal val="visible"/>
                                      </p:to>
                                    </p:set>
                                    <p:animEffect transition="in" filter="wipe(left)">
                                      <p:cBhvr>
                                        <p:cTn id="94" dur="2000"/>
                                        <p:tgtEl>
                                          <p:spTgt spid="276485"/>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276486"/>
                                        </p:tgtEl>
                                        <p:attrNameLst>
                                          <p:attrName>style.visibility</p:attrName>
                                        </p:attrNameLst>
                                      </p:cBhvr>
                                      <p:to>
                                        <p:strVal val="visible"/>
                                      </p:to>
                                    </p:set>
                                    <p:animEffect transition="in" filter="wipe(left)">
                                      <p:cBhvr>
                                        <p:cTn id="99" dur="500"/>
                                        <p:tgtEl>
                                          <p:spTgt spid="276486"/>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276512"/>
                                        </p:tgtEl>
                                        <p:attrNameLst>
                                          <p:attrName>style.visibility</p:attrName>
                                        </p:attrNameLst>
                                      </p:cBhvr>
                                      <p:to>
                                        <p:strVal val="visible"/>
                                      </p:to>
                                    </p:set>
                                    <p:animEffect transition="in" filter="wipe(left)">
                                      <p:cBhvr>
                                        <p:cTn id="104" dur="500"/>
                                        <p:tgtEl>
                                          <p:spTgt spid="27651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276513"/>
                                        </p:tgtEl>
                                        <p:attrNameLst>
                                          <p:attrName>style.visibility</p:attrName>
                                        </p:attrNameLst>
                                      </p:cBhvr>
                                      <p:to>
                                        <p:strVal val="visible"/>
                                      </p:to>
                                    </p:set>
                                    <p:animEffect transition="in" filter="wipe(left)">
                                      <p:cBhvr>
                                        <p:cTn id="109" dur="2000"/>
                                        <p:tgtEl>
                                          <p:spTgt spid="27651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276516"/>
                                        </p:tgtEl>
                                        <p:attrNameLst>
                                          <p:attrName>style.visibility</p:attrName>
                                        </p:attrNameLst>
                                      </p:cBhvr>
                                      <p:to>
                                        <p:strVal val="visible"/>
                                      </p:to>
                                    </p:set>
                                    <p:animEffect transition="in" filter="wipe(left)">
                                      <p:cBhvr>
                                        <p:cTn id="114" dur="2000"/>
                                        <p:tgtEl>
                                          <p:spTgt spid="276516"/>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276514"/>
                                        </p:tgtEl>
                                        <p:attrNameLst>
                                          <p:attrName>style.visibility</p:attrName>
                                        </p:attrNameLst>
                                      </p:cBhvr>
                                      <p:to>
                                        <p:strVal val="visible"/>
                                      </p:to>
                                    </p:set>
                                    <p:animEffect transition="in" filter="wipe(left)">
                                      <p:cBhvr>
                                        <p:cTn id="119" dur="2000"/>
                                        <p:tgtEl>
                                          <p:spTgt spid="276514"/>
                                        </p:tgtEl>
                                      </p:cBhvr>
                                    </p:animEffect>
                                  </p:childTnLst>
                                </p:cTn>
                              </p:par>
                              <p:par>
                                <p:cTn id="120" presetID="22" presetClass="entr" presetSubtype="8" fill="hold" nodeType="withEffect">
                                  <p:stCondLst>
                                    <p:cond delay="0"/>
                                  </p:stCondLst>
                                  <p:childTnLst>
                                    <p:set>
                                      <p:cBhvr>
                                        <p:cTn id="121" dur="1" fill="hold">
                                          <p:stCondLst>
                                            <p:cond delay="0"/>
                                          </p:stCondLst>
                                        </p:cTn>
                                        <p:tgtEl>
                                          <p:spTgt spid="276517"/>
                                        </p:tgtEl>
                                        <p:attrNameLst>
                                          <p:attrName>style.visibility</p:attrName>
                                        </p:attrNameLst>
                                      </p:cBhvr>
                                      <p:to>
                                        <p:strVal val="visible"/>
                                      </p:to>
                                    </p:set>
                                    <p:animEffect transition="in" filter="wipe(left)">
                                      <p:cBhvr>
                                        <p:cTn id="122" dur="2000"/>
                                        <p:tgtEl>
                                          <p:spTgt spid="27651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276515"/>
                                        </p:tgtEl>
                                        <p:attrNameLst>
                                          <p:attrName>style.visibility</p:attrName>
                                        </p:attrNameLst>
                                      </p:cBhvr>
                                      <p:to>
                                        <p:strVal val="visible"/>
                                      </p:to>
                                    </p:set>
                                    <p:animEffect transition="in" filter="wipe(left)">
                                      <p:cBhvr>
                                        <p:cTn id="127" dur="2000"/>
                                        <p:tgtEl>
                                          <p:spTgt spid="276515"/>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276518"/>
                                        </p:tgtEl>
                                        <p:attrNameLst>
                                          <p:attrName>style.visibility</p:attrName>
                                        </p:attrNameLst>
                                      </p:cBhvr>
                                      <p:to>
                                        <p:strVal val="visible"/>
                                      </p:to>
                                    </p:set>
                                    <p:animEffect transition="in" filter="wipe(left)">
                                      <p:cBhvr>
                                        <p:cTn id="132" dur="500"/>
                                        <p:tgtEl>
                                          <p:spTgt spid="276518"/>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276522"/>
                                        </p:tgtEl>
                                        <p:attrNameLst>
                                          <p:attrName>style.visibility</p:attrName>
                                        </p:attrNameLst>
                                      </p:cBhvr>
                                      <p:to>
                                        <p:strVal val="visible"/>
                                      </p:to>
                                    </p:set>
                                    <p:animEffect transition="in" filter="wipe(left)">
                                      <p:cBhvr>
                                        <p:cTn id="137" dur="500"/>
                                        <p:tgtEl>
                                          <p:spTgt spid="276522"/>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 presetClass="entr" presetSubtype="0" fill="hold" nodeType="clickEffect">
                                  <p:stCondLst>
                                    <p:cond delay="0"/>
                                  </p:stCondLst>
                                  <p:childTnLst>
                                    <p:set>
                                      <p:cBhvr>
                                        <p:cTn id="141" dur="1" fill="hold">
                                          <p:stCondLst>
                                            <p:cond delay="0"/>
                                          </p:stCondLst>
                                        </p:cTn>
                                        <p:tgtEl>
                                          <p:spTgt spid="276523"/>
                                        </p:tgtEl>
                                        <p:attrNameLst>
                                          <p:attrName>style.visibility</p:attrName>
                                        </p:attrNameLst>
                                      </p:cBhvr>
                                      <p:to>
                                        <p:strVal val="visible"/>
                                      </p:to>
                                    </p:set>
                                  </p:childTnLst>
                                </p:cTn>
                              </p:par>
                            </p:childTnLst>
                          </p:cTn>
                        </p:par>
                        <p:par>
                          <p:cTn id="142" fill="hold" nodeType="afterGroup">
                            <p:stCondLst>
                              <p:cond delay="0"/>
                            </p:stCondLst>
                            <p:childTnLst>
                              <p:par>
                                <p:cTn id="143" presetID="35" presetClass="emph" presetSubtype="0" repeatCount="indefinite" fill="hold" nodeType="afterEffect">
                                  <p:stCondLst>
                                    <p:cond delay="0"/>
                                  </p:stCondLst>
                                  <p:endCondLst>
                                    <p:cond evt="onNext" delay="0">
                                      <p:tgtEl>
                                        <p:sldTgt/>
                                      </p:tgtEl>
                                    </p:cond>
                                  </p:endCondLst>
                                  <p:childTnLst>
                                    <p:anim calcmode="discrete" valueType="str">
                                      <p:cBhvr>
                                        <p:cTn id="144" dur="1000" fill="hold"/>
                                        <p:tgtEl>
                                          <p:spTgt spid="276523"/>
                                        </p:tgtEl>
                                        <p:attrNameLst>
                                          <p:attrName>style.visibility</p:attrName>
                                        </p:attrNameLst>
                                      </p:cBhvr>
                                      <p:tavLst>
                                        <p:tav tm="0">
                                          <p:val>
                                            <p:strVal val="hidden"/>
                                          </p:val>
                                        </p:tav>
                                        <p:tav tm="50000">
                                          <p:val>
                                            <p:strVal val="visible"/>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nodeType="clickEffect">
                                  <p:stCondLst>
                                    <p:cond delay="0"/>
                                  </p:stCondLst>
                                  <p:childTnLst>
                                    <p:set>
                                      <p:cBhvr>
                                        <p:cTn id="148" dur="1" fill="hold">
                                          <p:stCondLst>
                                            <p:cond delay="499"/>
                                          </p:stCondLst>
                                        </p:cTn>
                                        <p:tgtEl>
                                          <p:spTgt spid="276519"/>
                                        </p:tgtEl>
                                        <p:attrNameLst>
                                          <p:attrName>style.visibility</p:attrName>
                                        </p:attrNameLst>
                                      </p:cBhvr>
                                      <p:to>
                                        <p:strVal val="visible"/>
                                      </p:to>
                                    </p:se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 presetClass="entr" presetSubtype="0" fill="hold" nodeType="clickEffect">
                                  <p:stCondLst>
                                    <p:cond delay="0"/>
                                  </p:stCondLst>
                                  <p:childTnLst>
                                    <p:set>
                                      <p:cBhvr>
                                        <p:cTn id="152" dur="1" fill="hold">
                                          <p:stCondLst>
                                            <p:cond delay="499"/>
                                          </p:stCondLst>
                                        </p:cTn>
                                        <p:tgtEl>
                                          <p:spTgt spid="276520"/>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276524"/>
                                        </p:tgtEl>
                                        <p:attrNameLst>
                                          <p:attrName>style.visibility</p:attrName>
                                        </p:attrNameLst>
                                      </p:cBhvr>
                                      <p:to>
                                        <p:strVal val="visible"/>
                                      </p:to>
                                    </p:set>
                                  </p:childTnLst>
                                </p:cTn>
                              </p:par>
                              <p:par>
                                <p:cTn id="155" presetID="35" presetClass="emph" presetSubtype="0" repeatCount="indefinite" fill="hold" nodeType="withEffect">
                                  <p:stCondLst>
                                    <p:cond delay="0"/>
                                  </p:stCondLst>
                                  <p:endCondLst>
                                    <p:cond evt="onNext" delay="0">
                                      <p:tgtEl>
                                        <p:sldTgt/>
                                      </p:tgtEl>
                                    </p:cond>
                                  </p:endCondLst>
                                  <p:childTnLst>
                                    <p:anim calcmode="discrete" valueType="str">
                                      <p:cBhvr>
                                        <p:cTn id="156" dur="1000" fill="hold"/>
                                        <p:tgtEl>
                                          <p:spTgt spid="276524"/>
                                        </p:tgtEl>
                                        <p:attrNameLst>
                                          <p:attrName>style.visibility</p:attrName>
                                        </p:attrNameLst>
                                      </p:cBhvr>
                                      <p:tavLst>
                                        <p:tav tm="0">
                                          <p:val>
                                            <p:strVal val="hidden"/>
                                          </p:val>
                                        </p:tav>
                                        <p:tav tm="50000">
                                          <p:val>
                                            <p:strVal val="visible"/>
                                          </p:val>
                                        </p:tav>
                                      </p:tavLst>
                                    </p:anim>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 presetClass="entr" presetSubtype="0" fill="hold" nodeType="clickEffect">
                                  <p:stCondLst>
                                    <p:cond delay="0"/>
                                  </p:stCondLst>
                                  <p:childTnLst>
                                    <p:set>
                                      <p:cBhvr>
                                        <p:cTn id="160" dur="1" fill="hold">
                                          <p:stCondLst>
                                            <p:cond delay="499"/>
                                          </p:stCondLst>
                                        </p:cTn>
                                        <p:tgtEl>
                                          <p:spTgt spid="276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4" grpId="0"/>
      <p:bldP spid="276485" grpId="0"/>
      <p:bldP spid="276486" grpId="0"/>
      <p:bldP spid="276487" grpId="0"/>
      <p:bldP spid="276488" grpId="0" autoUpdateAnimBg="0"/>
      <p:bldP spid="276490" grpId="0"/>
      <p:bldP spid="276506" grpId="0"/>
      <p:bldP spid="276507" grpId="0"/>
      <p:bldP spid="276508" grpId="0"/>
      <p:bldP spid="276511" grpId="0"/>
      <p:bldP spid="276511" grpId="1"/>
      <p:bldP spid="276512" grpId="0"/>
      <p:bldP spid="276515" grpId="0" autoUpdateAnimBg="0"/>
      <p:bldP spid="276516" grpId="0"/>
      <p:bldP spid="276517" grpId="0"/>
      <p:bldP spid="2765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1">
            <a:extLst>
              <a:ext uri="{FF2B5EF4-FFF2-40B4-BE49-F238E27FC236}">
                <a16:creationId xmlns:a16="http://schemas.microsoft.com/office/drawing/2014/main" id="{75A59F38-9777-0E20-49B1-E65F25995201}"/>
              </a:ext>
            </a:extLst>
          </p:cNvPr>
          <p:cNvSpPr>
            <a:spLocks noChangeArrowheads="1"/>
          </p:cNvSpPr>
          <p:nvPr/>
        </p:nvSpPr>
        <p:spPr bwMode="auto">
          <a:xfrm>
            <a:off x="944563" y="382588"/>
            <a:ext cx="766921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latinLnBrk="1"/>
            <a:r>
              <a:rPr lang="en-US" altLang="zh-CN" b="0" dirty="0">
                <a:latin typeface="PingFangSC-Regular"/>
              </a:rPr>
              <a:t>2020</a:t>
            </a:r>
            <a:r>
              <a:rPr lang="zh-CN" altLang="en-US" b="0" dirty="0">
                <a:latin typeface="PingFangSC-Regular"/>
              </a:rPr>
              <a:t>年</a:t>
            </a:r>
            <a:r>
              <a:rPr lang="en-US" altLang="zh-CN" b="0" dirty="0">
                <a:latin typeface="PingFangSC-Regular"/>
              </a:rPr>
              <a:t>1</a:t>
            </a:r>
            <a:r>
              <a:rPr lang="zh-CN" altLang="en-US" b="0" dirty="0">
                <a:latin typeface="PingFangSC-Regular"/>
              </a:rPr>
              <a:t>月</a:t>
            </a:r>
            <a:r>
              <a:rPr lang="en-US" altLang="zh-CN" b="0" dirty="0">
                <a:latin typeface="PingFangSC-Regular"/>
              </a:rPr>
              <a:t>14</a:t>
            </a:r>
            <a:r>
              <a:rPr lang="zh-CN" altLang="en-US" b="0" dirty="0">
                <a:latin typeface="PingFangSC-Regular"/>
              </a:rPr>
              <a:t>日，航天科技集团六院</a:t>
            </a:r>
            <a:r>
              <a:rPr lang="en-US" altLang="zh-CN" b="0" dirty="0">
                <a:latin typeface="PingFangSC-Regular"/>
              </a:rPr>
              <a:t>801</a:t>
            </a:r>
            <a:r>
              <a:rPr lang="zh-CN" altLang="en-US" b="0" dirty="0">
                <a:latin typeface="PingFangSC-Regular"/>
              </a:rPr>
              <a:t>所研制的我国首款</a:t>
            </a:r>
            <a:r>
              <a:rPr lang="en-US" altLang="zh-CN" b="0" dirty="0">
                <a:latin typeface="PingFangSC-Regular"/>
              </a:rPr>
              <a:t>20</a:t>
            </a:r>
            <a:r>
              <a:rPr lang="zh-CN" altLang="en-US" b="0" dirty="0">
                <a:latin typeface="PingFangSC-Regular"/>
              </a:rPr>
              <a:t>千瓦大功率霍尔推力器成功完成点火试验，点火时间累计达</a:t>
            </a:r>
            <a:r>
              <a:rPr lang="en-US" altLang="zh-CN" b="0" dirty="0">
                <a:latin typeface="PingFangSC-Regular"/>
              </a:rPr>
              <a:t>8</a:t>
            </a:r>
            <a:r>
              <a:rPr lang="zh-CN" altLang="en-US" b="0" dirty="0">
                <a:latin typeface="PingFangSC-Regular"/>
              </a:rPr>
              <a:t>小时，点火次数超过</a:t>
            </a:r>
            <a:r>
              <a:rPr lang="en-US" altLang="zh-CN" b="0" dirty="0">
                <a:latin typeface="PingFangSC-Regular"/>
              </a:rPr>
              <a:t>30</a:t>
            </a:r>
            <a:r>
              <a:rPr lang="zh-CN" altLang="en-US" b="0" dirty="0">
                <a:latin typeface="PingFangSC-Regular"/>
              </a:rPr>
              <a:t>次。实测推力</a:t>
            </a:r>
            <a:r>
              <a:rPr lang="en-US" altLang="zh-CN" b="0" dirty="0">
                <a:latin typeface="PingFangSC-Regular"/>
              </a:rPr>
              <a:t>1</a:t>
            </a:r>
            <a:r>
              <a:rPr lang="zh-CN" altLang="en-US" b="0" dirty="0">
                <a:latin typeface="PingFangSC-Regular"/>
              </a:rPr>
              <a:t>牛，比冲</a:t>
            </a:r>
            <a:r>
              <a:rPr lang="en-US" altLang="zh-CN" b="0" dirty="0">
                <a:latin typeface="PingFangSC-Regular"/>
              </a:rPr>
              <a:t>3068</a:t>
            </a:r>
            <a:r>
              <a:rPr lang="zh-CN" altLang="en-US" b="0" dirty="0">
                <a:latin typeface="PingFangSC-Regular"/>
              </a:rPr>
              <a:t>秒，效率大于</a:t>
            </a:r>
            <a:r>
              <a:rPr lang="en-US" altLang="zh-CN" b="0" dirty="0">
                <a:latin typeface="PingFangSC-Regular"/>
              </a:rPr>
              <a:t>70%</a:t>
            </a:r>
            <a:r>
              <a:rPr lang="zh-CN" altLang="en-US" b="0" dirty="0">
                <a:latin typeface="PingFangSC-Regular"/>
              </a:rPr>
              <a:t>，性能指标达到国际先进水平。该推力器的成功研发，实现了我国霍尔电推力器推力从毫牛级向牛级的跨越。</a:t>
            </a:r>
          </a:p>
        </p:txBody>
      </p:sp>
      <p:pic>
        <p:nvPicPr>
          <p:cNvPr id="23555" name="Picture 2">
            <a:extLst>
              <a:ext uri="{FF2B5EF4-FFF2-40B4-BE49-F238E27FC236}">
                <a16:creationId xmlns:a16="http://schemas.microsoft.com/office/drawing/2014/main" id="{BBAE6337-26F0-3C71-050F-8DFA02CE42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00" y="2830513"/>
            <a:ext cx="6381750"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Text Box 2">
            <a:extLst>
              <a:ext uri="{FF2B5EF4-FFF2-40B4-BE49-F238E27FC236}">
                <a16:creationId xmlns:a16="http://schemas.microsoft.com/office/drawing/2014/main" id="{9662B822-5777-468E-7FE1-C96640ECBF25}"/>
              </a:ext>
            </a:extLst>
          </p:cNvPr>
          <p:cNvSpPr txBox="1">
            <a:spLocks noChangeArrowheads="1"/>
          </p:cNvSpPr>
          <p:nvPr/>
        </p:nvSpPr>
        <p:spPr bwMode="auto">
          <a:xfrm>
            <a:off x="228600" y="779463"/>
            <a:ext cx="3886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sz="2800">
                <a:solidFill>
                  <a:srgbClr val="FFFF00"/>
                </a:solidFill>
              </a:rPr>
              <a:t>一</a:t>
            </a:r>
            <a:r>
              <a:rPr kumimoji="1" lang="en-US" altLang="zh-CN" sz="2800">
                <a:solidFill>
                  <a:srgbClr val="FFFF00"/>
                </a:solidFill>
              </a:rPr>
              <a:t>. </a:t>
            </a:r>
            <a:r>
              <a:rPr kumimoji="1" lang="zh-CN" altLang="en-US" sz="2800">
                <a:solidFill>
                  <a:srgbClr val="FFFF00"/>
                </a:solidFill>
              </a:rPr>
              <a:t>磁介质及其分类</a:t>
            </a:r>
          </a:p>
        </p:txBody>
      </p:sp>
      <p:sp>
        <p:nvSpPr>
          <p:cNvPr id="299011" name="Text Box 3">
            <a:extLst>
              <a:ext uri="{FF2B5EF4-FFF2-40B4-BE49-F238E27FC236}">
                <a16:creationId xmlns:a16="http://schemas.microsoft.com/office/drawing/2014/main" id="{1C2E0C74-C6E0-0BD5-2EC2-03C2D783E00A}"/>
              </a:ext>
            </a:extLst>
          </p:cNvPr>
          <p:cNvSpPr txBox="1">
            <a:spLocks noChangeArrowheads="1"/>
          </p:cNvSpPr>
          <p:nvPr/>
        </p:nvSpPr>
        <p:spPr bwMode="auto">
          <a:xfrm>
            <a:off x="457200" y="1295400"/>
            <a:ext cx="643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66FFFF"/>
                </a:solidFill>
                <a:cs typeface="Times New Roman" panose="02020603050405020304" pitchFamily="18" charset="0"/>
              </a:rPr>
              <a:t>1.</a:t>
            </a:r>
            <a:r>
              <a:rPr kumimoji="1" lang="en-US" altLang="zh-CN">
                <a:solidFill>
                  <a:srgbClr val="FFFF00"/>
                </a:solidFill>
                <a:cs typeface="Times New Roman" panose="02020603050405020304" pitchFamily="18" charset="0"/>
              </a:rPr>
              <a:t> </a:t>
            </a:r>
            <a:r>
              <a:rPr kumimoji="1" lang="zh-CN" altLang="en-US">
                <a:solidFill>
                  <a:srgbClr val="66FFFF"/>
                </a:solidFill>
              </a:rPr>
              <a:t>磁介质</a:t>
            </a:r>
            <a:r>
              <a:rPr kumimoji="1" lang="en-US" altLang="zh-CN"/>
              <a:t>—— </a:t>
            </a:r>
            <a:r>
              <a:rPr kumimoji="1" lang="zh-CN" altLang="en-US"/>
              <a:t>放入磁场中能够显示磁性的物质 </a:t>
            </a:r>
          </a:p>
        </p:txBody>
      </p:sp>
      <p:graphicFrame>
        <p:nvGraphicFramePr>
          <p:cNvPr id="299012" name="Object 2">
            <a:extLst>
              <a:ext uri="{FF2B5EF4-FFF2-40B4-BE49-F238E27FC236}">
                <a16:creationId xmlns:a16="http://schemas.microsoft.com/office/drawing/2014/main" id="{79E0DE30-3713-8508-E5DE-709DB837625E}"/>
              </a:ext>
            </a:extLst>
          </p:cNvPr>
          <p:cNvGraphicFramePr>
            <a:graphicFrameLocks/>
          </p:cNvGraphicFramePr>
          <p:nvPr/>
        </p:nvGraphicFramePr>
        <p:xfrm>
          <a:off x="3065463" y="1887538"/>
          <a:ext cx="366712" cy="442912"/>
        </p:xfrm>
        <a:graphic>
          <a:graphicData uri="http://schemas.openxmlformats.org/presentationml/2006/ole">
            <mc:AlternateContent xmlns:mc="http://schemas.openxmlformats.org/markup-compatibility/2006">
              <mc:Choice xmlns:v="urn:schemas-microsoft-com:vml" Requires="v">
                <p:oleObj name="Equation" r:id="rId2" imgW="335404" imgH="411480" progId="Equation.3">
                  <p:embed/>
                </p:oleObj>
              </mc:Choice>
              <mc:Fallback>
                <p:oleObj name="Equation" r:id="rId2" imgW="335404" imgH="41148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5463" y="1887538"/>
                        <a:ext cx="3667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13" name="Object 3">
            <a:extLst>
              <a:ext uri="{FF2B5EF4-FFF2-40B4-BE49-F238E27FC236}">
                <a16:creationId xmlns:a16="http://schemas.microsoft.com/office/drawing/2014/main" id="{47B8140E-2343-4025-2FC7-78660605DC11}"/>
              </a:ext>
            </a:extLst>
          </p:cNvPr>
          <p:cNvGraphicFramePr>
            <a:graphicFrameLocks/>
          </p:cNvGraphicFramePr>
          <p:nvPr/>
        </p:nvGraphicFramePr>
        <p:xfrm>
          <a:off x="4302125" y="1870075"/>
          <a:ext cx="1636713" cy="442913"/>
        </p:xfrm>
        <a:graphic>
          <a:graphicData uri="http://schemas.openxmlformats.org/presentationml/2006/ole">
            <mc:AlternateContent xmlns:mc="http://schemas.openxmlformats.org/markup-compatibility/2006">
              <mc:Choice xmlns:v="urn:schemas-microsoft-com:vml" Requires="v">
                <p:oleObj name="Equation" r:id="rId4" imgW="1607851" imgH="411480" progId="Equation.3">
                  <p:embed/>
                </p:oleObj>
              </mc:Choice>
              <mc:Fallback>
                <p:oleObj name="Equation" r:id="rId4" imgW="1607851" imgH="411480"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2125" y="1870075"/>
                        <a:ext cx="163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9014" name="Text Box 6">
            <a:extLst>
              <a:ext uri="{FF2B5EF4-FFF2-40B4-BE49-F238E27FC236}">
                <a16:creationId xmlns:a16="http://schemas.microsoft.com/office/drawing/2014/main" id="{5F06180A-3FE2-AB8C-BE19-1546C6A4191A}"/>
              </a:ext>
            </a:extLst>
          </p:cNvPr>
          <p:cNvSpPr txBox="1">
            <a:spLocks noChangeArrowheads="1"/>
          </p:cNvSpPr>
          <p:nvPr/>
        </p:nvSpPr>
        <p:spPr bwMode="auto">
          <a:xfrm>
            <a:off x="738188" y="1811338"/>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电介质放入外场</a:t>
            </a:r>
          </a:p>
        </p:txBody>
      </p:sp>
      <p:sp>
        <p:nvSpPr>
          <p:cNvPr id="299015" name="AutoShape 7">
            <a:extLst>
              <a:ext uri="{FF2B5EF4-FFF2-40B4-BE49-F238E27FC236}">
                <a16:creationId xmlns:a16="http://schemas.microsoft.com/office/drawing/2014/main" id="{26595BFD-19A7-DC2F-1725-5C49CC01CDE6}"/>
              </a:ext>
            </a:extLst>
          </p:cNvPr>
          <p:cNvSpPr>
            <a:spLocks noChangeArrowheads="1"/>
          </p:cNvSpPr>
          <p:nvPr/>
        </p:nvSpPr>
        <p:spPr bwMode="auto">
          <a:xfrm>
            <a:off x="3622675" y="1990725"/>
            <a:ext cx="533400" cy="173038"/>
          </a:xfrm>
          <a:prstGeom prst="rightArrow">
            <a:avLst>
              <a:gd name="adj1" fmla="val 50000"/>
              <a:gd name="adj2" fmla="val 77064"/>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aphicFrame>
        <p:nvGraphicFramePr>
          <p:cNvPr id="299016" name="Object 4">
            <a:extLst>
              <a:ext uri="{FF2B5EF4-FFF2-40B4-BE49-F238E27FC236}">
                <a16:creationId xmlns:a16="http://schemas.microsoft.com/office/drawing/2014/main" id="{1C1AB2CD-4C06-4A2B-C598-A0BC064C5E0B}"/>
              </a:ext>
            </a:extLst>
          </p:cNvPr>
          <p:cNvGraphicFramePr>
            <a:graphicFrameLocks/>
          </p:cNvGraphicFramePr>
          <p:nvPr/>
        </p:nvGraphicFramePr>
        <p:xfrm>
          <a:off x="4424363" y="2492375"/>
          <a:ext cx="1155700" cy="482600"/>
        </p:xfrm>
        <a:graphic>
          <a:graphicData uri="http://schemas.openxmlformats.org/presentationml/2006/ole">
            <mc:AlternateContent xmlns:mc="http://schemas.openxmlformats.org/markup-compatibility/2006">
              <mc:Choice xmlns:v="urn:schemas-microsoft-com:vml" Requires="v">
                <p:oleObj name="Equation" r:id="rId6" imgW="1127636" imgH="449386" progId="Equation.3">
                  <p:embed/>
                </p:oleObj>
              </mc:Choice>
              <mc:Fallback>
                <p:oleObj name="Equation" r:id="rId6" imgW="1127636" imgH="449386"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4363" y="2492375"/>
                        <a:ext cx="11557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9017" name="AutoShape 9">
            <a:extLst>
              <a:ext uri="{FF2B5EF4-FFF2-40B4-BE49-F238E27FC236}">
                <a16:creationId xmlns:a16="http://schemas.microsoft.com/office/drawing/2014/main" id="{808A2FE2-1F91-0CB9-A14D-2486D0BC8404}"/>
              </a:ext>
            </a:extLst>
          </p:cNvPr>
          <p:cNvSpPr>
            <a:spLocks noChangeArrowheads="1"/>
          </p:cNvSpPr>
          <p:nvPr/>
        </p:nvSpPr>
        <p:spPr bwMode="auto">
          <a:xfrm>
            <a:off x="3632200" y="2636838"/>
            <a:ext cx="533400" cy="166687"/>
          </a:xfrm>
          <a:prstGeom prst="rightArrow">
            <a:avLst>
              <a:gd name="adj1" fmla="val 50000"/>
              <a:gd name="adj2" fmla="val 80000"/>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299018" name="Text Box 10">
            <a:extLst>
              <a:ext uri="{FF2B5EF4-FFF2-40B4-BE49-F238E27FC236}">
                <a16:creationId xmlns:a16="http://schemas.microsoft.com/office/drawing/2014/main" id="{06DC3327-B9F3-0F15-CD60-602F4E42593B}"/>
              </a:ext>
            </a:extLst>
          </p:cNvPr>
          <p:cNvSpPr txBox="1">
            <a:spLocks noChangeArrowheads="1"/>
          </p:cNvSpPr>
          <p:nvPr/>
        </p:nvSpPr>
        <p:spPr bwMode="auto">
          <a:xfrm>
            <a:off x="779463" y="3141663"/>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磁介质放入外场</a:t>
            </a:r>
          </a:p>
        </p:txBody>
      </p:sp>
      <p:graphicFrame>
        <p:nvGraphicFramePr>
          <p:cNvPr id="299019" name="Object 5">
            <a:extLst>
              <a:ext uri="{FF2B5EF4-FFF2-40B4-BE49-F238E27FC236}">
                <a16:creationId xmlns:a16="http://schemas.microsoft.com/office/drawing/2014/main" id="{CE6346A0-B8AB-2EBA-F26F-4B8A2DC2FBB4}"/>
              </a:ext>
            </a:extLst>
          </p:cNvPr>
          <p:cNvGraphicFramePr>
            <a:graphicFrameLocks/>
          </p:cNvGraphicFramePr>
          <p:nvPr/>
        </p:nvGraphicFramePr>
        <p:xfrm>
          <a:off x="3082925" y="3184525"/>
          <a:ext cx="366713" cy="442913"/>
        </p:xfrm>
        <a:graphic>
          <a:graphicData uri="http://schemas.openxmlformats.org/presentationml/2006/ole">
            <mc:AlternateContent xmlns:mc="http://schemas.openxmlformats.org/markup-compatibility/2006">
              <mc:Choice xmlns:v="urn:schemas-microsoft-com:vml" Requires="v">
                <p:oleObj name="Equation" r:id="rId8" imgW="335404" imgH="411480" progId="Equation.3">
                  <p:embed/>
                </p:oleObj>
              </mc:Choice>
              <mc:Fallback>
                <p:oleObj name="Equation" r:id="rId8" imgW="335404" imgH="41148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82925" y="3184525"/>
                        <a:ext cx="36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20" name="Object 6">
            <a:extLst>
              <a:ext uri="{FF2B5EF4-FFF2-40B4-BE49-F238E27FC236}">
                <a16:creationId xmlns:a16="http://schemas.microsoft.com/office/drawing/2014/main" id="{4588136D-C1BB-E2DE-9B94-0140D72C1F9E}"/>
              </a:ext>
            </a:extLst>
          </p:cNvPr>
          <p:cNvGraphicFramePr>
            <a:graphicFrameLocks/>
          </p:cNvGraphicFramePr>
          <p:nvPr/>
        </p:nvGraphicFramePr>
        <p:xfrm>
          <a:off x="4427538" y="3954463"/>
          <a:ext cx="1104900" cy="914400"/>
        </p:xfrm>
        <a:graphic>
          <a:graphicData uri="http://schemas.openxmlformats.org/presentationml/2006/ole">
            <mc:AlternateContent xmlns:mc="http://schemas.openxmlformats.org/markup-compatibility/2006">
              <mc:Choice xmlns:v="urn:schemas-microsoft-com:vml" Requires="v">
                <p:oleObj name="Equation" r:id="rId10" imgW="1074389" imgH="883809" progId="Equation.3">
                  <p:embed/>
                </p:oleObj>
              </mc:Choice>
              <mc:Fallback>
                <p:oleObj name="Equation" r:id="rId10" imgW="1074389" imgH="883809"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7538" y="3954463"/>
                        <a:ext cx="1104900" cy="9144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21" name="Object 7">
            <a:extLst>
              <a:ext uri="{FF2B5EF4-FFF2-40B4-BE49-F238E27FC236}">
                <a16:creationId xmlns:a16="http://schemas.microsoft.com/office/drawing/2014/main" id="{7A8A7A13-05C7-401C-1BBB-273EB4CCEB33}"/>
              </a:ext>
            </a:extLst>
          </p:cNvPr>
          <p:cNvGraphicFramePr>
            <a:graphicFrameLocks/>
          </p:cNvGraphicFramePr>
          <p:nvPr/>
        </p:nvGraphicFramePr>
        <p:xfrm>
          <a:off x="873125" y="4738688"/>
          <a:ext cx="366713" cy="419100"/>
        </p:xfrm>
        <a:graphic>
          <a:graphicData uri="http://schemas.openxmlformats.org/presentationml/2006/ole">
            <mc:AlternateContent xmlns:mc="http://schemas.openxmlformats.org/markup-compatibility/2006">
              <mc:Choice xmlns:v="urn:schemas-microsoft-com:vml" Requires="v">
                <p:oleObj name="Equation" r:id="rId12" imgW="335404" imgH="388537" progId="Equation.3">
                  <p:embed/>
                </p:oleObj>
              </mc:Choice>
              <mc:Fallback>
                <p:oleObj name="Equation" r:id="rId12" imgW="335404" imgH="388537"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3125" y="4738688"/>
                        <a:ext cx="3667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9022" name="Text Box 14">
            <a:extLst>
              <a:ext uri="{FF2B5EF4-FFF2-40B4-BE49-F238E27FC236}">
                <a16:creationId xmlns:a16="http://schemas.microsoft.com/office/drawing/2014/main" id="{9C966598-2927-DDA0-AECD-E71CF0C96AF3}"/>
              </a:ext>
            </a:extLst>
          </p:cNvPr>
          <p:cNvSpPr txBox="1">
            <a:spLocks noChangeArrowheads="1"/>
          </p:cNvSpPr>
          <p:nvPr/>
        </p:nvSpPr>
        <p:spPr bwMode="auto">
          <a:xfrm>
            <a:off x="1476375" y="4772025"/>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相对磁导率 </a:t>
            </a:r>
          </a:p>
        </p:txBody>
      </p:sp>
      <p:sp>
        <p:nvSpPr>
          <p:cNvPr id="299023" name="Text Box 15">
            <a:extLst>
              <a:ext uri="{FF2B5EF4-FFF2-40B4-BE49-F238E27FC236}">
                <a16:creationId xmlns:a16="http://schemas.microsoft.com/office/drawing/2014/main" id="{5CF441C7-0B7A-2B9A-3323-D91B33324506}"/>
              </a:ext>
            </a:extLst>
          </p:cNvPr>
          <p:cNvSpPr txBox="1">
            <a:spLocks noChangeArrowheads="1"/>
          </p:cNvSpPr>
          <p:nvPr/>
        </p:nvSpPr>
        <p:spPr bwMode="auto">
          <a:xfrm>
            <a:off x="1436688" y="5419725"/>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t> </a:t>
            </a:r>
            <a:r>
              <a:rPr kumimoji="1" lang="zh-CN" altLang="en-US"/>
              <a:t>反映磁介质对原磁场的影响程度</a:t>
            </a:r>
            <a:r>
              <a:rPr kumimoji="1" lang="zh-CN" altLang="en-US">
                <a:solidFill>
                  <a:schemeClr val="hlink"/>
                </a:solidFill>
              </a:rPr>
              <a:t> </a:t>
            </a:r>
          </a:p>
        </p:txBody>
      </p:sp>
      <p:sp>
        <p:nvSpPr>
          <p:cNvPr id="299024" name="Text Box 16">
            <a:extLst>
              <a:ext uri="{FF2B5EF4-FFF2-40B4-BE49-F238E27FC236}">
                <a16:creationId xmlns:a16="http://schemas.microsoft.com/office/drawing/2014/main" id="{FE9F6C0C-C572-9610-200E-53871C7A0341}"/>
              </a:ext>
            </a:extLst>
          </p:cNvPr>
          <p:cNvSpPr txBox="1">
            <a:spLocks noChangeArrowheads="1"/>
          </p:cNvSpPr>
          <p:nvPr/>
        </p:nvSpPr>
        <p:spPr bwMode="auto">
          <a:xfrm>
            <a:off x="1905000" y="257175"/>
            <a:ext cx="48752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r>
              <a:rPr kumimoji="1" lang="en-US" altLang="zh-CN" sz="3200">
                <a:solidFill>
                  <a:srgbClr val="00FF00"/>
                </a:solidFill>
                <a:latin typeface="黑体" panose="02010609060101010101" pitchFamily="49" charset="-122"/>
                <a:ea typeface="黑体" panose="02010609060101010101" pitchFamily="49" charset="-122"/>
              </a:rPr>
              <a:t>§</a:t>
            </a:r>
            <a:r>
              <a:rPr kumimoji="1" lang="en-US" altLang="zh-CN" sz="3200">
                <a:solidFill>
                  <a:srgbClr val="00FF00"/>
                </a:solidFill>
                <a:ea typeface="黑体" panose="02010609060101010101" pitchFamily="49" charset="-122"/>
              </a:rPr>
              <a:t>9.7</a:t>
            </a:r>
            <a:r>
              <a:rPr kumimoji="1" lang="en-US" altLang="zh-CN" sz="3200">
                <a:solidFill>
                  <a:srgbClr val="00FF00"/>
                </a:solidFill>
                <a:latin typeface="黑体" panose="02010609060101010101" pitchFamily="49" charset="-122"/>
                <a:ea typeface="黑体" panose="02010609060101010101" pitchFamily="49" charset="-122"/>
              </a:rPr>
              <a:t>  </a:t>
            </a:r>
            <a:r>
              <a:rPr kumimoji="1" lang="zh-CN" altLang="en-US" sz="3200">
                <a:solidFill>
                  <a:srgbClr val="00FF00"/>
                </a:solidFill>
                <a:latin typeface="黑体" panose="02010609060101010101" pitchFamily="49" charset="-122"/>
                <a:ea typeface="黑体" panose="02010609060101010101" pitchFamily="49" charset="-122"/>
              </a:rPr>
              <a:t>物质的磁性</a:t>
            </a:r>
          </a:p>
        </p:txBody>
      </p:sp>
      <p:sp>
        <p:nvSpPr>
          <p:cNvPr id="299025" name="AutoShape 17">
            <a:extLst>
              <a:ext uri="{FF2B5EF4-FFF2-40B4-BE49-F238E27FC236}">
                <a16:creationId xmlns:a16="http://schemas.microsoft.com/office/drawing/2014/main" id="{721EE6F3-3D0C-BCF0-41DF-2DDE3D57D3EC}"/>
              </a:ext>
            </a:extLst>
          </p:cNvPr>
          <p:cNvSpPr>
            <a:spLocks noChangeArrowheads="1"/>
          </p:cNvSpPr>
          <p:nvPr/>
        </p:nvSpPr>
        <p:spPr bwMode="auto">
          <a:xfrm>
            <a:off x="3657600" y="3314700"/>
            <a:ext cx="533400" cy="184150"/>
          </a:xfrm>
          <a:prstGeom prst="rightArrow">
            <a:avLst>
              <a:gd name="adj1" fmla="val 50000"/>
              <a:gd name="adj2" fmla="val 72414"/>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aphicFrame>
        <p:nvGraphicFramePr>
          <p:cNvPr id="299026" name="Object 8">
            <a:extLst>
              <a:ext uri="{FF2B5EF4-FFF2-40B4-BE49-F238E27FC236}">
                <a16:creationId xmlns:a16="http://schemas.microsoft.com/office/drawing/2014/main" id="{8F9DF9DA-9908-2AFD-559A-89057D55301A}"/>
              </a:ext>
            </a:extLst>
          </p:cNvPr>
          <p:cNvGraphicFramePr>
            <a:graphicFrameLocks/>
          </p:cNvGraphicFramePr>
          <p:nvPr/>
        </p:nvGraphicFramePr>
        <p:xfrm>
          <a:off x="4302125" y="3194050"/>
          <a:ext cx="1638300" cy="469900"/>
        </p:xfrm>
        <a:graphic>
          <a:graphicData uri="http://schemas.openxmlformats.org/presentationml/2006/ole">
            <mc:AlternateContent xmlns:mc="http://schemas.openxmlformats.org/markup-compatibility/2006">
              <mc:Choice xmlns:v="urn:schemas-microsoft-com:vml" Requires="v">
                <p:oleObj name="公式" r:id="rId14" imgW="1607851" imgH="441905" progId="Equation.3">
                  <p:embed/>
                </p:oleObj>
              </mc:Choice>
              <mc:Fallback>
                <p:oleObj name="公式" r:id="rId14" imgW="1607851" imgH="441905"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02125" y="3194050"/>
                        <a:ext cx="1638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9027" name="AutoShape 19">
            <a:extLst>
              <a:ext uri="{FF2B5EF4-FFF2-40B4-BE49-F238E27FC236}">
                <a16:creationId xmlns:a16="http://schemas.microsoft.com/office/drawing/2014/main" id="{D093CCEA-B04A-80C0-3D22-17583E466CE1}"/>
              </a:ext>
            </a:extLst>
          </p:cNvPr>
          <p:cNvSpPr>
            <a:spLocks noChangeArrowheads="1"/>
          </p:cNvSpPr>
          <p:nvPr/>
        </p:nvSpPr>
        <p:spPr bwMode="auto">
          <a:xfrm>
            <a:off x="3635375" y="4275138"/>
            <a:ext cx="533400" cy="161925"/>
          </a:xfrm>
          <a:prstGeom prst="rightArrow">
            <a:avLst>
              <a:gd name="adj1" fmla="val 50000"/>
              <a:gd name="adj2" fmla="val 82353"/>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pSp>
        <p:nvGrpSpPr>
          <p:cNvPr id="2" name="Group 20">
            <a:extLst>
              <a:ext uri="{FF2B5EF4-FFF2-40B4-BE49-F238E27FC236}">
                <a16:creationId xmlns:a16="http://schemas.microsoft.com/office/drawing/2014/main" id="{120AE1C2-F014-D9BF-0726-8E43A281560F}"/>
              </a:ext>
            </a:extLst>
          </p:cNvPr>
          <p:cNvGrpSpPr>
            <a:grpSpLocks/>
          </p:cNvGrpSpPr>
          <p:nvPr/>
        </p:nvGrpSpPr>
        <p:grpSpPr bwMode="auto">
          <a:xfrm>
            <a:off x="6165850" y="3429000"/>
            <a:ext cx="2438400" cy="2760663"/>
            <a:chOff x="4015" y="452"/>
            <a:chExt cx="1536" cy="1739"/>
          </a:xfrm>
        </p:grpSpPr>
        <p:grpSp>
          <p:nvGrpSpPr>
            <p:cNvPr id="25622" name="Group 21">
              <a:extLst>
                <a:ext uri="{FF2B5EF4-FFF2-40B4-BE49-F238E27FC236}">
                  <a16:creationId xmlns:a16="http://schemas.microsoft.com/office/drawing/2014/main" id="{16B7605A-C9F9-531D-292B-34CA1140809E}"/>
                </a:ext>
              </a:extLst>
            </p:cNvPr>
            <p:cNvGrpSpPr>
              <a:grpSpLocks/>
            </p:cNvGrpSpPr>
            <p:nvPr/>
          </p:nvGrpSpPr>
          <p:grpSpPr bwMode="auto">
            <a:xfrm>
              <a:off x="4015" y="452"/>
              <a:ext cx="1536" cy="1739"/>
              <a:chOff x="4015" y="452"/>
              <a:chExt cx="1536" cy="1739"/>
            </a:xfrm>
          </p:grpSpPr>
          <p:grpSp>
            <p:nvGrpSpPr>
              <p:cNvPr id="25624" name="Group 22">
                <a:extLst>
                  <a:ext uri="{FF2B5EF4-FFF2-40B4-BE49-F238E27FC236}">
                    <a16:creationId xmlns:a16="http://schemas.microsoft.com/office/drawing/2014/main" id="{164A61FA-3240-8223-9D23-8FEAE3649605}"/>
                  </a:ext>
                </a:extLst>
              </p:cNvPr>
              <p:cNvGrpSpPr>
                <a:grpSpLocks/>
              </p:cNvGrpSpPr>
              <p:nvPr/>
            </p:nvGrpSpPr>
            <p:grpSpPr bwMode="auto">
              <a:xfrm>
                <a:off x="4015" y="454"/>
                <a:ext cx="1536" cy="1737"/>
                <a:chOff x="4015" y="454"/>
                <a:chExt cx="1536" cy="1737"/>
              </a:xfrm>
            </p:grpSpPr>
            <p:sp>
              <p:nvSpPr>
                <p:cNvPr id="25626" name="Line 23">
                  <a:extLst>
                    <a:ext uri="{FF2B5EF4-FFF2-40B4-BE49-F238E27FC236}">
                      <a16:creationId xmlns:a16="http://schemas.microsoft.com/office/drawing/2014/main" id="{C59B4D42-B33F-F1DD-D7E8-FD138D7BA5FD}"/>
                    </a:ext>
                  </a:extLst>
                </p:cNvPr>
                <p:cNvSpPr>
                  <a:spLocks noChangeShapeType="1"/>
                </p:cNvSpPr>
                <p:nvPr/>
              </p:nvSpPr>
              <p:spPr bwMode="auto">
                <a:xfrm flipV="1">
                  <a:off x="4922" y="454"/>
                  <a:ext cx="0" cy="296"/>
                </a:xfrm>
                <a:prstGeom prst="line">
                  <a:avLst/>
                </a:prstGeom>
                <a:noFill/>
                <a:ln w="349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7" name="AutoShape 24">
                  <a:extLst>
                    <a:ext uri="{FF2B5EF4-FFF2-40B4-BE49-F238E27FC236}">
                      <a16:creationId xmlns:a16="http://schemas.microsoft.com/office/drawing/2014/main" id="{6E910647-C877-E597-6BDB-778E83B02FC1}"/>
                    </a:ext>
                  </a:extLst>
                </p:cNvPr>
                <p:cNvSpPr>
                  <a:spLocks noChangeArrowheads="1"/>
                </p:cNvSpPr>
                <p:nvPr/>
              </p:nvSpPr>
              <p:spPr bwMode="auto">
                <a:xfrm>
                  <a:off x="4058" y="790"/>
                  <a:ext cx="1445" cy="135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9 w 21600"/>
                    <a:gd name="T25" fmla="*/ 3161 h 21600"/>
                    <a:gd name="T26" fmla="*/ 18431 w 21600"/>
                    <a:gd name="T27" fmla="*/ 18439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521" y="10800"/>
                      </a:moveTo>
                      <a:cubicBezTo>
                        <a:pt x="3521" y="14820"/>
                        <a:pt x="6780" y="18079"/>
                        <a:pt x="10800" y="18079"/>
                      </a:cubicBezTo>
                      <a:cubicBezTo>
                        <a:pt x="14820" y="18079"/>
                        <a:pt x="18079" y="14820"/>
                        <a:pt x="18079" y="10800"/>
                      </a:cubicBezTo>
                      <a:cubicBezTo>
                        <a:pt x="18079" y="6780"/>
                        <a:pt x="14820" y="3521"/>
                        <a:pt x="10800" y="3521"/>
                      </a:cubicBezTo>
                      <a:cubicBezTo>
                        <a:pt x="6780" y="3521"/>
                        <a:pt x="3521" y="6780"/>
                        <a:pt x="3521" y="10800"/>
                      </a:cubicBezTo>
                      <a:close/>
                    </a:path>
                  </a:pathLst>
                </a:custGeom>
                <a:gradFill rotWithShape="0">
                  <a:gsLst>
                    <a:gs pos="0">
                      <a:srgbClr val="3366FF"/>
                    </a:gs>
                    <a:gs pos="100000">
                      <a:srgbClr val="182F76"/>
                    </a:gs>
                  </a:gsLst>
                  <a:path path="rect">
                    <a:fillToRect l="50000" t="50000" r="50000" b="50000"/>
                  </a:path>
                </a:gradFill>
                <a:ln w="9525">
                  <a:solidFill>
                    <a:schemeClr val="tx1"/>
                  </a:solidFill>
                  <a:round/>
                  <a:headEnd/>
                  <a:tailEnd/>
                </a:ln>
              </p:spPr>
              <p:txBody>
                <a:bodyPr wrap="none" anchor="ctr"/>
                <a:lstStyle/>
                <a:p>
                  <a:endParaRPr lang="zh-CN" altLang="en-US"/>
                </a:p>
              </p:txBody>
            </p:sp>
            <p:grpSp>
              <p:nvGrpSpPr>
                <p:cNvPr id="25628" name="Group 25">
                  <a:extLst>
                    <a:ext uri="{FF2B5EF4-FFF2-40B4-BE49-F238E27FC236}">
                      <a16:creationId xmlns:a16="http://schemas.microsoft.com/office/drawing/2014/main" id="{DBEB0AE5-FB1F-1860-BDBD-796FCFE9AE63}"/>
                    </a:ext>
                  </a:extLst>
                </p:cNvPr>
                <p:cNvGrpSpPr>
                  <a:grpSpLocks/>
                </p:cNvGrpSpPr>
                <p:nvPr/>
              </p:nvGrpSpPr>
              <p:grpSpPr bwMode="auto">
                <a:xfrm>
                  <a:off x="4610" y="502"/>
                  <a:ext cx="120" cy="543"/>
                  <a:chOff x="2256" y="1200"/>
                  <a:chExt cx="96" cy="769"/>
                </a:xfrm>
              </p:grpSpPr>
              <p:sp>
                <p:nvSpPr>
                  <p:cNvPr id="25658" name="Line 26">
                    <a:extLst>
                      <a:ext uri="{FF2B5EF4-FFF2-40B4-BE49-F238E27FC236}">
                        <a16:creationId xmlns:a16="http://schemas.microsoft.com/office/drawing/2014/main" id="{B7751C90-FFDC-17C0-052C-F7938290282E}"/>
                      </a:ext>
                    </a:extLst>
                  </p:cNvPr>
                  <p:cNvSpPr>
                    <a:spLocks noChangeShapeType="1"/>
                  </p:cNvSpPr>
                  <p:nvPr/>
                </p:nvSpPr>
                <p:spPr bwMode="auto">
                  <a:xfrm>
                    <a:off x="2352" y="1200"/>
                    <a:ext cx="0" cy="768"/>
                  </a:xfrm>
                  <a:prstGeom prst="line">
                    <a:avLst/>
                  </a:prstGeom>
                  <a:noFill/>
                  <a:ln w="158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9" name="Freeform 27">
                    <a:extLst>
                      <a:ext uri="{FF2B5EF4-FFF2-40B4-BE49-F238E27FC236}">
                        <a16:creationId xmlns:a16="http://schemas.microsoft.com/office/drawing/2014/main" id="{D50725AE-9B27-1333-4A24-8C99ED33A85F}"/>
                      </a:ext>
                    </a:extLst>
                  </p:cNvPr>
                  <p:cNvSpPr>
                    <a:spLocks/>
                  </p:cNvSpPr>
                  <p:nvPr/>
                </p:nvSpPr>
                <p:spPr bwMode="auto">
                  <a:xfrm>
                    <a:off x="2256" y="1968"/>
                    <a:ext cx="96" cy="1"/>
                  </a:xfrm>
                  <a:custGeom>
                    <a:avLst/>
                    <a:gdLst>
                      <a:gd name="T0" fmla="*/ 96 w 96"/>
                      <a:gd name="T1" fmla="*/ 0 h 1"/>
                      <a:gd name="T2" fmla="*/ 48 w 96"/>
                      <a:gd name="T3" fmla="*/ 0 h 1"/>
                      <a:gd name="T4" fmla="*/ 0 w 96"/>
                      <a:gd name="T5" fmla="*/ 0 h 1"/>
                      <a:gd name="T6" fmla="*/ 0 60000 65536"/>
                      <a:gd name="T7" fmla="*/ 0 60000 65536"/>
                      <a:gd name="T8" fmla="*/ 0 60000 65536"/>
                      <a:gd name="T9" fmla="*/ 0 w 96"/>
                      <a:gd name="T10" fmla="*/ 0 h 1"/>
                      <a:gd name="T11" fmla="*/ 96 w 96"/>
                      <a:gd name="T12" fmla="*/ 1 h 1"/>
                    </a:gdLst>
                    <a:ahLst/>
                    <a:cxnLst>
                      <a:cxn ang="T6">
                        <a:pos x="T0" y="T1"/>
                      </a:cxn>
                      <a:cxn ang="T7">
                        <a:pos x="T2" y="T3"/>
                      </a:cxn>
                      <a:cxn ang="T8">
                        <a:pos x="T4" y="T5"/>
                      </a:cxn>
                    </a:cxnLst>
                    <a:rect l="T9" t="T10" r="T11" b="T12"/>
                    <a:pathLst>
                      <a:path w="96" h="1">
                        <a:moveTo>
                          <a:pt x="96" y="0"/>
                        </a:moveTo>
                        <a:cubicBezTo>
                          <a:pt x="80" y="0"/>
                          <a:pt x="64" y="0"/>
                          <a:pt x="48" y="0"/>
                        </a:cubicBezTo>
                        <a:cubicBezTo>
                          <a:pt x="32" y="0"/>
                          <a:pt x="8" y="0"/>
                          <a:pt x="0" y="0"/>
                        </a:cubicBezTo>
                      </a:path>
                    </a:pathLst>
                  </a:custGeom>
                  <a:noFill/>
                  <a:ln w="15875">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5629" name="Freeform 28">
                  <a:extLst>
                    <a:ext uri="{FF2B5EF4-FFF2-40B4-BE49-F238E27FC236}">
                      <a16:creationId xmlns:a16="http://schemas.microsoft.com/office/drawing/2014/main" id="{5EE5AFB9-1A12-928A-BC49-122D5AA675D8}"/>
                    </a:ext>
                  </a:extLst>
                </p:cNvPr>
                <p:cNvSpPr>
                  <a:spLocks/>
                </p:cNvSpPr>
                <p:nvPr/>
              </p:nvSpPr>
              <p:spPr bwMode="auto">
                <a:xfrm rot="-1098446">
                  <a:off x="4483" y="790"/>
                  <a:ext cx="59" cy="344"/>
                </a:xfrm>
                <a:custGeom>
                  <a:avLst/>
                  <a:gdLst>
                    <a:gd name="T0" fmla="*/ 11 w 67"/>
                    <a:gd name="T1" fmla="*/ 9 h 390"/>
                    <a:gd name="T2" fmla="*/ 0 w 67"/>
                    <a:gd name="T3" fmla="*/ 10 h 390"/>
                    <a:gd name="T4" fmla="*/ 15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0" name="Freeform 29">
                  <a:extLst>
                    <a:ext uri="{FF2B5EF4-FFF2-40B4-BE49-F238E27FC236}">
                      <a16:creationId xmlns:a16="http://schemas.microsoft.com/office/drawing/2014/main" id="{9698755C-CCCE-F73A-01F8-015B04ABAA4A}"/>
                    </a:ext>
                  </a:extLst>
                </p:cNvPr>
                <p:cNvSpPr>
                  <a:spLocks/>
                </p:cNvSpPr>
                <p:nvPr/>
              </p:nvSpPr>
              <p:spPr bwMode="auto">
                <a:xfrm rot="-8079844">
                  <a:off x="4328" y="1704"/>
                  <a:ext cx="59" cy="346"/>
                </a:xfrm>
                <a:custGeom>
                  <a:avLst/>
                  <a:gdLst>
                    <a:gd name="T0" fmla="*/ 11 w 67"/>
                    <a:gd name="T1" fmla="*/ 9 h 390"/>
                    <a:gd name="T2" fmla="*/ 0 w 67"/>
                    <a:gd name="T3" fmla="*/ 11 h 390"/>
                    <a:gd name="T4" fmla="*/ 15 w 67"/>
                    <a:gd name="T5" fmla="*/ 74 h 390"/>
                    <a:gd name="T6" fmla="*/ 4 w 67"/>
                    <a:gd name="T7" fmla="*/ 85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1" name="Freeform 30">
                  <a:extLst>
                    <a:ext uri="{FF2B5EF4-FFF2-40B4-BE49-F238E27FC236}">
                      <a16:creationId xmlns:a16="http://schemas.microsoft.com/office/drawing/2014/main" id="{ED3A4841-D9AA-78BA-AD66-DB4152E53CA0}"/>
                    </a:ext>
                  </a:extLst>
                </p:cNvPr>
                <p:cNvSpPr>
                  <a:spLocks/>
                </p:cNvSpPr>
                <p:nvPr/>
              </p:nvSpPr>
              <p:spPr bwMode="auto">
                <a:xfrm rot="-9265042">
                  <a:off x="4610" y="1847"/>
                  <a:ext cx="60" cy="344"/>
                </a:xfrm>
                <a:custGeom>
                  <a:avLst/>
                  <a:gdLst>
                    <a:gd name="T0" fmla="*/ 13 w 67"/>
                    <a:gd name="T1" fmla="*/ 9 h 390"/>
                    <a:gd name="T2" fmla="*/ 0 w 67"/>
                    <a:gd name="T3" fmla="*/ 10 h 390"/>
                    <a:gd name="T4" fmla="*/ 18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2" name="Freeform 31">
                  <a:extLst>
                    <a:ext uri="{FF2B5EF4-FFF2-40B4-BE49-F238E27FC236}">
                      <a16:creationId xmlns:a16="http://schemas.microsoft.com/office/drawing/2014/main" id="{3DE38DD0-D0BC-F702-4374-30F08916C835}"/>
                    </a:ext>
                  </a:extLst>
                </p:cNvPr>
                <p:cNvSpPr>
                  <a:spLocks/>
                </p:cNvSpPr>
                <p:nvPr/>
              </p:nvSpPr>
              <p:spPr bwMode="auto">
                <a:xfrm rot="-6767960">
                  <a:off x="4158" y="1451"/>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3" name="Freeform 32">
                  <a:extLst>
                    <a:ext uri="{FF2B5EF4-FFF2-40B4-BE49-F238E27FC236}">
                      <a16:creationId xmlns:a16="http://schemas.microsoft.com/office/drawing/2014/main" id="{57FDFADD-673E-94AE-BAB3-00192DD903B6}"/>
                    </a:ext>
                  </a:extLst>
                </p:cNvPr>
                <p:cNvSpPr>
                  <a:spLocks/>
                </p:cNvSpPr>
                <p:nvPr/>
              </p:nvSpPr>
              <p:spPr bwMode="auto">
                <a:xfrm rot="-4945789">
                  <a:off x="4158" y="1197"/>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4" name="Freeform 33">
                  <a:extLst>
                    <a:ext uri="{FF2B5EF4-FFF2-40B4-BE49-F238E27FC236}">
                      <a16:creationId xmlns:a16="http://schemas.microsoft.com/office/drawing/2014/main" id="{C0C5AC72-BA4D-CD59-A9F4-37B4F59D1C29}"/>
                    </a:ext>
                  </a:extLst>
                </p:cNvPr>
                <p:cNvSpPr>
                  <a:spLocks/>
                </p:cNvSpPr>
                <p:nvPr/>
              </p:nvSpPr>
              <p:spPr bwMode="auto">
                <a:xfrm rot="-2478324">
                  <a:off x="4270" y="959"/>
                  <a:ext cx="85" cy="339"/>
                </a:xfrm>
                <a:custGeom>
                  <a:avLst/>
                  <a:gdLst>
                    <a:gd name="T0" fmla="*/ 915 w 67"/>
                    <a:gd name="T1" fmla="*/ 7 h 390"/>
                    <a:gd name="T2" fmla="*/ 0 w 67"/>
                    <a:gd name="T3" fmla="*/ 9 h 390"/>
                    <a:gd name="T4" fmla="*/ 1166 w 67"/>
                    <a:gd name="T5" fmla="*/ 57 h 390"/>
                    <a:gd name="T6" fmla="*/ 136 w 67"/>
                    <a:gd name="T7" fmla="*/ 67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5" name="Freeform 34">
                  <a:extLst>
                    <a:ext uri="{FF2B5EF4-FFF2-40B4-BE49-F238E27FC236}">
                      <a16:creationId xmlns:a16="http://schemas.microsoft.com/office/drawing/2014/main" id="{CF2B97B1-E9F2-2E28-CE2D-28D984E3A52B}"/>
                    </a:ext>
                  </a:extLst>
                </p:cNvPr>
                <p:cNvSpPr>
                  <a:spLocks/>
                </p:cNvSpPr>
                <p:nvPr/>
              </p:nvSpPr>
              <p:spPr bwMode="auto">
                <a:xfrm rot="-8459925">
                  <a:off x="4455" y="1790"/>
                  <a:ext cx="60" cy="344"/>
                </a:xfrm>
                <a:custGeom>
                  <a:avLst/>
                  <a:gdLst>
                    <a:gd name="T0" fmla="*/ 13 w 67"/>
                    <a:gd name="T1" fmla="*/ 9 h 390"/>
                    <a:gd name="T2" fmla="*/ 0 w 67"/>
                    <a:gd name="T3" fmla="*/ 10 h 390"/>
                    <a:gd name="T4" fmla="*/ 18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6" name="Freeform 35">
                  <a:extLst>
                    <a:ext uri="{FF2B5EF4-FFF2-40B4-BE49-F238E27FC236}">
                      <a16:creationId xmlns:a16="http://schemas.microsoft.com/office/drawing/2014/main" id="{818603CE-8B25-DD09-6CCD-967C4B10056B}"/>
                    </a:ext>
                  </a:extLst>
                </p:cNvPr>
                <p:cNvSpPr>
                  <a:spLocks/>
                </p:cNvSpPr>
                <p:nvPr/>
              </p:nvSpPr>
              <p:spPr bwMode="auto">
                <a:xfrm rot="-7539041">
                  <a:off x="4243" y="1577"/>
                  <a:ext cx="59" cy="346"/>
                </a:xfrm>
                <a:custGeom>
                  <a:avLst/>
                  <a:gdLst>
                    <a:gd name="T0" fmla="*/ 11 w 67"/>
                    <a:gd name="T1" fmla="*/ 9 h 390"/>
                    <a:gd name="T2" fmla="*/ 0 w 67"/>
                    <a:gd name="T3" fmla="*/ 11 h 390"/>
                    <a:gd name="T4" fmla="*/ 15 w 67"/>
                    <a:gd name="T5" fmla="*/ 74 h 390"/>
                    <a:gd name="T6" fmla="*/ 4 w 67"/>
                    <a:gd name="T7" fmla="*/ 85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7" name="Freeform 36">
                  <a:extLst>
                    <a:ext uri="{FF2B5EF4-FFF2-40B4-BE49-F238E27FC236}">
                      <a16:creationId xmlns:a16="http://schemas.microsoft.com/office/drawing/2014/main" id="{246A0657-EF38-CF5D-C376-59DE48A34EF7}"/>
                    </a:ext>
                  </a:extLst>
                </p:cNvPr>
                <p:cNvSpPr>
                  <a:spLocks/>
                </p:cNvSpPr>
                <p:nvPr/>
              </p:nvSpPr>
              <p:spPr bwMode="auto">
                <a:xfrm rot="-5931425">
                  <a:off x="4158" y="1324"/>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8" name="Freeform 37">
                  <a:extLst>
                    <a:ext uri="{FF2B5EF4-FFF2-40B4-BE49-F238E27FC236}">
                      <a16:creationId xmlns:a16="http://schemas.microsoft.com/office/drawing/2014/main" id="{27A413D3-D122-7FDD-B3C7-B10FDDCAA5BE}"/>
                    </a:ext>
                  </a:extLst>
                </p:cNvPr>
                <p:cNvSpPr>
                  <a:spLocks/>
                </p:cNvSpPr>
                <p:nvPr/>
              </p:nvSpPr>
              <p:spPr bwMode="auto">
                <a:xfrm rot="-3951584">
                  <a:off x="4201" y="1070"/>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9" name="Freeform 38">
                  <a:extLst>
                    <a:ext uri="{FF2B5EF4-FFF2-40B4-BE49-F238E27FC236}">
                      <a16:creationId xmlns:a16="http://schemas.microsoft.com/office/drawing/2014/main" id="{B4AD5900-3EE1-090F-1A61-6F1C69F11BA0}"/>
                    </a:ext>
                  </a:extLst>
                </p:cNvPr>
                <p:cNvSpPr>
                  <a:spLocks/>
                </p:cNvSpPr>
                <p:nvPr/>
              </p:nvSpPr>
              <p:spPr bwMode="auto">
                <a:xfrm rot="-1773259">
                  <a:off x="4355" y="875"/>
                  <a:ext cx="85" cy="338"/>
                </a:xfrm>
                <a:custGeom>
                  <a:avLst/>
                  <a:gdLst>
                    <a:gd name="T0" fmla="*/ 915 w 67"/>
                    <a:gd name="T1" fmla="*/ 7 h 390"/>
                    <a:gd name="T2" fmla="*/ 0 w 67"/>
                    <a:gd name="T3" fmla="*/ 8 h 390"/>
                    <a:gd name="T4" fmla="*/ 1166 w 67"/>
                    <a:gd name="T5" fmla="*/ 55 h 390"/>
                    <a:gd name="T6" fmla="*/ 136 w 67"/>
                    <a:gd name="T7" fmla="*/ 65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0" name="Freeform 39">
                  <a:extLst>
                    <a:ext uri="{FF2B5EF4-FFF2-40B4-BE49-F238E27FC236}">
                      <a16:creationId xmlns:a16="http://schemas.microsoft.com/office/drawing/2014/main" id="{6CDD8CAB-2EB1-AFA6-51E9-40F2E8B6A95A}"/>
                    </a:ext>
                  </a:extLst>
                </p:cNvPr>
                <p:cNvSpPr>
                  <a:spLocks/>
                </p:cNvSpPr>
                <p:nvPr/>
              </p:nvSpPr>
              <p:spPr bwMode="auto">
                <a:xfrm rot="-9998300">
                  <a:off x="4780" y="1847"/>
                  <a:ext cx="60" cy="344"/>
                </a:xfrm>
                <a:custGeom>
                  <a:avLst/>
                  <a:gdLst>
                    <a:gd name="T0" fmla="*/ 13 w 67"/>
                    <a:gd name="T1" fmla="*/ 9 h 390"/>
                    <a:gd name="T2" fmla="*/ 0 w 67"/>
                    <a:gd name="T3" fmla="*/ 10 h 390"/>
                    <a:gd name="T4" fmla="*/ 18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1" name="Freeform 40">
                  <a:extLst>
                    <a:ext uri="{FF2B5EF4-FFF2-40B4-BE49-F238E27FC236}">
                      <a16:creationId xmlns:a16="http://schemas.microsoft.com/office/drawing/2014/main" id="{6A2DFC5A-72E0-761D-E486-25F092517797}"/>
                    </a:ext>
                  </a:extLst>
                </p:cNvPr>
                <p:cNvSpPr>
                  <a:spLocks/>
                </p:cNvSpPr>
                <p:nvPr/>
              </p:nvSpPr>
              <p:spPr bwMode="auto">
                <a:xfrm rot="-6440618">
                  <a:off x="5306" y="1028"/>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2" name="Freeform 41">
                  <a:extLst>
                    <a:ext uri="{FF2B5EF4-FFF2-40B4-BE49-F238E27FC236}">
                      <a16:creationId xmlns:a16="http://schemas.microsoft.com/office/drawing/2014/main" id="{2AA7D959-0864-B51B-CA37-3317950D40F7}"/>
                    </a:ext>
                  </a:extLst>
                </p:cNvPr>
                <p:cNvSpPr>
                  <a:spLocks/>
                </p:cNvSpPr>
                <p:nvPr/>
              </p:nvSpPr>
              <p:spPr bwMode="auto">
                <a:xfrm rot="-7694875">
                  <a:off x="5206" y="916"/>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3" name="Freeform 42">
                  <a:extLst>
                    <a:ext uri="{FF2B5EF4-FFF2-40B4-BE49-F238E27FC236}">
                      <a16:creationId xmlns:a16="http://schemas.microsoft.com/office/drawing/2014/main" id="{3497AC19-2CAD-19CC-FAE5-DE2876E93B51}"/>
                    </a:ext>
                  </a:extLst>
                </p:cNvPr>
                <p:cNvSpPr>
                  <a:spLocks/>
                </p:cNvSpPr>
                <p:nvPr/>
              </p:nvSpPr>
              <p:spPr bwMode="auto">
                <a:xfrm rot="-8716787">
                  <a:off x="5078" y="832"/>
                  <a:ext cx="59" cy="344"/>
                </a:xfrm>
                <a:custGeom>
                  <a:avLst/>
                  <a:gdLst>
                    <a:gd name="T0" fmla="*/ 11 w 67"/>
                    <a:gd name="T1" fmla="*/ 9 h 390"/>
                    <a:gd name="T2" fmla="*/ 0 w 67"/>
                    <a:gd name="T3" fmla="*/ 10 h 390"/>
                    <a:gd name="T4" fmla="*/ 15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4" name="Freeform 43">
                  <a:extLst>
                    <a:ext uri="{FF2B5EF4-FFF2-40B4-BE49-F238E27FC236}">
                      <a16:creationId xmlns:a16="http://schemas.microsoft.com/office/drawing/2014/main" id="{4EC04275-B354-3626-2863-AEBA09332787}"/>
                    </a:ext>
                  </a:extLst>
                </p:cNvPr>
                <p:cNvSpPr>
                  <a:spLocks/>
                </p:cNvSpPr>
                <p:nvPr/>
              </p:nvSpPr>
              <p:spPr bwMode="auto">
                <a:xfrm rot="-9198687">
                  <a:off x="4950" y="790"/>
                  <a:ext cx="60" cy="344"/>
                </a:xfrm>
                <a:custGeom>
                  <a:avLst/>
                  <a:gdLst>
                    <a:gd name="T0" fmla="*/ 13 w 67"/>
                    <a:gd name="T1" fmla="*/ 9 h 390"/>
                    <a:gd name="T2" fmla="*/ 0 w 67"/>
                    <a:gd name="T3" fmla="*/ 10 h 390"/>
                    <a:gd name="T4" fmla="*/ 18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5" name="Freeform 44">
                  <a:extLst>
                    <a:ext uri="{FF2B5EF4-FFF2-40B4-BE49-F238E27FC236}">
                      <a16:creationId xmlns:a16="http://schemas.microsoft.com/office/drawing/2014/main" id="{A3B8E020-166B-5B7D-5C45-8AAC892AEDC1}"/>
                    </a:ext>
                  </a:extLst>
                </p:cNvPr>
                <p:cNvSpPr>
                  <a:spLocks/>
                </p:cNvSpPr>
                <p:nvPr/>
              </p:nvSpPr>
              <p:spPr bwMode="auto">
                <a:xfrm rot="-9998300">
                  <a:off x="4823" y="748"/>
                  <a:ext cx="59" cy="343"/>
                </a:xfrm>
                <a:custGeom>
                  <a:avLst/>
                  <a:gdLst>
                    <a:gd name="T0" fmla="*/ 11 w 67"/>
                    <a:gd name="T1" fmla="*/ 9 h 390"/>
                    <a:gd name="T2" fmla="*/ 0 w 67"/>
                    <a:gd name="T3" fmla="*/ 10 h 390"/>
                    <a:gd name="T4" fmla="*/ 15 w 67"/>
                    <a:gd name="T5" fmla="*/ 66 h 390"/>
                    <a:gd name="T6" fmla="*/ 4 w 67"/>
                    <a:gd name="T7" fmla="*/ 77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6" name="Freeform 45">
                  <a:extLst>
                    <a:ext uri="{FF2B5EF4-FFF2-40B4-BE49-F238E27FC236}">
                      <a16:creationId xmlns:a16="http://schemas.microsoft.com/office/drawing/2014/main" id="{DCE06F4C-C2A7-ECEB-E94B-379E89E54EC4}"/>
                    </a:ext>
                  </a:extLst>
                </p:cNvPr>
                <p:cNvSpPr>
                  <a:spLocks/>
                </p:cNvSpPr>
                <p:nvPr/>
              </p:nvSpPr>
              <p:spPr bwMode="auto">
                <a:xfrm rot="-2937311">
                  <a:off x="5306" y="1493"/>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7" name="Freeform 46">
                  <a:extLst>
                    <a:ext uri="{FF2B5EF4-FFF2-40B4-BE49-F238E27FC236}">
                      <a16:creationId xmlns:a16="http://schemas.microsoft.com/office/drawing/2014/main" id="{5DE1C12E-2483-9308-9165-163A459E4728}"/>
                    </a:ext>
                  </a:extLst>
                </p:cNvPr>
                <p:cNvSpPr>
                  <a:spLocks/>
                </p:cNvSpPr>
                <p:nvPr/>
              </p:nvSpPr>
              <p:spPr bwMode="auto">
                <a:xfrm rot="-2476278">
                  <a:off x="5263" y="1621"/>
                  <a:ext cx="59" cy="344"/>
                </a:xfrm>
                <a:custGeom>
                  <a:avLst/>
                  <a:gdLst>
                    <a:gd name="T0" fmla="*/ 11 w 67"/>
                    <a:gd name="T1" fmla="*/ 9 h 390"/>
                    <a:gd name="T2" fmla="*/ 0 w 67"/>
                    <a:gd name="T3" fmla="*/ 10 h 390"/>
                    <a:gd name="T4" fmla="*/ 15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8" name="Freeform 47">
                  <a:extLst>
                    <a:ext uri="{FF2B5EF4-FFF2-40B4-BE49-F238E27FC236}">
                      <a16:creationId xmlns:a16="http://schemas.microsoft.com/office/drawing/2014/main" id="{A41B5C44-7BE5-5009-C6B2-4B4CCF8A8CA4}"/>
                    </a:ext>
                  </a:extLst>
                </p:cNvPr>
                <p:cNvSpPr>
                  <a:spLocks/>
                </p:cNvSpPr>
                <p:nvPr/>
              </p:nvSpPr>
              <p:spPr bwMode="auto">
                <a:xfrm rot="-1976799">
                  <a:off x="5163" y="1720"/>
                  <a:ext cx="59" cy="344"/>
                </a:xfrm>
                <a:custGeom>
                  <a:avLst/>
                  <a:gdLst>
                    <a:gd name="T0" fmla="*/ 11 w 67"/>
                    <a:gd name="T1" fmla="*/ 9 h 390"/>
                    <a:gd name="T2" fmla="*/ 0 w 67"/>
                    <a:gd name="T3" fmla="*/ 10 h 390"/>
                    <a:gd name="T4" fmla="*/ 15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9" name="Freeform 48">
                  <a:extLst>
                    <a:ext uri="{FF2B5EF4-FFF2-40B4-BE49-F238E27FC236}">
                      <a16:creationId xmlns:a16="http://schemas.microsoft.com/office/drawing/2014/main" id="{871DF4C9-D35E-DD6A-A9E2-C3CA758B0CC9}"/>
                    </a:ext>
                  </a:extLst>
                </p:cNvPr>
                <p:cNvSpPr>
                  <a:spLocks/>
                </p:cNvSpPr>
                <p:nvPr/>
              </p:nvSpPr>
              <p:spPr bwMode="auto">
                <a:xfrm rot="-1054935">
                  <a:off x="5035" y="1805"/>
                  <a:ext cx="60" cy="344"/>
                </a:xfrm>
                <a:custGeom>
                  <a:avLst/>
                  <a:gdLst>
                    <a:gd name="T0" fmla="*/ 13 w 67"/>
                    <a:gd name="T1" fmla="*/ 9 h 390"/>
                    <a:gd name="T2" fmla="*/ 0 w 67"/>
                    <a:gd name="T3" fmla="*/ 10 h 390"/>
                    <a:gd name="T4" fmla="*/ 18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50" name="Freeform 49">
                  <a:extLst>
                    <a:ext uri="{FF2B5EF4-FFF2-40B4-BE49-F238E27FC236}">
                      <a16:creationId xmlns:a16="http://schemas.microsoft.com/office/drawing/2014/main" id="{07060565-B933-E158-2353-A0DAA3BA9AA0}"/>
                    </a:ext>
                  </a:extLst>
                </p:cNvPr>
                <p:cNvSpPr>
                  <a:spLocks/>
                </p:cNvSpPr>
                <p:nvPr/>
              </p:nvSpPr>
              <p:spPr bwMode="auto">
                <a:xfrm rot="-259915">
                  <a:off x="4908" y="1847"/>
                  <a:ext cx="59" cy="344"/>
                </a:xfrm>
                <a:custGeom>
                  <a:avLst/>
                  <a:gdLst>
                    <a:gd name="T0" fmla="*/ 11 w 67"/>
                    <a:gd name="T1" fmla="*/ 9 h 390"/>
                    <a:gd name="T2" fmla="*/ 0 w 67"/>
                    <a:gd name="T3" fmla="*/ 10 h 390"/>
                    <a:gd name="T4" fmla="*/ 15 w 67"/>
                    <a:gd name="T5" fmla="*/ 69 h 390"/>
                    <a:gd name="T6" fmla="*/ 4 w 67"/>
                    <a:gd name="T7" fmla="*/ 79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51" name="Line 50">
                  <a:extLst>
                    <a:ext uri="{FF2B5EF4-FFF2-40B4-BE49-F238E27FC236}">
                      <a16:creationId xmlns:a16="http://schemas.microsoft.com/office/drawing/2014/main" id="{8C241ACB-32A4-ED8A-3069-1F711246C68A}"/>
                    </a:ext>
                  </a:extLst>
                </p:cNvPr>
                <p:cNvSpPr>
                  <a:spLocks noChangeShapeType="1"/>
                </p:cNvSpPr>
                <p:nvPr/>
              </p:nvSpPr>
              <p:spPr bwMode="auto">
                <a:xfrm>
                  <a:off x="4778" y="502"/>
                  <a:ext cx="2" cy="288"/>
                </a:xfrm>
                <a:prstGeom prst="line">
                  <a:avLst/>
                </a:prstGeom>
                <a:noFill/>
                <a:ln w="158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2" name="Line 51">
                  <a:extLst>
                    <a:ext uri="{FF2B5EF4-FFF2-40B4-BE49-F238E27FC236}">
                      <a16:creationId xmlns:a16="http://schemas.microsoft.com/office/drawing/2014/main" id="{DA794B92-DEB7-EC87-257C-46A95D2DA5DA}"/>
                    </a:ext>
                  </a:extLst>
                </p:cNvPr>
                <p:cNvSpPr>
                  <a:spLocks noChangeShapeType="1"/>
                </p:cNvSpPr>
                <p:nvPr/>
              </p:nvSpPr>
              <p:spPr bwMode="auto">
                <a:xfrm>
                  <a:off x="4586" y="502"/>
                  <a:ext cx="0" cy="296"/>
                </a:xfrm>
                <a:prstGeom prst="line">
                  <a:avLst/>
                </a:prstGeom>
                <a:noFill/>
                <a:ln w="349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53" name="Line 52">
                  <a:extLst>
                    <a:ext uri="{FF2B5EF4-FFF2-40B4-BE49-F238E27FC236}">
                      <a16:creationId xmlns:a16="http://schemas.microsoft.com/office/drawing/2014/main" id="{7267580F-7F9A-052A-92ED-553E64275A86}"/>
                    </a:ext>
                  </a:extLst>
                </p:cNvPr>
                <p:cNvSpPr>
                  <a:spLocks noChangeShapeType="1"/>
                </p:cNvSpPr>
                <p:nvPr/>
              </p:nvSpPr>
              <p:spPr bwMode="auto">
                <a:xfrm flipV="1">
                  <a:off x="4778" y="1174"/>
                  <a:ext cx="480" cy="336"/>
                </a:xfrm>
                <a:prstGeom prst="line">
                  <a:avLst/>
                </a:prstGeom>
                <a:noFill/>
                <a:ln w="222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654" name="Object 12">
                  <a:extLst>
                    <a:ext uri="{FF2B5EF4-FFF2-40B4-BE49-F238E27FC236}">
                      <a16:creationId xmlns:a16="http://schemas.microsoft.com/office/drawing/2014/main" id="{21D7A430-92F1-D813-D0CB-99F2FE011B18}"/>
                    </a:ext>
                  </a:extLst>
                </p:cNvPr>
                <p:cNvGraphicFramePr>
                  <a:graphicFrameLocks noChangeAspect="1"/>
                </p:cNvGraphicFramePr>
                <p:nvPr/>
              </p:nvGraphicFramePr>
              <p:xfrm>
                <a:off x="4778" y="1222"/>
                <a:ext cx="212" cy="234"/>
              </p:xfrm>
              <a:graphic>
                <a:graphicData uri="http://schemas.openxmlformats.org/presentationml/2006/ole">
                  <mc:AlternateContent xmlns:mc="http://schemas.openxmlformats.org/markup-compatibility/2006">
                    <mc:Choice xmlns:v="urn:schemas-microsoft-com:vml" Requires="v">
                      <p:oleObj name="Equation" r:id="rId16" imgW="83602" imgH="99254" progId="Equation.3">
                        <p:embed/>
                      </p:oleObj>
                    </mc:Choice>
                    <mc:Fallback>
                      <p:oleObj name="Equation" r:id="rId16" imgW="83602" imgH="99254" progId="Equation.3">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78" y="1222"/>
                              <a:ext cx="21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55" name="Object 13">
                  <a:extLst>
                    <a:ext uri="{FF2B5EF4-FFF2-40B4-BE49-F238E27FC236}">
                      <a16:creationId xmlns:a16="http://schemas.microsoft.com/office/drawing/2014/main" id="{CD2B007E-86F2-F9CB-3DF1-5A8BF36A6997}"/>
                    </a:ext>
                  </a:extLst>
                </p:cNvPr>
                <p:cNvGraphicFramePr>
                  <a:graphicFrameLocks noChangeAspect="1"/>
                </p:cNvGraphicFramePr>
                <p:nvPr/>
              </p:nvGraphicFramePr>
              <p:xfrm>
                <a:off x="4538" y="1414"/>
                <a:ext cx="236" cy="257"/>
              </p:xfrm>
              <a:graphic>
                <a:graphicData uri="http://schemas.openxmlformats.org/presentationml/2006/ole">
                  <mc:AlternateContent xmlns:mc="http://schemas.openxmlformats.org/markup-compatibility/2006">
                    <mc:Choice xmlns:v="urn:schemas-microsoft-com:vml" Requires="v">
                      <p:oleObj name="Equation" r:id="rId18" imgW="99029" imgH="106735" progId="Equation.3">
                        <p:embed/>
                      </p:oleObj>
                    </mc:Choice>
                    <mc:Fallback>
                      <p:oleObj name="Equation" r:id="rId18" imgW="99029" imgH="106735" progId="Equation.3">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38" y="1414"/>
                              <a:ext cx="23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56" name="Freeform 55">
                  <a:extLst>
                    <a:ext uri="{FF2B5EF4-FFF2-40B4-BE49-F238E27FC236}">
                      <a16:creationId xmlns:a16="http://schemas.microsoft.com/office/drawing/2014/main" id="{078F04DD-960F-94ED-4CEB-469E560A54AD}"/>
                    </a:ext>
                  </a:extLst>
                </p:cNvPr>
                <p:cNvSpPr>
                  <a:spLocks/>
                </p:cNvSpPr>
                <p:nvPr/>
              </p:nvSpPr>
              <p:spPr bwMode="auto">
                <a:xfrm rot="-4859785">
                  <a:off x="5349" y="1197"/>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57" name="Freeform 56">
                  <a:extLst>
                    <a:ext uri="{FF2B5EF4-FFF2-40B4-BE49-F238E27FC236}">
                      <a16:creationId xmlns:a16="http://schemas.microsoft.com/office/drawing/2014/main" id="{7BBBEA39-12A2-9038-549E-43FA33AB9FD2}"/>
                    </a:ext>
                  </a:extLst>
                </p:cNvPr>
                <p:cNvSpPr>
                  <a:spLocks/>
                </p:cNvSpPr>
                <p:nvPr/>
              </p:nvSpPr>
              <p:spPr bwMode="auto">
                <a:xfrm rot="-3853592">
                  <a:off x="5349" y="1366"/>
                  <a:ext cx="59" cy="345"/>
                </a:xfrm>
                <a:custGeom>
                  <a:avLst/>
                  <a:gdLst>
                    <a:gd name="T0" fmla="*/ 11 w 67"/>
                    <a:gd name="T1" fmla="*/ 9 h 390"/>
                    <a:gd name="T2" fmla="*/ 0 w 67"/>
                    <a:gd name="T3" fmla="*/ 11 h 390"/>
                    <a:gd name="T4" fmla="*/ 15 w 67"/>
                    <a:gd name="T5" fmla="*/ 71 h 390"/>
                    <a:gd name="T6" fmla="*/ 4 w 67"/>
                    <a:gd name="T7" fmla="*/ 82 h 390"/>
                    <a:gd name="T8" fmla="*/ 0 60000 65536"/>
                    <a:gd name="T9" fmla="*/ 0 60000 65536"/>
                    <a:gd name="T10" fmla="*/ 0 60000 65536"/>
                    <a:gd name="T11" fmla="*/ 0 60000 65536"/>
                    <a:gd name="T12" fmla="*/ 0 w 67"/>
                    <a:gd name="T13" fmla="*/ 0 h 390"/>
                    <a:gd name="T14" fmla="*/ 67 w 67"/>
                    <a:gd name="T15" fmla="*/ 390 h 390"/>
                  </a:gdLst>
                  <a:ahLst/>
                  <a:cxnLst>
                    <a:cxn ang="T8">
                      <a:pos x="T0" y="T1"/>
                    </a:cxn>
                    <a:cxn ang="T9">
                      <a:pos x="T2" y="T3"/>
                    </a:cxn>
                    <a:cxn ang="T10">
                      <a:pos x="T4" y="T5"/>
                    </a:cxn>
                    <a:cxn ang="T11">
                      <a:pos x="T6" y="T7"/>
                    </a:cxn>
                  </a:cxnLst>
                  <a:rect l="T12" t="T13" r="T14" b="T15"/>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25625" name="Object 11">
                <a:extLst>
                  <a:ext uri="{FF2B5EF4-FFF2-40B4-BE49-F238E27FC236}">
                    <a16:creationId xmlns:a16="http://schemas.microsoft.com/office/drawing/2014/main" id="{0A39FFFD-8B44-46E2-842E-1C68E0A10371}"/>
                  </a:ext>
                </a:extLst>
              </p:cNvPr>
              <p:cNvGraphicFramePr>
                <a:graphicFrameLocks noChangeAspect="1"/>
              </p:cNvGraphicFramePr>
              <p:nvPr/>
            </p:nvGraphicFramePr>
            <p:xfrm>
              <a:off x="4270" y="452"/>
              <a:ext cx="240" cy="291"/>
            </p:xfrm>
            <a:graphic>
              <a:graphicData uri="http://schemas.openxmlformats.org/presentationml/2006/ole">
                <mc:AlternateContent xmlns:mc="http://schemas.openxmlformats.org/markup-compatibility/2006">
                  <mc:Choice xmlns:v="urn:schemas-microsoft-com:vml" Requires="v">
                    <p:oleObj name="Equation" r:id="rId20" imgW="99029" imgH="137160" progId="Equation.3">
                      <p:embed/>
                    </p:oleObj>
                  </mc:Choice>
                  <mc:Fallback>
                    <p:oleObj name="Equation" r:id="rId20" imgW="99029" imgH="137160"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70" y="452"/>
                            <a:ext cx="24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623" name="Object 10">
              <a:extLst>
                <a:ext uri="{FF2B5EF4-FFF2-40B4-BE49-F238E27FC236}">
                  <a16:creationId xmlns:a16="http://schemas.microsoft.com/office/drawing/2014/main" id="{762D172D-4B90-C291-CB1E-85D5002E3181}"/>
                </a:ext>
              </a:extLst>
            </p:cNvPr>
            <p:cNvGraphicFramePr>
              <a:graphicFrameLocks noChangeAspect="1"/>
            </p:cNvGraphicFramePr>
            <p:nvPr/>
          </p:nvGraphicFramePr>
          <p:xfrm>
            <a:off x="4512" y="1152"/>
            <a:ext cx="240" cy="224"/>
          </p:xfrm>
          <a:graphic>
            <a:graphicData uri="http://schemas.openxmlformats.org/presentationml/2006/ole">
              <mc:AlternateContent xmlns:mc="http://schemas.openxmlformats.org/markup-compatibility/2006">
                <mc:Choice xmlns:v="urn:schemas-microsoft-com:vml" Requires="v">
                  <p:oleObj name="Equation" r:id="rId22" imgW="144811" imgH="144641" progId="Equation.3">
                    <p:embed/>
                  </p:oleObj>
                </mc:Choice>
                <mc:Fallback>
                  <p:oleObj name="Equation" r:id="rId22" imgW="144811" imgH="144641" progId="Equation.3">
                    <p:embed/>
                    <p:pic>
                      <p:nvPicPr>
                        <p:cNvPr id="0" name="Object 1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512" y="1152"/>
                          <a:ext cx="240"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99067" name="Object 9">
            <a:extLst>
              <a:ext uri="{FF2B5EF4-FFF2-40B4-BE49-F238E27FC236}">
                <a16:creationId xmlns:a16="http://schemas.microsoft.com/office/drawing/2014/main" id="{518D7C41-0019-88A2-2848-070FB710D554}"/>
              </a:ext>
            </a:extLst>
          </p:cNvPr>
          <p:cNvGraphicFramePr>
            <a:graphicFrameLocks noChangeAspect="1"/>
          </p:cNvGraphicFramePr>
          <p:nvPr/>
        </p:nvGraphicFramePr>
        <p:xfrm>
          <a:off x="1547813" y="6021388"/>
          <a:ext cx="1600200" cy="431800"/>
        </p:xfrm>
        <a:graphic>
          <a:graphicData uri="http://schemas.openxmlformats.org/presentationml/2006/ole">
            <mc:AlternateContent xmlns:mc="http://schemas.openxmlformats.org/markup-compatibility/2006">
              <mc:Choice xmlns:v="urn:schemas-microsoft-com:vml" Requires="v">
                <p:oleObj name="公式" r:id="rId24" imgW="1402329" imgH="403999" progId="Equation.3">
                  <p:embed/>
                </p:oleObj>
              </mc:Choice>
              <mc:Fallback>
                <p:oleObj name="公式" r:id="rId24" imgW="1402329" imgH="403999" progId="Equation.3">
                  <p:embed/>
                  <p:pic>
                    <p:nvPicPr>
                      <p:cNvPr id="0" name="Object 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47813" y="6021388"/>
                        <a:ext cx="16002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9024"/>
                                        </p:tgtEl>
                                        <p:attrNameLst>
                                          <p:attrName>style.visibility</p:attrName>
                                        </p:attrNameLst>
                                      </p:cBhvr>
                                      <p:to>
                                        <p:strVal val="visible"/>
                                      </p:to>
                                    </p:set>
                                    <p:animEffect transition="in" filter="wipe(left)">
                                      <p:cBhvr>
                                        <p:cTn id="7" dur="500"/>
                                        <p:tgtEl>
                                          <p:spTgt spid="2990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9010"/>
                                        </p:tgtEl>
                                        <p:attrNameLst>
                                          <p:attrName>style.visibility</p:attrName>
                                        </p:attrNameLst>
                                      </p:cBhvr>
                                      <p:to>
                                        <p:strVal val="visible"/>
                                      </p:to>
                                    </p:set>
                                    <p:animEffect transition="in" filter="wipe(left)">
                                      <p:cBhvr>
                                        <p:cTn id="12" dur="500"/>
                                        <p:tgtEl>
                                          <p:spTgt spid="2990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99011"/>
                                        </p:tgtEl>
                                        <p:attrNameLst>
                                          <p:attrName>style.visibility</p:attrName>
                                        </p:attrNameLst>
                                      </p:cBhvr>
                                      <p:to>
                                        <p:strVal val="visible"/>
                                      </p:to>
                                    </p:set>
                                    <p:animEffect transition="in" filter="wipe(left)">
                                      <p:cBhvr>
                                        <p:cTn id="17" dur="500"/>
                                        <p:tgtEl>
                                          <p:spTgt spid="2990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9014"/>
                                        </p:tgtEl>
                                        <p:attrNameLst>
                                          <p:attrName>style.visibility</p:attrName>
                                        </p:attrNameLst>
                                      </p:cBhvr>
                                      <p:to>
                                        <p:strVal val="visible"/>
                                      </p:to>
                                    </p:set>
                                    <p:animEffect transition="in" filter="wipe(left)">
                                      <p:cBhvr>
                                        <p:cTn id="22" dur="500"/>
                                        <p:tgtEl>
                                          <p:spTgt spid="299014"/>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99012"/>
                                        </p:tgtEl>
                                        <p:attrNameLst>
                                          <p:attrName>style.visibility</p:attrName>
                                        </p:attrNameLst>
                                      </p:cBhvr>
                                      <p:to>
                                        <p:strVal val="visible"/>
                                      </p:to>
                                    </p:set>
                                    <p:animEffect transition="in" filter="wipe(left)">
                                      <p:cBhvr>
                                        <p:cTn id="26" dur="500"/>
                                        <p:tgtEl>
                                          <p:spTgt spid="29901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99015"/>
                                        </p:tgtEl>
                                        <p:attrNameLst>
                                          <p:attrName>style.visibility</p:attrName>
                                        </p:attrNameLst>
                                      </p:cBhvr>
                                      <p:to>
                                        <p:strVal val="visible"/>
                                      </p:to>
                                    </p:set>
                                    <p:animEffect transition="in" filter="wipe(left)">
                                      <p:cBhvr>
                                        <p:cTn id="31" dur="500"/>
                                        <p:tgtEl>
                                          <p:spTgt spid="29901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99013"/>
                                        </p:tgtEl>
                                        <p:attrNameLst>
                                          <p:attrName>style.visibility</p:attrName>
                                        </p:attrNameLst>
                                      </p:cBhvr>
                                      <p:to>
                                        <p:strVal val="visible"/>
                                      </p:to>
                                    </p:set>
                                    <p:animEffect transition="in" filter="wipe(left)">
                                      <p:cBhvr>
                                        <p:cTn id="36" dur="500"/>
                                        <p:tgtEl>
                                          <p:spTgt spid="29901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99017"/>
                                        </p:tgtEl>
                                        <p:attrNameLst>
                                          <p:attrName>style.visibility</p:attrName>
                                        </p:attrNameLst>
                                      </p:cBhvr>
                                      <p:to>
                                        <p:strVal val="visible"/>
                                      </p:to>
                                    </p:set>
                                    <p:animEffect transition="in" filter="wipe(left)">
                                      <p:cBhvr>
                                        <p:cTn id="41" dur="500"/>
                                        <p:tgtEl>
                                          <p:spTgt spid="29901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99016"/>
                                        </p:tgtEl>
                                        <p:attrNameLst>
                                          <p:attrName>style.visibility</p:attrName>
                                        </p:attrNameLst>
                                      </p:cBhvr>
                                      <p:to>
                                        <p:strVal val="visible"/>
                                      </p:to>
                                    </p:set>
                                    <p:animEffect transition="in" filter="wipe(left)">
                                      <p:cBhvr>
                                        <p:cTn id="46" dur="500"/>
                                        <p:tgtEl>
                                          <p:spTgt spid="29901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99018"/>
                                        </p:tgtEl>
                                        <p:attrNameLst>
                                          <p:attrName>style.visibility</p:attrName>
                                        </p:attrNameLst>
                                      </p:cBhvr>
                                      <p:to>
                                        <p:strVal val="visible"/>
                                      </p:to>
                                    </p:set>
                                    <p:animEffect transition="in" filter="wipe(left)">
                                      <p:cBhvr>
                                        <p:cTn id="51" dur="500"/>
                                        <p:tgtEl>
                                          <p:spTgt spid="299018"/>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299019"/>
                                        </p:tgtEl>
                                        <p:attrNameLst>
                                          <p:attrName>style.visibility</p:attrName>
                                        </p:attrNameLst>
                                      </p:cBhvr>
                                      <p:to>
                                        <p:strVal val="visible"/>
                                      </p:to>
                                    </p:set>
                                    <p:animEffect transition="in" filter="wipe(left)">
                                      <p:cBhvr>
                                        <p:cTn id="55" dur="500"/>
                                        <p:tgtEl>
                                          <p:spTgt spid="29901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99025"/>
                                        </p:tgtEl>
                                        <p:attrNameLst>
                                          <p:attrName>style.visibility</p:attrName>
                                        </p:attrNameLst>
                                      </p:cBhvr>
                                      <p:to>
                                        <p:strVal val="visible"/>
                                      </p:to>
                                    </p:set>
                                    <p:animEffect transition="in" filter="wipe(left)">
                                      <p:cBhvr>
                                        <p:cTn id="60" dur="500"/>
                                        <p:tgtEl>
                                          <p:spTgt spid="29902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99026"/>
                                        </p:tgtEl>
                                        <p:attrNameLst>
                                          <p:attrName>style.visibility</p:attrName>
                                        </p:attrNameLst>
                                      </p:cBhvr>
                                      <p:to>
                                        <p:strVal val="visible"/>
                                      </p:to>
                                    </p:set>
                                    <p:animEffect transition="in" filter="wipe(left)">
                                      <p:cBhvr>
                                        <p:cTn id="65" dur="500"/>
                                        <p:tgtEl>
                                          <p:spTgt spid="29902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99027"/>
                                        </p:tgtEl>
                                        <p:attrNameLst>
                                          <p:attrName>style.visibility</p:attrName>
                                        </p:attrNameLst>
                                      </p:cBhvr>
                                      <p:to>
                                        <p:strVal val="visible"/>
                                      </p:to>
                                    </p:set>
                                    <p:animEffect transition="in" filter="wipe(left)">
                                      <p:cBhvr>
                                        <p:cTn id="70" dur="500"/>
                                        <p:tgtEl>
                                          <p:spTgt spid="29902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99020"/>
                                        </p:tgtEl>
                                        <p:attrNameLst>
                                          <p:attrName>style.visibility</p:attrName>
                                        </p:attrNameLst>
                                      </p:cBhvr>
                                      <p:to>
                                        <p:strVal val="visible"/>
                                      </p:to>
                                    </p:set>
                                    <p:animEffect transition="in" filter="wipe(left)">
                                      <p:cBhvr>
                                        <p:cTn id="75" dur="500"/>
                                        <p:tgtEl>
                                          <p:spTgt spid="299020"/>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99021"/>
                                        </p:tgtEl>
                                        <p:attrNameLst>
                                          <p:attrName>style.visibility</p:attrName>
                                        </p:attrNameLst>
                                      </p:cBhvr>
                                      <p:to>
                                        <p:strVal val="visible"/>
                                      </p:to>
                                    </p:set>
                                    <p:animEffect transition="in" filter="wipe(left)">
                                      <p:cBhvr>
                                        <p:cTn id="80" dur="500"/>
                                        <p:tgtEl>
                                          <p:spTgt spid="299021"/>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99022"/>
                                        </p:tgtEl>
                                        <p:attrNameLst>
                                          <p:attrName>style.visibility</p:attrName>
                                        </p:attrNameLst>
                                      </p:cBhvr>
                                      <p:to>
                                        <p:strVal val="visible"/>
                                      </p:to>
                                    </p:set>
                                    <p:animEffect transition="in" filter="wipe(left)">
                                      <p:cBhvr>
                                        <p:cTn id="85" dur="500"/>
                                        <p:tgtEl>
                                          <p:spTgt spid="299022"/>
                                        </p:tgtEl>
                                      </p:cBhvr>
                                    </p:animEffect>
                                  </p:childTnLst>
                                </p:cTn>
                              </p:par>
                            </p:childTnLst>
                          </p:cTn>
                        </p:par>
                        <p:par>
                          <p:cTn id="86" fill="hold" nodeType="afterGroup">
                            <p:stCondLst>
                              <p:cond delay="500"/>
                            </p:stCondLst>
                            <p:childTnLst>
                              <p:par>
                                <p:cTn id="87" presetID="22" presetClass="entr" presetSubtype="8" fill="hold" nodeType="afterEffect">
                                  <p:stCondLst>
                                    <p:cond delay="0"/>
                                  </p:stCondLst>
                                  <p:childTnLst>
                                    <p:set>
                                      <p:cBhvr>
                                        <p:cTn id="88" dur="1" fill="hold">
                                          <p:stCondLst>
                                            <p:cond delay="0"/>
                                          </p:stCondLst>
                                        </p:cTn>
                                        <p:tgtEl>
                                          <p:spTgt spid="299023"/>
                                        </p:tgtEl>
                                        <p:attrNameLst>
                                          <p:attrName>style.visibility</p:attrName>
                                        </p:attrNameLst>
                                      </p:cBhvr>
                                      <p:to>
                                        <p:strVal val="visible"/>
                                      </p:to>
                                    </p:set>
                                    <p:animEffect transition="in" filter="wipe(left)">
                                      <p:cBhvr>
                                        <p:cTn id="89" dur="500"/>
                                        <p:tgtEl>
                                          <p:spTgt spid="299023"/>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4" presetClass="entr" presetSubtype="32" fill="hold" nodeType="clickEffect">
                                  <p:stCondLst>
                                    <p:cond delay="0"/>
                                  </p:stCondLst>
                                  <p:childTnLst>
                                    <p:set>
                                      <p:cBhvr>
                                        <p:cTn id="93" dur="1" fill="hold">
                                          <p:stCondLst>
                                            <p:cond delay="0"/>
                                          </p:stCondLst>
                                        </p:cTn>
                                        <p:tgtEl>
                                          <p:spTgt spid="2"/>
                                        </p:tgtEl>
                                        <p:attrNameLst>
                                          <p:attrName>style.visibility</p:attrName>
                                        </p:attrNameLst>
                                      </p:cBhvr>
                                      <p:to>
                                        <p:strVal val="visible"/>
                                      </p:to>
                                    </p:set>
                                    <p:animEffect transition="in" filter="box(out)">
                                      <p:cBhvr>
                                        <p:cTn id="94" dur="500"/>
                                        <p:tgtEl>
                                          <p:spTgt spid="2"/>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299067"/>
                                        </p:tgtEl>
                                        <p:attrNameLst>
                                          <p:attrName>style.visibility</p:attrName>
                                        </p:attrNameLst>
                                      </p:cBhvr>
                                      <p:to>
                                        <p:strVal val="visible"/>
                                      </p:to>
                                    </p:set>
                                    <p:animEffect transition="in" filter="wipe(left)">
                                      <p:cBhvr>
                                        <p:cTn id="99" dur="500"/>
                                        <p:tgtEl>
                                          <p:spTgt spid="299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0" grpId="0" autoUpdateAnimBg="0"/>
      <p:bldP spid="299011" grpId="0" autoUpdateAnimBg="0"/>
      <p:bldP spid="299014" grpId="0" autoUpdateAnimBg="0"/>
      <p:bldP spid="299015" grpId="0" animBg="1"/>
      <p:bldP spid="299017" grpId="0" animBg="1"/>
      <p:bldP spid="299018" grpId="0" autoUpdateAnimBg="0"/>
      <p:bldP spid="299022" grpId="0" autoUpdateAnimBg="0"/>
      <p:bldP spid="299023" grpId="0" autoUpdateAnimBg="0"/>
      <p:bldP spid="299024" grpId="0" autoUpdateAnimBg="0"/>
      <p:bldP spid="299025" grpId="0" animBg="1"/>
      <p:bldP spid="2990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Text Box 2">
            <a:extLst>
              <a:ext uri="{FF2B5EF4-FFF2-40B4-BE49-F238E27FC236}">
                <a16:creationId xmlns:a16="http://schemas.microsoft.com/office/drawing/2014/main" id="{DCA3D7CE-9A93-EEAF-A8DA-A929CDA51D68}"/>
              </a:ext>
            </a:extLst>
          </p:cNvPr>
          <p:cNvSpPr txBox="1">
            <a:spLocks noChangeArrowheads="1"/>
          </p:cNvSpPr>
          <p:nvPr/>
        </p:nvSpPr>
        <p:spPr bwMode="auto">
          <a:xfrm>
            <a:off x="323850" y="333375"/>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66FFFF"/>
                </a:solidFill>
                <a:cs typeface="Times New Roman" panose="02020603050405020304" pitchFamily="18" charset="0"/>
              </a:rPr>
              <a:t>2.</a:t>
            </a:r>
            <a:r>
              <a:rPr kumimoji="1" lang="en-US" altLang="zh-CN">
                <a:solidFill>
                  <a:srgbClr val="FFFF00"/>
                </a:solidFill>
                <a:cs typeface="Times New Roman" panose="02020603050405020304" pitchFamily="18" charset="0"/>
              </a:rPr>
              <a:t> </a:t>
            </a:r>
            <a:r>
              <a:rPr kumimoji="1" lang="zh-CN" altLang="en-US">
                <a:solidFill>
                  <a:srgbClr val="66FFFF"/>
                </a:solidFill>
              </a:rPr>
              <a:t>磁介质的分类</a:t>
            </a:r>
          </a:p>
        </p:txBody>
      </p:sp>
      <p:sp>
        <p:nvSpPr>
          <p:cNvPr id="300035" name="Text Box 3">
            <a:extLst>
              <a:ext uri="{FF2B5EF4-FFF2-40B4-BE49-F238E27FC236}">
                <a16:creationId xmlns:a16="http://schemas.microsoft.com/office/drawing/2014/main" id="{B8883EA7-217F-9D70-049C-B8927E3E8F4E}"/>
              </a:ext>
            </a:extLst>
          </p:cNvPr>
          <p:cNvSpPr txBox="1">
            <a:spLocks noChangeArrowheads="1"/>
          </p:cNvSpPr>
          <p:nvPr/>
        </p:nvSpPr>
        <p:spPr bwMode="auto">
          <a:xfrm>
            <a:off x="609600" y="800100"/>
            <a:ext cx="2154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a:t>
            </a:r>
            <a:r>
              <a:rPr kumimoji="1" lang="en-US" altLang="zh-CN"/>
              <a:t>1</a:t>
            </a:r>
            <a:r>
              <a:rPr kumimoji="1" lang="zh-CN" altLang="en-US"/>
              <a:t>）顺磁质</a:t>
            </a:r>
          </a:p>
        </p:txBody>
      </p:sp>
      <p:sp>
        <p:nvSpPr>
          <p:cNvPr id="300036" name="Text Box 4">
            <a:extLst>
              <a:ext uri="{FF2B5EF4-FFF2-40B4-BE49-F238E27FC236}">
                <a16:creationId xmlns:a16="http://schemas.microsoft.com/office/drawing/2014/main" id="{6F82A730-4F32-B54D-C81B-0FA42146956F}"/>
              </a:ext>
            </a:extLst>
          </p:cNvPr>
          <p:cNvSpPr txBox="1">
            <a:spLocks noChangeArrowheads="1"/>
          </p:cNvSpPr>
          <p:nvPr/>
        </p:nvSpPr>
        <p:spPr bwMode="auto">
          <a:xfrm>
            <a:off x="544513" y="1728788"/>
            <a:ext cx="2024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a:t>
            </a:r>
            <a:r>
              <a:rPr kumimoji="1" lang="en-US" altLang="zh-CN"/>
              <a:t>2</a:t>
            </a:r>
            <a:r>
              <a:rPr kumimoji="1" lang="zh-CN" altLang="en-US"/>
              <a:t>）抗磁质</a:t>
            </a:r>
          </a:p>
        </p:txBody>
      </p:sp>
      <p:graphicFrame>
        <p:nvGraphicFramePr>
          <p:cNvPr id="300037" name="Object 2">
            <a:extLst>
              <a:ext uri="{FF2B5EF4-FFF2-40B4-BE49-F238E27FC236}">
                <a16:creationId xmlns:a16="http://schemas.microsoft.com/office/drawing/2014/main" id="{79ABFDA3-35FE-D28E-A7D9-C1E2C474B317}"/>
              </a:ext>
            </a:extLst>
          </p:cNvPr>
          <p:cNvGraphicFramePr>
            <a:graphicFrameLocks/>
          </p:cNvGraphicFramePr>
          <p:nvPr/>
        </p:nvGraphicFramePr>
        <p:xfrm>
          <a:off x="2517775" y="1724025"/>
          <a:ext cx="849313" cy="417513"/>
        </p:xfrm>
        <a:graphic>
          <a:graphicData uri="http://schemas.openxmlformats.org/presentationml/2006/ole">
            <mc:AlternateContent xmlns:mc="http://schemas.openxmlformats.org/markup-compatibility/2006">
              <mc:Choice xmlns:v="urn:schemas-microsoft-com:vml" Requires="v">
                <p:oleObj name="Equation" r:id="rId2" imgW="823084" imgH="388537" progId="Equation.3">
                  <p:embed/>
                </p:oleObj>
              </mc:Choice>
              <mc:Fallback>
                <p:oleObj name="Equation" r:id="rId2" imgW="823084" imgH="388537"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7775" y="1724025"/>
                        <a:ext cx="849313"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38" name="Text Box 6">
            <a:extLst>
              <a:ext uri="{FF2B5EF4-FFF2-40B4-BE49-F238E27FC236}">
                <a16:creationId xmlns:a16="http://schemas.microsoft.com/office/drawing/2014/main" id="{13DF8E3C-891C-126D-DC47-11B46D9566ED}"/>
              </a:ext>
            </a:extLst>
          </p:cNvPr>
          <p:cNvSpPr txBox="1">
            <a:spLocks noChangeArrowheads="1"/>
          </p:cNvSpPr>
          <p:nvPr/>
        </p:nvSpPr>
        <p:spPr bwMode="auto">
          <a:xfrm>
            <a:off x="5303838" y="16922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减弱原场</a:t>
            </a:r>
          </a:p>
        </p:txBody>
      </p:sp>
      <p:graphicFrame>
        <p:nvGraphicFramePr>
          <p:cNvPr id="300039" name="Object 3">
            <a:extLst>
              <a:ext uri="{FF2B5EF4-FFF2-40B4-BE49-F238E27FC236}">
                <a16:creationId xmlns:a16="http://schemas.microsoft.com/office/drawing/2014/main" id="{1487320D-3F9A-4C18-EE28-478ECE186D3C}"/>
              </a:ext>
            </a:extLst>
          </p:cNvPr>
          <p:cNvGraphicFramePr>
            <a:graphicFrameLocks/>
          </p:cNvGraphicFramePr>
          <p:nvPr/>
        </p:nvGraphicFramePr>
        <p:xfrm>
          <a:off x="4360863" y="820738"/>
          <a:ext cx="954087" cy="431800"/>
        </p:xfrm>
        <a:graphic>
          <a:graphicData uri="http://schemas.openxmlformats.org/presentationml/2006/ole">
            <mc:AlternateContent xmlns:mc="http://schemas.openxmlformats.org/markup-compatibility/2006">
              <mc:Choice xmlns:v="urn:schemas-microsoft-com:vml" Requires="v">
                <p:oleObj name="Equation" r:id="rId4" imgW="922113" imgH="403999" progId="Equation.3">
                  <p:embed/>
                </p:oleObj>
              </mc:Choice>
              <mc:Fallback>
                <p:oleObj name="Equation" r:id="rId4" imgW="922113" imgH="403999"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0863" y="820738"/>
                        <a:ext cx="9540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40" name="Object 4">
            <a:extLst>
              <a:ext uri="{FF2B5EF4-FFF2-40B4-BE49-F238E27FC236}">
                <a16:creationId xmlns:a16="http://schemas.microsoft.com/office/drawing/2014/main" id="{6F8684FE-8386-F4EE-F701-6FE5F5C1BA52}"/>
              </a:ext>
            </a:extLst>
          </p:cNvPr>
          <p:cNvGraphicFramePr>
            <a:graphicFrameLocks/>
          </p:cNvGraphicFramePr>
          <p:nvPr/>
        </p:nvGraphicFramePr>
        <p:xfrm>
          <a:off x="2606675" y="782638"/>
          <a:ext cx="863600" cy="417512"/>
        </p:xfrm>
        <a:graphic>
          <a:graphicData uri="http://schemas.openxmlformats.org/presentationml/2006/ole">
            <mc:AlternateContent xmlns:mc="http://schemas.openxmlformats.org/markup-compatibility/2006">
              <mc:Choice xmlns:v="urn:schemas-microsoft-com:vml" Requires="v">
                <p:oleObj name="Equation" r:id="rId6" imgW="830549" imgH="388537" progId="Equation.3">
                  <p:embed/>
                </p:oleObj>
              </mc:Choice>
              <mc:Fallback>
                <p:oleObj name="Equation" r:id="rId6" imgW="830549" imgH="388537"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6675" y="782638"/>
                        <a:ext cx="863600"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41" name="Text Box 9">
            <a:extLst>
              <a:ext uri="{FF2B5EF4-FFF2-40B4-BE49-F238E27FC236}">
                <a16:creationId xmlns:a16="http://schemas.microsoft.com/office/drawing/2014/main" id="{7E9076F6-8718-D8BD-A7B1-BBAEA9CC3CCB}"/>
              </a:ext>
            </a:extLst>
          </p:cNvPr>
          <p:cNvSpPr txBox="1">
            <a:spLocks noChangeArrowheads="1"/>
          </p:cNvSpPr>
          <p:nvPr/>
        </p:nvSpPr>
        <p:spPr bwMode="auto">
          <a:xfrm>
            <a:off x="5292725" y="7651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增强原场</a:t>
            </a:r>
          </a:p>
        </p:txBody>
      </p:sp>
      <p:sp>
        <p:nvSpPr>
          <p:cNvPr id="300042" name="AutoShape 10">
            <a:extLst>
              <a:ext uri="{FF2B5EF4-FFF2-40B4-BE49-F238E27FC236}">
                <a16:creationId xmlns:a16="http://schemas.microsoft.com/office/drawing/2014/main" id="{F1A7EDCE-FE60-89EE-3258-527456DACC9D}"/>
              </a:ext>
            </a:extLst>
          </p:cNvPr>
          <p:cNvSpPr>
            <a:spLocks noChangeArrowheads="1"/>
          </p:cNvSpPr>
          <p:nvPr/>
        </p:nvSpPr>
        <p:spPr bwMode="auto">
          <a:xfrm>
            <a:off x="3492500" y="1844675"/>
            <a:ext cx="685800" cy="223838"/>
          </a:xfrm>
          <a:prstGeom prst="rightArrow">
            <a:avLst>
              <a:gd name="adj1" fmla="val 50000"/>
              <a:gd name="adj2" fmla="val 76596"/>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sp>
        <p:nvSpPr>
          <p:cNvPr id="300043" name="AutoShape 11">
            <a:extLst>
              <a:ext uri="{FF2B5EF4-FFF2-40B4-BE49-F238E27FC236}">
                <a16:creationId xmlns:a16="http://schemas.microsoft.com/office/drawing/2014/main" id="{C0C833D0-508A-0B71-1DE0-EAF81793BA29}"/>
              </a:ext>
            </a:extLst>
          </p:cNvPr>
          <p:cNvSpPr>
            <a:spLocks noChangeArrowheads="1"/>
          </p:cNvSpPr>
          <p:nvPr/>
        </p:nvSpPr>
        <p:spPr bwMode="auto">
          <a:xfrm>
            <a:off x="3557588" y="901700"/>
            <a:ext cx="685800" cy="209550"/>
          </a:xfrm>
          <a:prstGeom prst="rightArrow">
            <a:avLst>
              <a:gd name="adj1" fmla="val 50000"/>
              <a:gd name="adj2" fmla="val 81818"/>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ctr" eaLnBrk="1" hangingPunct="1"/>
            <a:endParaRPr kumimoji="1" lang="zh-CN" altLang="en-US">
              <a:solidFill>
                <a:schemeClr val="tx1"/>
              </a:solidFill>
            </a:endParaRPr>
          </a:p>
        </p:txBody>
      </p:sp>
      <p:graphicFrame>
        <p:nvGraphicFramePr>
          <p:cNvPr id="300044" name="Object 5">
            <a:extLst>
              <a:ext uri="{FF2B5EF4-FFF2-40B4-BE49-F238E27FC236}">
                <a16:creationId xmlns:a16="http://schemas.microsoft.com/office/drawing/2014/main" id="{2925A8BC-37E3-91A7-C9E6-0E2B496FA1A2}"/>
              </a:ext>
            </a:extLst>
          </p:cNvPr>
          <p:cNvGraphicFramePr>
            <a:graphicFrameLocks/>
          </p:cNvGraphicFramePr>
          <p:nvPr/>
        </p:nvGraphicFramePr>
        <p:xfrm>
          <a:off x="4313238" y="1757363"/>
          <a:ext cx="954087" cy="431800"/>
        </p:xfrm>
        <a:graphic>
          <a:graphicData uri="http://schemas.openxmlformats.org/presentationml/2006/ole">
            <mc:AlternateContent xmlns:mc="http://schemas.openxmlformats.org/markup-compatibility/2006">
              <mc:Choice xmlns:v="urn:schemas-microsoft-com:vml" Requires="v">
                <p:oleObj name="Equation" r:id="rId8" imgW="922113" imgH="403999" progId="Equation.3">
                  <p:embed/>
                </p:oleObj>
              </mc:Choice>
              <mc:Fallback>
                <p:oleObj name="Equation" r:id="rId8" imgW="922113" imgH="403999"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13238" y="1757363"/>
                        <a:ext cx="9540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45" name="Text Box 13">
            <a:extLst>
              <a:ext uri="{FF2B5EF4-FFF2-40B4-BE49-F238E27FC236}">
                <a16:creationId xmlns:a16="http://schemas.microsoft.com/office/drawing/2014/main" id="{65A70B4B-43DA-7443-DACA-F1C88EF284F6}"/>
              </a:ext>
            </a:extLst>
          </p:cNvPr>
          <p:cNvSpPr txBox="1">
            <a:spLocks noChangeArrowheads="1"/>
          </p:cNvSpPr>
          <p:nvPr/>
        </p:nvSpPr>
        <p:spPr bwMode="auto">
          <a:xfrm>
            <a:off x="2411413" y="2276475"/>
            <a:ext cx="350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如 锌、铜、水银、铅等</a:t>
            </a:r>
          </a:p>
        </p:txBody>
      </p:sp>
      <p:sp>
        <p:nvSpPr>
          <p:cNvPr id="300046" name="Text Box 14">
            <a:extLst>
              <a:ext uri="{FF2B5EF4-FFF2-40B4-BE49-F238E27FC236}">
                <a16:creationId xmlns:a16="http://schemas.microsoft.com/office/drawing/2014/main" id="{13FC7470-1772-427D-A927-7CA8A148284B}"/>
              </a:ext>
            </a:extLst>
          </p:cNvPr>
          <p:cNvSpPr txBox="1">
            <a:spLocks noChangeArrowheads="1"/>
          </p:cNvSpPr>
          <p:nvPr/>
        </p:nvSpPr>
        <p:spPr bwMode="auto">
          <a:xfrm>
            <a:off x="2339975" y="1268413"/>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dirty="0"/>
              <a:t>如 锰、铬、铂、氧等</a:t>
            </a:r>
          </a:p>
        </p:txBody>
      </p:sp>
      <p:sp>
        <p:nvSpPr>
          <p:cNvPr id="300047" name="Text Box 15">
            <a:extLst>
              <a:ext uri="{FF2B5EF4-FFF2-40B4-BE49-F238E27FC236}">
                <a16:creationId xmlns:a16="http://schemas.microsoft.com/office/drawing/2014/main" id="{01FEE71A-B0DB-5FCE-189B-F58148665B58}"/>
              </a:ext>
            </a:extLst>
          </p:cNvPr>
          <p:cNvSpPr txBox="1">
            <a:spLocks noChangeArrowheads="1"/>
          </p:cNvSpPr>
          <p:nvPr/>
        </p:nvSpPr>
        <p:spPr bwMode="auto">
          <a:xfrm>
            <a:off x="3563938" y="3357563"/>
            <a:ext cx="287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66FFFF"/>
                </a:solidFill>
              </a:rPr>
              <a:t>弱磁性物质</a:t>
            </a:r>
          </a:p>
        </p:txBody>
      </p:sp>
      <p:sp>
        <p:nvSpPr>
          <p:cNvPr id="300048" name="Text Box 16">
            <a:extLst>
              <a:ext uri="{FF2B5EF4-FFF2-40B4-BE49-F238E27FC236}">
                <a16:creationId xmlns:a16="http://schemas.microsoft.com/office/drawing/2014/main" id="{1B5DA5AE-101C-1C7A-27C9-8E6B2F79C441}"/>
              </a:ext>
            </a:extLst>
          </p:cNvPr>
          <p:cNvSpPr txBox="1">
            <a:spLocks noChangeArrowheads="1"/>
          </p:cNvSpPr>
          <p:nvPr/>
        </p:nvSpPr>
        <p:spPr bwMode="auto">
          <a:xfrm>
            <a:off x="1085850" y="2771775"/>
            <a:ext cx="6480175" cy="466725"/>
          </a:xfrm>
          <a:prstGeom prst="rect">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FFFF00"/>
                </a:solidFill>
              </a:rPr>
              <a:t>顺磁质和抗磁质的相对磁导率都非常接近于</a:t>
            </a:r>
            <a:r>
              <a:rPr kumimoji="1" lang="en-US" altLang="zh-CN">
                <a:solidFill>
                  <a:srgbClr val="66FFFF"/>
                </a:solidFill>
              </a:rPr>
              <a:t>1</a:t>
            </a:r>
          </a:p>
        </p:txBody>
      </p:sp>
      <p:sp>
        <p:nvSpPr>
          <p:cNvPr id="300049" name="Text Box 17">
            <a:extLst>
              <a:ext uri="{FF2B5EF4-FFF2-40B4-BE49-F238E27FC236}">
                <a16:creationId xmlns:a16="http://schemas.microsoft.com/office/drawing/2014/main" id="{98903BA3-D5A2-7AC4-C9E4-50D7073082EF}"/>
              </a:ext>
            </a:extLst>
          </p:cNvPr>
          <p:cNvSpPr txBox="1">
            <a:spLocks noChangeArrowheads="1"/>
          </p:cNvSpPr>
          <p:nvPr/>
        </p:nvSpPr>
        <p:spPr bwMode="auto">
          <a:xfrm>
            <a:off x="539750" y="4057650"/>
            <a:ext cx="2154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a:t>
            </a:r>
            <a:r>
              <a:rPr kumimoji="1" lang="en-US" altLang="zh-CN"/>
              <a:t>3</a:t>
            </a:r>
            <a:r>
              <a:rPr kumimoji="1" lang="zh-CN" altLang="en-US"/>
              <a:t>）铁磁质</a:t>
            </a:r>
          </a:p>
        </p:txBody>
      </p:sp>
      <p:graphicFrame>
        <p:nvGraphicFramePr>
          <p:cNvPr id="300050" name="Object 6">
            <a:extLst>
              <a:ext uri="{FF2B5EF4-FFF2-40B4-BE49-F238E27FC236}">
                <a16:creationId xmlns:a16="http://schemas.microsoft.com/office/drawing/2014/main" id="{A74197EC-F0D9-ECAE-6774-6C931AAE4A3F}"/>
              </a:ext>
            </a:extLst>
          </p:cNvPr>
          <p:cNvGraphicFramePr>
            <a:graphicFrameLocks/>
          </p:cNvGraphicFramePr>
          <p:nvPr/>
        </p:nvGraphicFramePr>
        <p:xfrm>
          <a:off x="4295775" y="4033838"/>
          <a:ext cx="1573213" cy="471487"/>
        </p:xfrm>
        <a:graphic>
          <a:graphicData uri="http://schemas.openxmlformats.org/presentationml/2006/ole">
            <mc:AlternateContent xmlns:mc="http://schemas.openxmlformats.org/markup-compatibility/2006">
              <mc:Choice xmlns:v="urn:schemas-microsoft-com:vml" Requires="v">
                <p:oleObj name="Equation" r:id="rId10" imgW="1546642" imgH="441905" progId="Equation.3">
                  <p:embed/>
                </p:oleObj>
              </mc:Choice>
              <mc:Fallback>
                <p:oleObj name="Equation" r:id="rId10" imgW="1546642" imgH="441905"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95775" y="4033838"/>
                        <a:ext cx="1573213"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51" name="Object 7">
            <a:extLst>
              <a:ext uri="{FF2B5EF4-FFF2-40B4-BE49-F238E27FC236}">
                <a16:creationId xmlns:a16="http://schemas.microsoft.com/office/drawing/2014/main" id="{67B5A178-B5B9-15BF-6A10-A41F7F8B45DE}"/>
              </a:ext>
            </a:extLst>
          </p:cNvPr>
          <p:cNvGraphicFramePr>
            <a:graphicFrameLocks/>
          </p:cNvGraphicFramePr>
          <p:nvPr/>
        </p:nvGraphicFramePr>
        <p:xfrm>
          <a:off x="2543175" y="4057650"/>
          <a:ext cx="1054100" cy="417513"/>
        </p:xfrm>
        <a:graphic>
          <a:graphicData uri="http://schemas.openxmlformats.org/presentationml/2006/ole">
            <mc:AlternateContent xmlns:mc="http://schemas.openxmlformats.org/markup-compatibility/2006">
              <mc:Choice xmlns:v="urn:schemas-microsoft-com:vml" Requires="v">
                <p:oleObj name="Equation" r:id="rId12" imgW="1021142" imgH="388537" progId="Equation.3">
                  <p:embed/>
                </p:oleObj>
              </mc:Choice>
              <mc:Fallback>
                <p:oleObj name="Equation" r:id="rId12" imgW="1021142" imgH="388537"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43175" y="4057650"/>
                        <a:ext cx="10541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52" name="Text Box 20">
            <a:extLst>
              <a:ext uri="{FF2B5EF4-FFF2-40B4-BE49-F238E27FC236}">
                <a16:creationId xmlns:a16="http://schemas.microsoft.com/office/drawing/2014/main" id="{5262ECFA-24FB-C290-84FB-40FAB119F3FD}"/>
              </a:ext>
            </a:extLst>
          </p:cNvPr>
          <p:cNvSpPr txBox="1">
            <a:spLocks noChangeArrowheads="1"/>
          </p:cNvSpPr>
          <p:nvPr/>
        </p:nvSpPr>
        <p:spPr bwMode="auto">
          <a:xfrm>
            <a:off x="6323013" y="4040188"/>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FFCC00"/>
                </a:solidFill>
              </a:rPr>
              <a:t>通常不是常数</a:t>
            </a:r>
          </a:p>
        </p:txBody>
      </p:sp>
      <p:sp>
        <p:nvSpPr>
          <p:cNvPr id="300053" name="Text Box 21">
            <a:extLst>
              <a:ext uri="{FF2B5EF4-FFF2-40B4-BE49-F238E27FC236}">
                <a16:creationId xmlns:a16="http://schemas.microsoft.com/office/drawing/2014/main" id="{001C597A-963A-9A89-2424-21F088850DD2}"/>
              </a:ext>
            </a:extLst>
          </p:cNvPr>
          <p:cNvSpPr txBox="1">
            <a:spLocks noChangeArrowheads="1"/>
          </p:cNvSpPr>
          <p:nvPr/>
        </p:nvSpPr>
        <p:spPr bwMode="auto">
          <a:xfrm>
            <a:off x="1312863" y="4700588"/>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t>具有显著的增强原磁场的性质</a:t>
            </a:r>
          </a:p>
        </p:txBody>
      </p:sp>
      <p:sp>
        <p:nvSpPr>
          <p:cNvPr id="300054" name="Text Box 22">
            <a:extLst>
              <a:ext uri="{FF2B5EF4-FFF2-40B4-BE49-F238E27FC236}">
                <a16:creationId xmlns:a16="http://schemas.microsoft.com/office/drawing/2014/main" id="{50301D02-11DE-7DEA-4ED1-02B0A9092084}"/>
              </a:ext>
            </a:extLst>
          </p:cNvPr>
          <p:cNvSpPr txBox="1">
            <a:spLocks noChangeArrowheads="1"/>
          </p:cNvSpPr>
          <p:nvPr/>
        </p:nvSpPr>
        <p:spPr bwMode="auto">
          <a:xfrm>
            <a:off x="6353175" y="470058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zh-CN" altLang="en-US">
                <a:solidFill>
                  <a:srgbClr val="66FFFF"/>
                </a:solidFill>
              </a:rPr>
              <a:t>强磁性物质</a:t>
            </a:r>
          </a:p>
        </p:txBody>
      </p:sp>
      <p:sp>
        <p:nvSpPr>
          <p:cNvPr id="300055" name="Text Box 23">
            <a:extLst>
              <a:ext uri="{FF2B5EF4-FFF2-40B4-BE49-F238E27FC236}">
                <a16:creationId xmlns:a16="http://schemas.microsoft.com/office/drawing/2014/main" id="{C70C3DE0-6926-6EF9-E11E-1CB14D8032D7}"/>
              </a:ext>
            </a:extLst>
          </p:cNvPr>
          <p:cNvSpPr txBox="1">
            <a:spLocks noChangeArrowheads="1"/>
          </p:cNvSpPr>
          <p:nvPr/>
        </p:nvSpPr>
        <p:spPr bwMode="auto">
          <a:xfrm>
            <a:off x="496888" y="5213350"/>
            <a:ext cx="6500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eaLnBrk="1" hangingPunct="1"/>
            <a:r>
              <a:rPr kumimoji="1" lang="en-US" altLang="zh-CN">
                <a:solidFill>
                  <a:srgbClr val="66FFFF"/>
                </a:solidFill>
              </a:rPr>
              <a:t>3.</a:t>
            </a:r>
            <a:r>
              <a:rPr kumimoji="1" lang="zh-CN" altLang="en-US">
                <a:solidFill>
                  <a:srgbClr val="66FFFF"/>
                </a:solidFill>
              </a:rPr>
              <a:t>有磁介质存在时的磁场</a:t>
            </a:r>
          </a:p>
        </p:txBody>
      </p:sp>
      <p:graphicFrame>
        <p:nvGraphicFramePr>
          <p:cNvPr id="300056" name="Object 8">
            <a:extLst>
              <a:ext uri="{FF2B5EF4-FFF2-40B4-BE49-F238E27FC236}">
                <a16:creationId xmlns:a16="http://schemas.microsoft.com/office/drawing/2014/main" id="{9BD1963B-B0FB-C19B-BDAD-34735A88C237}"/>
              </a:ext>
            </a:extLst>
          </p:cNvPr>
          <p:cNvGraphicFramePr>
            <a:graphicFrameLocks/>
          </p:cNvGraphicFramePr>
          <p:nvPr/>
        </p:nvGraphicFramePr>
        <p:xfrm>
          <a:off x="3330575" y="5938838"/>
          <a:ext cx="1601788" cy="442912"/>
        </p:xfrm>
        <a:graphic>
          <a:graphicData uri="http://schemas.openxmlformats.org/presentationml/2006/ole">
            <mc:AlternateContent xmlns:mc="http://schemas.openxmlformats.org/markup-compatibility/2006">
              <mc:Choice xmlns:v="urn:schemas-microsoft-com:vml" Requires="v">
                <p:oleObj name="Equation" r:id="rId14" imgW="1569533" imgH="411480" progId="Equation.3">
                  <p:embed/>
                </p:oleObj>
              </mc:Choice>
              <mc:Fallback>
                <p:oleObj name="Equation" r:id="rId14" imgW="1569533" imgH="411480"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30575" y="5938838"/>
                        <a:ext cx="1601788"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00034"/>
                                        </p:tgtEl>
                                        <p:attrNameLst>
                                          <p:attrName>style.visibility</p:attrName>
                                        </p:attrNameLst>
                                      </p:cBhvr>
                                      <p:to>
                                        <p:strVal val="visible"/>
                                      </p:to>
                                    </p:set>
                                    <p:animEffect transition="in" filter="wipe(left)">
                                      <p:cBhvr>
                                        <p:cTn id="7" dur="500"/>
                                        <p:tgtEl>
                                          <p:spTgt spid="300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0035"/>
                                        </p:tgtEl>
                                        <p:attrNameLst>
                                          <p:attrName>style.visibility</p:attrName>
                                        </p:attrNameLst>
                                      </p:cBhvr>
                                      <p:to>
                                        <p:strVal val="visible"/>
                                      </p:to>
                                    </p:set>
                                    <p:animEffect transition="in" filter="wipe(left)">
                                      <p:cBhvr>
                                        <p:cTn id="12" dur="500"/>
                                        <p:tgtEl>
                                          <p:spTgt spid="3000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0040"/>
                                        </p:tgtEl>
                                        <p:attrNameLst>
                                          <p:attrName>style.visibility</p:attrName>
                                        </p:attrNameLst>
                                      </p:cBhvr>
                                      <p:to>
                                        <p:strVal val="visible"/>
                                      </p:to>
                                    </p:set>
                                    <p:animEffect transition="in" filter="wipe(left)">
                                      <p:cBhvr>
                                        <p:cTn id="17" dur="500"/>
                                        <p:tgtEl>
                                          <p:spTgt spid="3000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00043"/>
                                        </p:tgtEl>
                                        <p:attrNameLst>
                                          <p:attrName>style.visibility</p:attrName>
                                        </p:attrNameLst>
                                      </p:cBhvr>
                                      <p:to>
                                        <p:strVal val="visible"/>
                                      </p:to>
                                    </p:set>
                                    <p:animEffect transition="in" filter="wipe(left)">
                                      <p:cBhvr>
                                        <p:cTn id="22" dur="500"/>
                                        <p:tgtEl>
                                          <p:spTgt spid="3000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0039"/>
                                        </p:tgtEl>
                                        <p:attrNameLst>
                                          <p:attrName>style.visibility</p:attrName>
                                        </p:attrNameLst>
                                      </p:cBhvr>
                                      <p:to>
                                        <p:strVal val="visible"/>
                                      </p:to>
                                    </p:set>
                                    <p:animEffect transition="in" filter="wipe(left)">
                                      <p:cBhvr>
                                        <p:cTn id="27" dur="500"/>
                                        <p:tgtEl>
                                          <p:spTgt spid="3000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00041"/>
                                        </p:tgtEl>
                                        <p:attrNameLst>
                                          <p:attrName>style.visibility</p:attrName>
                                        </p:attrNameLst>
                                      </p:cBhvr>
                                      <p:to>
                                        <p:strVal val="visible"/>
                                      </p:to>
                                    </p:set>
                                    <p:animEffect transition="in" filter="wipe(left)">
                                      <p:cBhvr>
                                        <p:cTn id="32" dur="500"/>
                                        <p:tgtEl>
                                          <p:spTgt spid="3000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00046"/>
                                        </p:tgtEl>
                                        <p:attrNameLst>
                                          <p:attrName>style.visibility</p:attrName>
                                        </p:attrNameLst>
                                      </p:cBhvr>
                                      <p:to>
                                        <p:strVal val="visible"/>
                                      </p:to>
                                    </p:set>
                                    <p:animEffect transition="in" filter="wipe(left)">
                                      <p:cBhvr>
                                        <p:cTn id="37" dur="500"/>
                                        <p:tgtEl>
                                          <p:spTgt spid="30004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00036"/>
                                        </p:tgtEl>
                                        <p:attrNameLst>
                                          <p:attrName>style.visibility</p:attrName>
                                        </p:attrNameLst>
                                      </p:cBhvr>
                                      <p:to>
                                        <p:strVal val="visible"/>
                                      </p:to>
                                    </p:set>
                                    <p:animEffect transition="in" filter="wipe(left)">
                                      <p:cBhvr>
                                        <p:cTn id="42" dur="500"/>
                                        <p:tgtEl>
                                          <p:spTgt spid="30003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00037"/>
                                        </p:tgtEl>
                                        <p:attrNameLst>
                                          <p:attrName>style.visibility</p:attrName>
                                        </p:attrNameLst>
                                      </p:cBhvr>
                                      <p:to>
                                        <p:strVal val="visible"/>
                                      </p:to>
                                    </p:set>
                                    <p:animEffect transition="in" filter="wipe(left)">
                                      <p:cBhvr>
                                        <p:cTn id="47" dur="500"/>
                                        <p:tgtEl>
                                          <p:spTgt spid="3000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00042"/>
                                        </p:tgtEl>
                                        <p:attrNameLst>
                                          <p:attrName>style.visibility</p:attrName>
                                        </p:attrNameLst>
                                      </p:cBhvr>
                                      <p:to>
                                        <p:strVal val="visible"/>
                                      </p:to>
                                    </p:set>
                                    <p:animEffect transition="in" filter="wipe(left)">
                                      <p:cBhvr>
                                        <p:cTn id="52" dur="500"/>
                                        <p:tgtEl>
                                          <p:spTgt spid="30004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00044"/>
                                        </p:tgtEl>
                                        <p:attrNameLst>
                                          <p:attrName>style.visibility</p:attrName>
                                        </p:attrNameLst>
                                      </p:cBhvr>
                                      <p:to>
                                        <p:strVal val="visible"/>
                                      </p:to>
                                    </p:set>
                                    <p:animEffect transition="in" filter="wipe(left)">
                                      <p:cBhvr>
                                        <p:cTn id="57" dur="500"/>
                                        <p:tgtEl>
                                          <p:spTgt spid="3000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00038"/>
                                        </p:tgtEl>
                                        <p:attrNameLst>
                                          <p:attrName>style.visibility</p:attrName>
                                        </p:attrNameLst>
                                      </p:cBhvr>
                                      <p:to>
                                        <p:strVal val="visible"/>
                                      </p:to>
                                    </p:set>
                                    <p:animEffect transition="in" filter="wipe(left)">
                                      <p:cBhvr>
                                        <p:cTn id="62" dur="500"/>
                                        <p:tgtEl>
                                          <p:spTgt spid="30003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00045"/>
                                        </p:tgtEl>
                                        <p:attrNameLst>
                                          <p:attrName>style.visibility</p:attrName>
                                        </p:attrNameLst>
                                      </p:cBhvr>
                                      <p:to>
                                        <p:strVal val="visible"/>
                                      </p:to>
                                    </p:set>
                                    <p:animEffect transition="in" filter="wipe(left)">
                                      <p:cBhvr>
                                        <p:cTn id="67" dur="500"/>
                                        <p:tgtEl>
                                          <p:spTgt spid="30004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3" presetClass="entr" presetSubtype="16" fill="hold" nodeType="clickEffect">
                                  <p:stCondLst>
                                    <p:cond delay="0"/>
                                  </p:stCondLst>
                                  <p:childTnLst>
                                    <p:set>
                                      <p:cBhvr>
                                        <p:cTn id="71" dur="1" fill="hold">
                                          <p:stCondLst>
                                            <p:cond delay="0"/>
                                          </p:stCondLst>
                                        </p:cTn>
                                        <p:tgtEl>
                                          <p:spTgt spid="300048"/>
                                        </p:tgtEl>
                                        <p:attrNameLst>
                                          <p:attrName>style.visibility</p:attrName>
                                        </p:attrNameLst>
                                      </p:cBhvr>
                                      <p:to>
                                        <p:strVal val="visible"/>
                                      </p:to>
                                    </p:set>
                                    <p:anim calcmode="lin" valueType="num">
                                      <p:cBhvr>
                                        <p:cTn id="72" dur="500" fill="hold"/>
                                        <p:tgtEl>
                                          <p:spTgt spid="300048"/>
                                        </p:tgtEl>
                                        <p:attrNameLst>
                                          <p:attrName>ppt_w</p:attrName>
                                        </p:attrNameLst>
                                      </p:cBhvr>
                                      <p:tavLst>
                                        <p:tav tm="0">
                                          <p:val>
                                            <p:fltVal val="0"/>
                                          </p:val>
                                        </p:tav>
                                        <p:tav tm="100000">
                                          <p:val>
                                            <p:strVal val="#ppt_w"/>
                                          </p:val>
                                        </p:tav>
                                      </p:tavLst>
                                    </p:anim>
                                    <p:anim calcmode="lin" valueType="num">
                                      <p:cBhvr>
                                        <p:cTn id="73" dur="500" fill="hold"/>
                                        <p:tgtEl>
                                          <p:spTgt spid="300048"/>
                                        </p:tgtEl>
                                        <p:attrNameLst>
                                          <p:attrName>ppt_h</p:attrName>
                                        </p:attrNameLst>
                                      </p:cBhvr>
                                      <p:tavLst>
                                        <p:tav tm="0">
                                          <p:val>
                                            <p:fltVal val="0"/>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1" fill="hold" nodeType="clickEffect">
                                  <p:stCondLst>
                                    <p:cond delay="0"/>
                                  </p:stCondLst>
                                  <p:childTnLst>
                                    <p:set>
                                      <p:cBhvr>
                                        <p:cTn id="77" dur="1" fill="hold">
                                          <p:stCondLst>
                                            <p:cond delay="0"/>
                                          </p:stCondLst>
                                        </p:cTn>
                                        <p:tgtEl>
                                          <p:spTgt spid="300047"/>
                                        </p:tgtEl>
                                        <p:attrNameLst>
                                          <p:attrName>style.visibility</p:attrName>
                                        </p:attrNameLst>
                                      </p:cBhvr>
                                      <p:to>
                                        <p:strVal val="visible"/>
                                      </p:to>
                                    </p:set>
                                    <p:animEffect transition="in" filter="wipe(up)">
                                      <p:cBhvr>
                                        <p:cTn id="78" dur="500"/>
                                        <p:tgtEl>
                                          <p:spTgt spid="30004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300049"/>
                                        </p:tgtEl>
                                        <p:attrNameLst>
                                          <p:attrName>style.visibility</p:attrName>
                                        </p:attrNameLst>
                                      </p:cBhvr>
                                      <p:to>
                                        <p:strVal val="visible"/>
                                      </p:to>
                                    </p:set>
                                    <p:animEffect transition="in" filter="wipe(left)">
                                      <p:cBhvr>
                                        <p:cTn id="83" dur="500"/>
                                        <p:tgtEl>
                                          <p:spTgt spid="30004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300051"/>
                                        </p:tgtEl>
                                        <p:attrNameLst>
                                          <p:attrName>style.visibility</p:attrName>
                                        </p:attrNameLst>
                                      </p:cBhvr>
                                      <p:to>
                                        <p:strVal val="visible"/>
                                      </p:to>
                                    </p:set>
                                    <p:animEffect transition="in" filter="wipe(left)">
                                      <p:cBhvr>
                                        <p:cTn id="88" dur="500"/>
                                        <p:tgtEl>
                                          <p:spTgt spid="30005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300050"/>
                                        </p:tgtEl>
                                        <p:attrNameLst>
                                          <p:attrName>style.visibility</p:attrName>
                                        </p:attrNameLst>
                                      </p:cBhvr>
                                      <p:to>
                                        <p:strVal val="visible"/>
                                      </p:to>
                                    </p:set>
                                    <p:animEffect transition="in" filter="wipe(left)">
                                      <p:cBhvr>
                                        <p:cTn id="93" dur="500"/>
                                        <p:tgtEl>
                                          <p:spTgt spid="300050"/>
                                        </p:tgtEl>
                                      </p:cBhvr>
                                    </p:animEffect>
                                  </p:childTnLst>
                                </p:cTn>
                              </p:par>
                            </p:childTnLst>
                          </p:cTn>
                        </p:par>
                        <p:par>
                          <p:cTn id="94" fill="hold" nodeType="afterGroup">
                            <p:stCondLst>
                              <p:cond delay="500"/>
                            </p:stCondLst>
                            <p:childTnLst>
                              <p:par>
                                <p:cTn id="95" presetID="22" presetClass="entr" presetSubtype="8" fill="hold" nodeType="afterEffect">
                                  <p:stCondLst>
                                    <p:cond delay="0"/>
                                  </p:stCondLst>
                                  <p:childTnLst>
                                    <p:set>
                                      <p:cBhvr>
                                        <p:cTn id="96" dur="1" fill="hold">
                                          <p:stCondLst>
                                            <p:cond delay="0"/>
                                          </p:stCondLst>
                                        </p:cTn>
                                        <p:tgtEl>
                                          <p:spTgt spid="300052"/>
                                        </p:tgtEl>
                                        <p:attrNameLst>
                                          <p:attrName>style.visibility</p:attrName>
                                        </p:attrNameLst>
                                      </p:cBhvr>
                                      <p:to>
                                        <p:strVal val="visible"/>
                                      </p:to>
                                    </p:set>
                                    <p:animEffect transition="in" filter="wipe(left)">
                                      <p:cBhvr>
                                        <p:cTn id="97" dur="500"/>
                                        <p:tgtEl>
                                          <p:spTgt spid="30005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300053"/>
                                        </p:tgtEl>
                                        <p:attrNameLst>
                                          <p:attrName>style.visibility</p:attrName>
                                        </p:attrNameLst>
                                      </p:cBhvr>
                                      <p:to>
                                        <p:strVal val="visible"/>
                                      </p:to>
                                    </p:set>
                                    <p:animEffect transition="in" filter="wipe(left)">
                                      <p:cBhvr>
                                        <p:cTn id="102" dur="500"/>
                                        <p:tgtEl>
                                          <p:spTgt spid="30005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300054"/>
                                        </p:tgtEl>
                                        <p:attrNameLst>
                                          <p:attrName>style.visibility</p:attrName>
                                        </p:attrNameLst>
                                      </p:cBhvr>
                                      <p:to>
                                        <p:strVal val="visible"/>
                                      </p:to>
                                    </p:set>
                                    <p:animEffect transition="in" filter="wipe(left)">
                                      <p:cBhvr>
                                        <p:cTn id="107" dur="500"/>
                                        <p:tgtEl>
                                          <p:spTgt spid="30005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300055"/>
                                        </p:tgtEl>
                                        <p:attrNameLst>
                                          <p:attrName>style.visibility</p:attrName>
                                        </p:attrNameLst>
                                      </p:cBhvr>
                                      <p:to>
                                        <p:strVal val="visible"/>
                                      </p:to>
                                    </p:set>
                                    <p:animEffect transition="in" filter="wipe(left)">
                                      <p:cBhvr>
                                        <p:cTn id="112" dur="500"/>
                                        <p:tgtEl>
                                          <p:spTgt spid="30005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300056"/>
                                        </p:tgtEl>
                                        <p:attrNameLst>
                                          <p:attrName>style.visibility</p:attrName>
                                        </p:attrNameLst>
                                      </p:cBhvr>
                                      <p:to>
                                        <p:strVal val="visible"/>
                                      </p:to>
                                    </p:set>
                                    <p:animEffect transition="in" filter="wipe(left)">
                                      <p:cBhvr>
                                        <p:cTn id="117" dur="500"/>
                                        <p:tgtEl>
                                          <p:spTgt spid="300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autoUpdateAnimBg="0"/>
      <p:bldP spid="300035" grpId="0" autoUpdateAnimBg="0"/>
      <p:bldP spid="300036" grpId="0" autoUpdateAnimBg="0"/>
      <p:bldP spid="300038" grpId="0" autoUpdateAnimBg="0"/>
      <p:bldP spid="300041" grpId="0" autoUpdateAnimBg="0"/>
      <p:bldP spid="300042" grpId="0" animBg="1"/>
      <p:bldP spid="300043" grpId="0" animBg="1"/>
      <p:bldP spid="300045" grpId="0" autoUpdateAnimBg="0"/>
      <p:bldP spid="300046" grpId="0" autoUpdateAnimBg="0"/>
      <p:bldP spid="300047" grpId="0" autoUpdateAnimBg="0"/>
      <p:bldP spid="300048" grpId="0" animBg="1" autoUpdateAnimBg="0"/>
      <p:bldP spid="300049" grpId="0" autoUpdateAnimBg="0"/>
      <p:bldP spid="300052" grpId="0" autoUpdateAnimBg="0"/>
      <p:bldP spid="300053" grpId="0" autoUpdateAnimBg="0"/>
      <p:bldP spid="300054" grpId="0" autoUpdateAnimBg="0"/>
      <p:bldP spid="30005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Text Box 2">
            <a:extLst>
              <a:ext uri="{FF2B5EF4-FFF2-40B4-BE49-F238E27FC236}">
                <a16:creationId xmlns:a16="http://schemas.microsoft.com/office/drawing/2014/main" id="{7F6200F4-0CC9-D7B5-C468-B4D956B5835C}"/>
              </a:ext>
            </a:extLst>
          </p:cNvPr>
          <p:cNvSpPr txBox="1">
            <a:spLocks noChangeArrowheads="1"/>
          </p:cNvSpPr>
          <p:nvPr/>
        </p:nvSpPr>
        <p:spPr bwMode="auto">
          <a:xfrm>
            <a:off x="228600" y="260350"/>
            <a:ext cx="254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sz="2800">
                <a:solidFill>
                  <a:srgbClr val="FFFF00"/>
                </a:solidFill>
              </a:rPr>
              <a:t>二</a:t>
            </a:r>
            <a:r>
              <a:rPr lang="en-US" altLang="zh-CN" sz="2800">
                <a:solidFill>
                  <a:srgbClr val="FFFF00"/>
                </a:solidFill>
              </a:rPr>
              <a:t>. </a:t>
            </a:r>
            <a:r>
              <a:rPr lang="zh-CN" altLang="en-US" sz="2800">
                <a:solidFill>
                  <a:srgbClr val="FFFF00"/>
                </a:solidFill>
              </a:rPr>
              <a:t>磁化机理</a:t>
            </a:r>
          </a:p>
        </p:txBody>
      </p:sp>
      <p:sp>
        <p:nvSpPr>
          <p:cNvPr id="271363" name="Text Box 3">
            <a:extLst>
              <a:ext uri="{FF2B5EF4-FFF2-40B4-BE49-F238E27FC236}">
                <a16:creationId xmlns:a16="http://schemas.microsoft.com/office/drawing/2014/main" id="{390A88DD-C8EB-3FFE-A866-C4BC623586AC}"/>
              </a:ext>
            </a:extLst>
          </p:cNvPr>
          <p:cNvSpPr txBox="1">
            <a:spLocks noChangeArrowheads="1"/>
          </p:cNvSpPr>
          <p:nvPr/>
        </p:nvSpPr>
        <p:spPr bwMode="auto">
          <a:xfrm>
            <a:off x="768350" y="1484313"/>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原子中电子的轨道磁矩</a:t>
            </a:r>
          </a:p>
        </p:txBody>
      </p:sp>
      <p:sp>
        <p:nvSpPr>
          <p:cNvPr id="271364" name="Text Box 4">
            <a:extLst>
              <a:ext uri="{FF2B5EF4-FFF2-40B4-BE49-F238E27FC236}">
                <a16:creationId xmlns:a16="http://schemas.microsoft.com/office/drawing/2014/main" id="{ECEB18C6-D2F2-D907-704C-D925380B798C}"/>
              </a:ext>
            </a:extLst>
          </p:cNvPr>
          <p:cNvSpPr txBox="1">
            <a:spLocks noChangeArrowheads="1"/>
          </p:cNvSpPr>
          <p:nvPr/>
        </p:nvSpPr>
        <p:spPr bwMode="auto">
          <a:xfrm>
            <a:off x="457200" y="8382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solidFill>
                  <a:srgbClr val="66FFFF"/>
                </a:solidFill>
                <a:cs typeface="Times New Roman" panose="02020603050405020304" pitchFamily="18" charset="0"/>
              </a:rPr>
              <a:t>1.</a:t>
            </a:r>
            <a:r>
              <a:rPr lang="en-US" altLang="zh-CN">
                <a:solidFill>
                  <a:srgbClr val="FFFF00"/>
                </a:solidFill>
                <a:cs typeface="Times New Roman" panose="02020603050405020304" pitchFamily="18" charset="0"/>
              </a:rPr>
              <a:t> </a:t>
            </a:r>
            <a:r>
              <a:rPr lang="zh-CN" altLang="en-US">
                <a:solidFill>
                  <a:srgbClr val="66FFFF"/>
                </a:solidFill>
              </a:rPr>
              <a:t>安培分子环流的概念和方法</a:t>
            </a:r>
          </a:p>
        </p:txBody>
      </p:sp>
      <p:graphicFrame>
        <p:nvGraphicFramePr>
          <p:cNvPr id="271365" name="Object 2">
            <a:extLst>
              <a:ext uri="{FF2B5EF4-FFF2-40B4-BE49-F238E27FC236}">
                <a16:creationId xmlns:a16="http://schemas.microsoft.com/office/drawing/2014/main" id="{FB1F52BE-B49F-9ED3-6543-47647F27E78F}"/>
              </a:ext>
            </a:extLst>
          </p:cNvPr>
          <p:cNvGraphicFramePr>
            <a:graphicFrameLocks/>
          </p:cNvGraphicFramePr>
          <p:nvPr/>
        </p:nvGraphicFramePr>
        <p:xfrm>
          <a:off x="4217988" y="1433513"/>
          <a:ext cx="1765300" cy="728662"/>
        </p:xfrm>
        <a:graphic>
          <a:graphicData uri="http://schemas.openxmlformats.org/presentationml/2006/ole">
            <mc:AlternateContent xmlns:mc="http://schemas.openxmlformats.org/markup-compatibility/2006">
              <mc:Choice xmlns:v="urn:schemas-microsoft-com:vml" Requires="v">
                <p:oleObj name="公式" r:id="rId2" imgW="731520" imgH="365594" progId="Equation.3">
                  <p:embed/>
                </p:oleObj>
              </mc:Choice>
              <mc:Fallback>
                <p:oleObj name="公式" r:id="rId2" imgW="731520" imgH="365594"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7988" y="1433513"/>
                        <a:ext cx="1765300" cy="72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1366" name="Text Box 6">
            <a:extLst>
              <a:ext uri="{FF2B5EF4-FFF2-40B4-BE49-F238E27FC236}">
                <a16:creationId xmlns:a16="http://schemas.microsoft.com/office/drawing/2014/main" id="{D8A90216-84E6-11FF-3ACF-2AE7DC5C6D1B}"/>
              </a:ext>
            </a:extLst>
          </p:cNvPr>
          <p:cNvSpPr txBox="1">
            <a:spLocks noChangeArrowheads="1"/>
          </p:cNvSpPr>
          <p:nvPr/>
        </p:nvSpPr>
        <p:spPr bwMode="auto">
          <a:xfrm>
            <a:off x="755650" y="2349500"/>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电子的自旋磁矩</a:t>
            </a:r>
          </a:p>
        </p:txBody>
      </p:sp>
      <p:graphicFrame>
        <p:nvGraphicFramePr>
          <p:cNvPr id="271367" name="Object 3">
            <a:extLst>
              <a:ext uri="{FF2B5EF4-FFF2-40B4-BE49-F238E27FC236}">
                <a16:creationId xmlns:a16="http://schemas.microsoft.com/office/drawing/2014/main" id="{14976728-7291-C988-C76F-2A3506DFB938}"/>
              </a:ext>
            </a:extLst>
          </p:cNvPr>
          <p:cNvGraphicFramePr>
            <a:graphicFrameLocks/>
          </p:cNvGraphicFramePr>
          <p:nvPr/>
        </p:nvGraphicFramePr>
        <p:xfrm>
          <a:off x="3236913" y="2179638"/>
          <a:ext cx="1471612" cy="823912"/>
        </p:xfrm>
        <a:graphic>
          <a:graphicData uri="http://schemas.openxmlformats.org/presentationml/2006/ole">
            <mc:AlternateContent xmlns:mc="http://schemas.openxmlformats.org/markup-compatibility/2006">
              <mc:Choice xmlns:v="urn:schemas-microsoft-com:vml" Requires="v">
                <p:oleObj name="Equation" r:id="rId4" imgW="1440149" imgH="792535" progId="Equation.3">
                  <p:embed/>
                </p:oleObj>
              </mc:Choice>
              <mc:Fallback>
                <p:oleObj name="Equation" r:id="rId4" imgW="1440149" imgH="792535"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6913" y="2179638"/>
                        <a:ext cx="1471612"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1368" name="Text Box 8">
            <a:extLst>
              <a:ext uri="{FF2B5EF4-FFF2-40B4-BE49-F238E27FC236}">
                <a16:creationId xmlns:a16="http://schemas.microsoft.com/office/drawing/2014/main" id="{1935B3D9-8A5E-1235-1BFE-930C35425D58}"/>
              </a:ext>
            </a:extLst>
          </p:cNvPr>
          <p:cNvSpPr txBox="1">
            <a:spLocks noChangeArrowheads="1"/>
          </p:cNvSpPr>
          <p:nvPr/>
        </p:nvSpPr>
        <p:spPr bwMode="auto">
          <a:xfrm>
            <a:off x="6629400" y="1643063"/>
            <a:ext cx="2057400" cy="1187450"/>
          </a:xfrm>
          <a:prstGeom prst="rect">
            <a:avLst/>
          </a:prstGeom>
          <a:solidFill>
            <a:srgbClr val="00CC99">
              <a:alpha val="3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电子自旋磁矩与轨道磁矩有相同的数量级</a:t>
            </a:r>
          </a:p>
        </p:txBody>
      </p:sp>
      <p:sp>
        <p:nvSpPr>
          <p:cNvPr id="271369" name="Text Box 9">
            <a:extLst>
              <a:ext uri="{FF2B5EF4-FFF2-40B4-BE49-F238E27FC236}">
                <a16:creationId xmlns:a16="http://schemas.microsoft.com/office/drawing/2014/main" id="{10C88814-0174-25EA-6B67-01FCBDDB3955}"/>
              </a:ext>
            </a:extLst>
          </p:cNvPr>
          <p:cNvSpPr txBox="1">
            <a:spLocks noChangeArrowheads="1"/>
          </p:cNvSpPr>
          <p:nvPr/>
        </p:nvSpPr>
        <p:spPr bwMode="auto">
          <a:xfrm>
            <a:off x="768350" y="3443288"/>
            <a:ext cx="2435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FFCC00"/>
                </a:solidFill>
              </a:rPr>
              <a:t>分子固有磁矩</a:t>
            </a:r>
          </a:p>
        </p:txBody>
      </p:sp>
      <p:sp>
        <p:nvSpPr>
          <p:cNvPr id="271370" name="Text Box 10">
            <a:extLst>
              <a:ext uri="{FF2B5EF4-FFF2-40B4-BE49-F238E27FC236}">
                <a16:creationId xmlns:a16="http://schemas.microsoft.com/office/drawing/2014/main" id="{0DC659AC-F7A2-02C1-AA52-C9EBC1B0AE42}"/>
              </a:ext>
            </a:extLst>
          </p:cNvPr>
          <p:cNvSpPr txBox="1">
            <a:spLocks noChangeArrowheads="1"/>
          </p:cNvSpPr>
          <p:nvPr/>
        </p:nvSpPr>
        <p:spPr bwMode="auto">
          <a:xfrm>
            <a:off x="2651125" y="3443288"/>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 </a:t>
            </a:r>
            <a:r>
              <a:rPr lang="zh-CN" altLang="en-US"/>
              <a:t>所有电子磁矩的总和</a:t>
            </a:r>
          </a:p>
        </p:txBody>
      </p:sp>
      <p:graphicFrame>
        <p:nvGraphicFramePr>
          <p:cNvPr id="271371" name="Object 4">
            <a:extLst>
              <a:ext uri="{FF2B5EF4-FFF2-40B4-BE49-F238E27FC236}">
                <a16:creationId xmlns:a16="http://schemas.microsoft.com/office/drawing/2014/main" id="{997A03AF-CFED-AC3D-F0FF-636383E093DA}"/>
              </a:ext>
            </a:extLst>
          </p:cNvPr>
          <p:cNvGraphicFramePr>
            <a:graphicFrameLocks/>
          </p:cNvGraphicFramePr>
          <p:nvPr/>
        </p:nvGraphicFramePr>
        <p:xfrm>
          <a:off x="6491288" y="3429000"/>
          <a:ext cx="1536700" cy="506413"/>
        </p:xfrm>
        <a:graphic>
          <a:graphicData uri="http://schemas.openxmlformats.org/presentationml/2006/ole">
            <mc:AlternateContent xmlns:mc="http://schemas.openxmlformats.org/markup-compatibility/2006">
              <mc:Choice xmlns:v="urn:schemas-microsoft-com:vml" Requires="v">
                <p:oleObj name="Equation" r:id="rId6" imgW="1508822" imgH="480309" progId="Equation.3">
                  <p:embed/>
                </p:oleObj>
              </mc:Choice>
              <mc:Fallback>
                <p:oleObj name="Equation" r:id="rId6" imgW="1508822" imgH="480309"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91288" y="3429000"/>
                        <a:ext cx="1536700"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1372" name="Text Box 12">
            <a:extLst>
              <a:ext uri="{FF2B5EF4-FFF2-40B4-BE49-F238E27FC236}">
                <a16:creationId xmlns:a16="http://schemas.microsoft.com/office/drawing/2014/main" id="{1A1B6327-44DE-F355-7040-ADE171A6C49E}"/>
              </a:ext>
            </a:extLst>
          </p:cNvPr>
          <p:cNvSpPr txBox="1">
            <a:spLocks noChangeArrowheads="1"/>
          </p:cNvSpPr>
          <p:nvPr/>
        </p:nvSpPr>
        <p:spPr bwMode="auto">
          <a:xfrm>
            <a:off x="768350" y="5327650"/>
            <a:ext cx="1447800" cy="457200"/>
          </a:xfrm>
          <a:prstGeom prst="rect">
            <a:avLst/>
          </a:prstGeom>
          <a:solidFill>
            <a:srgbClr val="00CC99">
              <a:alpha val="3098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抗磁质</a:t>
            </a:r>
          </a:p>
        </p:txBody>
      </p:sp>
      <p:graphicFrame>
        <p:nvGraphicFramePr>
          <p:cNvPr id="271373" name="Object 5">
            <a:extLst>
              <a:ext uri="{FF2B5EF4-FFF2-40B4-BE49-F238E27FC236}">
                <a16:creationId xmlns:a16="http://schemas.microsoft.com/office/drawing/2014/main" id="{D627A4A9-7799-8CD4-294B-5A0B082D643E}"/>
              </a:ext>
            </a:extLst>
          </p:cNvPr>
          <p:cNvGraphicFramePr>
            <a:graphicFrameLocks/>
          </p:cNvGraphicFramePr>
          <p:nvPr/>
        </p:nvGraphicFramePr>
        <p:xfrm>
          <a:off x="2263775" y="5362575"/>
          <a:ext cx="928688" cy="442913"/>
        </p:xfrm>
        <a:graphic>
          <a:graphicData uri="http://schemas.openxmlformats.org/presentationml/2006/ole">
            <mc:AlternateContent xmlns:mc="http://schemas.openxmlformats.org/markup-compatibility/2006">
              <mc:Choice xmlns:v="urn:schemas-microsoft-com:vml" Requires="v">
                <p:oleObj name="Equation" r:id="rId8" imgW="899222" imgH="411480" progId="Equation.3">
                  <p:embed/>
                </p:oleObj>
              </mc:Choice>
              <mc:Fallback>
                <p:oleObj name="Equation" r:id="rId8" imgW="899222" imgH="41148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3775" y="5362575"/>
                        <a:ext cx="92868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1374" name="Text Box 14">
            <a:extLst>
              <a:ext uri="{FF2B5EF4-FFF2-40B4-BE49-F238E27FC236}">
                <a16:creationId xmlns:a16="http://schemas.microsoft.com/office/drawing/2014/main" id="{854F957E-4D69-4710-E045-36D26A2B95F5}"/>
              </a:ext>
            </a:extLst>
          </p:cNvPr>
          <p:cNvSpPr txBox="1">
            <a:spLocks noChangeArrowheads="1"/>
          </p:cNvSpPr>
          <p:nvPr/>
        </p:nvSpPr>
        <p:spPr bwMode="auto">
          <a:xfrm>
            <a:off x="3657600" y="5316538"/>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对外不显磁性</a:t>
            </a:r>
          </a:p>
        </p:txBody>
      </p:sp>
      <p:sp>
        <p:nvSpPr>
          <p:cNvPr id="271375" name="Text Box 15">
            <a:extLst>
              <a:ext uri="{FF2B5EF4-FFF2-40B4-BE49-F238E27FC236}">
                <a16:creationId xmlns:a16="http://schemas.microsoft.com/office/drawing/2014/main" id="{1CC652BD-64C1-DE9D-0324-DAF14E3833DC}"/>
              </a:ext>
            </a:extLst>
          </p:cNvPr>
          <p:cNvSpPr txBox="1">
            <a:spLocks noChangeArrowheads="1"/>
          </p:cNvSpPr>
          <p:nvPr/>
        </p:nvSpPr>
        <p:spPr bwMode="auto">
          <a:xfrm>
            <a:off x="779463" y="5964238"/>
            <a:ext cx="1447800" cy="457200"/>
          </a:xfrm>
          <a:prstGeom prst="rect">
            <a:avLst/>
          </a:prstGeom>
          <a:solidFill>
            <a:srgbClr val="00CC99">
              <a:alpha val="3098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顺磁质</a:t>
            </a:r>
          </a:p>
        </p:txBody>
      </p:sp>
      <p:graphicFrame>
        <p:nvGraphicFramePr>
          <p:cNvPr id="271376" name="Object 6">
            <a:extLst>
              <a:ext uri="{FF2B5EF4-FFF2-40B4-BE49-F238E27FC236}">
                <a16:creationId xmlns:a16="http://schemas.microsoft.com/office/drawing/2014/main" id="{7DAE54BD-458F-2C5A-65D8-8451A98FD31D}"/>
              </a:ext>
            </a:extLst>
          </p:cNvPr>
          <p:cNvGraphicFramePr>
            <a:graphicFrameLocks/>
          </p:cNvGraphicFramePr>
          <p:nvPr/>
        </p:nvGraphicFramePr>
        <p:xfrm>
          <a:off x="2268538" y="5981700"/>
          <a:ext cx="939800" cy="442913"/>
        </p:xfrm>
        <a:graphic>
          <a:graphicData uri="http://schemas.openxmlformats.org/presentationml/2006/ole">
            <mc:AlternateContent xmlns:mc="http://schemas.openxmlformats.org/markup-compatibility/2006">
              <mc:Choice xmlns:v="urn:schemas-microsoft-com:vml" Requires="v">
                <p:oleObj name="Equation" r:id="rId10" imgW="906687" imgH="411480" progId="Equation.3">
                  <p:embed/>
                </p:oleObj>
              </mc:Choice>
              <mc:Fallback>
                <p:oleObj name="Equation" r:id="rId10" imgW="906687" imgH="411480"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68538" y="5981700"/>
                        <a:ext cx="939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1377" name="Text Box 17">
            <a:extLst>
              <a:ext uri="{FF2B5EF4-FFF2-40B4-BE49-F238E27FC236}">
                <a16:creationId xmlns:a16="http://schemas.microsoft.com/office/drawing/2014/main" id="{7547CDBE-AA34-08DB-CD2C-E055FEBBA9EC}"/>
              </a:ext>
            </a:extLst>
          </p:cNvPr>
          <p:cNvSpPr txBox="1">
            <a:spLocks noChangeArrowheads="1"/>
          </p:cNvSpPr>
          <p:nvPr/>
        </p:nvSpPr>
        <p:spPr bwMode="auto">
          <a:xfrm>
            <a:off x="3657600" y="5883275"/>
            <a:ext cx="4191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t>由于热运动，对外也不显磁性</a:t>
            </a:r>
          </a:p>
        </p:txBody>
      </p:sp>
      <p:sp>
        <p:nvSpPr>
          <p:cNvPr id="271378" name="AutoShape 18">
            <a:extLst>
              <a:ext uri="{FF2B5EF4-FFF2-40B4-BE49-F238E27FC236}">
                <a16:creationId xmlns:a16="http://schemas.microsoft.com/office/drawing/2014/main" id="{CAFFBCD1-E368-B64D-601B-799A9B809D60}"/>
              </a:ext>
            </a:extLst>
          </p:cNvPr>
          <p:cNvSpPr>
            <a:spLocks/>
          </p:cNvSpPr>
          <p:nvPr/>
        </p:nvSpPr>
        <p:spPr bwMode="auto">
          <a:xfrm>
            <a:off x="6324600" y="1704975"/>
            <a:ext cx="152400" cy="1066800"/>
          </a:xfrm>
          <a:prstGeom prst="rightBrace">
            <a:avLst>
              <a:gd name="adj1" fmla="val 58333"/>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71379" name="Rectangle 19">
            <a:extLst>
              <a:ext uri="{FF2B5EF4-FFF2-40B4-BE49-F238E27FC236}">
                <a16:creationId xmlns:a16="http://schemas.microsoft.com/office/drawing/2014/main" id="{9FC84054-C94F-F532-B75B-B07C56EA7A5A}"/>
              </a:ext>
            </a:extLst>
          </p:cNvPr>
          <p:cNvSpPr>
            <a:spLocks noChangeArrowheads="1"/>
          </p:cNvSpPr>
          <p:nvPr/>
        </p:nvSpPr>
        <p:spPr bwMode="auto">
          <a:xfrm>
            <a:off x="755650" y="4724400"/>
            <a:ext cx="468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(1)</a:t>
            </a:r>
            <a:r>
              <a:rPr lang="zh-CN" altLang="en-US">
                <a:latin typeface="宋体" panose="02010600030101010101" pitchFamily="2" charset="-122"/>
              </a:rPr>
              <a:t>无外磁场作用时</a:t>
            </a:r>
          </a:p>
        </p:txBody>
      </p:sp>
      <p:sp>
        <p:nvSpPr>
          <p:cNvPr id="271380" name="Rectangle 20">
            <a:extLst>
              <a:ext uri="{FF2B5EF4-FFF2-40B4-BE49-F238E27FC236}">
                <a16:creationId xmlns:a16="http://schemas.microsoft.com/office/drawing/2014/main" id="{3336464A-1DFC-7187-AE5E-CA1E7C23A226}"/>
              </a:ext>
            </a:extLst>
          </p:cNvPr>
          <p:cNvSpPr>
            <a:spLocks noChangeArrowheads="1"/>
          </p:cNvSpPr>
          <p:nvPr/>
        </p:nvSpPr>
        <p:spPr bwMode="auto">
          <a:xfrm>
            <a:off x="539750" y="4124325"/>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solidFill>
                  <a:srgbClr val="66FFFF"/>
                </a:solidFill>
              </a:rPr>
              <a:t>2</a:t>
            </a:r>
            <a:r>
              <a:rPr lang="en-US" altLang="zh-CN">
                <a:solidFill>
                  <a:srgbClr val="66FFFF"/>
                </a:solidFill>
                <a:latin typeface="宋体" panose="02010600030101010101" pitchFamily="2" charset="-122"/>
              </a:rPr>
              <a:t>.</a:t>
            </a:r>
            <a:r>
              <a:rPr lang="zh-CN" altLang="en-US">
                <a:solidFill>
                  <a:srgbClr val="66FFFF"/>
                </a:solidFill>
                <a:latin typeface="宋体" panose="02010600030101010101" pitchFamily="2" charset="-122"/>
              </a:rPr>
              <a:t>磁化机理</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1362"/>
                                        </p:tgtEl>
                                        <p:attrNameLst>
                                          <p:attrName>style.visibility</p:attrName>
                                        </p:attrNameLst>
                                      </p:cBhvr>
                                      <p:to>
                                        <p:strVal val="visible"/>
                                      </p:to>
                                    </p:set>
                                    <p:animEffect transition="in" filter="wipe(left)">
                                      <p:cBhvr>
                                        <p:cTn id="7" dur="500"/>
                                        <p:tgtEl>
                                          <p:spTgt spid="271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1364"/>
                                        </p:tgtEl>
                                        <p:attrNameLst>
                                          <p:attrName>style.visibility</p:attrName>
                                        </p:attrNameLst>
                                      </p:cBhvr>
                                      <p:to>
                                        <p:strVal val="visible"/>
                                      </p:to>
                                    </p:set>
                                    <p:animEffect transition="in" filter="wipe(left)">
                                      <p:cBhvr>
                                        <p:cTn id="12" dur="500"/>
                                        <p:tgtEl>
                                          <p:spTgt spid="271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1363"/>
                                        </p:tgtEl>
                                        <p:attrNameLst>
                                          <p:attrName>style.visibility</p:attrName>
                                        </p:attrNameLst>
                                      </p:cBhvr>
                                      <p:to>
                                        <p:strVal val="visible"/>
                                      </p:to>
                                    </p:set>
                                    <p:animEffect transition="in" filter="wipe(left)">
                                      <p:cBhvr>
                                        <p:cTn id="17" dur="500"/>
                                        <p:tgtEl>
                                          <p:spTgt spid="2713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71365"/>
                                        </p:tgtEl>
                                        <p:attrNameLst>
                                          <p:attrName>style.visibility</p:attrName>
                                        </p:attrNameLst>
                                      </p:cBhvr>
                                      <p:to>
                                        <p:strVal val="visible"/>
                                      </p:to>
                                    </p:set>
                                    <p:animEffect transition="in" filter="wipe(left)">
                                      <p:cBhvr>
                                        <p:cTn id="22" dur="500"/>
                                        <p:tgtEl>
                                          <p:spTgt spid="2713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71366"/>
                                        </p:tgtEl>
                                        <p:attrNameLst>
                                          <p:attrName>style.visibility</p:attrName>
                                        </p:attrNameLst>
                                      </p:cBhvr>
                                      <p:to>
                                        <p:strVal val="visible"/>
                                      </p:to>
                                    </p:set>
                                    <p:animEffect transition="in" filter="wipe(left)">
                                      <p:cBhvr>
                                        <p:cTn id="27" dur="500"/>
                                        <p:tgtEl>
                                          <p:spTgt spid="2713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71367"/>
                                        </p:tgtEl>
                                        <p:attrNameLst>
                                          <p:attrName>style.visibility</p:attrName>
                                        </p:attrNameLst>
                                      </p:cBhvr>
                                      <p:to>
                                        <p:strVal val="visible"/>
                                      </p:to>
                                    </p:set>
                                    <p:animEffect transition="in" filter="wipe(left)">
                                      <p:cBhvr>
                                        <p:cTn id="32" dur="500"/>
                                        <p:tgtEl>
                                          <p:spTgt spid="2713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271378"/>
                                        </p:tgtEl>
                                        <p:attrNameLst>
                                          <p:attrName>style.visibility</p:attrName>
                                        </p:attrNameLst>
                                      </p:cBhvr>
                                      <p:to>
                                        <p:strVal val="visible"/>
                                      </p:to>
                                    </p:set>
                                    <p:animEffect transition="in" filter="barn(outHorizontal)">
                                      <p:cBhvr>
                                        <p:cTn id="37" dur="500"/>
                                        <p:tgtEl>
                                          <p:spTgt spid="27137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71368"/>
                                        </p:tgtEl>
                                        <p:attrNameLst>
                                          <p:attrName>style.visibility</p:attrName>
                                        </p:attrNameLst>
                                      </p:cBhvr>
                                      <p:to>
                                        <p:strVal val="visible"/>
                                      </p:to>
                                    </p:set>
                                    <p:animEffect transition="in" filter="wipe(left)">
                                      <p:cBhvr>
                                        <p:cTn id="42" dur="500"/>
                                        <p:tgtEl>
                                          <p:spTgt spid="27136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71369"/>
                                        </p:tgtEl>
                                        <p:attrNameLst>
                                          <p:attrName>style.visibility</p:attrName>
                                        </p:attrNameLst>
                                      </p:cBhvr>
                                      <p:to>
                                        <p:strVal val="visible"/>
                                      </p:to>
                                    </p:set>
                                    <p:animEffect transition="in" filter="wipe(left)">
                                      <p:cBhvr>
                                        <p:cTn id="47" dur="500"/>
                                        <p:tgtEl>
                                          <p:spTgt spid="27136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71370"/>
                                        </p:tgtEl>
                                        <p:attrNameLst>
                                          <p:attrName>style.visibility</p:attrName>
                                        </p:attrNameLst>
                                      </p:cBhvr>
                                      <p:to>
                                        <p:strVal val="visible"/>
                                      </p:to>
                                    </p:set>
                                    <p:animEffect transition="in" filter="wipe(left)">
                                      <p:cBhvr>
                                        <p:cTn id="52" dur="500"/>
                                        <p:tgtEl>
                                          <p:spTgt spid="27137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71371"/>
                                        </p:tgtEl>
                                        <p:attrNameLst>
                                          <p:attrName>style.visibility</p:attrName>
                                        </p:attrNameLst>
                                      </p:cBhvr>
                                      <p:to>
                                        <p:strVal val="visible"/>
                                      </p:to>
                                    </p:set>
                                    <p:animEffect transition="in" filter="wipe(left)">
                                      <p:cBhvr>
                                        <p:cTn id="57" dur="500"/>
                                        <p:tgtEl>
                                          <p:spTgt spid="27137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71380"/>
                                        </p:tgtEl>
                                        <p:attrNameLst>
                                          <p:attrName>style.visibility</p:attrName>
                                        </p:attrNameLst>
                                      </p:cBhvr>
                                      <p:to>
                                        <p:strVal val="visible"/>
                                      </p:to>
                                    </p:set>
                                    <p:animEffect transition="in" filter="wipe(left)">
                                      <p:cBhvr>
                                        <p:cTn id="62" dur="500"/>
                                        <p:tgtEl>
                                          <p:spTgt spid="27138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71379"/>
                                        </p:tgtEl>
                                        <p:attrNameLst>
                                          <p:attrName>style.visibility</p:attrName>
                                        </p:attrNameLst>
                                      </p:cBhvr>
                                      <p:to>
                                        <p:strVal val="visible"/>
                                      </p:to>
                                    </p:set>
                                    <p:animEffect transition="in" filter="wipe(left)">
                                      <p:cBhvr>
                                        <p:cTn id="67" dur="500"/>
                                        <p:tgtEl>
                                          <p:spTgt spid="27137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71372"/>
                                        </p:tgtEl>
                                        <p:attrNameLst>
                                          <p:attrName>style.visibility</p:attrName>
                                        </p:attrNameLst>
                                      </p:cBhvr>
                                      <p:to>
                                        <p:strVal val="visible"/>
                                      </p:to>
                                    </p:set>
                                    <p:animEffect transition="in" filter="wipe(left)">
                                      <p:cBhvr>
                                        <p:cTn id="72" dur="500"/>
                                        <p:tgtEl>
                                          <p:spTgt spid="27137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71373"/>
                                        </p:tgtEl>
                                        <p:attrNameLst>
                                          <p:attrName>style.visibility</p:attrName>
                                        </p:attrNameLst>
                                      </p:cBhvr>
                                      <p:to>
                                        <p:strVal val="visible"/>
                                      </p:to>
                                    </p:set>
                                    <p:animEffect transition="in" filter="wipe(left)">
                                      <p:cBhvr>
                                        <p:cTn id="77" dur="500"/>
                                        <p:tgtEl>
                                          <p:spTgt spid="27137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271374"/>
                                        </p:tgtEl>
                                        <p:attrNameLst>
                                          <p:attrName>style.visibility</p:attrName>
                                        </p:attrNameLst>
                                      </p:cBhvr>
                                      <p:to>
                                        <p:strVal val="visible"/>
                                      </p:to>
                                    </p:set>
                                    <p:animEffect transition="in" filter="wipe(left)">
                                      <p:cBhvr>
                                        <p:cTn id="82" dur="500"/>
                                        <p:tgtEl>
                                          <p:spTgt spid="27137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271375"/>
                                        </p:tgtEl>
                                        <p:attrNameLst>
                                          <p:attrName>style.visibility</p:attrName>
                                        </p:attrNameLst>
                                      </p:cBhvr>
                                      <p:to>
                                        <p:strVal val="visible"/>
                                      </p:to>
                                    </p:set>
                                    <p:animEffect transition="in" filter="wipe(left)">
                                      <p:cBhvr>
                                        <p:cTn id="87" dur="500"/>
                                        <p:tgtEl>
                                          <p:spTgt spid="27137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271376"/>
                                        </p:tgtEl>
                                        <p:attrNameLst>
                                          <p:attrName>style.visibility</p:attrName>
                                        </p:attrNameLst>
                                      </p:cBhvr>
                                      <p:to>
                                        <p:strVal val="visible"/>
                                      </p:to>
                                    </p:set>
                                    <p:animEffect transition="in" filter="wipe(left)">
                                      <p:cBhvr>
                                        <p:cTn id="92" dur="500"/>
                                        <p:tgtEl>
                                          <p:spTgt spid="27137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271377"/>
                                        </p:tgtEl>
                                        <p:attrNameLst>
                                          <p:attrName>style.visibility</p:attrName>
                                        </p:attrNameLst>
                                      </p:cBhvr>
                                      <p:to>
                                        <p:strVal val="visible"/>
                                      </p:to>
                                    </p:set>
                                    <p:animEffect transition="in" filter="wipe(left)">
                                      <p:cBhvr>
                                        <p:cTn id="97" dur="500"/>
                                        <p:tgtEl>
                                          <p:spTgt spid="271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2" grpId="0" autoUpdateAnimBg="0"/>
      <p:bldP spid="271363" grpId="0" autoUpdateAnimBg="0"/>
      <p:bldP spid="271364" grpId="0" autoUpdateAnimBg="0"/>
      <p:bldP spid="271366" grpId="0" autoUpdateAnimBg="0"/>
      <p:bldP spid="271368" grpId="0" animBg="1" autoUpdateAnimBg="0"/>
      <p:bldP spid="271369" grpId="0" autoUpdateAnimBg="0"/>
      <p:bldP spid="271370" grpId="0" autoUpdateAnimBg="0"/>
      <p:bldP spid="271372" grpId="0" animBg="1" autoUpdateAnimBg="0"/>
      <p:bldP spid="271374" grpId="0" autoUpdateAnimBg="0"/>
      <p:bldP spid="271375" grpId="0" animBg="1" autoUpdateAnimBg="0"/>
      <p:bldP spid="271377" grpId="0" autoUpdateAnimBg="0"/>
      <p:bldP spid="271378" grpId="0" animBg="1"/>
      <p:bldP spid="271379" grpId="0"/>
      <p:bldP spid="27138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0338" name="Object 2">
            <a:extLst>
              <a:ext uri="{FF2B5EF4-FFF2-40B4-BE49-F238E27FC236}">
                <a16:creationId xmlns:a16="http://schemas.microsoft.com/office/drawing/2014/main" id="{6D0BDD37-A346-A3EC-EBE9-EBCA46602958}"/>
              </a:ext>
            </a:extLst>
          </p:cNvPr>
          <p:cNvGraphicFramePr>
            <a:graphicFrameLocks/>
          </p:cNvGraphicFramePr>
          <p:nvPr/>
        </p:nvGraphicFramePr>
        <p:xfrm>
          <a:off x="5602288" y="862013"/>
          <a:ext cx="1346200" cy="506412"/>
        </p:xfrm>
        <a:graphic>
          <a:graphicData uri="http://schemas.openxmlformats.org/presentationml/2006/ole">
            <mc:AlternateContent xmlns:mc="http://schemas.openxmlformats.org/markup-compatibility/2006">
              <mc:Choice xmlns:v="urn:schemas-microsoft-com:vml" Requires="v">
                <p:oleObj name="Equation" r:id="rId2" imgW="1318229" imgH="480309" progId="Equation.3">
                  <p:embed/>
                </p:oleObj>
              </mc:Choice>
              <mc:Fallback>
                <p:oleObj name="Equation" r:id="rId2" imgW="1318229" imgH="480309"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2288" y="862013"/>
                        <a:ext cx="1346200"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3">
            <a:extLst>
              <a:ext uri="{FF2B5EF4-FFF2-40B4-BE49-F238E27FC236}">
                <a16:creationId xmlns:a16="http://schemas.microsoft.com/office/drawing/2014/main" id="{A1A6F020-680D-07D2-55B5-B35F218FDE3D}"/>
              </a:ext>
            </a:extLst>
          </p:cNvPr>
          <p:cNvGrpSpPr>
            <a:grpSpLocks/>
          </p:cNvGrpSpPr>
          <p:nvPr/>
        </p:nvGrpSpPr>
        <p:grpSpPr bwMode="auto">
          <a:xfrm>
            <a:off x="2314575" y="476250"/>
            <a:ext cx="2895600" cy="1271588"/>
            <a:chOff x="2235" y="1631"/>
            <a:chExt cx="1824" cy="801"/>
          </a:xfrm>
        </p:grpSpPr>
        <p:sp>
          <p:nvSpPr>
            <p:cNvPr id="28687" name="Oval 4">
              <a:extLst>
                <a:ext uri="{FF2B5EF4-FFF2-40B4-BE49-F238E27FC236}">
                  <a16:creationId xmlns:a16="http://schemas.microsoft.com/office/drawing/2014/main" id="{CDEBEE04-D925-306A-BC8C-481F5E78CF46}"/>
                </a:ext>
              </a:extLst>
            </p:cNvPr>
            <p:cNvSpPr>
              <a:spLocks noChangeArrowheads="1"/>
            </p:cNvSpPr>
            <p:nvPr/>
          </p:nvSpPr>
          <p:spPr bwMode="auto">
            <a:xfrm>
              <a:off x="2239" y="1664"/>
              <a:ext cx="477" cy="768"/>
            </a:xfrm>
            <a:prstGeom prst="ellipse">
              <a:avLst/>
            </a:pr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688" name="Oval 5">
              <a:extLst>
                <a:ext uri="{FF2B5EF4-FFF2-40B4-BE49-F238E27FC236}">
                  <a16:creationId xmlns:a16="http://schemas.microsoft.com/office/drawing/2014/main" id="{4F4A00B5-3404-63A1-EC3A-67CF517A9060}"/>
                </a:ext>
              </a:extLst>
            </p:cNvPr>
            <p:cNvSpPr>
              <a:spLocks noChangeArrowheads="1"/>
            </p:cNvSpPr>
            <p:nvPr/>
          </p:nvSpPr>
          <p:spPr bwMode="auto">
            <a:xfrm>
              <a:off x="3585" y="1664"/>
              <a:ext cx="474" cy="768"/>
            </a:xfrm>
            <a:prstGeom prst="ellipse">
              <a:avLst/>
            </a:prstGeom>
            <a:noFill/>
            <a:ln w="222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689" name="Line 6">
              <a:extLst>
                <a:ext uri="{FF2B5EF4-FFF2-40B4-BE49-F238E27FC236}">
                  <a16:creationId xmlns:a16="http://schemas.microsoft.com/office/drawing/2014/main" id="{22A15B80-248C-2208-7743-623C89977CA7}"/>
                </a:ext>
              </a:extLst>
            </p:cNvPr>
            <p:cNvSpPr>
              <a:spLocks noChangeShapeType="1"/>
            </p:cNvSpPr>
            <p:nvPr/>
          </p:nvSpPr>
          <p:spPr bwMode="auto">
            <a:xfrm>
              <a:off x="2454" y="1664"/>
              <a:ext cx="1349"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0" name="Line 7">
              <a:extLst>
                <a:ext uri="{FF2B5EF4-FFF2-40B4-BE49-F238E27FC236}">
                  <a16:creationId xmlns:a16="http://schemas.microsoft.com/office/drawing/2014/main" id="{616CE5AC-D0C5-6C5A-1BB1-5C84D1DADD14}"/>
                </a:ext>
              </a:extLst>
            </p:cNvPr>
            <p:cNvSpPr>
              <a:spLocks noChangeShapeType="1"/>
            </p:cNvSpPr>
            <p:nvPr/>
          </p:nvSpPr>
          <p:spPr bwMode="auto">
            <a:xfrm>
              <a:off x="2454" y="2432"/>
              <a:ext cx="1349"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useBgFill="1">
          <p:nvSpPr>
            <p:cNvPr id="28691" name="Rectangle 8">
              <a:extLst>
                <a:ext uri="{FF2B5EF4-FFF2-40B4-BE49-F238E27FC236}">
                  <a16:creationId xmlns:a16="http://schemas.microsoft.com/office/drawing/2014/main" id="{180ECBFD-0652-D2FF-2361-6113A26B2410}"/>
                </a:ext>
              </a:extLst>
            </p:cNvPr>
            <p:cNvSpPr>
              <a:spLocks noChangeArrowheads="1"/>
            </p:cNvSpPr>
            <p:nvPr/>
          </p:nvSpPr>
          <p:spPr bwMode="auto">
            <a:xfrm>
              <a:off x="2454" y="1696"/>
              <a:ext cx="328" cy="70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692" name="Oval 9">
              <a:extLst>
                <a:ext uri="{FF2B5EF4-FFF2-40B4-BE49-F238E27FC236}">
                  <a16:creationId xmlns:a16="http://schemas.microsoft.com/office/drawing/2014/main" id="{649F7AAC-962D-1F76-3694-368DFD6C6F10}"/>
                </a:ext>
              </a:extLst>
            </p:cNvPr>
            <p:cNvSpPr>
              <a:spLocks noChangeArrowheads="1"/>
            </p:cNvSpPr>
            <p:nvPr/>
          </p:nvSpPr>
          <p:spPr bwMode="auto">
            <a:xfrm>
              <a:off x="2235" y="1664"/>
              <a:ext cx="474" cy="768"/>
            </a:xfrm>
            <a:prstGeom prst="ellipse">
              <a:avLst/>
            </a:prstGeom>
            <a:noFill/>
            <a:ln w="19050">
              <a:solidFill>
                <a:schemeClr val="bg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pSp>
          <p:nvGrpSpPr>
            <p:cNvPr id="28693" name="Group 10">
              <a:extLst>
                <a:ext uri="{FF2B5EF4-FFF2-40B4-BE49-F238E27FC236}">
                  <a16:creationId xmlns:a16="http://schemas.microsoft.com/office/drawing/2014/main" id="{64AC1718-9633-73FA-3C06-2A40B996C86B}"/>
                </a:ext>
              </a:extLst>
            </p:cNvPr>
            <p:cNvGrpSpPr>
              <a:grpSpLocks/>
            </p:cNvGrpSpPr>
            <p:nvPr/>
          </p:nvGrpSpPr>
          <p:grpSpPr bwMode="auto">
            <a:xfrm>
              <a:off x="2328" y="1631"/>
              <a:ext cx="1650" cy="772"/>
              <a:chOff x="528" y="2064"/>
              <a:chExt cx="2112" cy="1152"/>
            </a:xfrm>
          </p:grpSpPr>
          <p:grpSp>
            <p:nvGrpSpPr>
              <p:cNvPr id="28694" name="Group 11">
                <a:extLst>
                  <a:ext uri="{FF2B5EF4-FFF2-40B4-BE49-F238E27FC236}">
                    <a16:creationId xmlns:a16="http://schemas.microsoft.com/office/drawing/2014/main" id="{5E79A9A8-EB40-E996-6BA1-EC3451AD8ECA}"/>
                  </a:ext>
                </a:extLst>
              </p:cNvPr>
              <p:cNvGrpSpPr>
                <a:grpSpLocks/>
              </p:cNvGrpSpPr>
              <p:nvPr/>
            </p:nvGrpSpPr>
            <p:grpSpPr bwMode="auto">
              <a:xfrm>
                <a:off x="528" y="2496"/>
                <a:ext cx="432" cy="384"/>
                <a:chOff x="3216" y="2784"/>
                <a:chExt cx="432" cy="384"/>
              </a:xfrm>
            </p:grpSpPr>
            <p:sp>
              <p:nvSpPr>
                <p:cNvPr id="28722" name="Oval 12">
                  <a:extLst>
                    <a:ext uri="{FF2B5EF4-FFF2-40B4-BE49-F238E27FC236}">
                      <a16:creationId xmlns:a16="http://schemas.microsoft.com/office/drawing/2014/main" id="{EFBC3F49-B527-33E0-166B-2EA3B48157A1}"/>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23" name="Line 13">
                  <a:extLst>
                    <a:ext uri="{FF2B5EF4-FFF2-40B4-BE49-F238E27FC236}">
                      <a16:creationId xmlns:a16="http://schemas.microsoft.com/office/drawing/2014/main" id="{0F346C68-3EB7-5D6E-EB9D-6FB4CE8B24AD}"/>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695" name="Group 14">
                <a:extLst>
                  <a:ext uri="{FF2B5EF4-FFF2-40B4-BE49-F238E27FC236}">
                    <a16:creationId xmlns:a16="http://schemas.microsoft.com/office/drawing/2014/main" id="{A4E18E89-4AB1-FBE1-06EC-6C497DB51F26}"/>
                  </a:ext>
                </a:extLst>
              </p:cNvPr>
              <p:cNvGrpSpPr>
                <a:grpSpLocks/>
              </p:cNvGrpSpPr>
              <p:nvPr/>
            </p:nvGrpSpPr>
            <p:grpSpPr bwMode="auto">
              <a:xfrm rot="-1934200">
                <a:off x="1248" y="2160"/>
                <a:ext cx="432" cy="384"/>
                <a:chOff x="3216" y="2784"/>
                <a:chExt cx="432" cy="384"/>
              </a:xfrm>
            </p:grpSpPr>
            <p:sp>
              <p:nvSpPr>
                <p:cNvPr id="28720" name="Oval 15">
                  <a:extLst>
                    <a:ext uri="{FF2B5EF4-FFF2-40B4-BE49-F238E27FC236}">
                      <a16:creationId xmlns:a16="http://schemas.microsoft.com/office/drawing/2014/main" id="{9DD7C56B-7390-F277-9F88-223AD0581373}"/>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21" name="Line 16">
                  <a:extLst>
                    <a:ext uri="{FF2B5EF4-FFF2-40B4-BE49-F238E27FC236}">
                      <a16:creationId xmlns:a16="http://schemas.microsoft.com/office/drawing/2014/main" id="{BCE782A4-1064-92B6-7CA3-86731AA92FB4}"/>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696" name="Group 17">
                <a:extLst>
                  <a:ext uri="{FF2B5EF4-FFF2-40B4-BE49-F238E27FC236}">
                    <a16:creationId xmlns:a16="http://schemas.microsoft.com/office/drawing/2014/main" id="{970652D8-5981-B2E5-1606-89322387E3D5}"/>
                  </a:ext>
                </a:extLst>
              </p:cNvPr>
              <p:cNvGrpSpPr>
                <a:grpSpLocks/>
              </p:cNvGrpSpPr>
              <p:nvPr/>
            </p:nvGrpSpPr>
            <p:grpSpPr bwMode="auto">
              <a:xfrm rot="9475952">
                <a:off x="672" y="2784"/>
                <a:ext cx="432" cy="384"/>
                <a:chOff x="3216" y="2784"/>
                <a:chExt cx="432" cy="384"/>
              </a:xfrm>
            </p:grpSpPr>
            <p:sp>
              <p:nvSpPr>
                <p:cNvPr id="28718" name="Oval 18">
                  <a:extLst>
                    <a:ext uri="{FF2B5EF4-FFF2-40B4-BE49-F238E27FC236}">
                      <a16:creationId xmlns:a16="http://schemas.microsoft.com/office/drawing/2014/main" id="{CB132E7A-3642-401B-95FD-E8158AFB2902}"/>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19" name="Line 19">
                  <a:extLst>
                    <a:ext uri="{FF2B5EF4-FFF2-40B4-BE49-F238E27FC236}">
                      <a16:creationId xmlns:a16="http://schemas.microsoft.com/office/drawing/2014/main" id="{2B9DF545-DCB1-BE8E-A177-EDBA7A7A78A5}"/>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697" name="Group 20">
                <a:extLst>
                  <a:ext uri="{FF2B5EF4-FFF2-40B4-BE49-F238E27FC236}">
                    <a16:creationId xmlns:a16="http://schemas.microsoft.com/office/drawing/2014/main" id="{10FE6F3D-F058-07CD-269E-96D32AF5473E}"/>
                  </a:ext>
                </a:extLst>
              </p:cNvPr>
              <p:cNvGrpSpPr>
                <a:grpSpLocks/>
              </p:cNvGrpSpPr>
              <p:nvPr/>
            </p:nvGrpSpPr>
            <p:grpSpPr bwMode="auto">
              <a:xfrm rot="6755827">
                <a:off x="1128" y="2808"/>
                <a:ext cx="432" cy="384"/>
                <a:chOff x="3216" y="2784"/>
                <a:chExt cx="432" cy="384"/>
              </a:xfrm>
            </p:grpSpPr>
            <p:sp>
              <p:nvSpPr>
                <p:cNvPr id="28716" name="Oval 21">
                  <a:extLst>
                    <a:ext uri="{FF2B5EF4-FFF2-40B4-BE49-F238E27FC236}">
                      <a16:creationId xmlns:a16="http://schemas.microsoft.com/office/drawing/2014/main" id="{DF2138D7-E7DE-B2E6-1B05-8532E56DE2D3}"/>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17" name="Line 22">
                  <a:extLst>
                    <a:ext uri="{FF2B5EF4-FFF2-40B4-BE49-F238E27FC236}">
                      <a16:creationId xmlns:a16="http://schemas.microsoft.com/office/drawing/2014/main" id="{C02B08F2-F775-C440-6AB5-46A1AAD908C3}"/>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698" name="Group 23">
                <a:extLst>
                  <a:ext uri="{FF2B5EF4-FFF2-40B4-BE49-F238E27FC236}">
                    <a16:creationId xmlns:a16="http://schemas.microsoft.com/office/drawing/2014/main" id="{EB742CB2-A3ED-D7B3-FBCE-06AFC188A475}"/>
                  </a:ext>
                </a:extLst>
              </p:cNvPr>
              <p:cNvGrpSpPr>
                <a:grpSpLocks/>
              </p:cNvGrpSpPr>
              <p:nvPr/>
            </p:nvGrpSpPr>
            <p:grpSpPr bwMode="auto">
              <a:xfrm rot="-7707881">
                <a:off x="648" y="2088"/>
                <a:ext cx="432" cy="384"/>
                <a:chOff x="3216" y="2784"/>
                <a:chExt cx="432" cy="384"/>
              </a:xfrm>
            </p:grpSpPr>
            <p:sp>
              <p:nvSpPr>
                <p:cNvPr id="28714" name="Oval 24">
                  <a:extLst>
                    <a:ext uri="{FF2B5EF4-FFF2-40B4-BE49-F238E27FC236}">
                      <a16:creationId xmlns:a16="http://schemas.microsoft.com/office/drawing/2014/main" id="{528FAF0C-0A32-F9F9-E952-9D9FAE58CF5F}"/>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15" name="Line 25">
                  <a:extLst>
                    <a:ext uri="{FF2B5EF4-FFF2-40B4-BE49-F238E27FC236}">
                      <a16:creationId xmlns:a16="http://schemas.microsoft.com/office/drawing/2014/main" id="{6BD4754A-26E6-CD6D-5593-F0454E657D6F}"/>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699" name="Group 26">
                <a:extLst>
                  <a:ext uri="{FF2B5EF4-FFF2-40B4-BE49-F238E27FC236}">
                    <a16:creationId xmlns:a16="http://schemas.microsoft.com/office/drawing/2014/main" id="{E0659413-074C-FFE7-BA96-C3F56BB62974}"/>
                  </a:ext>
                </a:extLst>
              </p:cNvPr>
              <p:cNvGrpSpPr>
                <a:grpSpLocks/>
              </p:cNvGrpSpPr>
              <p:nvPr/>
            </p:nvGrpSpPr>
            <p:grpSpPr bwMode="auto">
              <a:xfrm rot="5526352">
                <a:off x="1512" y="2664"/>
                <a:ext cx="432" cy="384"/>
                <a:chOff x="3216" y="2784"/>
                <a:chExt cx="432" cy="384"/>
              </a:xfrm>
            </p:grpSpPr>
            <p:sp>
              <p:nvSpPr>
                <p:cNvPr id="28712" name="Oval 27">
                  <a:extLst>
                    <a:ext uri="{FF2B5EF4-FFF2-40B4-BE49-F238E27FC236}">
                      <a16:creationId xmlns:a16="http://schemas.microsoft.com/office/drawing/2014/main" id="{1D2CC7EE-8614-CEBA-F095-4A4561523111}"/>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13" name="Line 28">
                  <a:extLst>
                    <a:ext uri="{FF2B5EF4-FFF2-40B4-BE49-F238E27FC236}">
                      <a16:creationId xmlns:a16="http://schemas.microsoft.com/office/drawing/2014/main" id="{75FA9170-2005-865A-2975-FC9D9C401801}"/>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700" name="Group 29">
                <a:extLst>
                  <a:ext uri="{FF2B5EF4-FFF2-40B4-BE49-F238E27FC236}">
                    <a16:creationId xmlns:a16="http://schemas.microsoft.com/office/drawing/2014/main" id="{52718736-4781-DDF7-DC4A-773359DCDAED}"/>
                  </a:ext>
                </a:extLst>
              </p:cNvPr>
              <p:cNvGrpSpPr>
                <a:grpSpLocks/>
              </p:cNvGrpSpPr>
              <p:nvPr/>
            </p:nvGrpSpPr>
            <p:grpSpPr bwMode="auto">
              <a:xfrm rot="-7107660">
                <a:off x="1848" y="2760"/>
                <a:ext cx="432" cy="384"/>
                <a:chOff x="3216" y="2784"/>
                <a:chExt cx="432" cy="384"/>
              </a:xfrm>
            </p:grpSpPr>
            <p:sp>
              <p:nvSpPr>
                <p:cNvPr id="28710" name="Oval 30">
                  <a:extLst>
                    <a:ext uri="{FF2B5EF4-FFF2-40B4-BE49-F238E27FC236}">
                      <a16:creationId xmlns:a16="http://schemas.microsoft.com/office/drawing/2014/main" id="{113C9098-0C24-8817-73BA-C64ED8450B32}"/>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11" name="Line 31">
                  <a:extLst>
                    <a:ext uri="{FF2B5EF4-FFF2-40B4-BE49-F238E27FC236}">
                      <a16:creationId xmlns:a16="http://schemas.microsoft.com/office/drawing/2014/main" id="{2CF7D89B-8522-1C7C-AD1F-777BDAB8125E}"/>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701" name="Group 32">
                <a:extLst>
                  <a:ext uri="{FF2B5EF4-FFF2-40B4-BE49-F238E27FC236}">
                    <a16:creationId xmlns:a16="http://schemas.microsoft.com/office/drawing/2014/main" id="{5196E7A4-84F3-C2A8-DEB0-39470D7D72DB}"/>
                  </a:ext>
                </a:extLst>
              </p:cNvPr>
              <p:cNvGrpSpPr>
                <a:grpSpLocks/>
              </p:cNvGrpSpPr>
              <p:nvPr/>
            </p:nvGrpSpPr>
            <p:grpSpPr bwMode="auto">
              <a:xfrm rot="2340118">
                <a:off x="2208" y="2256"/>
                <a:ext cx="432" cy="384"/>
                <a:chOff x="3216" y="2784"/>
                <a:chExt cx="432" cy="384"/>
              </a:xfrm>
            </p:grpSpPr>
            <p:sp>
              <p:nvSpPr>
                <p:cNvPr id="28708" name="Oval 33">
                  <a:extLst>
                    <a:ext uri="{FF2B5EF4-FFF2-40B4-BE49-F238E27FC236}">
                      <a16:creationId xmlns:a16="http://schemas.microsoft.com/office/drawing/2014/main" id="{CE357446-E66E-C527-0D93-8368DA0C975E}"/>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09" name="Line 34">
                  <a:extLst>
                    <a:ext uri="{FF2B5EF4-FFF2-40B4-BE49-F238E27FC236}">
                      <a16:creationId xmlns:a16="http://schemas.microsoft.com/office/drawing/2014/main" id="{AFD89704-31C1-EF0E-B396-7D069497E45E}"/>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702" name="Group 35">
                <a:extLst>
                  <a:ext uri="{FF2B5EF4-FFF2-40B4-BE49-F238E27FC236}">
                    <a16:creationId xmlns:a16="http://schemas.microsoft.com/office/drawing/2014/main" id="{7D13F916-95C1-DC00-37C2-9166A39CF690}"/>
                  </a:ext>
                </a:extLst>
              </p:cNvPr>
              <p:cNvGrpSpPr>
                <a:grpSpLocks/>
              </p:cNvGrpSpPr>
              <p:nvPr/>
            </p:nvGrpSpPr>
            <p:grpSpPr bwMode="auto">
              <a:xfrm rot="-2844206">
                <a:off x="1704" y="2088"/>
                <a:ext cx="432" cy="384"/>
                <a:chOff x="3216" y="2784"/>
                <a:chExt cx="432" cy="384"/>
              </a:xfrm>
            </p:grpSpPr>
            <p:sp>
              <p:nvSpPr>
                <p:cNvPr id="28706" name="Oval 36">
                  <a:extLst>
                    <a:ext uri="{FF2B5EF4-FFF2-40B4-BE49-F238E27FC236}">
                      <a16:creationId xmlns:a16="http://schemas.microsoft.com/office/drawing/2014/main" id="{EAB1F94D-052A-298B-AA86-C529C60FBED8}"/>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07" name="Line 37">
                  <a:extLst>
                    <a:ext uri="{FF2B5EF4-FFF2-40B4-BE49-F238E27FC236}">
                      <a16:creationId xmlns:a16="http://schemas.microsoft.com/office/drawing/2014/main" id="{56785E13-436B-E0AF-21A8-415D037562AA}"/>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703" name="Group 38">
                <a:extLst>
                  <a:ext uri="{FF2B5EF4-FFF2-40B4-BE49-F238E27FC236}">
                    <a16:creationId xmlns:a16="http://schemas.microsoft.com/office/drawing/2014/main" id="{5B9E0C25-0F2D-81B9-F699-62968FE18D3E}"/>
                  </a:ext>
                </a:extLst>
              </p:cNvPr>
              <p:cNvGrpSpPr>
                <a:grpSpLocks/>
              </p:cNvGrpSpPr>
              <p:nvPr/>
            </p:nvGrpSpPr>
            <p:grpSpPr bwMode="auto">
              <a:xfrm rot="10076379">
                <a:off x="2208" y="2640"/>
                <a:ext cx="432" cy="384"/>
                <a:chOff x="3216" y="2784"/>
                <a:chExt cx="432" cy="384"/>
              </a:xfrm>
            </p:grpSpPr>
            <p:sp>
              <p:nvSpPr>
                <p:cNvPr id="28704" name="Oval 39">
                  <a:extLst>
                    <a:ext uri="{FF2B5EF4-FFF2-40B4-BE49-F238E27FC236}">
                      <a16:creationId xmlns:a16="http://schemas.microsoft.com/office/drawing/2014/main" id="{8C12DB32-7FA4-B018-BF99-66624E6735D0}"/>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705" name="Line 40">
                  <a:extLst>
                    <a:ext uri="{FF2B5EF4-FFF2-40B4-BE49-F238E27FC236}">
                      <a16:creationId xmlns:a16="http://schemas.microsoft.com/office/drawing/2014/main" id="{5FDC0844-241C-5DCE-17E2-C25ABD7F304B}"/>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270377" name="Rectangle 41">
            <a:extLst>
              <a:ext uri="{FF2B5EF4-FFF2-40B4-BE49-F238E27FC236}">
                <a16:creationId xmlns:a16="http://schemas.microsoft.com/office/drawing/2014/main" id="{93F30189-A32E-F392-9CD2-080477D4AB0F}"/>
              </a:ext>
            </a:extLst>
          </p:cNvPr>
          <p:cNvSpPr>
            <a:spLocks noChangeArrowheads="1"/>
          </p:cNvSpPr>
          <p:nvPr/>
        </p:nvSpPr>
        <p:spPr bwMode="auto">
          <a:xfrm>
            <a:off x="754063" y="2108200"/>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(2)</a:t>
            </a:r>
            <a:r>
              <a:rPr lang="zh-CN" altLang="en-US">
                <a:latin typeface="宋体" panose="02010600030101010101" pitchFamily="2" charset="-122"/>
              </a:rPr>
              <a:t>有外磁场作用时</a:t>
            </a:r>
          </a:p>
        </p:txBody>
      </p:sp>
      <p:graphicFrame>
        <p:nvGraphicFramePr>
          <p:cNvPr id="270378" name="Object 3">
            <a:extLst>
              <a:ext uri="{FF2B5EF4-FFF2-40B4-BE49-F238E27FC236}">
                <a16:creationId xmlns:a16="http://schemas.microsoft.com/office/drawing/2014/main" id="{C00C7569-2A1E-AF6A-2178-AA77B35AC5FC}"/>
              </a:ext>
            </a:extLst>
          </p:cNvPr>
          <p:cNvGraphicFramePr>
            <a:graphicFrameLocks noChangeAspect="1"/>
          </p:cNvGraphicFramePr>
          <p:nvPr/>
        </p:nvGraphicFramePr>
        <p:xfrm>
          <a:off x="1187450" y="2636838"/>
          <a:ext cx="366713" cy="458787"/>
        </p:xfrm>
        <a:graphic>
          <a:graphicData uri="http://schemas.openxmlformats.org/presentationml/2006/ole">
            <mc:AlternateContent xmlns:mc="http://schemas.openxmlformats.org/markup-compatibility/2006">
              <mc:Choice xmlns:v="urn:schemas-microsoft-com:vml" Requires="v">
                <p:oleObj name="公式" r:id="rId4" imgW="121920" imgH="160103" progId="Equation.3">
                  <p:embed/>
                </p:oleObj>
              </mc:Choice>
              <mc:Fallback>
                <p:oleObj name="公式" r:id="rId4" imgW="121920" imgH="160103"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636838"/>
                        <a:ext cx="366713"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0379" name="Text Box 43">
            <a:extLst>
              <a:ext uri="{FF2B5EF4-FFF2-40B4-BE49-F238E27FC236}">
                <a16:creationId xmlns:a16="http://schemas.microsoft.com/office/drawing/2014/main" id="{6B471A1D-CE45-B44A-BB06-532C75801782}"/>
              </a:ext>
            </a:extLst>
          </p:cNvPr>
          <p:cNvSpPr txBox="1">
            <a:spLocks noChangeArrowheads="1"/>
          </p:cNvSpPr>
          <p:nvPr/>
        </p:nvSpPr>
        <p:spPr bwMode="auto">
          <a:xfrm>
            <a:off x="1476375" y="2671763"/>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顺磁质</a:t>
            </a:r>
          </a:p>
        </p:txBody>
      </p:sp>
      <p:sp>
        <p:nvSpPr>
          <p:cNvPr id="270380" name="Text Box 44">
            <a:extLst>
              <a:ext uri="{FF2B5EF4-FFF2-40B4-BE49-F238E27FC236}">
                <a16:creationId xmlns:a16="http://schemas.microsoft.com/office/drawing/2014/main" id="{4CF6F9CD-5653-0020-C182-A35BD55B09EC}"/>
              </a:ext>
            </a:extLst>
          </p:cNvPr>
          <p:cNvSpPr txBox="1">
            <a:spLocks noChangeArrowheads="1"/>
          </p:cNvSpPr>
          <p:nvPr/>
        </p:nvSpPr>
        <p:spPr bwMode="auto">
          <a:xfrm>
            <a:off x="2843213" y="2682875"/>
            <a:ext cx="354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rPr>
              <a:t>分子的固有磁矩</a:t>
            </a:r>
          </a:p>
        </p:txBody>
      </p:sp>
      <p:graphicFrame>
        <p:nvGraphicFramePr>
          <p:cNvPr id="270381" name="Object 4">
            <a:extLst>
              <a:ext uri="{FF2B5EF4-FFF2-40B4-BE49-F238E27FC236}">
                <a16:creationId xmlns:a16="http://schemas.microsoft.com/office/drawing/2014/main" id="{E7352BFA-359A-8BD8-7310-707872BBC9C3}"/>
              </a:ext>
            </a:extLst>
          </p:cNvPr>
          <p:cNvGraphicFramePr>
            <a:graphicFrameLocks noChangeAspect="1"/>
          </p:cNvGraphicFramePr>
          <p:nvPr/>
        </p:nvGraphicFramePr>
        <p:xfrm>
          <a:off x="5218113" y="2695575"/>
          <a:ext cx="457200" cy="579438"/>
        </p:xfrm>
        <a:graphic>
          <a:graphicData uri="http://schemas.openxmlformats.org/presentationml/2006/ole">
            <mc:AlternateContent xmlns:mc="http://schemas.openxmlformats.org/markup-compatibility/2006">
              <mc:Choice xmlns:v="urn:schemas-microsoft-com:vml" Requires="v">
                <p:oleObj name="公式" r:id="rId6" imgW="160238" imgH="213471" progId="Equation.3">
                  <p:embed/>
                </p:oleObj>
              </mc:Choice>
              <mc:Fallback>
                <p:oleObj name="公式" r:id="rId6" imgW="160238" imgH="213471"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8113" y="2695575"/>
                        <a:ext cx="457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0382" name="Text Box 46">
            <a:extLst>
              <a:ext uri="{FF2B5EF4-FFF2-40B4-BE49-F238E27FC236}">
                <a16:creationId xmlns:a16="http://schemas.microsoft.com/office/drawing/2014/main" id="{D378F78C-BE68-CF36-0FBC-38DC7ACB0425}"/>
              </a:ext>
            </a:extLst>
          </p:cNvPr>
          <p:cNvSpPr txBox="1">
            <a:spLocks noChangeArrowheads="1"/>
          </p:cNvSpPr>
          <p:nvPr/>
        </p:nvSpPr>
        <p:spPr bwMode="auto">
          <a:xfrm>
            <a:off x="5724525" y="2695575"/>
            <a:ext cx="2395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rPr>
              <a:t>受力矩</a:t>
            </a:r>
          </a:p>
        </p:txBody>
      </p:sp>
      <p:graphicFrame>
        <p:nvGraphicFramePr>
          <p:cNvPr id="270383" name="Object 5">
            <a:extLst>
              <a:ext uri="{FF2B5EF4-FFF2-40B4-BE49-F238E27FC236}">
                <a16:creationId xmlns:a16="http://schemas.microsoft.com/office/drawing/2014/main" id="{1D96664F-B747-B437-6D9A-07A3C8981E04}"/>
              </a:ext>
            </a:extLst>
          </p:cNvPr>
          <p:cNvGraphicFramePr>
            <a:graphicFrameLocks noChangeAspect="1"/>
          </p:cNvGraphicFramePr>
          <p:nvPr/>
        </p:nvGraphicFramePr>
        <p:xfrm>
          <a:off x="6864350" y="2624138"/>
          <a:ext cx="1766888" cy="609600"/>
        </p:xfrm>
        <a:graphic>
          <a:graphicData uri="http://schemas.openxmlformats.org/presentationml/2006/ole">
            <mc:AlternateContent xmlns:mc="http://schemas.openxmlformats.org/markup-compatibility/2006">
              <mc:Choice xmlns:v="urn:schemas-microsoft-com:vml" Requires="v">
                <p:oleObj name="公式" r:id="rId8" imgW="708629" imgH="220952" progId="Equation.3">
                  <p:embed/>
                </p:oleObj>
              </mc:Choice>
              <mc:Fallback>
                <p:oleObj name="公式" r:id="rId8" imgW="708629" imgH="220952"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64350" y="2624138"/>
                        <a:ext cx="176688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0384" name="Text Box 48">
            <a:extLst>
              <a:ext uri="{FF2B5EF4-FFF2-40B4-BE49-F238E27FC236}">
                <a16:creationId xmlns:a16="http://schemas.microsoft.com/office/drawing/2014/main" id="{04CF2A90-0AB0-E309-0A3A-DC1917B1D50A}"/>
              </a:ext>
            </a:extLst>
          </p:cNvPr>
          <p:cNvSpPr txBox="1">
            <a:spLocks noChangeArrowheads="1"/>
          </p:cNvSpPr>
          <p:nvPr/>
        </p:nvSpPr>
        <p:spPr bwMode="auto">
          <a:xfrm>
            <a:off x="2860675" y="3284538"/>
            <a:ext cx="160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rPr>
              <a:t>的作用，</a:t>
            </a:r>
          </a:p>
        </p:txBody>
      </p:sp>
      <p:sp>
        <p:nvSpPr>
          <p:cNvPr id="270385" name="Rectangle 49">
            <a:extLst>
              <a:ext uri="{FF2B5EF4-FFF2-40B4-BE49-F238E27FC236}">
                <a16:creationId xmlns:a16="http://schemas.microsoft.com/office/drawing/2014/main" id="{3D30EE16-309D-0FCF-7A1C-7346FF861E72}"/>
              </a:ext>
            </a:extLst>
          </p:cNvPr>
          <p:cNvSpPr>
            <a:spLocks noChangeArrowheads="1"/>
          </p:cNvSpPr>
          <p:nvPr/>
        </p:nvSpPr>
        <p:spPr bwMode="auto">
          <a:xfrm>
            <a:off x="4102100" y="3284538"/>
            <a:ext cx="477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rPr>
              <a:t>使分子的固有磁矩</a:t>
            </a:r>
            <a:r>
              <a:rPr lang="zh-CN" altLang="en-US">
                <a:solidFill>
                  <a:srgbClr val="66FFFF"/>
                </a:solidFill>
                <a:latin typeface="宋体" panose="02010600030101010101" pitchFamily="2" charset="-122"/>
              </a:rPr>
              <a:t>趋于外磁场方向</a:t>
            </a:r>
          </a:p>
        </p:txBody>
      </p:sp>
      <p:sp>
        <p:nvSpPr>
          <p:cNvPr id="270386" name="Rectangle 50">
            <a:extLst>
              <a:ext uri="{FF2B5EF4-FFF2-40B4-BE49-F238E27FC236}">
                <a16:creationId xmlns:a16="http://schemas.microsoft.com/office/drawing/2014/main" id="{8072D180-FB42-E941-DCF8-20F1CC46BCD1}"/>
              </a:ext>
            </a:extLst>
          </p:cNvPr>
          <p:cNvSpPr>
            <a:spLocks noChangeArrowheads="1"/>
          </p:cNvSpPr>
          <p:nvPr/>
        </p:nvSpPr>
        <p:spPr bwMode="auto">
          <a:xfrm>
            <a:off x="2886075" y="3781425"/>
            <a:ext cx="59563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latin typeface="宋体" panose="02010600030101010101" pitchFamily="2" charset="-122"/>
              </a:rPr>
              <a:t>排列。但由于分子热运动的影响，各分子</a:t>
            </a:r>
          </a:p>
          <a:p>
            <a:pPr>
              <a:lnSpc>
                <a:spcPct val="125000"/>
              </a:lnSpc>
            </a:pPr>
            <a:r>
              <a:rPr lang="zh-CN" altLang="en-US">
                <a:latin typeface="宋体" panose="02010600030101010101" pitchFamily="2" charset="-122"/>
              </a:rPr>
              <a:t>固有磁矩的取向不可能完全整齐，不过外</a:t>
            </a:r>
          </a:p>
          <a:p>
            <a:pPr>
              <a:lnSpc>
                <a:spcPct val="125000"/>
              </a:lnSpc>
            </a:pPr>
            <a:r>
              <a:rPr lang="zh-CN" altLang="en-US">
                <a:latin typeface="宋体" panose="02010600030101010101" pitchFamily="2" charset="-122"/>
              </a:rPr>
              <a:t>磁场越强，排列越整齐。</a:t>
            </a:r>
          </a:p>
        </p:txBody>
      </p:sp>
      <p:sp>
        <p:nvSpPr>
          <p:cNvPr id="270387" name="Text Box 51">
            <a:extLst>
              <a:ext uri="{FF2B5EF4-FFF2-40B4-BE49-F238E27FC236}">
                <a16:creationId xmlns:a16="http://schemas.microsoft.com/office/drawing/2014/main" id="{13C6DAAA-5D58-E447-1005-B1694B57EC70}"/>
              </a:ext>
            </a:extLst>
          </p:cNvPr>
          <p:cNvSpPr txBox="1">
            <a:spLocks noChangeArrowheads="1"/>
          </p:cNvSpPr>
          <p:nvPr/>
        </p:nvSpPr>
        <p:spPr bwMode="auto">
          <a:xfrm>
            <a:off x="2860675" y="5373688"/>
            <a:ext cx="63119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latin typeface="宋体" panose="02010600030101010101" pitchFamily="2" charset="-122"/>
              </a:rPr>
              <a:t>正是由于这种取向排列使得原磁场得到加强，</a:t>
            </a:r>
          </a:p>
          <a:p>
            <a:pPr>
              <a:lnSpc>
                <a:spcPct val="125000"/>
              </a:lnSpc>
            </a:pPr>
            <a:r>
              <a:rPr lang="zh-CN" altLang="en-US">
                <a:latin typeface="宋体" panose="02010600030101010101" pitchFamily="2" charset="-122"/>
              </a:rPr>
              <a:t>但这种加强很小。</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70338"/>
                                        </p:tgtEl>
                                        <p:attrNameLst>
                                          <p:attrName>style.visibility</p:attrName>
                                        </p:attrNameLst>
                                      </p:cBhvr>
                                      <p:to>
                                        <p:strVal val="visible"/>
                                      </p:to>
                                    </p:set>
                                    <p:animEffect transition="in" filter="wipe(left)">
                                      <p:cBhvr>
                                        <p:cTn id="13" dur="500"/>
                                        <p:tgtEl>
                                          <p:spTgt spid="27033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70377"/>
                                        </p:tgtEl>
                                        <p:attrNameLst>
                                          <p:attrName>style.visibility</p:attrName>
                                        </p:attrNameLst>
                                      </p:cBhvr>
                                      <p:to>
                                        <p:strVal val="visible"/>
                                      </p:to>
                                    </p:set>
                                    <p:animEffect transition="in" filter="wipe(left)">
                                      <p:cBhvr>
                                        <p:cTn id="18" dur="500"/>
                                        <p:tgtEl>
                                          <p:spTgt spid="27037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70378"/>
                                        </p:tgtEl>
                                        <p:attrNameLst>
                                          <p:attrName>style.visibility</p:attrName>
                                        </p:attrNameLst>
                                      </p:cBhvr>
                                      <p:to>
                                        <p:strVal val="visible"/>
                                      </p:to>
                                    </p:set>
                                    <p:animEffect transition="in" filter="wipe(left)">
                                      <p:cBhvr>
                                        <p:cTn id="23" dur="500"/>
                                        <p:tgtEl>
                                          <p:spTgt spid="270378"/>
                                        </p:tgtEl>
                                      </p:cBhvr>
                                    </p:animEffect>
                                  </p:childTnLst>
                                </p:cTn>
                              </p:par>
                            </p:childTnLst>
                          </p:cTn>
                        </p:par>
                        <p:par>
                          <p:cTn id="24" fill="hold" nodeType="afterGroup">
                            <p:stCondLst>
                              <p:cond delay="500"/>
                            </p:stCondLst>
                            <p:childTnLst>
                              <p:par>
                                <p:cTn id="25" presetID="22" presetClass="entr" presetSubtype="8" fill="hold" nodeType="afterEffect">
                                  <p:stCondLst>
                                    <p:cond delay="0"/>
                                  </p:stCondLst>
                                  <p:childTnLst>
                                    <p:set>
                                      <p:cBhvr>
                                        <p:cTn id="26" dur="1" fill="hold">
                                          <p:stCondLst>
                                            <p:cond delay="0"/>
                                          </p:stCondLst>
                                        </p:cTn>
                                        <p:tgtEl>
                                          <p:spTgt spid="270379"/>
                                        </p:tgtEl>
                                        <p:attrNameLst>
                                          <p:attrName>style.visibility</p:attrName>
                                        </p:attrNameLst>
                                      </p:cBhvr>
                                      <p:to>
                                        <p:strVal val="visible"/>
                                      </p:to>
                                    </p:set>
                                    <p:animEffect transition="in" filter="wipe(left)">
                                      <p:cBhvr>
                                        <p:cTn id="27" dur="500"/>
                                        <p:tgtEl>
                                          <p:spTgt spid="2703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70380"/>
                                        </p:tgtEl>
                                        <p:attrNameLst>
                                          <p:attrName>style.visibility</p:attrName>
                                        </p:attrNameLst>
                                      </p:cBhvr>
                                      <p:to>
                                        <p:strVal val="visible"/>
                                      </p:to>
                                    </p:set>
                                    <p:animEffect transition="in" filter="wipe(left)">
                                      <p:cBhvr>
                                        <p:cTn id="32" dur="500"/>
                                        <p:tgtEl>
                                          <p:spTgt spid="270380"/>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270381"/>
                                        </p:tgtEl>
                                        <p:attrNameLst>
                                          <p:attrName>style.visibility</p:attrName>
                                        </p:attrNameLst>
                                      </p:cBhvr>
                                      <p:to>
                                        <p:strVal val="visible"/>
                                      </p:to>
                                    </p:set>
                                    <p:animEffect transition="in" filter="wipe(left)">
                                      <p:cBhvr>
                                        <p:cTn id="36" dur="500"/>
                                        <p:tgtEl>
                                          <p:spTgt spid="270381"/>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270382"/>
                                        </p:tgtEl>
                                        <p:attrNameLst>
                                          <p:attrName>style.visibility</p:attrName>
                                        </p:attrNameLst>
                                      </p:cBhvr>
                                      <p:to>
                                        <p:strVal val="visible"/>
                                      </p:to>
                                    </p:set>
                                    <p:animEffect transition="in" filter="wipe(left)">
                                      <p:cBhvr>
                                        <p:cTn id="40" dur="500"/>
                                        <p:tgtEl>
                                          <p:spTgt spid="270382"/>
                                        </p:tgtEl>
                                      </p:cBhvr>
                                    </p:animEffect>
                                  </p:childTnLst>
                                </p:cTn>
                              </p:par>
                            </p:childTnLst>
                          </p:cTn>
                        </p:par>
                        <p:par>
                          <p:cTn id="41" fill="hold" nodeType="afterGroup">
                            <p:stCondLst>
                              <p:cond delay="1500"/>
                            </p:stCondLst>
                            <p:childTnLst>
                              <p:par>
                                <p:cTn id="42" presetID="22" presetClass="entr" presetSubtype="8" fill="hold" nodeType="afterEffect">
                                  <p:stCondLst>
                                    <p:cond delay="0"/>
                                  </p:stCondLst>
                                  <p:childTnLst>
                                    <p:set>
                                      <p:cBhvr>
                                        <p:cTn id="43" dur="1" fill="hold">
                                          <p:stCondLst>
                                            <p:cond delay="0"/>
                                          </p:stCondLst>
                                        </p:cTn>
                                        <p:tgtEl>
                                          <p:spTgt spid="270383"/>
                                        </p:tgtEl>
                                        <p:attrNameLst>
                                          <p:attrName>style.visibility</p:attrName>
                                        </p:attrNameLst>
                                      </p:cBhvr>
                                      <p:to>
                                        <p:strVal val="visible"/>
                                      </p:to>
                                    </p:set>
                                    <p:animEffect transition="in" filter="wipe(left)">
                                      <p:cBhvr>
                                        <p:cTn id="44" dur="500"/>
                                        <p:tgtEl>
                                          <p:spTgt spid="270383"/>
                                        </p:tgtEl>
                                      </p:cBhvr>
                                    </p:animEffec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270384"/>
                                        </p:tgtEl>
                                        <p:attrNameLst>
                                          <p:attrName>style.visibility</p:attrName>
                                        </p:attrNameLst>
                                      </p:cBhvr>
                                      <p:to>
                                        <p:strVal val="visible"/>
                                      </p:to>
                                    </p:set>
                                    <p:animEffect transition="in" filter="wipe(left)">
                                      <p:cBhvr>
                                        <p:cTn id="48" dur="500"/>
                                        <p:tgtEl>
                                          <p:spTgt spid="270384"/>
                                        </p:tgtEl>
                                      </p:cBhvr>
                                    </p:animEffect>
                                  </p:childTnLst>
                                </p:cTn>
                              </p:par>
                            </p:childTnLst>
                          </p:cTn>
                        </p:par>
                        <p:par>
                          <p:cTn id="49" fill="hold" nodeType="afterGroup">
                            <p:stCondLst>
                              <p:cond delay="2500"/>
                            </p:stCondLst>
                            <p:childTnLst>
                              <p:par>
                                <p:cTn id="50" presetID="22" presetClass="entr" presetSubtype="8" fill="hold" nodeType="afterEffect">
                                  <p:stCondLst>
                                    <p:cond delay="0"/>
                                  </p:stCondLst>
                                  <p:childTnLst>
                                    <p:set>
                                      <p:cBhvr>
                                        <p:cTn id="51" dur="1" fill="hold">
                                          <p:stCondLst>
                                            <p:cond delay="0"/>
                                          </p:stCondLst>
                                        </p:cTn>
                                        <p:tgtEl>
                                          <p:spTgt spid="270385"/>
                                        </p:tgtEl>
                                        <p:attrNameLst>
                                          <p:attrName>style.visibility</p:attrName>
                                        </p:attrNameLst>
                                      </p:cBhvr>
                                      <p:to>
                                        <p:strVal val="visible"/>
                                      </p:to>
                                    </p:set>
                                    <p:animEffect transition="in" filter="wipe(left)">
                                      <p:cBhvr>
                                        <p:cTn id="52" dur="500"/>
                                        <p:tgtEl>
                                          <p:spTgt spid="270385"/>
                                        </p:tgtEl>
                                      </p:cBhvr>
                                    </p:animEffect>
                                  </p:childTnLst>
                                </p:cTn>
                              </p:par>
                            </p:childTnLst>
                          </p:cTn>
                        </p:par>
                        <p:par>
                          <p:cTn id="53" fill="hold" nodeType="afterGroup">
                            <p:stCondLst>
                              <p:cond delay="3000"/>
                            </p:stCondLst>
                            <p:childTnLst>
                              <p:par>
                                <p:cTn id="54" presetID="22" presetClass="entr" presetSubtype="8" fill="hold" nodeType="afterEffect">
                                  <p:stCondLst>
                                    <p:cond delay="0"/>
                                  </p:stCondLst>
                                  <p:childTnLst>
                                    <p:set>
                                      <p:cBhvr>
                                        <p:cTn id="55" dur="1" fill="hold">
                                          <p:stCondLst>
                                            <p:cond delay="0"/>
                                          </p:stCondLst>
                                        </p:cTn>
                                        <p:tgtEl>
                                          <p:spTgt spid="270386"/>
                                        </p:tgtEl>
                                        <p:attrNameLst>
                                          <p:attrName>style.visibility</p:attrName>
                                        </p:attrNameLst>
                                      </p:cBhvr>
                                      <p:to>
                                        <p:strVal val="visible"/>
                                      </p:to>
                                    </p:set>
                                    <p:animEffect transition="in" filter="wipe(left)">
                                      <p:cBhvr>
                                        <p:cTn id="56" dur="500"/>
                                        <p:tgtEl>
                                          <p:spTgt spid="27038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70387"/>
                                        </p:tgtEl>
                                        <p:attrNameLst>
                                          <p:attrName>style.visibility</p:attrName>
                                        </p:attrNameLst>
                                      </p:cBhvr>
                                      <p:to>
                                        <p:strVal val="visible"/>
                                      </p:to>
                                    </p:set>
                                    <p:animEffect transition="in" filter="wipe(left)">
                                      <p:cBhvr>
                                        <p:cTn id="61" dur="500"/>
                                        <p:tgtEl>
                                          <p:spTgt spid="270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77" grpId="0"/>
      <p:bldP spid="270379" grpId="0" autoUpdateAnimBg="0"/>
      <p:bldP spid="270380" grpId="0"/>
      <p:bldP spid="270382" grpId="0"/>
      <p:bldP spid="270384" grpId="0"/>
      <p:bldP spid="270385" grpId="0"/>
      <p:bldP spid="270386" grpId="0"/>
      <p:bldP spid="27038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4834" name="Object 2">
            <a:extLst>
              <a:ext uri="{FF2B5EF4-FFF2-40B4-BE49-F238E27FC236}">
                <a16:creationId xmlns:a16="http://schemas.microsoft.com/office/drawing/2014/main" id="{6E8587A8-1AA7-B34E-896A-EABC61535213}"/>
              </a:ext>
            </a:extLst>
          </p:cNvPr>
          <p:cNvGraphicFramePr>
            <a:graphicFrameLocks noChangeAspect="1"/>
          </p:cNvGraphicFramePr>
          <p:nvPr/>
        </p:nvGraphicFramePr>
        <p:xfrm>
          <a:off x="600075" y="330200"/>
          <a:ext cx="427038" cy="458788"/>
        </p:xfrm>
        <a:graphic>
          <a:graphicData uri="http://schemas.openxmlformats.org/presentationml/2006/ole">
            <mc:AlternateContent xmlns:mc="http://schemas.openxmlformats.org/markup-compatibility/2006">
              <mc:Choice xmlns:v="urn:schemas-microsoft-com:vml" Requires="v">
                <p:oleObj name="公式" r:id="rId2" imgW="144811" imgH="160103" progId="Equation.3">
                  <p:embed/>
                </p:oleObj>
              </mc:Choice>
              <mc:Fallback>
                <p:oleObj name="公式" r:id="rId2" imgW="144811" imgH="160103"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330200"/>
                        <a:ext cx="427038"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35" name="Text Box 3">
            <a:extLst>
              <a:ext uri="{FF2B5EF4-FFF2-40B4-BE49-F238E27FC236}">
                <a16:creationId xmlns:a16="http://schemas.microsoft.com/office/drawing/2014/main" id="{5EE9F9FF-3B2E-AA30-D197-A0EBAC1483DD}"/>
              </a:ext>
            </a:extLst>
          </p:cNvPr>
          <p:cNvSpPr txBox="1">
            <a:spLocks noChangeArrowheads="1"/>
          </p:cNvSpPr>
          <p:nvPr/>
        </p:nvSpPr>
        <p:spPr bwMode="auto">
          <a:xfrm>
            <a:off x="919163" y="36512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抗磁质</a:t>
            </a:r>
          </a:p>
        </p:txBody>
      </p:sp>
      <p:sp>
        <p:nvSpPr>
          <p:cNvPr id="504836" name="Text Box 4">
            <a:extLst>
              <a:ext uri="{FF2B5EF4-FFF2-40B4-BE49-F238E27FC236}">
                <a16:creationId xmlns:a16="http://schemas.microsoft.com/office/drawing/2014/main" id="{33D5F0B9-47D2-CE0D-D96C-BD8E927F3867}"/>
              </a:ext>
            </a:extLst>
          </p:cNvPr>
          <p:cNvSpPr txBox="1">
            <a:spLocks noChangeArrowheads="1"/>
          </p:cNvSpPr>
          <p:nvPr/>
        </p:nvSpPr>
        <p:spPr bwMode="auto">
          <a:xfrm>
            <a:off x="2143125" y="285750"/>
            <a:ext cx="60055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latin typeface="宋体" panose="02010600030101010101" pitchFamily="2" charset="-122"/>
                <a:ea typeface="楷体_GB2312" pitchFamily="49" charset="-122"/>
              </a:rPr>
              <a:t>它的分子没有固有磁矩，为什么也能受磁场</a:t>
            </a:r>
          </a:p>
          <a:p>
            <a:pPr>
              <a:lnSpc>
                <a:spcPct val="125000"/>
              </a:lnSpc>
            </a:pPr>
            <a:r>
              <a:rPr lang="zh-CN" altLang="en-US">
                <a:latin typeface="宋体" panose="02010600030101010101" pitchFamily="2" charset="-122"/>
                <a:ea typeface="楷体_GB2312" pitchFamily="49" charset="-122"/>
              </a:rPr>
              <a:t>的影响？？？</a:t>
            </a:r>
          </a:p>
        </p:txBody>
      </p:sp>
      <p:sp>
        <p:nvSpPr>
          <p:cNvPr id="504837" name="Text Box 5">
            <a:extLst>
              <a:ext uri="{FF2B5EF4-FFF2-40B4-BE49-F238E27FC236}">
                <a16:creationId xmlns:a16="http://schemas.microsoft.com/office/drawing/2014/main" id="{5384A15D-6DFB-C8F8-645D-AF48D48EEB46}"/>
              </a:ext>
            </a:extLst>
          </p:cNvPr>
          <p:cNvSpPr txBox="1">
            <a:spLocks noChangeArrowheads="1"/>
          </p:cNvSpPr>
          <p:nvPr/>
        </p:nvSpPr>
        <p:spPr bwMode="auto">
          <a:xfrm>
            <a:off x="911225" y="1230313"/>
            <a:ext cx="45132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latin typeface="宋体" panose="02010600030101010101" pitchFamily="2" charset="-122"/>
                <a:ea typeface="楷体_GB2312" pitchFamily="49" charset="-122"/>
              </a:rPr>
              <a:t>这是由于抗磁质在外磁场的作用下产生</a:t>
            </a:r>
            <a:r>
              <a:rPr lang="zh-CN" altLang="en-US">
                <a:solidFill>
                  <a:srgbClr val="66FFFF"/>
                </a:solidFill>
                <a:ea typeface="楷体_GB2312" pitchFamily="49" charset="-122"/>
              </a:rPr>
              <a:t>“</a:t>
            </a:r>
            <a:r>
              <a:rPr lang="zh-CN" altLang="en-US">
                <a:solidFill>
                  <a:srgbClr val="66FFFF"/>
                </a:solidFill>
                <a:latin typeface="宋体" panose="02010600030101010101" pitchFamily="2" charset="-122"/>
                <a:ea typeface="楷体_GB2312" pitchFamily="49" charset="-122"/>
              </a:rPr>
              <a:t>感应</a:t>
            </a:r>
            <a:r>
              <a:rPr lang="zh-CN" altLang="en-US">
                <a:solidFill>
                  <a:srgbClr val="66FFFF"/>
                </a:solidFill>
                <a:ea typeface="楷体_GB2312" pitchFamily="49" charset="-122"/>
              </a:rPr>
              <a:t>”</a:t>
            </a:r>
            <a:r>
              <a:rPr lang="zh-CN" altLang="en-US">
                <a:solidFill>
                  <a:srgbClr val="66FFFF"/>
                </a:solidFill>
                <a:latin typeface="宋体" panose="02010600030101010101" pitchFamily="2" charset="-122"/>
                <a:ea typeface="楷体_GB2312" pitchFamily="49" charset="-122"/>
              </a:rPr>
              <a:t>磁矩</a:t>
            </a:r>
            <a:r>
              <a:rPr lang="zh-CN" altLang="en-US">
                <a:latin typeface="宋体" panose="02010600030101010101" pitchFamily="2" charset="-122"/>
                <a:ea typeface="楷体_GB2312" pitchFamily="49" charset="-122"/>
              </a:rPr>
              <a:t>的缘故。</a:t>
            </a:r>
          </a:p>
        </p:txBody>
      </p:sp>
      <p:sp>
        <p:nvSpPr>
          <p:cNvPr id="504840" name="Oval 8">
            <a:extLst>
              <a:ext uri="{FF2B5EF4-FFF2-40B4-BE49-F238E27FC236}">
                <a16:creationId xmlns:a16="http://schemas.microsoft.com/office/drawing/2014/main" id="{4D471098-6538-E444-E971-CA31F6838009}"/>
              </a:ext>
            </a:extLst>
          </p:cNvPr>
          <p:cNvSpPr>
            <a:spLocks noChangeArrowheads="1"/>
          </p:cNvSpPr>
          <p:nvPr/>
        </p:nvSpPr>
        <p:spPr bwMode="auto">
          <a:xfrm>
            <a:off x="5861050" y="1851025"/>
            <a:ext cx="2667000" cy="1143000"/>
          </a:xfrm>
          <a:prstGeom prst="ellipse">
            <a:avLst/>
          </a:prstGeom>
          <a:noFill/>
          <a:ln w="2857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504841" name="Line 9">
            <a:extLst>
              <a:ext uri="{FF2B5EF4-FFF2-40B4-BE49-F238E27FC236}">
                <a16:creationId xmlns:a16="http://schemas.microsoft.com/office/drawing/2014/main" id="{E490DC79-BFF8-1DD5-A901-99E2A5E4A2FD}"/>
              </a:ext>
            </a:extLst>
          </p:cNvPr>
          <p:cNvSpPr>
            <a:spLocks noChangeShapeType="1"/>
          </p:cNvSpPr>
          <p:nvPr/>
        </p:nvSpPr>
        <p:spPr bwMode="auto">
          <a:xfrm flipV="1">
            <a:off x="7232650" y="1089025"/>
            <a:ext cx="0" cy="12954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4842" name="Line 10">
            <a:extLst>
              <a:ext uri="{FF2B5EF4-FFF2-40B4-BE49-F238E27FC236}">
                <a16:creationId xmlns:a16="http://schemas.microsoft.com/office/drawing/2014/main" id="{3562CD9F-B8DE-2D37-0C8F-8F2AECADEEC9}"/>
              </a:ext>
            </a:extLst>
          </p:cNvPr>
          <p:cNvSpPr>
            <a:spLocks noChangeShapeType="1"/>
          </p:cNvSpPr>
          <p:nvPr/>
        </p:nvSpPr>
        <p:spPr bwMode="auto">
          <a:xfrm>
            <a:off x="7232650" y="2384425"/>
            <a:ext cx="914400" cy="457200"/>
          </a:xfrm>
          <a:prstGeom prst="line">
            <a:avLst/>
          </a:prstGeom>
          <a:noFill/>
          <a:ln w="28575">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4843" name="Oval 11">
            <a:extLst>
              <a:ext uri="{FF2B5EF4-FFF2-40B4-BE49-F238E27FC236}">
                <a16:creationId xmlns:a16="http://schemas.microsoft.com/office/drawing/2014/main" id="{BF9BA4F3-9AB3-F9C8-819E-04638031977A}"/>
              </a:ext>
            </a:extLst>
          </p:cNvPr>
          <p:cNvSpPr>
            <a:spLocks noChangeArrowheads="1"/>
          </p:cNvSpPr>
          <p:nvPr/>
        </p:nvSpPr>
        <p:spPr bwMode="auto">
          <a:xfrm>
            <a:off x="7918450" y="2613025"/>
            <a:ext cx="381000" cy="381000"/>
          </a:xfrm>
          <a:prstGeom prst="ellipse">
            <a:avLst/>
          </a:prstGeom>
          <a:gradFill rotWithShape="0">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just">
              <a:defRPr/>
            </a:pPr>
            <a:endParaRPr lang="zh-CN" altLang="en-US"/>
          </a:p>
        </p:txBody>
      </p:sp>
      <p:sp>
        <p:nvSpPr>
          <p:cNvPr id="504844" name="Line 12">
            <a:extLst>
              <a:ext uri="{FF2B5EF4-FFF2-40B4-BE49-F238E27FC236}">
                <a16:creationId xmlns:a16="http://schemas.microsoft.com/office/drawing/2014/main" id="{E2E6B936-3159-6B4C-ACFC-DE48479F011B}"/>
              </a:ext>
            </a:extLst>
          </p:cNvPr>
          <p:cNvSpPr>
            <a:spLocks noChangeShapeType="1"/>
          </p:cNvSpPr>
          <p:nvPr/>
        </p:nvSpPr>
        <p:spPr bwMode="auto">
          <a:xfrm flipH="1">
            <a:off x="7385050" y="2917825"/>
            <a:ext cx="609600" cy="38100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4845" name="Object 3">
            <a:extLst>
              <a:ext uri="{FF2B5EF4-FFF2-40B4-BE49-F238E27FC236}">
                <a16:creationId xmlns:a16="http://schemas.microsoft.com/office/drawing/2014/main" id="{87D464AF-32B5-D292-0EC7-EE2BAAC90D31}"/>
              </a:ext>
            </a:extLst>
          </p:cNvPr>
          <p:cNvGraphicFramePr>
            <a:graphicFrameLocks/>
          </p:cNvGraphicFramePr>
          <p:nvPr/>
        </p:nvGraphicFramePr>
        <p:xfrm>
          <a:off x="7856538" y="2306638"/>
          <a:ext cx="442912" cy="230187"/>
        </p:xfrm>
        <a:graphic>
          <a:graphicData uri="http://schemas.openxmlformats.org/presentationml/2006/ole">
            <mc:AlternateContent xmlns:mc="http://schemas.openxmlformats.org/markup-compatibility/2006">
              <mc:Choice xmlns:v="urn:schemas-microsoft-com:vml" Requires="v">
                <p:oleObj name="Equation" r:id="rId4" imgW="411542" imgH="198009" progId="Equation.3">
                  <p:embed/>
                </p:oleObj>
              </mc:Choice>
              <mc:Fallback>
                <p:oleObj name="Equation" r:id="rId4" imgW="411542" imgH="198009"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6538" y="2306638"/>
                        <a:ext cx="442912"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46" name="Object 4">
            <a:extLst>
              <a:ext uri="{FF2B5EF4-FFF2-40B4-BE49-F238E27FC236}">
                <a16:creationId xmlns:a16="http://schemas.microsoft.com/office/drawing/2014/main" id="{70B3FB50-5F0E-339D-D3C7-90DE70264FE2}"/>
              </a:ext>
            </a:extLst>
          </p:cNvPr>
          <p:cNvGraphicFramePr>
            <a:graphicFrameLocks/>
          </p:cNvGraphicFramePr>
          <p:nvPr/>
        </p:nvGraphicFramePr>
        <p:xfrm>
          <a:off x="7632700" y="3203575"/>
          <a:ext cx="230188" cy="292100"/>
        </p:xfrm>
        <a:graphic>
          <a:graphicData uri="http://schemas.openxmlformats.org/presentationml/2006/ole">
            <mc:AlternateContent xmlns:mc="http://schemas.openxmlformats.org/markup-compatibility/2006">
              <mc:Choice xmlns:v="urn:schemas-microsoft-com:vml" Requires="v">
                <p:oleObj name="Equation" r:id="rId6" imgW="198058" imgH="258858" progId="Equation.3">
                  <p:embed/>
                </p:oleObj>
              </mc:Choice>
              <mc:Fallback>
                <p:oleObj name="Equation" r:id="rId6" imgW="198058" imgH="258858"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32700" y="3203575"/>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47" name="Object 5">
            <a:extLst>
              <a:ext uri="{FF2B5EF4-FFF2-40B4-BE49-F238E27FC236}">
                <a16:creationId xmlns:a16="http://schemas.microsoft.com/office/drawing/2014/main" id="{4CF8FA67-B46F-EF7F-AE2F-B08C3BBB738F}"/>
              </a:ext>
            </a:extLst>
          </p:cNvPr>
          <p:cNvGraphicFramePr>
            <a:graphicFrameLocks/>
          </p:cNvGraphicFramePr>
          <p:nvPr/>
        </p:nvGraphicFramePr>
        <p:xfrm>
          <a:off x="7461250" y="1012825"/>
          <a:ext cx="366713" cy="442913"/>
        </p:xfrm>
        <a:graphic>
          <a:graphicData uri="http://schemas.openxmlformats.org/presentationml/2006/ole">
            <mc:AlternateContent xmlns:mc="http://schemas.openxmlformats.org/markup-compatibility/2006">
              <mc:Choice xmlns:v="urn:schemas-microsoft-com:vml" Requires="v">
                <p:oleObj name="Equation" r:id="rId8" imgW="335404" imgH="411480" progId="Equation.3">
                  <p:embed/>
                </p:oleObj>
              </mc:Choice>
              <mc:Fallback>
                <p:oleObj name="Equation" r:id="rId8" imgW="335404" imgH="41148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61250" y="1012825"/>
                        <a:ext cx="36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48" name="Object 6">
            <a:extLst>
              <a:ext uri="{FF2B5EF4-FFF2-40B4-BE49-F238E27FC236}">
                <a16:creationId xmlns:a16="http://schemas.microsoft.com/office/drawing/2014/main" id="{B065336D-CF01-547B-4E43-718F22DD972D}"/>
              </a:ext>
            </a:extLst>
          </p:cNvPr>
          <p:cNvGraphicFramePr>
            <a:graphicFrameLocks/>
          </p:cNvGraphicFramePr>
          <p:nvPr/>
        </p:nvGraphicFramePr>
        <p:xfrm>
          <a:off x="7432675" y="2625725"/>
          <a:ext cx="190500" cy="215900"/>
        </p:xfrm>
        <a:graphic>
          <a:graphicData uri="http://schemas.openxmlformats.org/presentationml/2006/ole">
            <mc:AlternateContent xmlns:mc="http://schemas.openxmlformats.org/markup-compatibility/2006">
              <mc:Choice xmlns:v="urn:schemas-microsoft-com:vml" Requires="v">
                <p:oleObj name="Equation" r:id="rId10" imgW="160238" imgH="183046" progId="Equation.3">
                  <p:embed/>
                </p:oleObj>
              </mc:Choice>
              <mc:Fallback>
                <p:oleObj name="Equation" r:id="rId10" imgW="160238" imgH="183046"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32675" y="2625725"/>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49" name="Line 17">
            <a:extLst>
              <a:ext uri="{FF2B5EF4-FFF2-40B4-BE49-F238E27FC236}">
                <a16:creationId xmlns:a16="http://schemas.microsoft.com/office/drawing/2014/main" id="{3DBFC867-B1B1-8D78-7F82-315578CB5953}"/>
              </a:ext>
            </a:extLst>
          </p:cNvPr>
          <p:cNvSpPr>
            <a:spLocks noChangeShapeType="1"/>
          </p:cNvSpPr>
          <p:nvPr/>
        </p:nvSpPr>
        <p:spPr bwMode="auto">
          <a:xfrm flipV="1">
            <a:off x="7004050" y="1317625"/>
            <a:ext cx="0" cy="91440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4850" name="Object 7">
            <a:extLst>
              <a:ext uri="{FF2B5EF4-FFF2-40B4-BE49-F238E27FC236}">
                <a16:creationId xmlns:a16="http://schemas.microsoft.com/office/drawing/2014/main" id="{63357D62-DA47-0D3A-7C7E-47F9DA237279}"/>
              </a:ext>
            </a:extLst>
          </p:cNvPr>
          <p:cNvGraphicFramePr>
            <a:graphicFrameLocks/>
          </p:cNvGraphicFramePr>
          <p:nvPr/>
        </p:nvGraphicFramePr>
        <p:xfrm>
          <a:off x="6505575" y="1317625"/>
          <a:ext cx="366713" cy="442913"/>
        </p:xfrm>
        <a:graphic>
          <a:graphicData uri="http://schemas.openxmlformats.org/presentationml/2006/ole">
            <mc:AlternateContent xmlns:mc="http://schemas.openxmlformats.org/markup-compatibility/2006">
              <mc:Choice xmlns:v="urn:schemas-microsoft-com:vml" Requires="v">
                <p:oleObj name="Equation" r:id="rId12" imgW="335404" imgH="411480" progId="Equation.3">
                  <p:embed/>
                </p:oleObj>
              </mc:Choice>
              <mc:Fallback>
                <p:oleObj name="Equation" r:id="rId12" imgW="335404" imgH="411480"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05575" y="1317625"/>
                        <a:ext cx="36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51" name="Line 19">
            <a:extLst>
              <a:ext uri="{FF2B5EF4-FFF2-40B4-BE49-F238E27FC236}">
                <a16:creationId xmlns:a16="http://schemas.microsoft.com/office/drawing/2014/main" id="{438AD0FC-5C16-31FE-1BA0-83ABDB116F6D}"/>
              </a:ext>
            </a:extLst>
          </p:cNvPr>
          <p:cNvSpPr>
            <a:spLocks noChangeShapeType="1"/>
          </p:cNvSpPr>
          <p:nvPr/>
        </p:nvSpPr>
        <p:spPr bwMode="auto">
          <a:xfrm>
            <a:off x="8147050" y="2841625"/>
            <a:ext cx="609600" cy="304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4852" name="Object 8">
            <a:extLst>
              <a:ext uri="{FF2B5EF4-FFF2-40B4-BE49-F238E27FC236}">
                <a16:creationId xmlns:a16="http://schemas.microsoft.com/office/drawing/2014/main" id="{32BB5C6B-3B12-D2A1-4D31-76E34D3DD8B1}"/>
              </a:ext>
            </a:extLst>
          </p:cNvPr>
          <p:cNvGraphicFramePr>
            <a:graphicFrameLocks/>
          </p:cNvGraphicFramePr>
          <p:nvPr/>
        </p:nvGraphicFramePr>
        <p:xfrm>
          <a:off x="8528050" y="2551113"/>
          <a:ext cx="280988" cy="442912"/>
        </p:xfrm>
        <a:graphic>
          <a:graphicData uri="http://schemas.openxmlformats.org/presentationml/2006/ole">
            <mc:AlternateContent xmlns:mc="http://schemas.openxmlformats.org/markup-compatibility/2006">
              <mc:Choice xmlns:v="urn:schemas-microsoft-com:vml" Requires="v">
                <p:oleObj name="Equation" r:id="rId14" imgW="251304" imgH="411480" progId="Equation.3">
                  <p:embed/>
                </p:oleObj>
              </mc:Choice>
              <mc:Fallback>
                <p:oleObj name="Equation" r:id="rId14" imgW="251304" imgH="411480"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528050" y="2551113"/>
                        <a:ext cx="280988"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53" name="Object 9">
            <a:extLst>
              <a:ext uri="{FF2B5EF4-FFF2-40B4-BE49-F238E27FC236}">
                <a16:creationId xmlns:a16="http://schemas.microsoft.com/office/drawing/2014/main" id="{3F20E848-95D5-4FA6-599F-7FB89BC901B7}"/>
              </a:ext>
            </a:extLst>
          </p:cNvPr>
          <p:cNvGraphicFramePr>
            <a:graphicFrameLocks/>
          </p:cNvGraphicFramePr>
          <p:nvPr/>
        </p:nvGraphicFramePr>
        <p:xfrm>
          <a:off x="996950" y="2794000"/>
          <a:ext cx="280988" cy="442913"/>
        </p:xfrm>
        <a:graphic>
          <a:graphicData uri="http://schemas.openxmlformats.org/presentationml/2006/ole">
            <mc:AlternateContent xmlns:mc="http://schemas.openxmlformats.org/markup-compatibility/2006">
              <mc:Choice xmlns:v="urn:schemas-microsoft-com:vml" Requires="v">
                <p:oleObj name="Equation" r:id="rId16" imgW="251304" imgH="411480" progId="Equation.3">
                  <p:embed/>
                </p:oleObj>
              </mc:Choice>
              <mc:Fallback>
                <p:oleObj name="Equation" r:id="rId16" imgW="251304" imgH="411480"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6950" y="2794000"/>
                        <a:ext cx="28098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54" name="AutoShape 22">
            <a:extLst>
              <a:ext uri="{FF2B5EF4-FFF2-40B4-BE49-F238E27FC236}">
                <a16:creationId xmlns:a16="http://schemas.microsoft.com/office/drawing/2014/main" id="{4215B2F6-8542-0D8E-2E57-F914F4395353}"/>
              </a:ext>
            </a:extLst>
          </p:cNvPr>
          <p:cNvSpPr>
            <a:spLocks noChangeArrowheads="1"/>
          </p:cNvSpPr>
          <p:nvPr/>
        </p:nvSpPr>
        <p:spPr bwMode="auto">
          <a:xfrm>
            <a:off x="1430338" y="2879725"/>
            <a:ext cx="533400" cy="211138"/>
          </a:xfrm>
          <a:prstGeom prst="rightArrow">
            <a:avLst>
              <a:gd name="adj1" fmla="val 50000"/>
              <a:gd name="adj2" fmla="val 63158"/>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504855" name="Object 10">
            <a:extLst>
              <a:ext uri="{FF2B5EF4-FFF2-40B4-BE49-F238E27FC236}">
                <a16:creationId xmlns:a16="http://schemas.microsoft.com/office/drawing/2014/main" id="{AF60F59F-1E0A-AD16-EB5D-AC685E5C7D9E}"/>
              </a:ext>
            </a:extLst>
          </p:cNvPr>
          <p:cNvGraphicFramePr>
            <a:graphicFrameLocks noChangeAspect="1"/>
          </p:cNvGraphicFramePr>
          <p:nvPr/>
        </p:nvGraphicFramePr>
        <p:xfrm>
          <a:off x="7369175" y="2085975"/>
          <a:ext cx="428625" cy="401638"/>
        </p:xfrm>
        <a:graphic>
          <a:graphicData uri="http://schemas.openxmlformats.org/presentationml/2006/ole">
            <mc:AlternateContent xmlns:mc="http://schemas.openxmlformats.org/markup-compatibility/2006">
              <mc:Choice xmlns:v="urn:schemas-microsoft-com:vml" Requires="v">
                <p:oleObj name="Equation" r:id="rId18" imgW="99029" imgH="106735" progId="Equation.3">
                  <p:embed/>
                </p:oleObj>
              </mc:Choice>
              <mc:Fallback>
                <p:oleObj name="Equation" r:id="rId18" imgW="99029" imgH="106735"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69175" y="2085975"/>
                        <a:ext cx="4286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56" name="Object 11">
            <a:extLst>
              <a:ext uri="{FF2B5EF4-FFF2-40B4-BE49-F238E27FC236}">
                <a16:creationId xmlns:a16="http://schemas.microsoft.com/office/drawing/2014/main" id="{17E0C667-9723-4891-9421-9E684DE3AB87}"/>
              </a:ext>
            </a:extLst>
          </p:cNvPr>
          <p:cNvGraphicFramePr>
            <a:graphicFrameLocks/>
          </p:cNvGraphicFramePr>
          <p:nvPr/>
        </p:nvGraphicFramePr>
        <p:xfrm>
          <a:off x="2036763" y="2781300"/>
          <a:ext cx="571500" cy="382588"/>
        </p:xfrm>
        <a:graphic>
          <a:graphicData uri="http://schemas.openxmlformats.org/presentationml/2006/ole">
            <mc:AlternateContent xmlns:mc="http://schemas.openxmlformats.org/markup-compatibility/2006">
              <mc:Choice xmlns:v="urn:schemas-microsoft-com:vml" Requires="v">
                <p:oleObj name="Equation" r:id="rId20" imgW="540927" imgH="350631" progId="Equation.3">
                  <p:embed/>
                </p:oleObj>
              </mc:Choice>
              <mc:Fallback>
                <p:oleObj name="Equation" r:id="rId20" imgW="540927" imgH="350631" progId="Equation.3">
                  <p:embed/>
                  <p:pic>
                    <p:nvPicPr>
                      <p:cNvPr id="0" name="Object 11"/>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36763" y="2781300"/>
                        <a:ext cx="571500"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57" name="AutoShape 25">
            <a:extLst>
              <a:ext uri="{FF2B5EF4-FFF2-40B4-BE49-F238E27FC236}">
                <a16:creationId xmlns:a16="http://schemas.microsoft.com/office/drawing/2014/main" id="{564DDEB0-39CC-E681-2170-5416B8D99C0A}"/>
              </a:ext>
            </a:extLst>
          </p:cNvPr>
          <p:cNvSpPr>
            <a:spLocks noChangeArrowheads="1"/>
          </p:cNvSpPr>
          <p:nvPr/>
        </p:nvSpPr>
        <p:spPr bwMode="auto">
          <a:xfrm>
            <a:off x="2722563" y="2879725"/>
            <a:ext cx="533400" cy="234950"/>
          </a:xfrm>
          <a:prstGeom prst="rightArrow">
            <a:avLst>
              <a:gd name="adj1" fmla="val 50000"/>
              <a:gd name="adj2" fmla="val 56757"/>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504858" name="Object 12">
            <a:extLst>
              <a:ext uri="{FF2B5EF4-FFF2-40B4-BE49-F238E27FC236}">
                <a16:creationId xmlns:a16="http://schemas.microsoft.com/office/drawing/2014/main" id="{E1F6BA16-2525-54AD-02E1-EAB30F826196}"/>
              </a:ext>
            </a:extLst>
          </p:cNvPr>
          <p:cNvGraphicFramePr>
            <a:graphicFrameLocks/>
          </p:cNvGraphicFramePr>
          <p:nvPr/>
        </p:nvGraphicFramePr>
        <p:xfrm>
          <a:off x="3332163" y="2805113"/>
          <a:ext cx="687387" cy="471487"/>
        </p:xfrm>
        <a:graphic>
          <a:graphicData uri="http://schemas.openxmlformats.org/presentationml/2006/ole">
            <mc:AlternateContent xmlns:mc="http://schemas.openxmlformats.org/markup-compatibility/2006">
              <mc:Choice xmlns:v="urn:schemas-microsoft-com:vml" Requires="v">
                <p:oleObj name="Equation" r:id="rId22" imgW="655382" imgH="441905" progId="Equation.3">
                  <p:embed/>
                </p:oleObj>
              </mc:Choice>
              <mc:Fallback>
                <p:oleObj name="Equation" r:id="rId22" imgW="655382" imgH="441905" progId="Equation.3">
                  <p:embed/>
                  <p:pic>
                    <p:nvPicPr>
                      <p:cNvPr id="0" name="Object 1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32163" y="2805113"/>
                        <a:ext cx="687387"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59" name="AutoShape 27">
            <a:extLst>
              <a:ext uri="{FF2B5EF4-FFF2-40B4-BE49-F238E27FC236}">
                <a16:creationId xmlns:a16="http://schemas.microsoft.com/office/drawing/2014/main" id="{C36BB1DA-69C6-DF25-7C72-A416E1263C50}"/>
              </a:ext>
            </a:extLst>
          </p:cNvPr>
          <p:cNvSpPr>
            <a:spLocks noChangeArrowheads="1"/>
          </p:cNvSpPr>
          <p:nvPr/>
        </p:nvSpPr>
        <p:spPr bwMode="auto">
          <a:xfrm>
            <a:off x="1046163" y="3244850"/>
            <a:ext cx="2819400" cy="720725"/>
          </a:xfrm>
          <a:prstGeom prst="upArrowCallout">
            <a:avLst>
              <a:gd name="adj1" fmla="val 97797"/>
              <a:gd name="adj2" fmla="val 97797"/>
              <a:gd name="adj3" fmla="val 16667"/>
              <a:gd name="adj4" fmla="val 66667"/>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zh-CN" altLang="en-US">
                <a:ea typeface="楷体_GB2312" pitchFamily="49" charset="-122"/>
              </a:rPr>
              <a:t>电子轨道半径不变</a:t>
            </a:r>
          </a:p>
        </p:txBody>
      </p:sp>
      <p:graphicFrame>
        <p:nvGraphicFramePr>
          <p:cNvPr id="504860" name="Object 13">
            <a:extLst>
              <a:ext uri="{FF2B5EF4-FFF2-40B4-BE49-F238E27FC236}">
                <a16:creationId xmlns:a16="http://schemas.microsoft.com/office/drawing/2014/main" id="{2C37D75E-3F2D-AD1F-F01F-4C9683061803}"/>
              </a:ext>
            </a:extLst>
          </p:cNvPr>
          <p:cNvGraphicFramePr>
            <a:graphicFrameLocks/>
          </p:cNvGraphicFramePr>
          <p:nvPr/>
        </p:nvGraphicFramePr>
        <p:xfrm>
          <a:off x="4094163" y="2805113"/>
          <a:ext cx="849312" cy="442912"/>
        </p:xfrm>
        <a:graphic>
          <a:graphicData uri="http://schemas.openxmlformats.org/presentationml/2006/ole">
            <mc:AlternateContent xmlns:mc="http://schemas.openxmlformats.org/markup-compatibility/2006">
              <mc:Choice xmlns:v="urn:schemas-microsoft-com:vml" Requires="v">
                <p:oleObj name="Equation" r:id="rId24" imgW="823084" imgH="411480" progId="Equation.3">
                  <p:embed/>
                </p:oleObj>
              </mc:Choice>
              <mc:Fallback>
                <p:oleObj name="Equation" r:id="rId24" imgW="823084" imgH="411480" progId="Equation.3">
                  <p:embed/>
                  <p:pic>
                    <p:nvPicPr>
                      <p:cNvPr id="0" name="Object 13"/>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094163" y="2805113"/>
                        <a:ext cx="8493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61" name="Line 29">
            <a:extLst>
              <a:ext uri="{FF2B5EF4-FFF2-40B4-BE49-F238E27FC236}">
                <a16:creationId xmlns:a16="http://schemas.microsoft.com/office/drawing/2014/main" id="{38D88B8C-F7C2-7315-24A3-D4985D948900}"/>
              </a:ext>
            </a:extLst>
          </p:cNvPr>
          <p:cNvSpPr>
            <a:spLocks noChangeShapeType="1"/>
          </p:cNvSpPr>
          <p:nvPr/>
        </p:nvSpPr>
        <p:spPr bwMode="auto">
          <a:xfrm>
            <a:off x="7232650" y="2384425"/>
            <a:ext cx="0" cy="838200"/>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4862" name="Object 14">
            <a:extLst>
              <a:ext uri="{FF2B5EF4-FFF2-40B4-BE49-F238E27FC236}">
                <a16:creationId xmlns:a16="http://schemas.microsoft.com/office/drawing/2014/main" id="{3AC8755D-D313-2AAA-CA2B-0FD127CD2D51}"/>
              </a:ext>
            </a:extLst>
          </p:cNvPr>
          <p:cNvGraphicFramePr>
            <a:graphicFrameLocks/>
          </p:cNvGraphicFramePr>
          <p:nvPr/>
        </p:nvGraphicFramePr>
        <p:xfrm>
          <a:off x="6577013" y="3063875"/>
          <a:ext cx="584200" cy="442913"/>
        </p:xfrm>
        <a:graphic>
          <a:graphicData uri="http://schemas.openxmlformats.org/presentationml/2006/ole">
            <mc:AlternateContent xmlns:mc="http://schemas.openxmlformats.org/markup-compatibility/2006">
              <mc:Choice xmlns:v="urn:schemas-microsoft-com:vml" Requires="v">
                <p:oleObj name="Equation" r:id="rId26" imgW="556353" imgH="411480" progId="Equation.3">
                  <p:embed/>
                </p:oleObj>
              </mc:Choice>
              <mc:Fallback>
                <p:oleObj name="Equation" r:id="rId26" imgW="556353" imgH="411480" progId="Equation.3">
                  <p:embed/>
                  <p:pic>
                    <p:nvPicPr>
                      <p:cNvPr id="0" name="Object 14"/>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577013" y="3063875"/>
                        <a:ext cx="5842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63" name="Text Box 31">
            <a:extLst>
              <a:ext uri="{FF2B5EF4-FFF2-40B4-BE49-F238E27FC236}">
                <a16:creationId xmlns:a16="http://schemas.microsoft.com/office/drawing/2014/main" id="{692F675A-1DE9-E2EF-3EEB-ED0638D815A3}"/>
              </a:ext>
            </a:extLst>
          </p:cNvPr>
          <p:cNvSpPr txBox="1">
            <a:spLocks noChangeArrowheads="1"/>
          </p:cNvSpPr>
          <p:nvPr/>
        </p:nvSpPr>
        <p:spPr bwMode="auto">
          <a:xfrm>
            <a:off x="911225" y="4037013"/>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当外场方向与原子磁矩反方向时</a:t>
            </a:r>
            <a:endParaRPr lang="zh-CN" altLang="en-US">
              <a:solidFill>
                <a:schemeClr val="hlink"/>
              </a:solidFill>
              <a:ea typeface="楷体_GB2312" pitchFamily="49" charset="-122"/>
            </a:endParaRPr>
          </a:p>
        </p:txBody>
      </p:sp>
      <p:sp>
        <p:nvSpPr>
          <p:cNvPr id="504864" name="Oval 32">
            <a:extLst>
              <a:ext uri="{FF2B5EF4-FFF2-40B4-BE49-F238E27FC236}">
                <a16:creationId xmlns:a16="http://schemas.microsoft.com/office/drawing/2014/main" id="{A2D7F4A4-4200-A41E-8F42-3330F8A0421A}"/>
              </a:ext>
            </a:extLst>
          </p:cNvPr>
          <p:cNvSpPr>
            <a:spLocks noChangeArrowheads="1"/>
          </p:cNvSpPr>
          <p:nvPr/>
        </p:nvSpPr>
        <p:spPr bwMode="auto">
          <a:xfrm>
            <a:off x="5853113" y="4291013"/>
            <a:ext cx="2667000" cy="1143000"/>
          </a:xfrm>
          <a:prstGeom prst="ellipse">
            <a:avLst/>
          </a:prstGeom>
          <a:noFill/>
          <a:ln w="2857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504865" name="Line 33">
            <a:extLst>
              <a:ext uri="{FF2B5EF4-FFF2-40B4-BE49-F238E27FC236}">
                <a16:creationId xmlns:a16="http://schemas.microsoft.com/office/drawing/2014/main" id="{5CAC11F2-7131-E501-106A-813117BF7309}"/>
              </a:ext>
            </a:extLst>
          </p:cNvPr>
          <p:cNvSpPr>
            <a:spLocks noChangeShapeType="1"/>
          </p:cNvSpPr>
          <p:nvPr/>
        </p:nvSpPr>
        <p:spPr bwMode="auto">
          <a:xfrm flipV="1">
            <a:off x="7224713" y="3605213"/>
            <a:ext cx="0" cy="12192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4866" name="Line 34">
            <a:extLst>
              <a:ext uri="{FF2B5EF4-FFF2-40B4-BE49-F238E27FC236}">
                <a16:creationId xmlns:a16="http://schemas.microsoft.com/office/drawing/2014/main" id="{130FE12B-8F45-BF9D-5169-0334075A90BE}"/>
              </a:ext>
            </a:extLst>
          </p:cNvPr>
          <p:cNvSpPr>
            <a:spLocks noChangeShapeType="1"/>
          </p:cNvSpPr>
          <p:nvPr/>
        </p:nvSpPr>
        <p:spPr bwMode="auto">
          <a:xfrm>
            <a:off x="7224713" y="4824413"/>
            <a:ext cx="914400" cy="4572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4867" name="Oval 35">
            <a:extLst>
              <a:ext uri="{FF2B5EF4-FFF2-40B4-BE49-F238E27FC236}">
                <a16:creationId xmlns:a16="http://schemas.microsoft.com/office/drawing/2014/main" id="{5E84D52B-04F2-3695-70D6-F465C77110E4}"/>
              </a:ext>
            </a:extLst>
          </p:cNvPr>
          <p:cNvSpPr>
            <a:spLocks noChangeArrowheads="1"/>
          </p:cNvSpPr>
          <p:nvPr/>
        </p:nvSpPr>
        <p:spPr bwMode="auto">
          <a:xfrm>
            <a:off x="7910513" y="5053013"/>
            <a:ext cx="381000" cy="381000"/>
          </a:xfrm>
          <a:prstGeom prst="ellipse">
            <a:avLst/>
          </a:prstGeom>
          <a:gradFill rotWithShape="0">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just">
              <a:defRPr/>
            </a:pPr>
            <a:endParaRPr lang="zh-CN" altLang="en-US"/>
          </a:p>
        </p:txBody>
      </p:sp>
      <p:sp>
        <p:nvSpPr>
          <p:cNvPr id="504868" name="Line 36">
            <a:extLst>
              <a:ext uri="{FF2B5EF4-FFF2-40B4-BE49-F238E27FC236}">
                <a16:creationId xmlns:a16="http://schemas.microsoft.com/office/drawing/2014/main" id="{32CE1B05-A3B8-A1E2-61F9-A12BECF0298E}"/>
              </a:ext>
            </a:extLst>
          </p:cNvPr>
          <p:cNvSpPr>
            <a:spLocks noChangeShapeType="1"/>
          </p:cNvSpPr>
          <p:nvPr/>
        </p:nvSpPr>
        <p:spPr bwMode="auto">
          <a:xfrm flipH="1">
            <a:off x="7377113" y="5357813"/>
            <a:ext cx="609600" cy="38100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4869" name="Object 15">
            <a:extLst>
              <a:ext uri="{FF2B5EF4-FFF2-40B4-BE49-F238E27FC236}">
                <a16:creationId xmlns:a16="http://schemas.microsoft.com/office/drawing/2014/main" id="{719EBEBD-3081-6C23-ADC9-EBF6CEC9D081}"/>
              </a:ext>
            </a:extLst>
          </p:cNvPr>
          <p:cNvGraphicFramePr>
            <a:graphicFrameLocks/>
          </p:cNvGraphicFramePr>
          <p:nvPr/>
        </p:nvGraphicFramePr>
        <p:xfrm>
          <a:off x="8062913" y="5508625"/>
          <a:ext cx="442912" cy="230188"/>
        </p:xfrm>
        <a:graphic>
          <a:graphicData uri="http://schemas.openxmlformats.org/presentationml/2006/ole">
            <mc:AlternateContent xmlns:mc="http://schemas.openxmlformats.org/markup-compatibility/2006">
              <mc:Choice xmlns:v="urn:schemas-microsoft-com:vml" Requires="v">
                <p:oleObj name="Equation" r:id="rId28" imgW="411542" imgH="198009" progId="Equation.3">
                  <p:embed/>
                </p:oleObj>
              </mc:Choice>
              <mc:Fallback>
                <p:oleObj name="Equation" r:id="rId28" imgW="411542" imgH="198009" progId="Equation.3">
                  <p:embed/>
                  <p:pic>
                    <p:nvPicPr>
                      <p:cNvPr id="0" name="Object 15"/>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062913" y="5508625"/>
                        <a:ext cx="442912"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70" name="Object 16">
            <a:extLst>
              <a:ext uri="{FF2B5EF4-FFF2-40B4-BE49-F238E27FC236}">
                <a16:creationId xmlns:a16="http://schemas.microsoft.com/office/drawing/2014/main" id="{9A9A4603-CB77-F14D-B0ED-32BED3F4D67C}"/>
              </a:ext>
            </a:extLst>
          </p:cNvPr>
          <p:cNvGraphicFramePr>
            <a:graphicFrameLocks/>
          </p:cNvGraphicFramePr>
          <p:nvPr/>
        </p:nvGraphicFramePr>
        <p:xfrm>
          <a:off x="6796088" y="3668713"/>
          <a:ext cx="366712" cy="442912"/>
        </p:xfrm>
        <a:graphic>
          <a:graphicData uri="http://schemas.openxmlformats.org/presentationml/2006/ole">
            <mc:AlternateContent xmlns:mc="http://schemas.openxmlformats.org/markup-compatibility/2006">
              <mc:Choice xmlns:v="urn:schemas-microsoft-com:vml" Requires="v">
                <p:oleObj name="Equation" r:id="rId30" imgW="335404" imgH="411480" progId="Equation.3">
                  <p:embed/>
                </p:oleObj>
              </mc:Choice>
              <mc:Fallback>
                <p:oleObj name="Equation" r:id="rId30" imgW="335404" imgH="411480" progId="Equation.3">
                  <p:embed/>
                  <p:pic>
                    <p:nvPicPr>
                      <p:cNvPr id="0" name="Object 16"/>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796088" y="3668713"/>
                        <a:ext cx="3667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71" name="Object 17">
            <a:extLst>
              <a:ext uri="{FF2B5EF4-FFF2-40B4-BE49-F238E27FC236}">
                <a16:creationId xmlns:a16="http://schemas.microsoft.com/office/drawing/2014/main" id="{1E8349AB-5DD0-306C-0415-8F3E6C466ADB}"/>
              </a:ext>
            </a:extLst>
          </p:cNvPr>
          <p:cNvGraphicFramePr>
            <a:graphicFrameLocks/>
          </p:cNvGraphicFramePr>
          <p:nvPr/>
        </p:nvGraphicFramePr>
        <p:xfrm>
          <a:off x="7491413" y="5141913"/>
          <a:ext cx="190500" cy="215900"/>
        </p:xfrm>
        <a:graphic>
          <a:graphicData uri="http://schemas.openxmlformats.org/presentationml/2006/ole">
            <mc:AlternateContent xmlns:mc="http://schemas.openxmlformats.org/markup-compatibility/2006">
              <mc:Choice xmlns:v="urn:schemas-microsoft-com:vml" Requires="v">
                <p:oleObj name="Equation" r:id="rId32" imgW="160238" imgH="183046" progId="Equation.3">
                  <p:embed/>
                </p:oleObj>
              </mc:Choice>
              <mc:Fallback>
                <p:oleObj name="Equation" r:id="rId32" imgW="160238" imgH="183046" progId="Equation.3">
                  <p:embed/>
                  <p:pic>
                    <p:nvPicPr>
                      <p:cNvPr id="0" name="Object 17"/>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491413" y="5141913"/>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72" name="Line 40">
            <a:extLst>
              <a:ext uri="{FF2B5EF4-FFF2-40B4-BE49-F238E27FC236}">
                <a16:creationId xmlns:a16="http://schemas.microsoft.com/office/drawing/2014/main" id="{0D9E8690-8D37-06AF-C9F9-005DA05E36B3}"/>
              </a:ext>
            </a:extLst>
          </p:cNvPr>
          <p:cNvSpPr>
            <a:spLocks noChangeShapeType="1"/>
          </p:cNvSpPr>
          <p:nvPr/>
        </p:nvSpPr>
        <p:spPr bwMode="auto">
          <a:xfrm>
            <a:off x="7224713" y="4824413"/>
            <a:ext cx="0" cy="83820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4873" name="Object 18">
            <a:extLst>
              <a:ext uri="{FF2B5EF4-FFF2-40B4-BE49-F238E27FC236}">
                <a16:creationId xmlns:a16="http://schemas.microsoft.com/office/drawing/2014/main" id="{7CAAB651-6364-DB44-8AD8-7234D6AAF1AC}"/>
              </a:ext>
            </a:extLst>
          </p:cNvPr>
          <p:cNvGraphicFramePr>
            <a:graphicFrameLocks/>
          </p:cNvGraphicFramePr>
          <p:nvPr/>
        </p:nvGraphicFramePr>
        <p:xfrm>
          <a:off x="6843713" y="5586413"/>
          <a:ext cx="366712" cy="442912"/>
        </p:xfrm>
        <a:graphic>
          <a:graphicData uri="http://schemas.openxmlformats.org/presentationml/2006/ole">
            <mc:AlternateContent xmlns:mc="http://schemas.openxmlformats.org/markup-compatibility/2006">
              <mc:Choice xmlns:v="urn:schemas-microsoft-com:vml" Requires="v">
                <p:oleObj name="Equation" r:id="rId34" imgW="335404" imgH="411480" progId="Equation.3">
                  <p:embed/>
                </p:oleObj>
              </mc:Choice>
              <mc:Fallback>
                <p:oleObj name="Equation" r:id="rId34" imgW="335404" imgH="411480" progId="Equation.3">
                  <p:embed/>
                  <p:pic>
                    <p:nvPicPr>
                      <p:cNvPr id="0" name="Object 18"/>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843713" y="5586413"/>
                        <a:ext cx="3667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74" name="Line 42">
            <a:extLst>
              <a:ext uri="{FF2B5EF4-FFF2-40B4-BE49-F238E27FC236}">
                <a16:creationId xmlns:a16="http://schemas.microsoft.com/office/drawing/2014/main" id="{5F29E17A-538C-E89F-7DA5-1BCD8B3AC7F8}"/>
              </a:ext>
            </a:extLst>
          </p:cNvPr>
          <p:cNvSpPr>
            <a:spLocks noChangeShapeType="1"/>
          </p:cNvSpPr>
          <p:nvPr/>
        </p:nvSpPr>
        <p:spPr bwMode="auto">
          <a:xfrm flipH="1" flipV="1">
            <a:off x="7377113" y="4900613"/>
            <a:ext cx="609600" cy="304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4875" name="Object 19">
            <a:extLst>
              <a:ext uri="{FF2B5EF4-FFF2-40B4-BE49-F238E27FC236}">
                <a16:creationId xmlns:a16="http://schemas.microsoft.com/office/drawing/2014/main" id="{D29882D5-E7F7-020B-1D27-B3AC4CBB0896}"/>
              </a:ext>
            </a:extLst>
          </p:cNvPr>
          <p:cNvGraphicFramePr>
            <a:graphicFrameLocks noChangeAspect="1"/>
          </p:cNvGraphicFramePr>
          <p:nvPr/>
        </p:nvGraphicFramePr>
        <p:xfrm>
          <a:off x="7681913" y="4595813"/>
          <a:ext cx="327025" cy="446087"/>
        </p:xfrm>
        <a:graphic>
          <a:graphicData uri="http://schemas.openxmlformats.org/presentationml/2006/ole">
            <mc:AlternateContent xmlns:mc="http://schemas.openxmlformats.org/markup-compatibility/2006">
              <mc:Choice xmlns:v="urn:schemas-microsoft-com:vml" Requires="v">
                <p:oleObj name="Equation" r:id="rId36" imgW="251304" imgH="411480" progId="Equation.3">
                  <p:embed/>
                </p:oleObj>
              </mc:Choice>
              <mc:Fallback>
                <p:oleObj name="Equation" r:id="rId36" imgW="251304" imgH="411480" progId="Equation.3">
                  <p:embed/>
                  <p:pic>
                    <p:nvPicPr>
                      <p:cNvPr id="0" name="Object 19"/>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681913" y="4595813"/>
                        <a:ext cx="327025"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76" name="Object 20">
            <a:extLst>
              <a:ext uri="{FF2B5EF4-FFF2-40B4-BE49-F238E27FC236}">
                <a16:creationId xmlns:a16="http://schemas.microsoft.com/office/drawing/2014/main" id="{9B5AC5E0-1661-4C04-4E1D-D8D70C0D8D43}"/>
              </a:ext>
            </a:extLst>
          </p:cNvPr>
          <p:cNvGraphicFramePr>
            <a:graphicFrameLocks noChangeAspect="1"/>
          </p:cNvGraphicFramePr>
          <p:nvPr/>
        </p:nvGraphicFramePr>
        <p:xfrm>
          <a:off x="6767513" y="4595813"/>
          <a:ext cx="428625" cy="401637"/>
        </p:xfrm>
        <a:graphic>
          <a:graphicData uri="http://schemas.openxmlformats.org/presentationml/2006/ole">
            <mc:AlternateContent xmlns:mc="http://schemas.openxmlformats.org/markup-compatibility/2006">
              <mc:Choice xmlns:v="urn:schemas-microsoft-com:vml" Requires="v">
                <p:oleObj name="Equation" r:id="rId38" imgW="99029" imgH="106735" progId="Equation.3">
                  <p:embed/>
                </p:oleObj>
              </mc:Choice>
              <mc:Fallback>
                <p:oleObj name="Equation" r:id="rId38" imgW="99029" imgH="106735" progId="Equation.3">
                  <p:embed/>
                  <p:pic>
                    <p:nvPicPr>
                      <p:cNvPr id="0" name="Object 20"/>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767513" y="4595813"/>
                        <a:ext cx="4286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77" name="Line 45">
            <a:extLst>
              <a:ext uri="{FF2B5EF4-FFF2-40B4-BE49-F238E27FC236}">
                <a16:creationId xmlns:a16="http://schemas.microsoft.com/office/drawing/2014/main" id="{62A5F5AE-EB9E-41CA-8B19-0F4BA1D150EF}"/>
              </a:ext>
            </a:extLst>
          </p:cNvPr>
          <p:cNvSpPr>
            <a:spLocks noChangeShapeType="1"/>
          </p:cNvSpPr>
          <p:nvPr/>
        </p:nvSpPr>
        <p:spPr bwMode="auto">
          <a:xfrm flipV="1">
            <a:off x="7224713" y="4062413"/>
            <a:ext cx="0" cy="762000"/>
          </a:xfrm>
          <a:prstGeom prst="line">
            <a:avLst/>
          </a:prstGeom>
          <a:noFill/>
          <a:ln w="349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4878" name="Object 21">
            <a:extLst>
              <a:ext uri="{FF2B5EF4-FFF2-40B4-BE49-F238E27FC236}">
                <a16:creationId xmlns:a16="http://schemas.microsoft.com/office/drawing/2014/main" id="{FD98A1E9-6438-C821-11C4-DF24FB327529}"/>
              </a:ext>
            </a:extLst>
          </p:cNvPr>
          <p:cNvGraphicFramePr>
            <a:graphicFrameLocks/>
          </p:cNvGraphicFramePr>
          <p:nvPr/>
        </p:nvGraphicFramePr>
        <p:xfrm>
          <a:off x="7342188" y="3875088"/>
          <a:ext cx="582612" cy="442912"/>
        </p:xfrm>
        <a:graphic>
          <a:graphicData uri="http://schemas.openxmlformats.org/presentationml/2006/ole">
            <mc:AlternateContent xmlns:mc="http://schemas.openxmlformats.org/markup-compatibility/2006">
              <mc:Choice xmlns:v="urn:schemas-microsoft-com:vml" Requires="v">
                <p:oleObj name="Equation" r:id="rId40" imgW="556353" imgH="411480" progId="Equation.3">
                  <p:embed/>
                </p:oleObj>
              </mc:Choice>
              <mc:Fallback>
                <p:oleObj name="Equation" r:id="rId40" imgW="556353" imgH="411480" progId="Equation.3">
                  <p:embed/>
                  <p:pic>
                    <p:nvPicPr>
                      <p:cNvPr id="0" name="Object 21"/>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342188" y="3875088"/>
                        <a:ext cx="5826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79" name="Object 22">
            <a:extLst>
              <a:ext uri="{FF2B5EF4-FFF2-40B4-BE49-F238E27FC236}">
                <a16:creationId xmlns:a16="http://schemas.microsoft.com/office/drawing/2014/main" id="{D01AA37E-D28E-91FD-3BD7-FF950C912F13}"/>
              </a:ext>
            </a:extLst>
          </p:cNvPr>
          <p:cNvGraphicFramePr>
            <a:graphicFrameLocks/>
          </p:cNvGraphicFramePr>
          <p:nvPr/>
        </p:nvGraphicFramePr>
        <p:xfrm>
          <a:off x="1004888" y="4662488"/>
          <a:ext cx="280987" cy="442912"/>
        </p:xfrm>
        <a:graphic>
          <a:graphicData uri="http://schemas.openxmlformats.org/presentationml/2006/ole">
            <mc:AlternateContent xmlns:mc="http://schemas.openxmlformats.org/markup-compatibility/2006">
              <mc:Choice xmlns:v="urn:schemas-microsoft-com:vml" Requires="v">
                <p:oleObj name="Equation" r:id="rId36" imgW="251304" imgH="411480" progId="Equation.3">
                  <p:embed/>
                </p:oleObj>
              </mc:Choice>
              <mc:Fallback>
                <p:oleObj name="Equation" r:id="rId36" imgW="251304" imgH="411480" progId="Equation.3">
                  <p:embed/>
                  <p:pic>
                    <p:nvPicPr>
                      <p:cNvPr id="0" name="Object 22"/>
                      <p:cNvPicPr>
                        <a:picLocks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004888" y="4662488"/>
                        <a:ext cx="280987"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80" name="AutoShape 48">
            <a:extLst>
              <a:ext uri="{FF2B5EF4-FFF2-40B4-BE49-F238E27FC236}">
                <a16:creationId xmlns:a16="http://schemas.microsoft.com/office/drawing/2014/main" id="{950649EB-77EF-9199-FCF5-DD5BFCF65832}"/>
              </a:ext>
            </a:extLst>
          </p:cNvPr>
          <p:cNvSpPr>
            <a:spLocks noChangeArrowheads="1"/>
          </p:cNvSpPr>
          <p:nvPr/>
        </p:nvSpPr>
        <p:spPr bwMode="auto">
          <a:xfrm>
            <a:off x="1444625" y="4789488"/>
            <a:ext cx="609600" cy="182562"/>
          </a:xfrm>
          <a:prstGeom prst="rightArrow">
            <a:avLst>
              <a:gd name="adj1" fmla="val 50000"/>
              <a:gd name="adj2" fmla="val 83478"/>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504881" name="Object 23">
            <a:extLst>
              <a:ext uri="{FF2B5EF4-FFF2-40B4-BE49-F238E27FC236}">
                <a16:creationId xmlns:a16="http://schemas.microsoft.com/office/drawing/2014/main" id="{3499E234-FCF0-9066-D3E5-3D630EA446C3}"/>
              </a:ext>
            </a:extLst>
          </p:cNvPr>
          <p:cNvGraphicFramePr>
            <a:graphicFrameLocks/>
          </p:cNvGraphicFramePr>
          <p:nvPr/>
        </p:nvGraphicFramePr>
        <p:xfrm>
          <a:off x="2124075" y="4662488"/>
          <a:ext cx="571500" cy="381000"/>
        </p:xfrm>
        <a:graphic>
          <a:graphicData uri="http://schemas.openxmlformats.org/presentationml/2006/ole">
            <mc:AlternateContent xmlns:mc="http://schemas.openxmlformats.org/markup-compatibility/2006">
              <mc:Choice xmlns:v="urn:schemas-microsoft-com:vml" Requires="v">
                <p:oleObj name="Equation" r:id="rId43" imgW="540927" imgH="350631" progId="Equation.3">
                  <p:embed/>
                </p:oleObj>
              </mc:Choice>
              <mc:Fallback>
                <p:oleObj name="Equation" r:id="rId43" imgW="540927" imgH="350631" progId="Equation.3">
                  <p:embed/>
                  <p:pic>
                    <p:nvPicPr>
                      <p:cNvPr id="0" name="Object 23"/>
                      <p:cNvPicPr>
                        <a:picLocks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2124075" y="4662488"/>
                        <a:ext cx="5715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82" name="Object 24">
            <a:extLst>
              <a:ext uri="{FF2B5EF4-FFF2-40B4-BE49-F238E27FC236}">
                <a16:creationId xmlns:a16="http://schemas.microsoft.com/office/drawing/2014/main" id="{4D5C0E5D-65A9-B0A7-55E9-8B6FF10F8C57}"/>
              </a:ext>
            </a:extLst>
          </p:cNvPr>
          <p:cNvGraphicFramePr>
            <a:graphicFrameLocks/>
          </p:cNvGraphicFramePr>
          <p:nvPr/>
        </p:nvGraphicFramePr>
        <p:xfrm>
          <a:off x="3373438" y="4645025"/>
          <a:ext cx="687387" cy="471488"/>
        </p:xfrm>
        <a:graphic>
          <a:graphicData uri="http://schemas.openxmlformats.org/presentationml/2006/ole">
            <mc:AlternateContent xmlns:mc="http://schemas.openxmlformats.org/markup-compatibility/2006">
              <mc:Choice xmlns:v="urn:schemas-microsoft-com:vml" Requires="v">
                <p:oleObj name="Equation" r:id="rId45" imgW="655382" imgH="441905" progId="Equation.3">
                  <p:embed/>
                </p:oleObj>
              </mc:Choice>
              <mc:Fallback>
                <p:oleObj name="Equation" r:id="rId45" imgW="655382" imgH="441905" progId="Equation.3">
                  <p:embed/>
                  <p:pic>
                    <p:nvPicPr>
                      <p:cNvPr id="0" name="Object 24"/>
                      <p:cNvPicPr>
                        <a:picLocks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373438" y="4645025"/>
                        <a:ext cx="687387"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83" name="Object 25">
            <a:extLst>
              <a:ext uri="{FF2B5EF4-FFF2-40B4-BE49-F238E27FC236}">
                <a16:creationId xmlns:a16="http://schemas.microsoft.com/office/drawing/2014/main" id="{28AADECF-2317-EC06-D80C-0BD5D304836C}"/>
              </a:ext>
            </a:extLst>
          </p:cNvPr>
          <p:cNvGraphicFramePr>
            <a:graphicFrameLocks/>
          </p:cNvGraphicFramePr>
          <p:nvPr/>
        </p:nvGraphicFramePr>
        <p:xfrm>
          <a:off x="4135438" y="4668838"/>
          <a:ext cx="849312" cy="442912"/>
        </p:xfrm>
        <a:graphic>
          <a:graphicData uri="http://schemas.openxmlformats.org/presentationml/2006/ole">
            <mc:AlternateContent xmlns:mc="http://schemas.openxmlformats.org/markup-compatibility/2006">
              <mc:Choice xmlns:v="urn:schemas-microsoft-com:vml" Requires="v">
                <p:oleObj name="Equation" r:id="rId47" imgW="823084" imgH="411480" progId="Equation.3">
                  <p:embed/>
                </p:oleObj>
              </mc:Choice>
              <mc:Fallback>
                <p:oleObj name="Equation" r:id="rId47" imgW="823084" imgH="411480" progId="Equation.3">
                  <p:embed/>
                  <p:pic>
                    <p:nvPicPr>
                      <p:cNvPr id="0" name="Object 25"/>
                      <p:cNvPicPr>
                        <a:picLocks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135438" y="4668838"/>
                        <a:ext cx="8493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84" name="AutoShape 52">
            <a:extLst>
              <a:ext uri="{FF2B5EF4-FFF2-40B4-BE49-F238E27FC236}">
                <a16:creationId xmlns:a16="http://schemas.microsoft.com/office/drawing/2014/main" id="{698CE49C-1954-F29C-303A-13110BD1E0CE}"/>
              </a:ext>
            </a:extLst>
          </p:cNvPr>
          <p:cNvSpPr>
            <a:spLocks noChangeArrowheads="1"/>
          </p:cNvSpPr>
          <p:nvPr/>
        </p:nvSpPr>
        <p:spPr bwMode="auto">
          <a:xfrm>
            <a:off x="2733675" y="4806950"/>
            <a:ext cx="533400" cy="182563"/>
          </a:xfrm>
          <a:prstGeom prst="rightArrow">
            <a:avLst>
              <a:gd name="adj1" fmla="val 50000"/>
              <a:gd name="adj2" fmla="val 73043"/>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504885" name="Text Box 53">
            <a:extLst>
              <a:ext uri="{FF2B5EF4-FFF2-40B4-BE49-F238E27FC236}">
                <a16:creationId xmlns:a16="http://schemas.microsoft.com/office/drawing/2014/main" id="{D0A62215-CAB9-01EE-D6C4-6DD1461F67C1}"/>
              </a:ext>
            </a:extLst>
          </p:cNvPr>
          <p:cNvSpPr txBox="1">
            <a:spLocks noChangeArrowheads="1"/>
          </p:cNvSpPr>
          <p:nvPr/>
        </p:nvSpPr>
        <p:spPr bwMode="auto">
          <a:xfrm>
            <a:off x="904875" y="2308225"/>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当外场方向与原子磁矩同方向时</a:t>
            </a:r>
            <a:endParaRPr lang="zh-CN" altLang="en-US">
              <a:solidFill>
                <a:schemeClr val="hlink"/>
              </a:solidFill>
              <a:ea typeface="楷体_GB2312" pitchFamily="49" charset="-122"/>
            </a:endParaRPr>
          </a:p>
        </p:txBody>
      </p:sp>
      <p:graphicFrame>
        <p:nvGraphicFramePr>
          <p:cNvPr id="504886" name="Object 26">
            <a:extLst>
              <a:ext uri="{FF2B5EF4-FFF2-40B4-BE49-F238E27FC236}">
                <a16:creationId xmlns:a16="http://schemas.microsoft.com/office/drawing/2014/main" id="{559B2DDC-D4B1-F7E7-9B3F-12FD4D4A00FA}"/>
              </a:ext>
            </a:extLst>
          </p:cNvPr>
          <p:cNvGraphicFramePr>
            <a:graphicFrameLocks/>
          </p:cNvGraphicFramePr>
          <p:nvPr/>
        </p:nvGraphicFramePr>
        <p:xfrm>
          <a:off x="7442200" y="5753100"/>
          <a:ext cx="230188" cy="292100"/>
        </p:xfrm>
        <a:graphic>
          <a:graphicData uri="http://schemas.openxmlformats.org/presentationml/2006/ole">
            <mc:AlternateContent xmlns:mc="http://schemas.openxmlformats.org/markup-compatibility/2006">
              <mc:Choice xmlns:v="urn:schemas-microsoft-com:vml" Requires="v">
                <p:oleObj name="Equation" r:id="rId49" imgW="198058" imgH="258858" progId="Equation.3">
                  <p:embed/>
                </p:oleObj>
              </mc:Choice>
              <mc:Fallback>
                <p:oleObj name="Equation" r:id="rId49" imgW="198058" imgH="258858" progId="Equation.3">
                  <p:embed/>
                  <p:pic>
                    <p:nvPicPr>
                      <p:cNvPr id="0" name="Object 26"/>
                      <p:cNvPicPr>
                        <a:picLocks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7442200" y="5753100"/>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4887" name="Text Box 55">
            <a:extLst>
              <a:ext uri="{FF2B5EF4-FFF2-40B4-BE49-F238E27FC236}">
                <a16:creationId xmlns:a16="http://schemas.microsoft.com/office/drawing/2014/main" id="{DB3AD4C9-7172-772C-47AE-65763B240A13}"/>
              </a:ext>
            </a:extLst>
          </p:cNvPr>
          <p:cNvSpPr txBox="1">
            <a:spLocks noChangeArrowheads="1"/>
          </p:cNvSpPr>
          <p:nvPr/>
        </p:nvSpPr>
        <p:spPr bwMode="auto">
          <a:xfrm>
            <a:off x="630238" y="5108575"/>
            <a:ext cx="1841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solidFill>
                  <a:srgbClr val="FFFF00"/>
                </a:solidFill>
                <a:ea typeface="楷体_GB2312" pitchFamily="49" charset="-122"/>
              </a:rPr>
              <a:t>结论：</a:t>
            </a:r>
            <a:endParaRPr lang="zh-CN" altLang="en-US">
              <a:ea typeface="楷体_GB2312" pitchFamily="49" charset="-122"/>
            </a:endParaRPr>
          </a:p>
        </p:txBody>
      </p:sp>
      <p:sp>
        <p:nvSpPr>
          <p:cNvPr id="504888" name="AutoShape 56">
            <a:extLst>
              <a:ext uri="{FF2B5EF4-FFF2-40B4-BE49-F238E27FC236}">
                <a16:creationId xmlns:a16="http://schemas.microsoft.com/office/drawing/2014/main" id="{04032DAA-AC91-1F03-A0D4-C34F6010F7FB}"/>
              </a:ext>
            </a:extLst>
          </p:cNvPr>
          <p:cNvSpPr>
            <a:spLocks noChangeAspect="1" noChangeArrowheads="1"/>
          </p:cNvSpPr>
          <p:nvPr/>
        </p:nvSpPr>
        <p:spPr bwMode="auto">
          <a:xfrm>
            <a:off x="211138" y="5189538"/>
            <a:ext cx="460375" cy="403225"/>
          </a:xfrm>
          <a:prstGeom prst="star5">
            <a:avLst/>
          </a:prstGeom>
          <a:solidFill>
            <a:srgbClr val="FF3300"/>
          </a:solidFill>
          <a:ln w="9525">
            <a:solidFill>
              <a:srgbClr val="FFFFFF"/>
            </a:solidFill>
            <a:miter lim="800000"/>
            <a:headEnd/>
            <a:tailEnd/>
          </a:ln>
          <a:effectLst/>
        </p:spPr>
        <p:txBody>
          <a:bodyPr wrap="none" anchor="ctr"/>
          <a:lstStyle/>
          <a:p>
            <a:pPr algn="just">
              <a:defRPr/>
            </a:pPr>
            <a:endParaRPr lang="zh-CN" altLang="en-US"/>
          </a:p>
        </p:txBody>
      </p:sp>
      <p:sp>
        <p:nvSpPr>
          <p:cNvPr id="504889" name="Rectangle 57">
            <a:extLst>
              <a:ext uri="{FF2B5EF4-FFF2-40B4-BE49-F238E27FC236}">
                <a16:creationId xmlns:a16="http://schemas.microsoft.com/office/drawing/2014/main" id="{3939BA6B-CF94-235A-4061-1985D2C9B782}"/>
              </a:ext>
            </a:extLst>
          </p:cNvPr>
          <p:cNvSpPr>
            <a:spLocks noChangeArrowheads="1"/>
          </p:cNvSpPr>
          <p:nvPr/>
        </p:nvSpPr>
        <p:spPr bwMode="auto">
          <a:xfrm>
            <a:off x="887413" y="5551488"/>
            <a:ext cx="72659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latin typeface="楷体_GB2312" pitchFamily="49" charset="-122"/>
                <a:ea typeface="楷体_GB2312" pitchFamily="49" charset="-122"/>
              </a:rPr>
              <a:t>无论电子轨道运动如何，外磁场对它的</a:t>
            </a:r>
          </a:p>
          <a:p>
            <a:pPr>
              <a:lnSpc>
                <a:spcPct val="125000"/>
              </a:lnSpc>
            </a:pPr>
            <a:r>
              <a:rPr lang="zh-CN" altLang="en-US">
                <a:latin typeface="楷体_GB2312" pitchFamily="49" charset="-122"/>
                <a:ea typeface="楷体_GB2312" pitchFamily="49" charset="-122"/>
              </a:rPr>
              <a:t>力矩总使它产生一个与外磁场方向相反的附加磁矩。</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4834"/>
                                        </p:tgtEl>
                                        <p:attrNameLst>
                                          <p:attrName>style.visibility</p:attrName>
                                        </p:attrNameLst>
                                      </p:cBhvr>
                                      <p:to>
                                        <p:strVal val="visible"/>
                                      </p:to>
                                    </p:set>
                                    <p:animEffect transition="in" filter="wipe(left)">
                                      <p:cBhvr>
                                        <p:cTn id="7" dur="500"/>
                                        <p:tgtEl>
                                          <p:spTgt spid="50483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04835"/>
                                        </p:tgtEl>
                                        <p:attrNameLst>
                                          <p:attrName>style.visibility</p:attrName>
                                        </p:attrNameLst>
                                      </p:cBhvr>
                                      <p:to>
                                        <p:strVal val="visible"/>
                                      </p:to>
                                    </p:set>
                                    <p:animEffect transition="in" filter="wipe(left)">
                                      <p:cBhvr>
                                        <p:cTn id="11" dur="500"/>
                                        <p:tgtEl>
                                          <p:spTgt spid="50483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04836"/>
                                        </p:tgtEl>
                                        <p:attrNameLst>
                                          <p:attrName>style.visibility</p:attrName>
                                        </p:attrNameLst>
                                      </p:cBhvr>
                                      <p:to>
                                        <p:strVal val="visible"/>
                                      </p:to>
                                    </p:set>
                                    <p:animEffect transition="in" filter="wipe(left)">
                                      <p:cBhvr>
                                        <p:cTn id="16" dur="500"/>
                                        <p:tgtEl>
                                          <p:spTgt spid="50483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04837"/>
                                        </p:tgtEl>
                                        <p:attrNameLst>
                                          <p:attrName>style.visibility</p:attrName>
                                        </p:attrNameLst>
                                      </p:cBhvr>
                                      <p:to>
                                        <p:strVal val="visible"/>
                                      </p:to>
                                    </p:set>
                                    <p:animEffect transition="in" filter="wipe(left)">
                                      <p:cBhvr>
                                        <p:cTn id="21" dur="500"/>
                                        <p:tgtEl>
                                          <p:spTgt spid="50483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04885"/>
                                        </p:tgtEl>
                                        <p:attrNameLst>
                                          <p:attrName>style.visibility</p:attrName>
                                        </p:attrNameLst>
                                      </p:cBhvr>
                                      <p:to>
                                        <p:strVal val="visible"/>
                                      </p:to>
                                    </p:set>
                                    <p:animEffect transition="in" filter="wipe(left)">
                                      <p:cBhvr>
                                        <p:cTn id="26" dur="500"/>
                                        <p:tgtEl>
                                          <p:spTgt spid="50488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504843"/>
                                        </p:tgtEl>
                                        <p:attrNameLst>
                                          <p:attrName>style.visibility</p:attrName>
                                        </p:attrNameLst>
                                      </p:cBhvr>
                                      <p:to>
                                        <p:strVal val="visible"/>
                                      </p:to>
                                    </p:set>
                                    <p:anim calcmode="lin" valueType="num">
                                      <p:cBhvr>
                                        <p:cTn id="31" dur="500" fill="hold"/>
                                        <p:tgtEl>
                                          <p:spTgt spid="504843"/>
                                        </p:tgtEl>
                                        <p:attrNameLst>
                                          <p:attrName>ppt_w</p:attrName>
                                        </p:attrNameLst>
                                      </p:cBhvr>
                                      <p:tavLst>
                                        <p:tav tm="0">
                                          <p:val>
                                            <p:fltVal val="0"/>
                                          </p:val>
                                        </p:tav>
                                        <p:tav tm="100000">
                                          <p:val>
                                            <p:strVal val="#ppt_w"/>
                                          </p:val>
                                        </p:tav>
                                      </p:tavLst>
                                    </p:anim>
                                    <p:anim calcmode="lin" valueType="num">
                                      <p:cBhvr>
                                        <p:cTn id="32" dur="500" fill="hold"/>
                                        <p:tgtEl>
                                          <p:spTgt spid="504843"/>
                                        </p:tgtEl>
                                        <p:attrNameLst>
                                          <p:attrName>ppt_h</p:attrName>
                                        </p:attrNameLst>
                                      </p:cBhvr>
                                      <p:tavLst>
                                        <p:tav tm="0">
                                          <p:val>
                                            <p:fltVal val="0"/>
                                          </p:val>
                                        </p:tav>
                                        <p:tav tm="100000">
                                          <p:val>
                                            <p:strVal val="#ppt_h"/>
                                          </p:val>
                                        </p:tav>
                                      </p:tavLst>
                                    </p:anim>
                                  </p:childTnLst>
                                </p:cTn>
                              </p:par>
                            </p:childTnLst>
                          </p:cTn>
                        </p:par>
                        <p:par>
                          <p:cTn id="33" fill="hold" nodeType="afterGroup">
                            <p:stCondLst>
                              <p:cond delay="500"/>
                            </p:stCondLst>
                            <p:childTnLst>
                              <p:par>
                                <p:cTn id="34" presetID="1" presetClass="entr" presetSubtype="0" fill="hold" nodeType="afterEffect">
                                  <p:stCondLst>
                                    <p:cond delay="0"/>
                                  </p:stCondLst>
                                  <p:childTnLst>
                                    <p:set>
                                      <p:cBhvr>
                                        <p:cTn id="35" dur="1" fill="hold">
                                          <p:stCondLst>
                                            <p:cond delay="499"/>
                                          </p:stCondLst>
                                        </p:cTn>
                                        <p:tgtEl>
                                          <p:spTgt spid="504845"/>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nodeType="clickEffect">
                                  <p:stCondLst>
                                    <p:cond delay="0"/>
                                  </p:stCondLst>
                                  <p:childTnLst>
                                    <p:set>
                                      <p:cBhvr>
                                        <p:cTn id="39" dur="1" fill="hold">
                                          <p:stCondLst>
                                            <p:cond delay="0"/>
                                          </p:stCondLst>
                                        </p:cTn>
                                        <p:tgtEl>
                                          <p:spTgt spid="504840"/>
                                        </p:tgtEl>
                                        <p:attrNameLst>
                                          <p:attrName>style.visibility</p:attrName>
                                        </p:attrNameLst>
                                      </p:cBhvr>
                                      <p:to>
                                        <p:strVal val="visible"/>
                                      </p:to>
                                    </p:set>
                                    <p:anim calcmode="lin" valueType="num">
                                      <p:cBhvr>
                                        <p:cTn id="40" dur="500" fill="hold"/>
                                        <p:tgtEl>
                                          <p:spTgt spid="504840"/>
                                        </p:tgtEl>
                                        <p:attrNameLst>
                                          <p:attrName>ppt_w</p:attrName>
                                        </p:attrNameLst>
                                      </p:cBhvr>
                                      <p:tavLst>
                                        <p:tav tm="0">
                                          <p:val>
                                            <p:fltVal val="0"/>
                                          </p:val>
                                        </p:tav>
                                        <p:tav tm="100000">
                                          <p:val>
                                            <p:strVal val="#ppt_w"/>
                                          </p:val>
                                        </p:tav>
                                      </p:tavLst>
                                    </p:anim>
                                    <p:anim calcmode="lin" valueType="num">
                                      <p:cBhvr>
                                        <p:cTn id="41" dur="500" fill="hold"/>
                                        <p:tgtEl>
                                          <p:spTgt spid="504840"/>
                                        </p:tgtEl>
                                        <p:attrNameLst>
                                          <p:attrName>ppt_h</p:attrName>
                                        </p:attrNameLst>
                                      </p:cBhvr>
                                      <p:tavLst>
                                        <p:tav tm="0">
                                          <p:val>
                                            <p:fltVal val="0"/>
                                          </p:val>
                                        </p:tav>
                                        <p:tav tm="100000">
                                          <p:val>
                                            <p:strVal val="#ppt_h"/>
                                          </p:val>
                                        </p:tav>
                                      </p:tavLst>
                                    </p:anim>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504855"/>
                                        </p:tgtEl>
                                        <p:attrNameLst>
                                          <p:attrName>style.visibility</p:attrName>
                                        </p:attrNameLst>
                                      </p:cBhvr>
                                      <p:to>
                                        <p:strVal val="visible"/>
                                      </p:to>
                                    </p:set>
                                  </p:childTnLst>
                                </p:cTn>
                              </p:par>
                            </p:childTnLst>
                          </p:cTn>
                        </p:par>
                        <p:par>
                          <p:cTn id="45" fill="hold" nodeType="afterGroup">
                            <p:stCondLst>
                              <p:cond delay="1000"/>
                            </p:stCondLst>
                            <p:childTnLst>
                              <p:par>
                                <p:cTn id="46" presetID="1" presetClass="entr" presetSubtype="0" fill="hold" nodeType="afterEffect">
                                  <p:stCondLst>
                                    <p:cond delay="0"/>
                                  </p:stCondLst>
                                  <p:childTnLst>
                                    <p:set>
                                      <p:cBhvr>
                                        <p:cTn id="47" dur="1" fill="hold">
                                          <p:stCondLst>
                                            <p:cond delay="499"/>
                                          </p:stCondLst>
                                        </p:cTn>
                                        <p:tgtEl>
                                          <p:spTgt spid="504842"/>
                                        </p:tgtEl>
                                        <p:attrNameLst>
                                          <p:attrName>style.visibility</p:attrName>
                                        </p:attrNameLst>
                                      </p:cBhvr>
                                      <p:to>
                                        <p:strVal val="visible"/>
                                      </p:to>
                                    </p:set>
                                  </p:childTnLst>
                                </p:cTn>
                              </p:par>
                            </p:childTnLst>
                          </p:cTn>
                        </p:par>
                        <p:par>
                          <p:cTn id="48" fill="hold" nodeType="afterGroup">
                            <p:stCondLst>
                              <p:cond delay="1500"/>
                            </p:stCondLst>
                            <p:childTnLst>
                              <p:par>
                                <p:cTn id="49" presetID="1" presetClass="entr" presetSubtype="0" fill="hold" nodeType="afterEffect">
                                  <p:stCondLst>
                                    <p:cond delay="0"/>
                                  </p:stCondLst>
                                  <p:childTnLst>
                                    <p:set>
                                      <p:cBhvr>
                                        <p:cTn id="50" dur="1" fill="hold">
                                          <p:stCondLst>
                                            <p:cond delay="499"/>
                                          </p:stCondLst>
                                        </p:cTn>
                                        <p:tgtEl>
                                          <p:spTgt spid="50484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2" fill="hold" nodeType="clickEffect">
                                  <p:stCondLst>
                                    <p:cond delay="0"/>
                                  </p:stCondLst>
                                  <p:childTnLst>
                                    <p:set>
                                      <p:cBhvr>
                                        <p:cTn id="54" dur="1" fill="hold">
                                          <p:stCondLst>
                                            <p:cond delay="0"/>
                                          </p:stCondLst>
                                        </p:cTn>
                                        <p:tgtEl>
                                          <p:spTgt spid="504844"/>
                                        </p:tgtEl>
                                        <p:attrNameLst>
                                          <p:attrName>style.visibility</p:attrName>
                                        </p:attrNameLst>
                                      </p:cBhvr>
                                      <p:to>
                                        <p:strVal val="visible"/>
                                      </p:to>
                                    </p:set>
                                    <p:animEffect transition="in" filter="wipe(right)">
                                      <p:cBhvr>
                                        <p:cTn id="55" dur="500"/>
                                        <p:tgtEl>
                                          <p:spTgt spid="504844"/>
                                        </p:tgtEl>
                                      </p:cBhvr>
                                    </p:animEffect>
                                  </p:childTnLst>
                                </p:cTn>
                              </p:par>
                            </p:childTnLst>
                          </p:cTn>
                        </p:par>
                        <p:par>
                          <p:cTn id="56" fill="hold" nodeType="afterGroup">
                            <p:stCondLst>
                              <p:cond delay="500"/>
                            </p:stCondLst>
                            <p:childTnLst>
                              <p:par>
                                <p:cTn id="57" presetID="1" presetClass="entr" presetSubtype="0" fill="hold" nodeType="afterEffect">
                                  <p:stCondLst>
                                    <p:cond delay="0"/>
                                  </p:stCondLst>
                                  <p:childTnLst>
                                    <p:set>
                                      <p:cBhvr>
                                        <p:cTn id="58" dur="1" fill="hold">
                                          <p:stCondLst>
                                            <p:cond delay="499"/>
                                          </p:stCondLst>
                                        </p:cTn>
                                        <p:tgtEl>
                                          <p:spTgt spid="50484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4" fill="hold" nodeType="clickEffect">
                                  <p:stCondLst>
                                    <p:cond delay="0"/>
                                  </p:stCondLst>
                                  <p:childTnLst>
                                    <p:set>
                                      <p:cBhvr>
                                        <p:cTn id="62" dur="1" fill="hold">
                                          <p:stCondLst>
                                            <p:cond delay="0"/>
                                          </p:stCondLst>
                                        </p:cTn>
                                        <p:tgtEl>
                                          <p:spTgt spid="504841"/>
                                        </p:tgtEl>
                                        <p:attrNameLst>
                                          <p:attrName>style.visibility</p:attrName>
                                        </p:attrNameLst>
                                      </p:cBhvr>
                                      <p:to>
                                        <p:strVal val="visible"/>
                                      </p:to>
                                    </p:set>
                                    <p:animEffect transition="in" filter="slide(fromBottom)">
                                      <p:cBhvr>
                                        <p:cTn id="63" dur="500"/>
                                        <p:tgtEl>
                                          <p:spTgt spid="504841"/>
                                        </p:tgtEl>
                                      </p:cBhvr>
                                    </p:animEffect>
                                  </p:childTnLst>
                                </p:cTn>
                              </p:par>
                            </p:childTnLst>
                          </p:cTn>
                        </p:par>
                        <p:par>
                          <p:cTn id="64" fill="hold" nodeType="afterGroup">
                            <p:stCondLst>
                              <p:cond delay="500"/>
                            </p:stCondLst>
                            <p:childTnLst>
                              <p:par>
                                <p:cTn id="65" presetID="1" presetClass="entr" presetSubtype="0" fill="hold" nodeType="afterEffect">
                                  <p:stCondLst>
                                    <p:cond delay="0"/>
                                  </p:stCondLst>
                                  <p:childTnLst>
                                    <p:set>
                                      <p:cBhvr>
                                        <p:cTn id="66" dur="1" fill="hold">
                                          <p:stCondLst>
                                            <p:cond delay="499"/>
                                          </p:stCondLst>
                                        </p:cTn>
                                        <p:tgtEl>
                                          <p:spTgt spid="504847"/>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2" presetClass="entr" presetSubtype="4" fill="hold" nodeType="clickEffect">
                                  <p:stCondLst>
                                    <p:cond delay="0"/>
                                  </p:stCondLst>
                                  <p:childTnLst>
                                    <p:set>
                                      <p:cBhvr>
                                        <p:cTn id="70" dur="1" fill="hold">
                                          <p:stCondLst>
                                            <p:cond delay="0"/>
                                          </p:stCondLst>
                                        </p:cTn>
                                        <p:tgtEl>
                                          <p:spTgt spid="504849"/>
                                        </p:tgtEl>
                                        <p:attrNameLst>
                                          <p:attrName>style.visibility</p:attrName>
                                        </p:attrNameLst>
                                      </p:cBhvr>
                                      <p:to>
                                        <p:strVal val="visible"/>
                                      </p:to>
                                    </p:set>
                                    <p:animEffect transition="in" filter="slide(fromBottom)">
                                      <p:cBhvr>
                                        <p:cTn id="71" dur="500"/>
                                        <p:tgtEl>
                                          <p:spTgt spid="504849"/>
                                        </p:tgtEl>
                                      </p:cBhvr>
                                    </p:animEffect>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504850"/>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504851"/>
                                        </p:tgtEl>
                                        <p:attrNameLst>
                                          <p:attrName>style.visibility</p:attrName>
                                        </p:attrNameLst>
                                      </p:cBhvr>
                                      <p:to>
                                        <p:strVal val="visible"/>
                                      </p:to>
                                    </p:set>
                                    <p:animEffect transition="in" filter="wipe(left)">
                                      <p:cBhvr>
                                        <p:cTn id="79" dur="500"/>
                                        <p:tgtEl>
                                          <p:spTgt spid="504851"/>
                                        </p:tgtEl>
                                      </p:cBhvr>
                                    </p:animEffect>
                                  </p:childTnLst>
                                </p:cTn>
                              </p:par>
                            </p:childTnLst>
                          </p:cTn>
                        </p:par>
                        <p:par>
                          <p:cTn id="80" fill="hold" nodeType="afterGroup">
                            <p:stCondLst>
                              <p:cond delay="500"/>
                            </p:stCondLst>
                            <p:childTnLst>
                              <p:par>
                                <p:cTn id="81" presetID="1" presetClass="entr" presetSubtype="0" fill="hold" nodeType="afterEffect">
                                  <p:stCondLst>
                                    <p:cond delay="0"/>
                                  </p:stCondLst>
                                  <p:childTnLst>
                                    <p:set>
                                      <p:cBhvr>
                                        <p:cTn id="82" dur="1" fill="hold">
                                          <p:stCondLst>
                                            <p:cond delay="499"/>
                                          </p:stCondLst>
                                        </p:cTn>
                                        <p:tgtEl>
                                          <p:spTgt spid="504852"/>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504853"/>
                                        </p:tgtEl>
                                        <p:attrNameLst>
                                          <p:attrName>style.visibility</p:attrName>
                                        </p:attrNameLst>
                                      </p:cBhvr>
                                      <p:to>
                                        <p:strVal val="visible"/>
                                      </p:to>
                                    </p:set>
                                    <p:animEffect transition="in" filter="wipe(left)">
                                      <p:cBhvr>
                                        <p:cTn id="87" dur="500"/>
                                        <p:tgtEl>
                                          <p:spTgt spid="50485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504854"/>
                                        </p:tgtEl>
                                        <p:attrNameLst>
                                          <p:attrName>style.visibility</p:attrName>
                                        </p:attrNameLst>
                                      </p:cBhvr>
                                      <p:to>
                                        <p:strVal val="visible"/>
                                      </p:to>
                                    </p:set>
                                    <p:animEffect transition="in" filter="wipe(left)">
                                      <p:cBhvr>
                                        <p:cTn id="92" dur="500"/>
                                        <p:tgtEl>
                                          <p:spTgt spid="50485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iterate type="wd">
                                    <p:tmPct val="100000"/>
                                  </p:iterate>
                                  <p:childTnLst>
                                    <p:set>
                                      <p:cBhvr>
                                        <p:cTn id="96" dur="1" fill="hold">
                                          <p:stCondLst>
                                            <p:cond delay="0"/>
                                          </p:stCondLst>
                                        </p:cTn>
                                        <p:tgtEl>
                                          <p:spTgt spid="504859"/>
                                        </p:tgtEl>
                                        <p:attrNameLst>
                                          <p:attrName>style.visibility</p:attrName>
                                        </p:attrNameLst>
                                      </p:cBhvr>
                                      <p:to>
                                        <p:strVal val="visible"/>
                                      </p:to>
                                    </p:set>
                                    <p:animEffect transition="in" filter="wipe(left)">
                                      <p:cBhvr>
                                        <p:cTn id="97" dur="300"/>
                                        <p:tgtEl>
                                          <p:spTgt spid="504859"/>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504856"/>
                                        </p:tgtEl>
                                        <p:attrNameLst>
                                          <p:attrName>style.visibility</p:attrName>
                                        </p:attrNameLst>
                                      </p:cBhvr>
                                      <p:to>
                                        <p:strVal val="visible"/>
                                      </p:to>
                                    </p:set>
                                    <p:animEffect transition="in" filter="wipe(left)">
                                      <p:cBhvr>
                                        <p:cTn id="102" dur="500"/>
                                        <p:tgtEl>
                                          <p:spTgt spid="50485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504857"/>
                                        </p:tgtEl>
                                        <p:attrNameLst>
                                          <p:attrName>style.visibility</p:attrName>
                                        </p:attrNameLst>
                                      </p:cBhvr>
                                      <p:to>
                                        <p:strVal val="visible"/>
                                      </p:to>
                                    </p:set>
                                    <p:animEffect transition="in" filter="wipe(left)">
                                      <p:cBhvr>
                                        <p:cTn id="107" dur="500"/>
                                        <p:tgtEl>
                                          <p:spTgt spid="504857"/>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504858"/>
                                        </p:tgtEl>
                                        <p:attrNameLst>
                                          <p:attrName>style.visibility</p:attrName>
                                        </p:attrNameLst>
                                      </p:cBhvr>
                                      <p:to>
                                        <p:strVal val="visible"/>
                                      </p:to>
                                    </p:set>
                                    <p:animEffect transition="in" filter="wipe(left)">
                                      <p:cBhvr>
                                        <p:cTn id="112" dur="500"/>
                                        <p:tgtEl>
                                          <p:spTgt spid="504858"/>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504860"/>
                                        </p:tgtEl>
                                        <p:attrNameLst>
                                          <p:attrName>style.visibility</p:attrName>
                                        </p:attrNameLst>
                                      </p:cBhvr>
                                      <p:to>
                                        <p:strVal val="visible"/>
                                      </p:to>
                                    </p:set>
                                    <p:animEffect transition="in" filter="wipe(left)">
                                      <p:cBhvr>
                                        <p:cTn id="117" dur="500"/>
                                        <p:tgtEl>
                                          <p:spTgt spid="504860"/>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2" presetClass="entr" presetSubtype="1" fill="hold" nodeType="clickEffect">
                                  <p:stCondLst>
                                    <p:cond delay="0"/>
                                  </p:stCondLst>
                                  <p:childTnLst>
                                    <p:set>
                                      <p:cBhvr>
                                        <p:cTn id="121" dur="1" fill="hold">
                                          <p:stCondLst>
                                            <p:cond delay="0"/>
                                          </p:stCondLst>
                                        </p:cTn>
                                        <p:tgtEl>
                                          <p:spTgt spid="504861"/>
                                        </p:tgtEl>
                                        <p:attrNameLst>
                                          <p:attrName>style.visibility</p:attrName>
                                        </p:attrNameLst>
                                      </p:cBhvr>
                                      <p:to>
                                        <p:strVal val="visible"/>
                                      </p:to>
                                    </p:set>
                                    <p:animEffect transition="in" filter="slide(fromTop)">
                                      <p:cBhvr>
                                        <p:cTn id="122" dur="500"/>
                                        <p:tgtEl>
                                          <p:spTgt spid="504861"/>
                                        </p:tgtEl>
                                      </p:cBhvr>
                                    </p:animEffect>
                                  </p:childTnLst>
                                </p:cTn>
                              </p:par>
                            </p:childTnLst>
                          </p:cTn>
                        </p:par>
                        <p:par>
                          <p:cTn id="123" fill="hold" nodeType="afterGroup">
                            <p:stCondLst>
                              <p:cond delay="500"/>
                            </p:stCondLst>
                            <p:childTnLst>
                              <p:par>
                                <p:cTn id="124" presetID="1" presetClass="entr" presetSubtype="0" fill="hold" nodeType="afterEffect">
                                  <p:stCondLst>
                                    <p:cond delay="0"/>
                                  </p:stCondLst>
                                  <p:childTnLst>
                                    <p:set>
                                      <p:cBhvr>
                                        <p:cTn id="125" dur="1" fill="hold">
                                          <p:stCondLst>
                                            <p:cond delay="499"/>
                                          </p:stCondLst>
                                        </p:cTn>
                                        <p:tgtEl>
                                          <p:spTgt spid="504862"/>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504863"/>
                                        </p:tgtEl>
                                        <p:attrNameLst>
                                          <p:attrName>style.visibility</p:attrName>
                                        </p:attrNameLst>
                                      </p:cBhvr>
                                      <p:to>
                                        <p:strVal val="visible"/>
                                      </p:to>
                                    </p:set>
                                    <p:animEffect transition="in" filter="wipe(left)">
                                      <p:cBhvr>
                                        <p:cTn id="130" dur="500"/>
                                        <p:tgtEl>
                                          <p:spTgt spid="50486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3" presetClass="entr" presetSubtype="16" fill="hold" nodeType="clickEffect">
                                  <p:stCondLst>
                                    <p:cond delay="0"/>
                                  </p:stCondLst>
                                  <p:childTnLst>
                                    <p:set>
                                      <p:cBhvr>
                                        <p:cTn id="134" dur="1" fill="hold">
                                          <p:stCondLst>
                                            <p:cond delay="0"/>
                                          </p:stCondLst>
                                        </p:cTn>
                                        <p:tgtEl>
                                          <p:spTgt spid="504867"/>
                                        </p:tgtEl>
                                        <p:attrNameLst>
                                          <p:attrName>style.visibility</p:attrName>
                                        </p:attrNameLst>
                                      </p:cBhvr>
                                      <p:to>
                                        <p:strVal val="visible"/>
                                      </p:to>
                                    </p:set>
                                    <p:anim calcmode="lin" valueType="num">
                                      <p:cBhvr>
                                        <p:cTn id="135" dur="500" fill="hold"/>
                                        <p:tgtEl>
                                          <p:spTgt spid="504867"/>
                                        </p:tgtEl>
                                        <p:attrNameLst>
                                          <p:attrName>ppt_w</p:attrName>
                                        </p:attrNameLst>
                                      </p:cBhvr>
                                      <p:tavLst>
                                        <p:tav tm="0">
                                          <p:val>
                                            <p:fltVal val="0"/>
                                          </p:val>
                                        </p:tav>
                                        <p:tav tm="100000">
                                          <p:val>
                                            <p:strVal val="#ppt_w"/>
                                          </p:val>
                                        </p:tav>
                                      </p:tavLst>
                                    </p:anim>
                                    <p:anim calcmode="lin" valueType="num">
                                      <p:cBhvr>
                                        <p:cTn id="136" dur="500" fill="hold"/>
                                        <p:tgtEl>
                                          <p:spTgt spid="504867"/>
                                        </p:tgtEl>
                                        <p:attrNameLst>
                                          <p:attrName>ppt_h</p:attrName>
                                        </p:attrNameLst>
                                      </p:cBhvr>
                                      <p:tavLst>
                                        <p:tav tm="0">
                                          <p:val>
                                            <p:fltVal val="0"/>
                                          </p:val>
                                        </p:tav>
                                        <p:tav tm="100000">
                                          <p:val>
                                            <p:strVal val="#ppt_h"/>
                                          </p:val>
                                        </p:tav>
                                      </p:tavLst>
                                    </p:anim>
                                  </p:childTnLst>
                                </p:cTn>
                              </p:par>
                            </p:childTnLst>
                          </p:cTn>
                        </p:par>
                        <p:par>
                          <p:cTn id="137" fill="hold" nodeType="afterGroup">
                            <p:stCondLst>
                              <p:cond delay="500"/>
                            </p:stCondLst>
                            <p:childTnLst>
                              <p:par>
                                <p:cTn id="138" presetID="1" presetClass="entr" presetSubtype="0" fill="hold" nodeType="afterEffect">
                                  <p:stCondLst>
                                    <p:cond delay="0"/>
                                  </p:stCondLst>
                                  <p:childTnLst>
                                    <p:set>
                                      <p:cBhvr>
                                        <p:cTn id="139" dur="1" fill="hold">
                                          <p:stCondLst>
                                            <p:cond delay="499"/>
                                          </p:stCondLst>
                                        </p:cTn>
                                        <p:tgtEl>
                                          <p:spTgt spid="504869"/>
                                        </p:tgtEl>
                                        <p:attrNameLst>
                                          <p:attrName>style.visibility</p:attrName>
                                        </p:attrNameLst>
                                      </p:cBhvr>
                                      <p:to>
                                        <p:strVal val="visible"/>
                                      </p:to>
                                    </p:se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3" presetClass="entr" presetSubtype="16" fill="hold" nodeType="clickEffect">
                                  <p:stCondLst>
                                    <p:cond delay="0"/>
                                  </p:stCondLst>
                                  <p:childTnLst>
                                    <p:set>
                                      <p:cBhvr>
                                        <p:cTn id="143" dur="1" fill="hold">
                                          <p:stCondLst>
                                            <p:cond delay="0"/>
                                          </p:stCondLst>
                                        </p:cTn>
                                        <p:tgtEl>
                                          <p:spTgt spid="504864"/>
                                        </p:tgtEl>
                                        <p:attrNameLst>
                                          <p:attrName>style.visibility</p:attrName>
                                        </p:attrNameLst>
                                      </p:cBhvr>
                                      <p:to>
                                        <p:strVal val="visible"/>
                                      </p:to>
                                    </p:set>
                                    <p:anim calcmode="lin" valueType="num">
                                      <p:cBhvr>
                                        <p:cTn id="144" dur="500" fill="hold"/>
                                        <p:tgtEl>
                                          <p:spTgt spid="504864"/>
                                        </p:tgtEl>
                                        <p:attrNameLst>
                                          <p:attrName>ppt_w</p:attrName>
                                        </p:attrNameLst>
                                      </p:cBhvr>
                                      <p:tavLst>
                                        <p:tav tm="0">
                                          <p:val>
                                            <p:fltVal val="0"/>
                                          </p:val>
                                        </p:tav>
                                        <p:tav tm="100000">
                                          <p:val>
                                            <p:strVal val="#ppt_w"/>
                                          </p:val>
                                        </p:tav>
                                      </p:tavLst>
                                    </p:anim>
                                    <p:anim calcmode="lin" valueType="num">
                                      <p:cBhvr>
                                        <p:cTn id="145" dur="500" fill="hold"/>
                                        <p:tgtEl>
                                          <p:spTgt spid="504864"/>
                                        </p:tgtEl>
                                        <p:attrNameLst>
                                          <p:attrName>ppt_h</p:attrName>
                                        </p:attrNameLst>
                                      </p:cBhvr>
                                      <p:tavLst>
                                        <p:tav tm="0">
                                          <p:val>
                                            <p:fltVal val="0"/>
                                          </p:val>
                                        </p:tav>
                                        <p:tav tm="100000">
                                          <p:val>
                                            <p:strVal val="#ppt_h"/>
                                          </p:val>
                                        </p:tav>
                                      </p:tavLst>
                                    </p:anim>
                                  </p:childTnLst>
                                </p:cTn>
                              </p:par>
                            </p:childTnLst>
                          </p:cTn>
                        </p:par>
                        <p:par>
                          <p:cTn id="146" fill="hold" nodeType="afterGroup">
                            <p:stCondLst>
                              <p:cond delay="500"/>
                            </p:stCondLst>
                            <p:childTnLst>
                              <p:par>
                                <p:cTn id="147" presetID="1" presetClass="entr" presetSubtype="0" fill="hold" nodeType="afterEffect">
                                  <p:stCondLst>
                                    <p:cond delay="0"/>
                                  </p:stCondLst>
                                  <p:childTnLst>
                                    <p:set>
                                      <p:cBhvr>
                                        <p:cTn id="148" dur="1" fill="hold">
                                          <p:stCondLst>
                                            <p:cond delay="499"/>
                                          </p:stCondLst>
                                        </p:cTn>
                                        <p:tgtEl>
                                          <p:spTgt spid="504876"/>
                                        </p:tgtEl>
                                        <p:attrNameLst>
                                          <p:attrName>style.visibility</p:attrName>
                                        </p:attrNameLst>
                                      </p:cBhvr>
                                      <p:to>
                                        <p:strVal val="visible"/>
                                      </p:to>
                                    </p:se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1" fill="hold" nodeType="clickEffect">
                                  <p:stCondLst>
                                    <p:cond delay="0"/>
                                  </p:stCondLst>
                                  <p:childTnLst>
                                    <p:set>
                                      <p:cBhvr>
                                        <p:cTn id="152" dur="1" fill="hold">
                                          <p:stCondLst>
                                            <p:cond delay="0"/>
                                          </p:stCondLst>
                                        </p:cTn>
                                        <p:tgtEl>
                                          <p:spTgt spid="504866"/>
                                        </p:tgtEl>
                                        <p:attrNameLst>
                                          <p:attrName>style.visibility</p:attrName>
                                        </p:attrNameLst>
                                      </p:cBhvr>
                                      <p:to>
                                        <p:strVal val="visible"/>
                                      </p:to>
                                    </p:set>
                                    <p:animEffect transition="in" filter="wipe(up)">
                                      <p:cBhvr>
                                        <p:cTn id="153" dur="500"/>
                                        <p:tgtEl>
                                          <p:spTgt spid="504866"/>
                                        </p:tgtEl>
                                      </p:cBhvr>
                                    </p:animEffect>
                                  </p:childTnLst>
                                </p:cTn>
                              </p:par>
                            </p:childTnLst>
                          </p:cTn>
                        </p:par>
                        <p:par>
                          <p:cTn id="154" fill="hold" nodeType="afterGroup">
                            <p:stCondLst>
                              <p:cond delay="500"/>
                            </p:stCondLst>
                            <p:childTnLst>
                              <p:par>
                                <p:cTn id="155" presetID="1" presetClass="entr" presetSubtype="0" fill="hold" nodeType="afterEffect">
                                  <p:stCondLst>
                                    <p:cond delay="0"/>
                                  </p:stCondLst>
                                  <p:childTnLst>
                                    <p:set>
                                      <p:cBhvr>
                                        <p:cTn id="156" dur="1" fill="hold">
                                          <p:stCondLst>
                                            <p:cond delay="499"/>
                                          </p:stCondLst>
                                        </p:cTn>
                                        <p:tgtEl>
                                          <p:spTgt spid="504871"/>
                                        </p:tgtEl>
                                        <p:attrNameLst>
                                          <p:attrName>style.visibility</p:attrName>
                                        </p:attrNameLst>
                                      </p:cBhvr>
                                      <p:to>
                                        <p:strVal val="visible"/>
                                      </p:to>
                                    </p:se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2" fill="hold" nodeType="clickEffect">
                                  <p:stCondLst>
                                    <p:cond delay="0"/>
                                  </p:stCondLst>
                                  <p:childTnLst>
                                    <p:set>
                                      <p:cBhvr>
                                        <p:cTn id="160" dur="1" fill="hold">
                                          <p:stCondLst>
                                            <p:cond delay="0"/>
                                          </p:stCondLst>
                                        </p:cTn>
                                        <p:tgtEl>
                                          <p:spTgt spid="504868"/>
                                        </p:tgtEl>
                                        <p:attrNameLst>
                                          <p:attrName>style.visibility</p:attrName>
                                        </p:attrNameLst>
                                      </p:cBhvr>
                                      <p:to>
                                        <p:strVal val="visible"/>
                                      </p:to>
                                    </p:set>
                                    <p:animEffect transition="in" filter="wipe(right)">
                                      <p:cBhvr>
                                        <p:cTn id="161" dur="500"/>
                                        <p:tgtEl>
                                          <p:spTgt spid="504868"/>
                                        </p:tgtEl>
                                      </p:cBhvr>
                                    </p:animEffect>
                                  </p:childTnLst>
                                </p:cTn>
                              </p:par>
                            </p:childTnLst>
                          </p:cTn>
                        </p:par>
                        <p:par>
                          <p:cTn id="162" fill="hold" nodeType="afterGroup">
                            <p:stCondLst>
                              <p:cond delay="500"/>
                            </p:stCondLst>
                            <p:childTnLst>
                              <p:par>
                                <p:cTn id="163" presetID="1" presetClass="entr" presetSubtype="0" fill="hold" nodeType="afterEffect">
                                  <p:stCondLst>
                                    <p:cond delay="0"/>
                                  </p:stCondLst>
                                  <p:childTnLst>
                                    <p:set>
                                      <p:cBhvr>
                                        <p:cTn id="164" dur="1" fill="hold">
                                          <p:stCondLst>
                                            <p:cond delay="499"/>
                                          </p:stCondLst>
                                        </p:cTn>
                                        <p:tgtEl>
                                          <p:spTgt spid="504886"/>
                                        </p:tgtEl>
                                        <p:attrNameLst>
                                          <p:attrName>style.visibility</p:attrName>
                                        </p:attrNameLst>
                                      </p:cBhvr>
                                      <p:to>
                                        <p:strVal val="visible"/>
                                      </p:to>
                                    </p:se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2" presetClass="entr" presetSubtype="4" fill="hold" nodeType="clickEffect">
                                  <p:stCondLst>
                                    <p:cond delay="0"/>
                                  </p:stCondLst>
                                  <p:childTnLst>
                                    <p:set>
                                      <p:cBhvr>
                                        <p:cTn id="168" dur="1" fill="hold">
                                          <p:stCondLst>
                                            <p:cond delay="0"/>
                                          </p:stCondLst>
                                        </p:cTn>
                                        <p:tgtEl>
                                          <p:spTgt spid="504865"/>
                                        </p:tgtEl>
                                        <p:attrNameLst>
                                          <p:attrName>style.visibility</p:attrName>
                                        </p:attrNameLst>
                                      </p:cBhvr>
                                      <p:to>
                                        <p:strVal val="visible"/>
                                      </p:to>
                                    </p:set>
                                    <p:animEffect transition="in" filter="slide(fromBottom)">
                                      <p:cBhvr>
                                        <p:cTn id="169" dur="500"/>
                                        <p:tgtEl>
                                          <p:spTgt spid="504865"/>
                                        </p:tgtEl>
                                      </p:cBhvr>
                                    </p:animEffect>
                                  </p:childTnLst>
                                </p:cTn>
                              </p:par>
                            </p:childTnLst>
                          </p:cTn>
                        </p:par>
                        <p:par>
                          <p:cTn id="170" fill="hold" nodeType="afterGroup">
                            <p:stCondLst>
                              <p:cond delay="500"/>
                            </p:stCondLst>
                            <p:childTnLst>
                              <p:par>
                                <p:cTn id="171" presetID="1" presetClass="entr" presetSubtype="0" fill="hold" nodeType="afterEffect">
                                  <p:stCondLst>
                                    <p:cond delay="0"/>
                                  </p:stCondLst>
                                  <p:childTnLst>
                                    <p:set>
                                      <p:cBhvr>
                                        <p:cTn id="172" dur="1" fill="hold">
                                          <p:stCondLst>
                                            <p:cond delay="499"/>
                                          </p:stCondLst>
                                        </p:cTn>
                                        <p:tgtEl>
                                          <p:spTgt spid="504870"/>
                                        </p:tgtEl>
                                        <p:attrNameLst>
                                          <p:attrName>style.visibility</p:attrName>
                                        </p:attrNameLst>
                                      </p:cBhvr>
                                      <p:to>
                                        <p:strVal val="visible"/>
                                      </p:to>
                                    </p:se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2" presetClass="entr" presetSubtype="1" fill="hold" nodeType="clickEffect">
                                  <p:stCondLst>
                                    <p:cond delay="0"/>
                                  </p:stCondLst>
                                  <p:childTnLst>
                                    <p:set>
                                      <p:cBhvr>
                                        <p:cTn id="176" dur="1" fill="hold">
                                          <p:stCondLst>
                                            <p:cond delay="0"/>
                                          </p:stCondLst>
                                        </p:cTn>
                                        <p:tgtEl>
                                          <p:spTgt spid="504872"/>
                                        </p:tgtEl>
                                        <p:attrNameLst>
                                          <p:attrName>style.visibility</p:attrName>
                                        </p:attrNameLst>
                                      </p:cBhvr>
                                      <p:to>
                                        <p:strVal val="visible"/>
                                      </p:to>
                                    </p:set>
                                    <p:animEffect transition="in" filter="slide(fromTop)">
                                      <p:cBhvr>
                                        <p:cTn id="177" dur="500"/>
                                        <p:tgtEl>
                                          <p:spTgt spid="504872"/>
                                        </p:tgtEl>
                                      </p:cBhvr>
                                    </p:animEffect>
                                  </p:childTnLst>
                                </p:cTn>
                              </p:par>
                            </p:childTnLst>
                          </p:cTn>
                        </p:par>
                        <p:par>
                          <p:cTn id="178" fill="hold" nodeType="afterGroup">
                            <p:stCondLst>
                              <p:cond delay="500"/>
                            </p:stCondLst>
                            <p:childTnLst>
                              <p:par>
                                <p:cTn id="179" presetID="1" presetClass="entr" presetSubtype="0" fill="hold" nodeType="afterEffect">
                                  <p:stCondLst>
                                    <p:cond delay="0"/>
                                  </p:stCondLst>
                                  <p:childTnLst>
                                    <p:set>
                                      <p:cBhvr>
                                        <p:cTn id="180" dur="1" fill="hold">
                                          <p:stCondLst>
                                            <p:cond delay="499"/>
                                          </p:stCondLst>
                                        </p:cTn>
                                        <p:tgtEl>
                                          <p:spTgt spid="504873"/>
                                        </p:tgtEl>
                                        <p:attrNameLst>
                                          <p:attrName>style.visibility</p:attrName>
                                        </p:attrNameLst>
                                      </p:cBhvr>
                                      <p:to>
                                        <p:strVal val="visible"/>
                                      </p:to>
                                    </p:se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4" fill="hold" nodeType="clickEffect">
                                  <p:stCondLst>
                                    <p:cond delay="0"/>
                                  </p:stCondLst>
                                  <p:childTnLst>
                                    <p:set>
                                      <p:cBhvr>
                                        <p:cTn id="184" dur="1" fill="hold">
                                          <p:stCondLst>
                                            <p:cond delay="0"/>
                                          </p:stCondLst>
                                        </p:cTn>
                                        <p:tgtEl>
                                          <p:spTgt spid="504874"/>
                                        </p:tgtEl>
                                        <p:attrNameLst>
                                          <p:attrName>style.visibility</p:attrName>
                                        </p:attrNameLst>
                                      </p:cBhvr>
                                      <p:to>
                                        <p:strVal val="visible"/>
                                      </p:to>
                                    </p:set>
                                    <p:animEffect transition="in" filter="wipe(down)">
                                      <p:cBhvr>
                                        <p:cTn id="185" dur="500"/>
                                        <p:tgtEl>
                                          <p:spTgt spid="504874"/>
                                        </p:tgtEl>
                                      </p:cBhvr>
                                    </p:animEffect>
                                  </p:childTnLst>
                                </p:cTn>
                              </p:par>
                            </p:childTnLst>
                          </p:cTn>
                        </p:par>
                        <p:par>
                          <p:cTn id="186" fill="hold" nodeType="afterGroup">
                            <p:stCondLst>
                              <p:cond delay="500"/>
                            </p:stCondLst>
                            <p:childTnLst>
                              <p:par>
                                <p:cTn id="187" presetID="1" presetClass="entr" presetSubtype="0" fill="hold" nodeType="afterEffect">
                                  <p:stCondLst>
                                    <p:cond delay="0"/>
                                  </p:stCondLst>
                                  <p:childTnLst>
                                    <p:set>
                                      <p:cBhvr>
                                        <p:cTn id="188" dur="1" fill="hold">
                                          <p:stCondLst>
                                            <p:cond delay="499"/>
                                          </p:stCondLst>
                                        </p:cTn>
                                        <p:tgtEl>
                                          <p:spTgt spid="504875"/>
                                        </p:tgtEl>
                                        <p:attrNameLst>
                                          <p:attrName>style.visibility</p:attrName>
                                        </p:attrNameLst>
                                      </p:cBhvr>
                                      <p:to>
                                        <p:strVal val="visible"/>
                                      </p:to>
                                    </p:se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8" fill="hold" nodeType="clickEffect">
                                  <p:stCondLst>
                                    <p:cond delay="0"/>
                                  </p:stCondLst>
                                  <p:childTnLst>
                                    <p:set>
                                      <p:cBhvr>
                                        <p:cTn id="192" dur="1" fill="hold">
                                          <p:stCondLst>
                                            <p:cond delay="0"/>
                                          </p:stCondLst>
                                        </p:cTn>
                                        <p:tgtEl>
                                          <p:spTgt spid="504879"/>
                                        </p:tgtEl>
                                        <p:attrNameLst>
                                          <p:attrName>style.visibility</p:attrName>
                                        </p:attrNameLst>
                                      </p:cBhvr>
                                      <p:to>
                                        <p:strVal val="visible"/>
                                      </p:to>
                                    </p:set>
                                    <p:animEffect transition="in" filter="wipe(left)">
                                      <p:cBhvr>
                                        <p:cTn id="193" dur="500"/>
                                        <p:tgtEl>
                                          <p:spTgt spid="504879"/>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8" fill="hold" nodeType="clickEffect">
                                  <p:stCondLst>
                                    <p:cond delay="0"/>
                                  </p:stCondLst>
                                  <p:childTnLst>
                                    <p:set>
                                      <p:cBhvr>
                                        <p:cTn id="197" dur="1" fill="hold">
                                          <p:stCondLst>
                                            <p:cond delay="0"/>
                                          </p:stCondLst>
                                        </p:cTn>
                                        <p:tgtEl>
                                          <p:spTgt spid="504880"/>
                                        </p:tgtEl>
                                        <p:attrNameLst>
                                          <p:attrName>style.visibility</p:attrName>
                                        </p:attrNameLst>
                                      </p:cBhvr>
                                      <p:to>
                                        <p:strVal val="visible"/>
                                      </p:to>
                                    </p:set>
                                    <p:animEffect transition="in" filter="wipe(left)">
                                      <p:cBhvr>
                                        <p:cTn id="198" dur="500"/>
                                        <p:tgtEl>
                                          <p:spTgt spid="504880"/>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8" fill="hold" nodeType="clickEffect">
                                  <p:stCondLst>
                                    <p:cond delay="0"/>
                                  </p:stCondLst>
                                  <p:childTnLst>
                                    <p:set>
                                      <p:cBhvr>
                                        <p:cTn id="202" dur="1" fill="hold">
                                          <p:stCondLst>
                                            <p:cond delay="0"/>
                                          </p:stCondLst>
                                        </p:cTn>
                                        <p:tgtEl>
                                          <p:spTgt spid="504881"/>
                                        </p:tgtEl>
                                        <p:attrNameLst>
                                          <p:attrName>style.visibility</p:attrName>
                                        </p:attrNameLst>
                                      </p:cBhvr>
                                      <p:to>
                                        <p:strVal val="visible"/>
                                      </p:to>
                                    </p:set>
                                    <p:animEffect transition="in" filter="wipe(left)">
                                      <p:cBhvr>
                                        <p:cTn id="203" dur="500"/>
                                        <p:tgtEl>
                                          <p:spTgt spid="504881"/>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2" presetClass="entr" presetSubtype="8" fill="hold" nodeType="clickEffect">
                                  <p:stCondLst>
                                    <p:cond delay="0"/>
                                  </p:stCondLst>
                                  <p:childTnLst>
                                    <p:set>
                                      <p:cBhvr>
                                        <p:cTn id="207" dur="1" fill="hold">
                                          <p:stCondLst>
                                            <p:cond delay="0"/>
                                          </p:stCondLst>
                                        </p:cTn>
                                        <p:tgtEl>
                                          <p:spTgt spid="504884"/>
                                        </p:tgtEl>
                                        <p:attrNameLst>
                                          <p:attrName>style.visibility</p:attrName>
                                        </p:attrNameLst>
                                      </p:cBhvr>
                                      <p:to>
                                        <p:strVal val="visible"/>
                                      </p:to>
                                    </p:set>
                                    <p:animEffect transition="in" filter="wipe(left)">
                                      <p:cBhvr>
                                        <p:cTn id="208" dur="500"/>
                                        <p:tgtEl>
                                          <p:spTgt spid="504884"/>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2" presetClass="entr" presetSubtype="8" fill="hold" nodeType="clickEffect">
                                  <p:stCondLst>
                                    <p:cond delay="0"/>
                                  </p:stCondLst>
                                  <p:childTnLst>
                                    <p:set>
                                      <p:cBhvr>
                                        <p:cTn id="212" dur="1" fill="hold">
                                          <p:stCondLst>
                                            <p:cond delay="0"/>
                                          </p:stCondLst>
                                        </p:cTn>
                                        <p:tgtEl>
                                          <p:spTgt spid="504882"/>
                                        </p:tgtEl>
                                        <p:attrNameLst>
                                          <p:attrName>style.visibility</p:attrName>
                                        </p:attrNameLst>
                                      </p:cBhvr>
                                      <p:to>
                                        <p:strVal val="visible"/>
                                      </p:to>
                                    </p:set>
                                    <p:animEffect transition="in" filter="wipe(left)">
                                      <p:cBhvr>
                                        <p:cTn id="213" dur="500"/>
                                        <p:tgtEl>
                                          <p:spTgt spid="504882"/>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22" presetClass="entr" presetSubtype="8" fill="hold" nodeType="clickEffect">
                                  <p:stCondLst>
                                    <p:cond delay="0"/>
                                  </p:stCondLst>
                                  <p:childTnLst>
                                    <p:set>
                                      <p:cBhvr>
                                        <p:cTn id="217" dur="1" fill="hold">
                                          <p:stCondLst>
                                            <p:cond delay="0"/>
                                          </p:stCondLst>
                                        </p:cTn>
                                        <p:tgtEl>
                                          <p:spTgt spid="504883"/>
                                        </p:tgtEl>
                                        <p:attrNameLst>
                                          <p:attrName>style.visibility</p:attrName>
                                        </p:attrNameLst>
                                      </p:cBhvr>
                                      <p:to>
                                        <p:strVal val="visible"/>
                                      </p:to>
                                    </p:set>
                                    <p:animEffect transition="in" filter="wipe(left)">
                                      <p:cBhvr>
                                        <p:cTn id="218" dur="500"/>
                                        <p:tgtEl>
                                          <p:spTgt spid="504883"/>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2" presetClass="entr" presetSubtype="4" fill="hold" nodeType="clickEffect">
                                  <p:stCondLst>
                                    <p:cond delay="0"/>
                                  </p:stCondLst>
                                  <p:childTnLst>
                                    <p:set>
                                      <p:cBhvr>
                                        <p:cTn id="222" dur="1" fill="hold">
                                          <p:stCondLst>
                                            <p:cond delay="0"/>
                                          </p:stCondLst>
                                        </p:cTn>
                                        <p:tgtEl>
                                          <p:spTgt spid="504877"/>
                                        </p:tgtEl>
                                        <p:attrNameLst>
                                          <p:attrName>style.visibility</p:attrName>
                                        </p:attrNameLst>
                                      </p:cBhvr>
                                      <p:to>
                                        <p:strVal val="visible"/>
                                      </p:to>
                                    </p:set>
                                    <p:animEffect transition="in" filter="slide(fromBottom)">
                                      <p:cBhvr>
                                        <p:cTn id="223" dur="500"/>
                                        <p:tgtEl>
                                          <p:spTgt spid="504877"/>
                                        </p:tgtEl>
                                      </p:cBhvr>
                                    </p:animEffect>
                                  </p:childTnLst>
                                </p:cTn>
                              </p:par>
                            </p:childTnLst>
                          </p:cTn>
                        </p:par>
                        <p:par>
                          <p:cTn id="224" fill="hold" nodeType="afterGroup">
                            <p:stCondLst>
                              <p:cond delay="500"/>
                            </p:stCondLst>
                            <p:childTnLst>
                              <p:par>
                                <p:cTn id="225" presetID="1" presetClass="entr" presetSubtype="0" fill="hold" nodeType="afterEffect">
                                  <p:stCondLst>
                                    <p:cond delay="0"/>
                                  </p:stCondLst>
                                  <p:childTnLst>
                                    <p:set>
                                      <p:cBhvr>
                                        <p:cTn id="226" dur="1" fill="hold">
                                          <p:stCondLst>
                                            <p:cond delay="499"/>
                                          </p:stCondLst>
                                        </p:cTn>
                                        <p:tgtEl>
                                          <p:spTgt spid="504878"/>
                                        </p:tgtEl>
                                        <p:attrNameLst>
                                          <p:attrName>style.visibility</p:attrName>
                                        </p:attrNameLst>
                                      </p:cBhvr>
                                      <p:to>
                                        <p:strVal val="visible"/>
                                      </p:to>
                                    </p:se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2" presetClass="entr" presetSubtype="8" fill="hold" nodeType="clickEffect">
                                  <p:stCondLst>
                                    <p:cond delay="0"/>
                                  </p:stCondLst>
                                  <p:childTnLst>
                                    <p:set>
                                      <p:cBhvr>
                                        <p:cTn id="230" dur="1" fill="hold">
                                          <p:stCondLst>
                                            <p:cond delay="0"/>
                                          </p:stCondLst>
                                        </p:cTn>
                                        <p:tgtEl>
                                          <p:spTgt spid="504888"/>
                                        </p:tgtEl>
                                        <p:attrNameLst>
                                          <p:attrName>style.visibility</p:attrName>
                                        </p:attrNameLst>
                                      </p:cBhvr>
                                      <p:to>
                                        <p:strVal val="visible"/>
                                      </p:to>
                                    </p:set>
                                    <p:animEffect transition="in" filter="wipe(left)">
                                      <p:cBhvr>
                                        <p:cTn id="231" dur="500"/>
                                        <p:tgtEl>
                                          <p:spTgt spid="504888"/>
                                        </p:tgtEl>
                                      </p:cBhvr>
                                    </p:animEffect>
                                  </p:childTnLst>
                                </p:cTn>
                              </p:par>
                              <p:par>
                                <p:cTn id="232" presetID="22" presetClass="entr" presetSubtype="8" fill="hold" nodeType="withEffect">
                                  <p:stCondLst>
                                    <p:cond delay="0"/>
                                  </p:stCondLst>
                                  <p:iterate type="wd">
                                    <p:tmPct val="42000"/>
                                  </p:iterate>
                                  <p:childTnLst>
                                    <p:set>
                                      <p:cBhvr>
                                        <p:cTn id="233" dur="1" fill="hold">
                                          <p:stCondLst>
                                            <p:cond delay="0"/>
                                          </p:stCondLst>
                                        </p:cTn>
                                        <p:tgtEl>
                                          <p:spTgt spid="504887"/>
                                        </p:tgtEl>
                                        <p:attrNameLst>
                                          <p:attrName>style.visibility</p:attrName>
                                        </p:attrNameLst>
                                      </p:cBhvr>
                                      <p:to>
                                        <p:strVal val="visible"/>
                                      </p:to>
                                    </p:set>
                                    <p:animEffect transition="in" filter="wipe(left)">
                                      <p:cBhvr>
                                        <p:cTn id="234" dur="500"/>
                                        <p:tgtEl>
                                          <p:spTgt spid="504887"/>
                                        </p:tgtEl>
                                      </p:cBhvr>
                                    </p:animEffec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22" presetClass="entr" presetSubtype="8" fill="hold" nodeType="clickEffect">
                                  <p:stCondLst>
                                    <p:cond delay="0"/>
                                  </p:stCondLst>
                                  <p:childTnLst>
                                    <p:set>
                                      <p:cBhvr>
                                        <p:cTn id="238" dur="1" fill="hold">
                                          <p:stCondLst>
                                            <p:cond delay="0"/>
                                          </p:stCondLst>
                                        </p:cTn>
                                        <p:tgtEl>
                                          <p:spTgt spid="504889"/>
                                        </p:tgtEl>
                                        <p:attrNameLst>
                                          <p:attrName>style.visibility</p:attrName>
                                        </p:attrNameLst>
                                      </p:cBhvr>
                                      <p:to>
                                        <p:strVal val="visible"/>
                                      </p:to>
                                    </p:set>
                                    <p:animEffect transition="in" filter="wipe(left)">
                                      <p:cBhvr>
                                        <p:cTn id="239" dur="500"/>
                                        <p:tgtEl>
                                          <p:spTgt spid="504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5" grpId="0" autoUpdateAnimBg="0"/>
      <p:bldP spid="504836" grpId="0"/>
      <p:bldP spid="504837" grpId="0"/>
      <p:bldP spid="504840" grpId="0" animBg="1"/>
      <p:bldP spid="504843" grpId="0" animBg="1"/>
      <p:bldP spid="504854" grpId="0" animBg="1"/>
      <p:bldP spid="504857" grpId="0" animBg="1"/>
      <p:bldP spid="504859" grpId="0" animBg="1" autoUpdateAnimBg="0"/>
      <p:bldP spid="504863" grpId="0" autoUpdateAnimBg="0"/>
      <p:bldP spid="504864" grpId="0" animBg="1"/>
      <p:bldP spid="504867" grpId="0" animBg="1"/>
      <p:bldP spid="504880" grpId="0" animBg="1"/>
      <p:bldP spid="504884" grpId="0" animBg="1"/>
      <p:bldP spid="504885" grpId="0" autoUpdateAnimBg="0"/>
      <p:bldP spid="504887" grpId="0" autoUpdateAnimBg="0"/>
      <p:bldP spid="50488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Text Box 2">
            <a:extLst>
              <a:ext uri="{FF2B5EF4-FFF2-40B4-BE49-F238E27FC236}">
                <a16:creationId xmlns:a16="http://schemas.microsoft.com/office/drawing/2014/main" id="{AB66054A-04F6-0174-7168-B3B3C2176854}"/>
              </a:ext>
            </a:extLst>
          </p:cNvPr>
          <p:cNvSpPr txBox="1">
            <a:spLocks noChangeArrowheads="1"/>
          </p:cNvSpPr>
          <p:nvPr/>
        </p:nvSpPr>
        <p:spPr bwMode="auto">
          <a:xfrm>
            <a:off x="785813" y="280988"/>
            <a:ext cx="13382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solidFill>
                  <a:srgbClr val="FFFF00"/>
                </a:solidFill>
              </a:rPr>
              <a:t>结论：</a:t>
            </a:r>
            <a:endParaRPr lang="zh-CN" altLang="en-US"/>
          </a:p>
        </p:txBody>
      </p:sp>
      <p:sp>
        <p:nvSpPr>
          <p:cNvPr id="278531" name="AutoShape 3">
            <a:extLst>
              <a:ext uri="{FF2B5EF4-FFF2-40B4-BE49-F238E27FC236}">
                <a16:creationId xmlns:a16="http://schemas.microsoft.com/office/drawing/2014/main" id="{B9796F91-B939-3663-DEBC-393DE91225B0}"/>
              </a:ext>
            </a:extLst>
          </p:cNvPr>
          <p:cNvSpPr>
            <a:spLocks noChangeAspect="1" noChangeArrowheads="1"/>
          </p:cNvSpPr>
          <p:nvPr/>
        </p:nvSpPr>
        <p:spPr bwMode="auto">
          <a:xfrm>
            <a:off x="366713" y="361950"/>
            <a:ext cx="465137" cy="407988"/>
          </a:xfrm>
          <a:prstGeom prst="star5">
            <a:avLst/>
          </a:prstGeom>
          <a:solidFill>
            <a:srgbClr val="FF3300"/>
          </a:solidFill>
          <a:ln w="9525">
            <a:solidFill>
              <a:srgbClr val="FFFFFF"/>
            </a:solidFill>
            <a:miter lim="800000"/>
            <a:headEnd/>
            <a:tailEnd/>
          </a:ln>
          <a:effectLst/>
        </p:spPr>
        <p:txBody>
          <a:bodyPr wrap="none" anchor="ctr"/>
          <a:lstStyle/>
          <a:p>
            <a:pPr algn="just">
              <a:defRPr/>
            </a:pPr>
            <a:endParaRPr lang="zh-CN" altLang="en-US"/>
          </a:p>
        </p:txBody>
      </p:sp>
      <p:sp>
        <p:nvSpPr>
          <p:cNvPr id="278532" name="Text Box 4">
            <a:extLst>
              <a:ext uri="{FF2B5EF4-FFF2-40B4-BE49-F238E27FC236}">
                <a16:creationId xmlns:a16="http://schemas.microsoft.com/office/drawing/2014/main" id="{807FBA39-7FDE-D948-430C-68F85DFD500B}"/>
              </a:ext>
            </a:extLst>
          </p:cNvPr>
          <p:cNvSpPr txBox="1">
            <a:spLocks noChangeArrowheads="1"/>
          </p:cNvSpPr>
          <p:nvPr/>
        </p:nvSpPr>
        <p:spPr bwMode="auto">
          <a:xfrm>
            <a:off x="674688" y="942975"/>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solidFill>
                  <a:srgbClr val="66FFFF"/>
                </a:solidFill>
                <a:cs typeface="Times New Roman" panose="02020603050405020304" pitchFamily="18" charset="0"/>
              </a:rPr>
              <a:t> </a:t>
            </a:r>
            <a:r>
              <a:rPr lang="zh-CN" altLang="en-US">
                <a:solidFill>
                  <a:srgbClr val="66FFFF"/>
                </a:solidFill>
              </a:rPr>
              <a:t>抗磁质磁化</a:t>
            </a:r>
          </a:p>
        </p:txBody>
      </p:sp>
      <p:sp>
        <p:nvSpPr>
          <p:cNvPr id="278533" name="Text Box 5">
            <a:extLst>
              <a:ext uri="{FF2B5EF4-FFF2-40B4-BE49-F238E27FC236}">
                <a16:creationId xmlns:a16="http://schemas.microsoft.com/office/drawing/2014/main" id="{1E8F29A5-A2A7-28D0-BC11-632EA68DD75F}"/>
              </a:ext>
            </a:extLst>
          </p:cNvPr>
          <p:cNvSpPr txBox="1">
            <a:spLocks noChangeArrowheads="1"/>
          </p:cNvSpPr>
          <p:nvPr/>
        </p:nvSpPr>
        <p:spPr bwMode="auto">
          <a:xfrm>
            <a:off x="765175" y="2393950"/>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每个分子中的所有电子都产生“</a:t>
            </a:r>
            <a:r>
              <a:rPr lang="zh-CN" altLang="en-US">
                <a:latin typeface="宋体" panose="02010600030101010101" pitchFamily="2" charset="-122"/>
              </a:rPr>
              <a:t>感应</a:t>
            </a:r>
            <a:r>
              <a:rPr lang="zh-CN" altLang="en-US"/>
              <a:t>”</a:t>
            </a:r>
            <a:r>
              <a:rPr lang="zh-CN" altLang="en-US">
                <a:latin typeface="宋体" panose="02010600030101010101" pitchFamily="2" charset="-122"/>
              </a:rPr>
              <a:t>磁矩。</a:t>
            </a:r>
          </a:p>
        </p:txBody>
      </p:sp>
      <p:sp>
        <p:nvSpPr>
          <p:cNvPr id="278535" name="Text Box 7">
            <a:extLst>
              <a:ext uri="{FF2B5EF4-FFF2-40B4-BE49-F238E27FC236}">
                <a16:creationId xmlns:a16="http://schemas.microsoft.com/office/drawing/2014/main" id="{6F6974D9-F46D-A174-9C36-AAAFE89982DC}"/>
              </a:ext>
            </a:extLst>
          </p:cNvPr>
          <p:cNvSpPr txBox="1">
            <a:spLocks noChangeArrowheads="1"/>
          </p:cNvSpPr>
          <p:nvPr/>
        </p:nvSpPr>
        <p:spPr bwMode="auto">
          <a:xfrm>
            <a:off x="5584825" y="2860675"/>
            <a:ext cx="419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与外磁场方向相反。</a:t>
            </a:r>
          </a:p>
        </p:txBody>
      </p:sp>
      <p:sp>
        <p:nvSpPr>
          <p:cNvPr id="278536" name="AutoShape 8">
            <a:extLst>
              <a:ext uri="{FF2B5EF4-FFF2-40B4-BE49-F238E27FC236}">
                <a16:creationId xmlns:a16="http://schemas.microsoft.com/office/drawing/2014/main" id="{C983F655-54AE-6245-76FE-AF8A631912CA}"/>
              </a:ext>
            </a:extLst>
          </p:cNvPr>
          <p:cNvSpPr>
            <a:spLocks noChangeArrowheads="1"/>
          </p:cNvSpPr>
          <p:nvPr/>
        </p:nvSpPr>
        <p:spPr bwMode="auto">
          <a:xfrm>
            <a:off x="4848225" y="3017838"/>
            <a:ext cx="609600" cy="150812"/>
          </a:xfrm>
          <a:prstGeom prst="rightArrow">
            <a:avLst>
              <a:gd name="adj1" fmla="val 50000"/>
              <a:gd name="adj2" fmla="val 101053"/>
            </a:avLst>
          </a:prstGeom>
          <a:gradFill rotWithShape="1">
            <a:gsLst>
              <a:gs pos="0">
                <a:srgbClr val="765E76"/>
              </a:gs>
              <a:gs pos="50000">
                <a:srgbClr val="FFCCFF"/>
              </a:gs>
              <a:gs pos="100000">
                <a:srgbClr val="765E76"/>
              </a:gs>
            </a:gsLst>
            <a:lin ang="5400000" scaled="1"/>
          </a:gra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278537" name="Object 2">
            <a:extLst>
              <a:ext uri="{FF2B5EF4-FFF2-40B4-BE49-F238E27FC236}">
                <a16:creationId xmlns:a16="http://schemas.microsoft.com/office/drawing/2014/main" id="{B6CA68D9-AC64-F788-0163-87C7C3739F80}"/>
              </a:ext>
            </a:extLst>
          </p:cNvPr>
          <p:cNvGraphicFramePr>
            <a:graphicFrameLocks/>
          </p:cNvGraphicFramePr>
          <p:nvPr/>
        </p:nvGraphicFramePr>
        <p:xfrm>
          <a:off x="827088" y="1484313"/>
          <a:ext cx="928687" cy="442912"/>
        </p:xfrm>
        <a:graphic>
          <a:graphicData uri="http://schemas.openxmlformats.org/presentationml/2006/ole">
            <mc:AlternateContent xmlns:mc="http://schemas.openxmlformats.org/markup-compatibility/2006">
              <mc:Choice xmlns:v="urn:schemas-microsoft-com:vml" Requires="v">
                <p:oleObj name="Equation" r:id="rId2" imgW="899222" imgH="411480" progId="Equation.3">
                  <p:embed/>
                </p:oleObj>
              </mc:Choice>
              <mc:Fallback>
                <p:oleObj name="Equation" r:id="rId2" imgW="899222" imgH="41148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484313"/>
                        <a:ext cx="928687"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8538" name="Text Box 10">
            <a:extLst>
              <a:ext uri="{FF2B5EF4-FFF2-40B4-BE49-F238E27FC236}">
                <a16:creationId xmlns:a16="http://schemas.microsoft.com/office/drawing/2014/main" id="{B5CC8F0E-4219-8DB1-CE27-E23B89A397F9}"/>
              </a:ext>
            </a:extLst>
          </p:cNvPr>
          <p:cNvSpPr txBox="1">
            <a:spLocks noChangeArrowheads="1"/>
          </p:cNvSpPr>
          <p:nvPr/>
        </p:nvSpPr>
        <p:spPr bwMode="auto">
          <a:xfrm>
            <a:off x="1908175" y="1458913"/>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rPr>
              <a:t>在外磁场中，分子固有磁矩的转向效应不存在。</a:t>
            </a:r>
          </a:p>
        </p:txBody>
      </p:sp>
      <p:sp>
        <p:nvSpPr>
          <p:cNvPr id="278539" name="Rectangle 11">
            <a:extLst>
              <a:ext uri="{FF2B5EF4-FFF2-40B4-BE49-F238E27FC236}">
                <a16:creationId xmlns:a16="http://schemas.microsoft.com/office/drawing/2014/main" id="{E3EDCE52-3910-FD4D-A81D-78D8808220A7}"/>
              </a:ext>
            </a:extLst>
          </p:cNvPr>
          <p:cNvSpPr>
            <a:spLocks noChangeArrowheads="1"/>
          </p:cNvSpPr>
          <p:nvPr/>
        </p:nvSpPr>
        <p:spPr bwMode="auto">
          <a:xfrm>
            <a:off x="738188" y="1916113"/>
            <a:ext cx="7705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rPr>
              <a:t>其磁化的主要原因是：引起的附加磁矩。</a:t>
            </a:r>
          </a:p>
        </p:txBody>
      </p:sp>
      <p:sp>
        <p:nvSpPr>
          <p:cNvPr id="278540" name="Rectangle 12">
            <a:extLst>
              <a:ext uri="{FF2B5EF4-FFF2-40B4-BE49-F238E27FC236}">
                <a16:creationId xmlns:a16="http://schemas.microsoft.com/office/drawing/2014/main" id="{47404DA6-D509-F69E-5B56-05DECA997CC1}"/>
              </a:ext>
            </a:extLst>
          </p:cNvPr>
          <p:cNvSpPr>
            <a:spLocks noChangeArrowheads="1"/>
          </p:cNvSpPr>
          <p:nvPr/>
        </p:nvSpPr>
        <p:spPr bwMode="auto">
          <a:xfrm>
            <a:off x="6227763" y="1919288"/>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rPr>
              <a:t>在外场作用下，</a:t>
            </a:r>
          </a:p>
        </p:txBody>
      </p:sp>
      <p:sp>
        <p:nvSpPr>
          <p:cNvPr id="278541" name="Rectangle 13">
            <a:extLst>
              <a:ext uri="{FF2B5EF4-FFF2-40B4-BE49-F238E27FC236}">
                <a16:creationId xmlns:a16="http://schemas.microsoft.com/office/drawing/2014/main" id="{98C753CD-D878-BA08-4E23-E086D73515D2}"/>
              </a:ext>
            </a:extLst>
          </p:cNvPr>
          <p:cNvSpPr>
            <a:spLocks noChangeArrowheads="1"/>
          </p:cNvSpPr>
          <p:nvPr/>
        </p:nvSpPr>
        <p:spPr bwMode="auto">
          <a:xfrm>
            <a:off x="1293813" y="2843213"/>
            <a:ext cx="5468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则磁介质产生</a:t>
            </a:r>
            <a:r>
              <a:rPr lang="zh-CN" altLang="en-US">
                <a:latin typeface="宋体" panose="02010600030101010101" pitchFamily="2" charset="-122"/>
              </a:rPr>
              <a:t>附加磁场</a:t>
            </a:r>
          </a:p>
        </p:txBody>
      </p:sp>
      <p:sp>
        <p:nvSpPr>
          <p:cNvPr id="278542" name="Line 14">
            <a:extLst>
              <a:ext uri="{FF2B5EF4-FFF2-40B4-BE49-F238E27FC236}">
                <a16:creationId xmlns:a16="http://schemas.microsoft.com/office/drawing/2014/main" id="{6611F648-359E-F160-D03C-FF5FE4214382}"/>
              </a:ext>
            </a:extLst>
          </p:cNvPr>
          <p:cNvSpPr>
            <a:spLocks noChangeShapeType="1"/>
          </p:cNvSpPr>
          <p:nvPr/>
        </p:nvSpPr>
        <p:spPr bwMode="auto">
          <a:xfrm>
            <a:off x="5243513" y="4092575"/>
            <a:ext cx="3124200" cy="0"/>
          </a:xfrm>
          <a:prstGeom prst="line">
            <a:avLst/>
          </a:prstGeom>
          <a:noFill/>
          <a:ln w="349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8543" name="Object 3">
            <a:extLst>
              <a:ext uri="{FF2B5EF4-FFF2-40B4-BE49-F238E27FC236}">
                <a16:creationId xmlns:a16="http://schemas.microsoft.com/office/drawing/2014/main" id="{3C64463D-DCB8-1B40-72FB-1DB06EF47D0F}"/>
              </a:ext>
            </a:extLst>
          </p:cNvPr>
          <p:cNvGraphicFramePr>
            <a:graphicFrameLocks/>
          </p:cNvGraphicFramePr>
          <p:nvPr/>
        </p:nvGraphicFramePr>
        <p:xfrm>
          <a:off x="6462713" y="3559175"/>
          <a:ext cx="366712" cy="446088"/>
        </p:xfrm>
        <a:graphic>
          <a:graphicData uri="http://schemas.openxmlformats.org/presentationml/2006/ole">
            <mc:AlternateContent xmlns:mc="http://schemas.openxmlformats.org/markup-compatibility/2006">
              <mc:Choice xmlns:v="urn:schemas-microsoft-com:vml" Requires="v">
                <p:oleObj name="Equation" r:id="rId4" imgW="335404" imgH="411480" progId="Equation.3">
                  <p:embed/>
                </p:oleObj>
              </mc:Choice>
              <mc:Fallback>
                <p:oleObj name="Equation" r:id="rId4" imgW="335404" imgH="411480"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2713" y="3559175"/>
                        <a:ext cx="366712"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8544" name="Text Box 16">
            <a:extLst>
              <a:ext uri="{FF2B5EF4-FFF2-40B4-BE49-F238E27FC236}">
                <a16:creationId xmlns:a16="http://schemas.microsoft.com/office/drawing/2014/main" id="{3E94885C-5236-B504-5350-2149A4DE0A35}"/>
              </a:ext>
            </a:extLst>
          </p:cNvPr>
          <p:cNvSpPr txBox="1">
            <a:spLocks noChangeArrowheads="1"/>
          </p:cNvSpPr>
          <p:nvPr/>
        </p:nvSpPr>
        <p:spPr bwMode="auto">
          <a:xfrm>
            <a:off x="754063" y="39751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将顺磁质放入外场</a:t>
            </a:r>
          </a:p>
        </p:txBody>
      </p:sp>
      <p:sp>
        <p:nvSpPr>
          <p:cNvPr id="278545" name="Text Box 17">
            <a:extLst>
              <a:ext uri="{FF2B5EF4-FFF2-40B4-BE49-F238E27FC236}">
                <a16:creationId xmlns:a16="http://schemas.microsoft.com/office/drawing/2014/main" id="{D335FAF6-DD13-F8E2-6515-662ED863BA48}"/>
              </a:ext>
            </a:extLst>
          </p:cNvPr>
          <p:cNvSpPr txBox="1">
            <a:spLocks noChangeArrowheads="1"/>
          </p:cNvSpPr>
          <p:nvPr/>
        </p:nvSpPr>
        <p:spPr bwMode="auto">
          <a:xfrm>
            <a:off x="755650" y="4316413"/>
            <a:ext cx="386397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latin typeface="宋体" panose="02010600030101010101" pitchFamily="2" charset="-122"/>
              </a:rPr>
              <a:t>固有磁矩</a:t>
            </a:r>
            <a:r>
              <a:rPr lang="zh-CN" altLang="en-US"/>
              <a:t>在外磁场作用下，产生取向转动， 磁矩将转向外场方向   </a:t>
            </a:r>
            <a:r>
              <a:rPr lang="en-US" altLang="zh-CN"/>
              <a:t>——   </a:t>
            </a:r>
            <a:r>
              <a:rPr lang="zh-CN" altLang="en-US"/>
              <a:t>宏观上产生附加磁场</a:t>
            </a:r>
          </a:p>
        </p:txBody>
      </p:sp>
      <p:graphicFrame>
        <p:nvGraphicFramePr>
          <p:cNvPr id="278546" name="Object 4">
            <a:extLst>
              <a:ext uri="{FF2B5EF4-FFF2-40B4-BE49-F238E27FC236}">
                <a16:creationId xmlns:a16="http://schemas.microsoft.com/office/drawing/2014/main" id="{4DFD82F6-4116-B10E-9DA7-C0801D3CFCFE}"/>
              </a:ext>
            </a:extLst>
          </p:cNvPr>
          <p:cNvGraphicFramePr>
            <a:graphicFrameLocks/>
          </p:cNvGraphicFramePr>
          <p:nvPr/>
        </p:nvGraphicFramePr>
        <p:xfrm>
          <a:off x="3373438" y="4010025"/>
          <a:ext cx="366712" cy="442913"/>
        </p:xfrm>
        <a:graphic>
          <a:graphicData uri="http://schemas.openxmlformats.org/presentationml/2006/ole">
            <mc:AlternateContent xmlns:mc="http://schemas.openxmlformats.org/markup-compatibility/2006">
              <mc:Choice xmlns:v="urn:schemas-microsoft-com:vml" Requires="v">
                <p:oleObj name="Equation" r:id="rId4" imgW="335404" imgH="411480" progId="Equation.3">
                  <p:embed/>
                </p:oleObj>
              </mc:Choice>
              <mc:Fallback>
                <p:oleObj name="Equation" r:id="rId4" imgW="335404" imgH="41148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3438" y="4010025"/>
                        <a:ext cx="366712"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47" name="Object 5">
            <a:extLst>
              <a:ext uri="{FF2B5EF4-FFF2-40B4-BE49-F238E27FC236}">
                <a16:creationId xmlns:a16="http://schemas.microsoft.com/office/drawing/2014/main" id="{AFA7ABC3-0B34-15E0-3734-74E376B63E5E}"/>
              </a:ext>
            </a:extLst>
          </p:cNvPr>
          <p:cNvGraphicFramePr>
            <a:graphicFrameLocks/>
          </p:cNvGraphicFramePr>
          <p:nvPr/>
        </p:nvGraphicFramePr>
        <p:xfrm>
          <a:off x="2800350" y="5834063"/>
          <a:ext cx="406400" cy="431800"/>
        </p:xfrm>
        <a:graphic>
          <a:graphicData uri="http://schemas.openxmlformats.org/presentationml/2006/ole">
            <mc:AlternateContent xmlns:mc="http://schemas.openxmlformats.org/markup-compatibility/2006">
              <mc:Choice xmlns:v="urn:schemas-microsoft-com:vml" Requires="v">
                <p:oleObj name="Equation" r:id="rId7" imgW="373224" imgH="403999" progId="Equation.3">
                  <p:embed/>
                </p:oleObj>
              </mc:Choice>
              <mc:Fallback>
                <p:oleObj name="Equation" r:id="rId7" imgW="373224" imgH="403999" progId="Equation.3">
                  <p:embed/>
                  <p:pic>
                    <p:nvPicPr>
                      <p:cNvPr id="0"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00350" y="5834063"/>
                        <a:ext cx="406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8548" name="Line 20">
            <a:extLst>
              <a:ext uri="{FF2B5EF4-FFF2-40B4-BE49-F238E27FC236}">
                <a16:creationId xmlns:a16="http://schemas.microsoft.com/office/drawing/2014/main" id="{6BB47E8A-CB14-A28B-22C4-83236DE804BD}"/>
              </a:ext>
            </a:extLst>
          </p:cNvPr>
          <p:cNvSpPr>
            <a:spLocks noChangeShapeType="1"/>
          </p:cNvSpPr>
          <p:nvPr/>
        </p:nvSpPr>
        <p:spPr bwMode="auto">
          <a:xfrm>
            <a:off x="8027988" y="5083175"/>
            <a:ext cx="720725" cy="0"/>
          </a:xfrm>
          <a:prstGeom prst="line">
            <a:avLst/>
          </a:prstGeom>
          <a:noFill/>
          <a:ln w="34925">
            <a:solidFill>
              <a:srgbClr val="FF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8549" name="Object 6">
            <a:extLst>
              <a:ext uri="{FF2B5EF4-FFF2-40B4-BE49-F238E27FC236}">
                <a16:creationId xmlns:a16="http://schemas.microsoft.com/office/drawing/2014/main" id="{37C56B6D-AD6E-E127-1B2F-7F85762BAE63}"/>
              </a:ext>
            </a:extLst>
          </p:cNvPr>
          <p:cNvGraphicFramePr>
            <a:graphicFrameLocks/>
          </p:cNvGraphicFramePr>
          <p:nvPr/>
        </p:nvGraphicFramePr>
        <p:xfrm>
          <a:off x="8250238" y="4594225"/>
          <a:ext cx="403225" cy="428625"/>
        </p:xfrm>
        <a:graphic>
          <a:graphicData uri="http://schemas.openxmlformats.org/presentationml/2006/ole">
            <mc:AlternateContent xmlns:mc="http://schemas.openxmlformats.org/markup-compatibility/2006">
              <mc:Choice xmlns:v="urn:schemas-microsoft-com:vml" Requires="v">
                <p:oleObj name="Equation" r:id="rId9" imgW="373224" imgH="403999" progId="Equation.3">
                  <p:embed/>
                </p:oleObj>
              </mc:Choice>
              <mc:Fallback>
                <p:oleObj name="Equation" r:id="rId9" imgW="373224" imgH="403999" progId="Equation.3">
                  <p:embed/>
                  <p:pic>
                    <p:nvPicPr>
                      <p:cNvPr id="0"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50238" y="4594225"/>
                        <a:ext cx="40322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8550" name="Text Box 22">
            <a:extLst>
              <a:ext uri="{FF2B5EF4-FFF2-40B4-BE49-F238E27FC236}">
                <a16:creationId xmlns:a16="http://schemas.microsoft.com/office/drawing/2014/main" id="{3E7301F6-F0DE-F0FE-CF72-7C228C1FBA55}"/>
              </a:ext>
            </a:extLst>
          </p:cNvPr>
          <p:cNvSpPr txBox="1">
            <a:spLocks noChangeArrowheads="1"/>
          </p:cNvSpPr>
          <p:nvPr/>
        </p:nvSpPr>
        <p:spPr bwMode="auto">
          <a:xfrm>
            <a:off x="747713" y="34290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66FFFF"/>
                </a:solidFill>
              </a:rPr>
              <a:t>顺磁质磁化</a:t>
            </a:r>
          </a:p>
        </p:txBody>
      </p:sp>
      <p:grpSp>
        <p:nvGrpSpPr>
          <p:cNvPr id="2" name="Group 23">
            <a:extLst>
              <a:ext uri="{FF2B5EF4-FFF2-40B4-BE49-F238E27FC236}">
                <a16:creationId xmlns:a16="http://schemas.microsoft.com/office/drawing/2014/main" id="{1FA9C54B-B834-EE47-A338-57B08E715C38}"/>
              </a:ext>
            </a:extLst>
          </p:cNvPr>
          <p:cNvGrpSpPr>
            <a:grpSpLocks/>
          </p:cNvGrpSpPr>
          <p:nvPr/>
        </p:nvGrpSpPr>
        <p:grpSpPr bwMode="auto">
          <a:xfrm>
            <a:off x="5334000" y="4367213"/>
            <a:ext cx="2895600" cy="1271587"/>
            <a:chOff x="2235" y="1631"/>
            <a:chExt cx="1824" cy="801"/>
          </a:xfrm>
        </p:grpSpPr>
        <p:sp>
          <p:nvSpPr>
            <p:cNvPr id="30776" name="Oval 24">
              <a:extLst>
                <a:ext uri="{FF2B5EF4-FFF2-40B4-BE49-F238E27FC236}">
                  <a16:creationId xmlns:a16="http://schemas.microsoft.com/office/drawing/2014/main" id="{D1E046C2-D76D-D6A7-6DA1-0A6410589089}"/>
                </a:ext>
              </a:extLst>
            </p:cNvPr>
            <p:cNvSpPr>
              <a:spLocks noChangeArrowheads="1"/>
            </p:cNvSpPr>
            <p:nvPr/>
          </p:nvSpPr>
          <p:spPr bwMode="auto">
            <a:xfrm>
              <a:off x="2239" y="1664"/>
              <a:ext cx="477" cy="768"/>
            </a:xfrm>
            <a:prstGeom prst="ellipse">
              <a:avLst/>
            </a:pr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77" name="Oval 25">
              <a:extLst>
                <a:ext uri="{FF2B5EF4-FFF2-40B4-BE49-F238E27FC236}">
                  <a16:creationId xmlns:a16="http://schemas.microsoft.com/office/drawing/2014/main" id="{8A6DC06E-DC7E-DD02-6CA2-87042AD44E8B}"/>
                </a:ext>
              </a:extLst>
            </p:cNvPr>
            <p:cNvSpPr>
              <a:spLocks noChangeArrowheads="1"/>
            </p:cNvSpPr>
            <p:nvPr/>
          </p:nvSpPr>
          <p:spPr bwMode="auto">
            <a:xfrm>
              <a:off x="3585" y="1664"/>
              <a:ext cx="474" cy="768"/>
            </a:xfrm>
            <a:prstGeom prst="ellipse">
              <a:avLst/>
            </a:prstGeom>
            <a:noFill/>
            <a:ln w="222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78" name="Line 26">
              <a:extLst>
                <a:ext uri="{FF2B5EF4-FFF2-40B4-BE49-F238E27FC236}">
                  <a16:creationId xmlns:a16="http://schemas.microsoft.com/office/drawing/2014/main" id="{76F55869-7E86-626E-F4FE-28E7CADF2B84}"/>
                </a:ext>
              </a:extLst>
            </p:cNvPr>
            <p:cNvSpPr>
              <a:spLocks noChangeShapeType="1"/>
            </p:cNvSpPr>
            <p:nvPr/>
          </p:nvSpPr>
          <p:spPr bwMode="auto">
            <a:xfrm>
              <a:off x="2454" y="1664"/>
              <a:ext cx="1349"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79" name="Line 27">
              <a:extLst>
                <a:ext uri="{FF2B5EF4-FFF2-40B4-BE49-F238E27FC236}">
                  <a16:creationId xmlns:a16="http://schemas.microsoft.com/office/drawing/2014/main" id="{3E0DD328-B468-0B35-8E4B-7F8344E19820}"/>
                </a:ext>
              </a:extLst>
            </p:cNvPr>
            <p:cNvSpPr>
              <a:spLocks noChangeShapeType="1"/>
            </p:cNvSpPr>
            <p:nvPr/>
          </p:nvSpPr>
          <p:spPr bwMode="auto">
            <a:xfrm>
              <a:off x="2454" y="2432"/>
              <a:ext cx="1349"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80" name="Rectangle 28">
              <a:extLst>
                <a:ext uri="{FF2B5EF4-FFF2-40B4-BE49-F238E27FC236}">
                  <a16:creationId xmlns:a16="http://schemas.microsoft.com/office/drawing/2014/main" id="{D1BB55FD-A8B7-F142-235C-86FD6D9D4CBA}"/>
                </a:ext>
              </a:extLst>
            </p:cNvPr>
            <p:cNvSpPr>
              <a:spLocks noChangeArrowheads="1"/>
            </p:cNvSpPr>
            <p:nvPr/>
          </p:nvSpPr>
          <p:spPr bwMode="auto">
            <a:xfrm>
              <a:off x="2454" y="1696"/>
              <a:ext cx="328" cy="704"/>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81" name="Oval 29">
              <a:extLst>
                <a:ext uri="{FF2B5EF4-FFF2-40B4-BE49-F238E27FC236}">
                  <a16:creationId xmlns:a16="http://schemas.microsoft.com/office/drawing/2014/main" id="{8F632674-E714-2F92-BD19-1EE0373413A1}"/>
                </a:ext>
              </a:extLst>
            </p:cNvPr>
            <p:cNvSpPr>
              <a:spLocks noChangeArrowheads="1"/>
            </p:cNvSpPr>
            <p:nvPr/>
          </p:nvSpPr>
          <p:spPr bwMode="auto">
            <a:xfrm>
              <a:off x="2235" y="1664"/>
              <a:ext cx="474" cy="768"/>
            </a:xfrm>
            <a:prstGeom prst="ellipse">
              <a:avLst/>
            </a:prstGeom>
            <a:noFill/>
            <a:ln w="19050">
              <a:solidFill>
                <a:schemeClr val="bg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pSp>
          <p:nvGrpSpPr>
            <p:cNvPr id="30782" name="Group 30">
              <a:extLst>
                <a:ext uri="{FF2B5EF4-FFF2-40B4-BE49-F238E27FC236}">
                  <a16:creationId xmlns:a16="http://schemas.microsoft.com/office/drawing/2014/main" id="{3B1CBB7B-0D73-1782-15CC-34DCFBE7ADD4}"/>
                </a:ext>
              </a:extLst>
            </p:cNvPr>
            <p:cNvGrpSpPr>
              <a:grpSpLocks/>
            </p:cNvGrpSpPr>
            <p:nvPr/>
          </p:nvGrpSpPr>
          <p:grpSpPr bwMode="auto">
            <a:xfrm>
              <a:off x="2328" y="1631"/>
              <a:ext cx="1650" cy="772"/>
              <a:chOff x="528" y="2064"/>
              <a:chExt cx="2112" cy="1152"/>
            </a:xfrm>
          </p:grpSpPr>
          <p:grpSp>
            <p:nvGrpSpPr>
              <p:cNvPr id="30783" name="Group 31">
                <a:extLst>
                  <a:ext uri="{FF2B5EF4-FFF2-40B4-BE49-F238E27FC236}">
                    <a16:creationId xmlns:a16="http://schemas.microsoft.com/office/drawing/2014/main" id="{76B3D20B-5E0C-7912-FA8C-6FFC5D9854B5}"/>
                  </a:ext>
                </a:extLst>
              </p:cNvPr>
              <p:cNvGrpSpPr>
                <a:grpSpLocks/>
              </p:cNvGrpSpPr>
              <p:nvPr/>
            </p:nvGrpSpPr>
            <p:grpSpPr bwMode="auto">
              <a:xfrm>
                <a:off x="528" y="2496"/>
                <a:ext cx="432" cy="384"/>
                <a:chOff x="3216" y="2784"/>
                <a:chExt cx="432" cy="384"/>
              </a:xfrm>
            </p:grpSpPr>
            <p:sp>
              <p:nvSpPr>
                <p:cNvPr id="30811" name="Oval 32">
                  <a:extLst>
                    <a:ext uri="{FF2B5EF4-FFF2-40B4-BE49-F238E27FC236}">
                      <a16:creationId xmlns:a16="http://schemas.microsoft.com/office/drawing/2014/main" id="{9911392D-A86A-369A-707F-534007FC2E62}"/>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812" name="Line 33">
                  <a:extLst>
                    <a:ext uri="{FF2B5EF4-FFF2-40B4-BE49-F238E27FC236}">
                      <a16:creationId xmlns:a16="http://schemas.microsoft.com/office/drawing/2014/main" id="{7DDB220F-C3B0-0B3A-FFF6-F4BE580DFDFF}"/>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84" name="Group 34">
                <a:extLst>
                  <a:ext uri="{FF2B5EF4-FFF2-40B4-BE49-F238E27FC236}">
                    <a16:creationId xmlns:a16="http://schemas.microsoft.com/office/drawing/2014/main" id="{01E15218-35A1-6453-B878-A6B55A79C22F}"/>
                  </a:ext>
                </a:extLst>
              </p:cNvPr>
              <p:cNvGrpSpPr>
                <a:grpSpLocks/>
              </p:cNvGrpSpPr>
              <p:nvPr/>
            </p:nvGrpSpPr>
            <p:grpSpPr bwMode="auto">
              <a:xfrm rot="-1934200">
                <a:off x="1248" y="2160"/>
                <a:ext cx="432" cy="384"/>
                <a:chOff x="3216" y="2784"/>
                <a:chExt cx="432" cy="384"/>
              </a:xfrm>
            </p:grpSpPr>
            <p:sp>
              <p:nvSpPr>
                <p:cNvPr id="30809" name="Oval 35">
                  <a:extLst>
                    <a:ext uri="{FF2B5EF4-FFF2-40B4-BE49-F238E27FC236}">
                      <a16:creationId xmlns:a16="http://schemas.microsoft.com/office/drawing/2014/main" id="{75528269-0E4D-CDEE-7329-3C83A8449DEF}"/>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810" name="Line 36">
                  <a:extLst>
                    <a:ext uri="{FF2B5EF4-FFF2-40B4-BE49-F238E27FC236}">
                      <a16:creationId xmlns:a16="http://schemas.microsoft.com/office/drawing/2014/main" id="{066BC931-40C0-06EA-DE43-ABD971A0D923}"/>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85" name="Group 37">
                <a:extLst>
                  <a:ext uri="{FF2B5EF4-FFF2-40B4-BE49-F238E27FC236}">
                    <a16:creationId xmlns:a16="http://schemas.microsoft.com/office/drawing/2014/main" id="{E359D141-2D72-C886-9395-F3BD100CD5B6}"/>
                  </a:ext>
                </a:extLst>
              </p:cNvPr>
              <p:cNvGrpSpPr>
                <a:grpSpLocks/>
              </p:cNvGrpSpPr>
              <p:nvPr/>
            </p:nvGrpSpPr>
            <p:grpSpPr bwMode="auto">
              <a:xfrm rot="9475952">
                <a:off x="672" y="2784"/>
                <a:ext cx="432" cy="384"/>
                <a:chOff x="3216" y="2784"/>
                <a:chExt cx="432" cy="384"/>
              </a:xfrm>
            </p:grpSpPr>
            <p:sp>
              <p:nvSpPr>
                <p:cNvPr id="30807" name="Oval 38">
                  <a:extLst>
                    <a:ext uri="{FF2B5EF4-FFF2-40B4-BE49-F238E27FC236}">
                      <a16:creationId xmlns:a16="http://schemas.microsoft.com/office/drawing/2014/main" id="{0927D335-9EEE-C5C4-956F-E13A7997B8F7}"/>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808" name="Line 39">
                  <a:extLst>
                    <a:ext uri="{FF2B5EF4-FFF2-40B4-BE49-F238E27FC236}">
                      <a16:creationId xmlns:a16="http://schemas.microsoft.com/office/drawing/2014/main" id="{1CB05464-DBFA-3522-5791-F4518A1FA475}"/>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86" name="Group 40">
                <a:extLst>
                  <a:ext uri="{FF2B5EF4-FFF2-40B4-BE49-F238E27FC236}">
                    <a16:creationId xmlns:a16="http://schemas.microsoft.com/office/drawing/2014/main" id="{97EC9135-9AF7-A54B-DE08-B5A903472AA9}"/>
                  </a:ext>
                </a:extLst>
              </p:cNvPr>
              <p:cNvGrpSpPr>
                <a:grpSpLocks/>
              </p:cNvGrpSpPr>
              <p:nvPr/>
            </p:nvGrpSpPr>
            <p:grpSpPr bwMode="auto">
              <a:xfrm rot="6755827">
                <a:off x="1128" y="2808"/>
                <a:ext cx="432" cy="384"/>
                <a:chOff x="3216" y="2784"/>
                <a:chExt cx="432" cy="384"/>
              </a:xfrm>
            </p:grpSpPr>
            <p:sp>
              <p:nvSpPr>
                <p:cNvPr id="30805" name="Oval 41">
                  <a:extLst>
                    <a:ext uri="{FF2B5EF4-FFF2-40B4-BE49-F238E27FC236}">
                      <a16:creationId xmlns:a16="http://schemas.microsoft.com/office/drawing/2014/main" id="{2D466475-BF7C-D9B8-3826-677639867E21}"/>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806" name="Line 42">
                  <a:extLst>
                    <a:ext uri="{FF2B5EF4-FFF2-40B4-BE49-F238E27FC236}">
                      <a16:creationId xmlns:a16="http://schemas.microsoft.com/office/drawing/2014/main" id="{AFFEF269-3432-CFDE-F55E-9AFEB28AE4C8}"/>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87" name="Group 43">
                <a:extLst>
                  <a:ext uri="{FF2B5EF4-FFF2-40B4-BE49-F238E27FC236}">
                    <a16:creationId xmlns:a16="http://schemas.microsoft.com/office/drawing/2014/main" id="{759E83AF-8572-0BA1-829F-9C1D390DCAC9}"/>
                  </a:ext>
                </a:extLst>
              </p:cNvPr>
              <p:cNvGrpSpPr>
                <a:grpSpLocks/>
              </p:cNvGrpSpPr>
              <p:nvPr/>
            </p:nvGrpSpPr>
            <p:grpSpPr bwMode="auto">
              <a:xfrm rot="-7707881">
                <a:off x="648" y="2088"/>
                <a:ext cx="432" cy="384"/>
                <a:chOff x="3216" y="2784"/>
                <a:chExt cx="432" cy="384"/>
              </a:xfrm>
            </p:grpSpPr>
            <p:sp>
              <p:nvSpPr>
                <p:cNvPr id="30803" name="Oval 44">
                  <a:extLst>
                    <a:ext uri="{FF2B5EF4-FFF2-40B4-BE49-F238E27FC236}">
                      <a16:creationId xmlns:a16="http://schemas.microsoft.com/office/drawing/2014/main" id="{A916A58C-B333-BD1A-6B65-6BC04CDB4CC6}"/>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804" name="Line 45">
                  <a:extLst>
                    <a:ext uri="{FF2B5EF4-FFF2-40B4-BE49-F238E27FC236}">
                      <a16:creationId xmlns:a16="http://schemas.microsoft.com/office/drawing/2014/main" id="{68664B09-9791-A92A-BE5E-3FE06E6749E5}"/>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88" name="Group 46">
                <a:extLst>
                  <a:ext uri="{FF2B5EF4-FFF2-40B4-BE49-F238E27FC236}">
                    <a16:creationId xmlns:a16="http://schemas.microsoft.com/office/drawing/2014/main" id="{D1C198B2-F834-AE93-A52C-5E784B84DEFE}"/>
                  </a:ext>
                </a:extLst>
              </p:cNvPr>
              <p:cNvGrpSpPr>
                <a:grpSpLocks/>
              </p:cNvGrpSpPr>
              <p:nvPr/>
            </p:nvGrpSpPr>
            <p:grpSpPr bwMode="auto">
              <a:xfrm rot="5526352">
                <a:off x="1512" y="2664"/>
                <a:ext cx="432" cy="384"/>
                <a:chOff x="3216" y="2784"/>
                <a:chExt cx="432" cy="384"/>
              </a:xfrm>
            </p:grpSpPr>
            <p:sp>
              <p:nvSpPr>
                <p:cNvPr id="30801" name="Oval 47">
                  <a:extLst>
                    <a:ext uri="{FF2B5EF4-FFF2-40B4-BE49-F238E27FC236}">
                      <a16:creationId xmlns:a16="http://schemas.microsoft.com/office/drawing/2014/main" id="{82D02DB0-6BFA-774B-ABCC-D071EB36810D}"/>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802" name="Line 48">
                  <a:extLst>
                    <a:ext uri="{FF2B5EF4-FFF2-40B4-BE49-F238E27FC236}">
                      <a16:creationId xmlns:a16="http://schemas.microsoft.com/office/drawing/2014/main" id="{42418BBE-1758-8E00-74D4-EE3209E4D7AB}"/>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89" name="Group 49">
                <a:extLst>
                  <a:ext uri="{FF2B5EF4-FFF2-40B4-BE49-F238E27FC236}">
                    <a16:creationId xmlns:a16="http://schemas.microsoft.com/office/drawing/2014/main" id="{1B00E415-EAC3-57B4-0A02-09F359B8E4CD}"/>
                  </a:ext>
                </a:extLst>
              </p:cNvPr>
              <p:cNvGrpSpPr>
                <a:grpSpLocks/>
              </p:cNvGrpSpPr>
              <p:nvPr/>
            </p:nvGrpSpPr>
            <p:grpSpPr bwMode="auto">
              <a:xfrm rot="-7107660">
                <a:off x="1848" y="2760"/>
                <a:ext cx="432" cy="384"/>
                <a:chOff x="3216" y="2784"/>
                <a:chExt cx="432" cy="384"/>
              </a:xfrm>
            </p:grpSpPr>
            <p:sp>
              <p:nvSpPr>
                <p:cNvPr id="30799" name="Oval 50">
                  <a:extLst>
                    <a:ext uri="{FF2B5EF4-FFF2-40B4-BE49-F238E27FC236}">
                      <a16:creationId xmlns:a16="http://schemas.microsoft.com/office/drawing/2014/main" id="{B7EE4AC6-769A-C812-2DA6-E3937CA2FC8C}"/>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800" name="Line 51">
                  <a:extLst>
                    <a:ext uri="{FF2B5EF4-FFF2-40B4-BE49-F238E27FC236}">
                      <a16:creationId xmlns:a16="http://schemas.microsoft.com/office/drawing/2014/main" id="{F6B0EF46-8533-E0F9-610B-B9F5EC46E304}"/>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90" name="Group 52">
                <a:extLst>
                  <a:ext uri="{FF2B5EF4-FFF2-40B4-BE49-F238E27FC236}">
                    <a16:creationId xmlns:a16="http://schemas.microsoft.com/office/drawing/2014/main" id="{C1A21AA5-0983-849D-26CC-579715F69FE2}"/>
                  </a:ext>
                </a:extLst>
              </p:cNvPr>
              <p:cNvGrpSpPr>
                <a:grpSpLocks/>
              </p:cNvGrpSpPr>
              <p:nvPr/>
            </p:nvGrpSpPr>
            <p:grpSpPr bwMode="auto">
              <a:xfrm rot="2340118">
                <a:off x="2208" y="2256"/>
                <a:ext cx="432" cy="384"/>
                <a:chOff x="3216" y="2784"/>
                <a:chExt cx="432" cy="384"/>
              </a:xfrm>
            </p:grpSpPr>
            <p:sp>
              <p:nvSpPr>
                <p:cNvPr id="30797" name="Oval 53">
                  <a:extLst>
                    <a:ext uri="{FF2B5EF4-FFF2-40B4-BE49-F238E27FC236}">
                      <a16:creationId xmlns:a16="http://schemas.microsoft.com/office/drawing/2014/main" id="{91170A29-63A0-1A58-E6F9-DA10A6195AF9}"/>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98" name="Line 54">
                  <a:extLst>
                    <a:ext uri="{FF2B5EF4-FFF2-40B4-BE49-F238E27FC236}">
                      <a16:creationId xmlns:a16="http://schemas.microsoft.com/office/drawing/2014/main" id="{2C028280-B57C-E3F9-9748-37A24F5669FA}"/>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91" name="Group 55">
                <a:extLst>
                  <a:ext uri="{FF2B5EF4-FFF2-40B4-BE49-F238E27FC236}">
                    <a16:creationId xmlns:a16="http://schemas.microsoft.com/office/drawing/2014/main" id="{E4D2C168-B7E4-E9B9-9397-75DC637A93EE}"/>
                  </a:ext>
                </a:extLst>
              </p:cNvPr>
              <p:cNvGrpSpPr>
                <a:grpSpLocks/>
              </p:cNvGrpSpPr>
              <p:nvPr/>
            </p:nvGrpSpPr>
            <p:grpSpPr bwMode="auto">
              <a:xfrm rot="-2844206">
                <a:off x="1704" y="2088"/>
                <a:ext cx="432" cy="384"/>
                <a:chOff x="3216" y="2784"/>
                <a:chExt cx="432" cy="384"/>
              </a:xfrm>
            </p:grpSpPr>
            <p:sp>
              <p:nvSpPr>
                <p:cNvPr id="30795" name="Oval 56">
                  <a:extLst>
                    <a:ext uri="{FF2B5EF4-FFF2-40B4-BE49-F238E27FC236}">
                      <a16:creationId xmlns:a16="http://schemas.microsoft.com/office/drawing/2014/main" id="{205E7098-2659-BD5F-62D9-5F64392A7D8B}"/>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96" name="Line 57">
                  <a:extLst>
                    <a:ext uri="{FF2B5EF4-FFF2-40B4-BE49-F238E27FC236}">
                      <a16:creationId xmlns:a16="http://schemas.microsoft.com/office/drawing/2014/main" id="{710F9425-486D-7FB6-2331-14029B909B52}"/>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92" name="Group 58">
                <a:extLst>
                  <a:ext uri="{FF2B5EF4-FFF2-40B4-BE49-F238E27FC236}">
                    <a16:creationId xmlns:a16="http://schemas.microsoft.com/office/drawing/2014/main" id="{FB9AB68D-B458-D787-5133-93F77C9ECE80}"/>
                  </a:ext>
                </a:extLst>
              </p:cNvPr>
              <p:cNvGrpSpPr>
                <a:grpSpLocks/>
              </p:cNvGrpSpPr>
              <p:nvPr/>
            </p:nvGrpSpPr>
            <p:grpSpPr bwMode="auto">
              <a:xfrm rot="10076379">
                <a:off x="2208" y="2640"/>
                <a:ext cx="432" cy="384"/>
                <a:chOff x="3216" y="2784"/>
                <a:chExt cx="432" cy="384"/>
              </a:xfrm>
            </p:grpSpPr>
            <p:sp>
              <p:nvSpPr>
                <p:cNvPr id="30793" name="Oval 59">
                  <a:extLst>
                    <a:ext uri="{FF2B5EF4-FFF2-40B4-BE49-F238E27FC236}">
                      <a16:creationId xmlns:a16="http://schemas.microsoft.com/office/drawing/2014/main" id="{DE81278E-E65D-88B3-C563-8C428A4F8A30}"/>
                    </a:ext>
                  </a:extLst>
                </p:cNvPr>
                <p:cNvSpPr>
                  <a:spLocks noChangeArrowheads="1"/>
                </p:cNvSpPr>
                <p:nvPr/>
              </p:nvSpPr>
              <p:spPr bwMode="auto">
                <a:xfrm>
                  <a:off x="3216" y="2784"/>
                  <a:ext cx="192" cy="384"/>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94" name="Line 60">
                  <a:extLst>
                    <a:ext uri="{FF2B5EF4-FFF2-40B4-BE49-F238E27FC236}">
                      <a16:creationId xmlns:a16="http://schemas.microsoft.com/office/drawing/2014/main" id="{BF5D173B-E914-99BD-7E1B-CEC24D6D7246}"/>
                    </a:ext>
                  </a:extLst>
                </p:cNvPr>
                <p:cNvSpPr>
                  <a:spLocks noChangeShapeType="1"/>
                </p:cNvSpPr>
                <p:nvPr/>
              </p:nvSpPr>
              <p:spPr bwMode="auto">
                <a:xfrm>
                  <a:off x="3312" y="2976"/>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4" name="Group 61">
            <a:extLst>
              <a:ext uri="{FF2B5EF4-FFF2-40B4-BE49-F238E27FC236}">
                <a16:creationId xmlns:a16="http://schemas.microsoft.com/office/drawing/2014/main" id="{39A0348E-3CEA-3EFA-1FD9-84D5B40D5009}"/>
              </a:ext>
            </a:extLst>
          </p:cNvPr>
          <p:cNvGrpSpPr>
            <a:grpSpLocks/>
          </p:cNvGrpSpPr>
          <p:nvPr/>
        </p:nvGrpSpPr>
        <p:grpSpPr bwMode="auto">
          <a:xfrm>
            <a:off x="5173663" y="4270375"/>
            <a:ext cx="3200400" cy="1524000"/>
            <a:chOff x="3090" y="2736"/>
            <a:chExt cx="2016" cy="960"/>
          </a:xfrm>
        </p:grpSpPr>
        <p:sp>
          <p:nvSpPr>
            <p:cNvPr id="30744" name="Rectangle 62">
              <a:extLst>
                <a:ext uri="{FF2B5EF4-FFF2-40B4-BE49-F238E27FC236}">
                  <a16:creationId xmlns:a16="http://schemas.microsoft.com/office/drawing/2014/main" id="{95836BCC-C7CE-39CE-C0C8-213757504681}"/>
                </a:ext>
              </a:extLst>
            </p:cNvPr>
            <p:cNvSpPr>
              <a:spLocks noChangeArrowheads="1"/>
            </p:cNvSpPr>
            <p:nvPr/>
          </p:nvSpPr>
          <p:spPr bwMode="auto">
            <a:xfrm>
              <a:off x="3090" y="2736"/>
              <a:ext cx="2016"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45" name="Oval 63">
              <a:extLst>
                <a:ext uri="{FF2B5EF4-FFF2-40B4-BE49-F238E27FC236}">
                  <a16:creationId xmlns:a16="http://schemas.microsoft.com/office/drawing/2014/main" id="{3FADDA15-49A2-29A5-74D5-333A349722D1}"/>
                </a:ext>
              </a:extLst>
            </p:cNvPr>
            <p:cNvSpPr>
              <a:spLocks noChangeArrowheads="1"/>
            </p:cNvSpPr>
            <p:nvPr/>
          </p:nvSpPr>
          <p:spPr bwMode="auto">
            <a:xfrm>
              <a:off x="3205" y="2832"/>
              <a:ext cx="477" cy="768"/>
            </a:xfrm>
            <a:prstGeom prst="ellipse">
              <a:avLst/>
            </a:pr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46" name="Oval 64">
              <a:extLst>
                <a:ext uri="{FF2B5EF4-FFF2-40B4-BE49-F238E27FC236}">
                  <a16:creationId xmlns:a16="http://schemas.microsoft.com/office/drawing/2014/main" id="{D4152270-5E87-0764-D4CB-11C93DD42260}"/>
                </a:ext>
              </a:extLst>
            </p:cNvPr>
            <p:cNvSpPr>
              <a:spLocks noChangeArrowheads="1"/>
            </p:cNvSpPr>
            <p:nvPr/>
          </p:nvSpPr>
          <p:spPr bwMode="auto">
            <a:xfrm>
              <a:off x="4551" y="2832"/>
              <a:ext cx="474" cy="768"/>
            </a:xfrm>
            <a:prstGeom prst="ellipse">
              <a:avLst/>
            </a:prstGeom>
            <a:noFill/>
            <a:ln w="222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47" name="Line 65">
              <a:extLst>
                <a:ext uri="{FF2B5EF4-FFF2-40B4-BE49-F238E27FC236}">
                  <a16:creationId xmlns:a16="http://schemas.microsoft.com/office/drawing/2014/main" id="{71AF0777-6252-9A18-F41B-451DBF20CF78}"/>
                </a:ext>
              </a:extLst>
            </p:cNvPr>
            <p:cNvSpPr>
              <a:spLocks noChangeShapeType="1"/>
            </p:cNvSpPr>
            <p:nvPr/>
          </p:nvSpPr>
          <p:spPr bwMode="auto">
            <a:xfrm>
              <a:off x="3420" y="2832"/>
              <a:ext cx="1349"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8" name="Line 66">
              <a:extLst>
                <a:ext uri="{FF2B5EF4-FFF2-40B4-BE49-F238E27FC236}">
                  <a16:creationId xmlns:a16="http://schemas.microsoft.com/office/drawing/2014/main" id="{A0A47E4E-B958-D3AB-CB4C-5D19C475F65C}"/>
                </a:ext>
              </a:extLst>
            </p:cNvPr>
            <p:cNvSpPr>
              <a:spLocks noChangeShapeType="1"/>
            </p:cNvSpPr>
            <p:nvPr/>
          </p:nvSpPr>
          <p:spPr bwMode="auto">
            <a:xfrm>
              <a:off x="3420" y="3600"/>
              <a:ext cx="1349"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9" name="Rectangle 67">
              <a:extLst>
                <a:ext uri="{FF2B5EF4-FFF2-40B4-BE49-F238E27FC236}">
                  <a16:creationId xmlns:a16="http://schemas.microsoft.com/office/drawing/2014/main" id="{6D9471C9-8123-09D6-8EEC-5A9B1DDC6130}"/>
                </a:ext>
              </a:extLst>
            </p:cNvPr>
            <p:cNvSpPr>
              <a:spLocks noChangeArrowheads="1"/>
            </p:cNvSpPr>
            <p:nvPr/>
          </p:nvSpPr>
          <p:spPr bwMode="auto">
            <a:xfrm>
              <a:off x="3420" y="2864"/>
              <a:ext cx="328" cy="704"/>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50" name="Oval 68">
              <a:extLst>
                <a:ext uri="{FF2B5EF4-FFF2-40B4-BE49-F238E27FC236}">
                  <a16:creationId xmlns:a16="http://schemas.microsoft.com/office/drawing/2014/main" id="{473A8AA6-FCB5-05FA-D6EB-C189349A4D43}"/>
                </a:ext>
              </a:extLst>
            </p:cNvPr>
            <p:cNvSpPr>
              <a:spLocks noChangeArrowheads="1"/>
            </p:cNvSpPr>
            <p:nvPr/>
          </p:nvSpPr>
          <p:spPr bwMode="auto">
            <a:xfrm>
              <a:off x="3201" y="2832"/>
              <a:ext cx="474" cy="768"/>
            </a:xfrm>
            <a:prstGeom prst="ellipse">
              <a:avLst/>
            </a:prstGeom>
            <a:noFill/>
            <a:ln w="19050">
              <a:solidFill>
                <a:schemeClr val="bg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pSp>
          <p:nvGrpSpPr>
            <p:cNvPr id="30751" name="Group 69">
              <a:extLst>
                <a:ext uri="{FF2B5EF4-FFF2-40B4-BE49-F238E27FC236}">
                  <a16:creationId xmlns:a16="http://schemas.microsoft.com/office/drawing/2014/main" id="{4AB9FB97-257D-D486-AC63-88CCCCD20BCA}"/>
                </a:ext>
              </a:extLst>
            </p:cNvPr>
            <p:cNvGrpSpPr>
              <a:grpSpLocks/>
            </p:cNvGrpSpPr>
            <p:nvPr/>
          </p:nvGrpSpPr>
          <p:grpSpPr bwMode="auto">
            <a:xfrm>
              <a:off x="3341" y="2843"/>
              <a:ext cx="1632" cy="720"/>
              <a:chOff x="2928" y="2928"/>
              <a:chExt cx="2256" cy="1152"/>
            </a:xfrm>
          </p:grpSpPr>
          <p:grpSp>
            <p:nvGrpSpPr>
              <p:cNvPr id="30752" name="Group 70">
                <a:extLst>
                  <a:ext uri="{FF2B5EF4-FFF2-40B4-BE49-F238E27FC236}">
                    <a16:creationId xmlns:a16="http://schemas.microsoft.com/office/drawing/2014/main" id="{37A9AA73-E49A-39F9-84BE-F6FE3B438979}"/>
                  </a:ext>
                </a:extLst>
              </p:cNvPr>
              <p:cNvGrpSpPr>
                <a:grpSpLocks/>
              </p:cNvGrpSpPr>
              <p:nvPr/>
            </p:nvGrpSpPr>
            <p:grpSpPr bwMode="auto">
              <a:xfrm rot="-597746">
                <a:off x="2928" y="3504"/>
                <a:ext cx="528" cy="480"/>
                <a:chOff x="1104" y="3360"/>
                <a:chExt cx="672" cy="480"/>
              </a:xfrm>
            </p:grpSpPr>
            <p:sp>
              <p:nvSpPr>
                <p:cNvPr id="30774" name="Oval 71">
                  <a:extLst>
                    <a:ext uri="{FF2B5EF4-FFF2-40B4-BE49-F238E27FC236}">
                      <a16:creationId xmlns:a16="http://schemas.microsoft.com/office/drawing/2014/main" id="{52C9813F-DED4-2CBA-3F0A-46BC5C3197D9}"/>
                    </a:ext>
                  </a:extLst>
                </p:cNvPr>
                <p:cNvSpPr>
                  <a:spLocks noChangeArrowheads="1"/>
                </p:cNvSpPr>
                <p:nvPr/>
              </p:nvSpPr>
              <p:spPr bwMode="auto">
                <a:xfrm>
                  <a:off x="1104" y="3360"/>
                  <a:ext cx="288" cy="480"/>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75" name="Line 72">
                  <a:extLst>
                    <a:ext uri="{FF2B5EF4-FFF2-40B4-BE49-F238E27FC236}">
                      <a16:creationId xmlns:a16="http://schemas.microsoft.com/office/drawing/2014/main" id="{25F6233B-2406-EDFB-5BF5-5FC0F3B2600F}"/>
                    </a:ext>
                  </a:extLst>
                </p:cNvPr>
                <p:cNvSpPr>
                  <a:spLocks noChangeShapeType="1"/>
                </p:cNvSpPr>
                <p:nvPr/>
              </p:nvSpPr>
              <p:spPr bwMode="auto">
                <a:xfrm>
                  <a:off x="1248" y="3600"/>
                  <a:ext cx="52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53" name="Group 73">
                <a:extLst>
                  <a:ext uri="{FF2B5EF4-FFF2-40B4-BE49-F238E27FC236}">
                    <a16:creationId xmlns:a16="http://schemas.microsoft.com/office/drawing/2014/main" id="{2964B9B9-7640-1811-0453-52360EE9F416}"/>
                  </a:ext>
                </a:extLst>
              </p:cNvPr>
              <p:cNvGrpSpPr>
                <a:grpSpLocks/>
              </p:cNvGrpSpPr>
              <p:nvPr/>
            </p:nvGrpSpPr>
            <p:grpSpPr bwMode="auto">
              <a:xfrm rot="-791268">
                <a:off x="3456" y="2976"/>
                <a:ext cx="528" cy="480"/>
                <a:chOff x="1104" y="3360"/>
                <a:chExt cx="672" cy="480"/>
              </a:xfrm>
            </p:grpSpPr>
            <p:sp>
              <p:nvSpPr>
                <p:cNvPr id="30772" name="Oval 74">
                  <a:extLst>
                    <a:ext uri="{FF2B5EF4-FFF2-40B4-BE49-F238E27FC236}">
                      <a16:creationId xmlns:a16="http://schemas.microsoft.com/office/drawing/2014/main" id="{A7F900FE-906A-250B-F82C-E743E635C9EA}"/>
                    </a:ext>
                  </a:extLst>
                </p:cNvPr>
                <p:cNvSpPr>
                  <a:spLocks noChangeArrowheads="1"/>
                </p:cNvSpPr>
                <p:nvPr/>
              </p:nvSpPr>
              <p:spPr bwMode="auto">
                <a:xfrm>
                  <a:off x="1104" y="3360"/>
                  <a:ext cx="288" cy="480"/>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73" name="Line 75">
                  <a:extLst>
                    <a:ext uri="{FF2B5EF4-FFF2-40B4-BE49-F238E27FC236}">
                      <a16:creationId xmlns:a16="http://schemas.microsoft.com/office/drawing/2014/main" id="{C750444A-46B7-279F-EBE4-C23B7BB27CAB}"/>
                    </a:ext>
                  </a:extLst>
                </p:cNvPr>
                <p:cNvSpPr>
                  <a:spLocks noChangeShapeType="1"/>
                </p:cNvSpPr>
                <p:nvPr/>
              </p:nvSpPr>
              <p:spPr bwMode="auto">
                <a:xfrm>
                  <a:off x="1248" y="3600"/>
                  <a:ext cx="52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54" name="Group 76">
                <a:extLst>
                  <a:ext uri="{FF2B5EF4-FFF2-40B4-BE49-F238E27FC236}">
                    <a16:creationId xmlns:a16="http://schemas.microsoft.com/office/drawing/2014/main" id="{59F499FA-8F2D-9967-9F4D-67C586935FB3}"/>
                  </a:ext>
                </a:extLst>
              </p:cNvPr>
              <p:cNvGrpSpPr>
                <a:grpSpLocks/>
              </p:cNvGrpSpPr>
              <p:nvPr/>
            </p:nvGrpSpPr>
            <p:grpSpPr bwMode="auto">
              <a:xfrm rot="-1751155">
                <a:off x="3552" y="3504"/>
                <a:ext cx="576" cy="480"/>
                <a:chOff x="1104" y="3360"/>
                <a:chExt cx="672" cy="480"/>
              </a:xfrm>
            </p:grpSpPr>
            <p:sp>
              <p:nvSpPr>
                <p:cNvPr id="30770" name="Oval 77">
                  <a:extLst>
                    <a:ext uri="{FF2B5EF4-FFF2-40B4-BE49-F238E27FC236}">
                      <a16:creationId xmlns:a16="http://schemas.microsoft.com/office/drawing/2014/main" id="{D7DF393D-3636-CECD-69F2-6AB0B08503A0}"/>
                    </a:ext>
                  </a:extLst>
                </p:cNvPr>
                <p:cNvSpPr>
                  <a:spLocks noChangeArrowheads="1"/>
                </p:cNvSpPr>
                <p:nvPr/>
              </p:nvSpPr>
              <p:spPr bwMode="auto">
                <a:xfrm>
                  <a:off x="1104" y="3360"/>
                  <a:ext cx="288" cy="480"/>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71" name="Line 78">
                  <a:extLst>
                    <a:ext uri="{FF2B5EF4-FFF2-40B4-BE49-F238E27FC236}">
                      <a16:creationId xmlns:a16="http://schemas.microsoft.com/office/drawing/2014/main" id="{D5ED3C6D-D1D5-12CC-80EE-DE2C318F47B1}"/>
                    </a:ext>
                  </a:extLst>
                </p:cNvPr>
                <p:cNvSpPr>
                  <a:spLocks noChangeShapeType="1"/>
                </p:cNvSpPr>
                <p:nvPr/>
              </p:nvSpPr>
              <p:spPr bwMode="auto">
                <a:xfrm>
                  <a:off x="1248" y="3600"/>
                  <a:ext cx="52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55" name="Group 79">
                <a:extLst>
                  <a:ext uri="{FF2B5EF4-FFF2-40B4-BE49-F238E27FC236}">
                    <a16:creationId xmlns:a16="http://schemas.microsoft.com/office/drawing/2014/main" id="{653B0B96-23AC-B262-1E2E-35A4AC8498F6}"/>
                  </a:ext>
                </a:extLst>
              </p:cNvPr>
              <p:cNvGrpSpPr>
                <a:grpSpLocks/>
              </p:cNvGrpSpPr>
              <p:nvPr/>
            </p:nvGrpSpPr>
            <p:grpSpPr bwMode="auto">
              <a:xfrm rot="-1638797">
                <a:off x="4080" y="2928"/>
                <a:ext cx="480" cy="480"/>
                <a:chOff x="1104" y="3360"/>
                <a:chExt cx="672" cy="480"/>
              </a:xfrm>
            </p:grpSpPr>
            <p:sp>
              <p:nvSpPr>
                <p:cNvPr id="30768" name="Oval 80">
                  <a:extLst>
                    <a:ext uri="{FF2B5EF4-FFF2-40B4-BE49-F238E27FC236}">
                      <a16:creationId xmlns:a16="http://schemas.microsoft.com/office/drawing/2014/main" id="{6A48DD38-06B5-D17C-7516-3D81D44604E1}"/>
                    </a:ext>
                  </a:extLst>
                </p:cNvPr>
                <p:cNvSpPr>
                  <a:spLocks noChangeArrowheads="1"/>
                </p:cNvSpPr>
                <p:nvPr/>
              </p:nvSpPr>
              <p:spPr bwMode="auto">
                <a:xfrm>
                  <a:off x="1104" y="3360"/>
                  <a:ext cx="288" cy="480"/>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69" name="Line 81">
                  <a:extLst>
                    <a:ext uri="{FF2B5EF4-FFF2-40B4-BE49-F238E27FC236}">
                      <a16:creationId xmlns:a16="http://schemas.microsoft.com/office/drawing/2014/main" id="{1542680E-4859-23B9-5BB2-BAEFE1739678}"/>
                    </a:ext>
                  </a:extLst>
                </p:cNvPr>
                <p:cNvSpPr>
                  <a:spLocks noChangeShapeType="1"/>
                </p:cNvSpPr>
                <p:nvPr/>
              </p:nvSpPr>
              <p:spPr bwMode="auto">
                <a:xfrm>
                  <a:off x="1248" y="3600"/>
                  <a:ext cx="52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56" name="Group 82">
                <a:extLst>
                  <a:ext uri="{FF2B5EF4-FFF2-40B4-BE49-F238E27FC236}">
                    <a16:creationId xmlns:a16="http://schemas.microsoft.com/office/drawing/2014/main" id="{F9FDB824-FFEB-2833-99E7-E9BECB2DBB36}"/>
                  </a:ext>
                </a:extLst>
              </p:cNvPr>
              <p:cNvGrpSpPr>
                <a:grpSpLocks/>
              </p:cNvGrpSpPr>
              <p:nvPr/>
            </p:nvGrpSpPr>
            <p:grpSpPr bwMode="auto">
              <a:xfrm rot="782909">
                <a:off x="2928" y="3024"/>
                <a:ext cx="480" cy="480"/>
                <a:chOff x="1104" y="3360"/>
                <a:chExt cx="672" cy="480"/>
              </a:xfrm>
            </p:grpSpPr>
            <p:sp>
              <p:nvSpPr>
                <p:cNvPr id="30766" name="Oval 83">
                  <a:extLst>
                    <a:ext uri="{FF2B5EF4-FFF2-40B4-BE49-F238E27FC236}">
                      <a16:creationId xmlns:a16="http://schemas.microsoft.com/office/drawing/2014/main" id="{3A6A9E7F-01C7-CF95-A9D0-9E3E07591B59}"/>
                    </a:ext>
                  </a:extLst>
                </p:cNvPr>
                <p:cNvSpPr>
                  <a:spLocks noChangeArrowheads="1"/>
                </p:cNvSpPr>
                <p:nvPr/>
              </p:nvSpPr>
              <p:spPr bwMode="auto">
                <a:xfrm>
                  <a:off x="1104" y="3360"/>
                  <a:ext cx="288" cy="480"/>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67" name="Line 84">
                  <a:extLst>
                    <a:ext uri="{FF2B5EF4-FFF2-40B4-BE49-F238E27FC236}">
                      <a16:creationId xmlns:a16="http://schemas.microsoft.com/office/drawing/2014/main" id="{36F6A60D-3910-5988-263D-705C43D0AC51}"/>
                    </a:ext>
                  </a:extLst>
                </p:cNvPr>
                <p:cNvSpPr>
                  <a:spLocks noChangeShapeType="1"/>
                </p:cNvSpPr>
                <p:nvPr/>
              </p:nvSpPr>
              <p:spPr bwMode="auto">
                <a:xfrm>
                  <a:off x="1248" y="3600"/>
                  <a:ext cx="52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57" name="Group 85">
                <a:extLst>
                  <a:ext uri="{FF2B5EF4-FFF2-40B4-BE49-F238E27FC236}">
                    <a16:creationId xmlns:a16="http://schemas.microsoft.com/office/drawing/2014/main" id="{3BAA8571-3CA3-2F3D-5CB4-59F58065AB8E}"/>
                  </a:ext>
                </a:extLst>
              </p:cNvPr>
              <p:cNvGrpSpPr>
                <a:grpSpLocks/>
              </p:cNvGrpSpPr>
              <p:nvPr/>
            </p:nvGrpSpPr>
            <p:grpSpPr bwMode="auto">
              <a:xfrm>
                <a:off x="4128" y="3552"/>
                <a:ext cx="480" cy="480"/>
                <a:chOff x="1104" y="3360"/>
                <a:chExt cx="672" cy="480"/>
              </a:xfrm>
            </p:grpSpPr>
            <p:sp>
              <p:nvSpPr>
                <p:cNvPr id="30764" name="Oval 86">
                  <a:extLst>
                    <a:ext uri="{FF2B5EF4-FFF2-40B4-BE49-F238E27FC236}">
                      <a16:creationId xmlns:a16="http://schemas.microsoft.com/office/drawing/2014/main" id="{A1F74F03-91B3-7F41-0673-DAEE4805EF83}"/>
                    </a:ext>
                  </a:extLst>
                </p:cNvPr>
                <p:cNvSpPr>
                  <a:spLocks noChangeArrowheads="1"/>
                </p:cNvSpPr>
                <p:nvPr/>
              </p:nvSpPr>
              <p:spPr bwMode="auto">
                <a:xfrm>
                  <a:off x="1104" y="3360"/>
                  <a:ext cx="288" cy="480"/>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65" name="Line 87">
                  <a:extLst>
                    <a:ext uri="{FF2B5EF4-FFF2-40B4-BE49-F238E27FC236}">
                      <a16:creationId xmlns:a16="http://schemas.microsoft.com/office/drawing/2014/main" id="{9ACE6776-B290-A2D9-0E08-ED34C6A6ABAA}"/>
                    </a:ext>
                  </a:extLst>
                </p:cNvPr>
                <p:cNvSpPr>
                  <a:spLocks noChangeShapeType="1"/>
                </p:cNvSpPr>
                <p:nvPr/>
              </p:nvSpPr>
              <p:spPr bwMode="auto">
                <a:xfrm>
                  <a:off x="1248" y="3600"/>
                  <a:ext cx="52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58" name="Group 88">
                <a:extLst>
                  <a:ext uri="{FF2B5EF4-FFF2-40B4-BE49-F238E27FC236}">
                    <a16:creationId xmlns:a16="http://schemas.microsoft.com/office/drawing/2014/main" id="{CCCE32E8-20EE-5A94-29A2-E12A9CB83EAB}"/>
                  </a:ext>
                </a:extLst>
              </p:cNvPr>
              <p:cNvGrpSpPr>
                <a:grpSpLocks/>
              </p:cNvGrpSpPr>
              <p:nvPr/>
            </p:nvGrpSpPr>
            <p:grpSpPr bwMode="auto">
              <a:xfrm>
                <a:off x="4656" y="3024"/>
                <a:ext cx="480" cy="480"/>
                <a:chOff x="1104" y="3360"/>
                <a:chExt cx="672" cy="480"/>
              </a:xfrm>
            </p:grpSpPr>
            <p:sp>
              <p:nvSpPr>
                <p:cNvPr id="30762" name="Oval 89">
                  <a:extLst>
                    <a:ext uri="{FF2B5EF4-FFF2-40B4-BE49-F238E27FC236}">
                      <a16:creationId xmlns:a16="http://schemas.microsoft.com/office/drawing/2014/main" id="{5EB84666-EB85-E61B-2A30-3512D2C31D6A}"/>
                    </a:ext>
                  </a:extLst>
                </p:cNvPr>
                <p:cNvSpPr>
                  <a:spLocks noChangeArrowheads="1"/>
                </p:cNvSpPr>
                <p:nvPr/>
              </p:nvSpPr>
              <p:spPr bwMode="auto">
                <a:xfrm>
                  <a:off x="1104" y="3360"/>
                  <a:ext cx="288" cy="480"/>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63" name="Line 90">
                  <a:extLst>
                    <a:ext uri="{FF2B5EF4-FFF2-40B4-BE49-F238E27FC236}">
                      <a16:creationId xmlns:a16="http://schemas.microsoft.com/office/drawing/2014/main" id="{D318414B-B836-AA28-A18C-AF6A17D8B3AC}"/>
                    </a:ext>
                  </a:extLst>
                </p:cNvPr>
                <p:cNvSpPr>
                  <a:spLocks noChangeShapeType="1"/>
                </p:cNvSpPr>
                <p:nvPr/>
              </p:nvSpPr>
              <p:spPr bwMode="auto">
                <a:xfrm>
                  <a:off x="1248" y="3600"/>
                  <a:ext cx="52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759" name="Group 91">
                <a:extLst>
                  <a:ext uri="{FF2B5EF4-FFF2-40B4-BE49-F238E27FC236}">
                    <a16:creationId xmlns:a16="http://schemas.microsoft.com/office/drawing/2014/main" id="{632F7FB9-5809-0E99-18F3-B9C4BE3EDB93}"/>
                  </a:ext>
                </a:extLst>
              </p:cNvPr>
              <p:cNvGrpSpPr>
                <a:grpSpLocks/>
              </p:cNvGrpSpPr>
              <p:nvPr/>
            </p:nvGrpSpPr>
            <p:grpSpPr bwMode="auto">
              <a:xfrm rot="1269460">
                <a:off x="4704" y="3600"/>
                <a:ext cx="480" cy="480"/>
                <a:chOff x="1104" y="3360"/>
                <a:chExt cx="672" cy="480"/>
              </a:xfrm>
            </p:grpSpPr>
            <p:sp>
              <p:nvSpPr>
                <p:cNvPr id="30760" name="Oval 92">
                  <a:extLst>
                    <a:ext uri="{FF2B5EF4-FFF2-40B4-BE49-F238E27FC236}">
                      <a16:creationId xmlns:a16="http://schemas.microsoft.com/office/drawing/2014/main" id="{EEBD4844-A580-71C6-6E5F-F4A9FCEFD0B8}"/>
                    </a:ext>
                  </a:extLst>
                </p:cNvPr>
                <p:cNvSpPr>
                  <a:spLocks noChangeArrowheads="1"/>
                </p:cNvSpPr>
                <p:nvPr/>
              </p:nvSpPr>
              <p:spPr bwMode="auto">
                <a:xfrm>
                  <a:off x="1104" y="3360"/>
                  <a:ext cx="288" cy="480"/>
                </a:xfrm>
                <a:prstGeom prst="ellipse">
                  <a:avLst/>
                </a:prstGeom>
                <a:noFill/>
                <a:ln w="254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30761" name="Line 93">
                  <a:extLst>
                    <a:ext uri="{FF2B5EF4-FFF2-40B4-BE49-F238E27FC236}">
                      <a16:creationId xmlns:a16="http://schemas.microsoft.com/office/drawing/2014/main" id="{82895A88-B936-85E2-B155-D56F294513C4}"/>
                    </a:ext>
                  </a:extLst>
                </p:cNvPr>
                <p:cNvSpPr>
                  <a:spLocks noChangeShapeType="1"/>
                </p:cNvSpPr>
                <p:nvPr/>
              </p:nvSpPr>
              <p:spPr bwMode="auto">
                <a:xfrm>
                  <a:off x="1248" y="3600"/>
                  <a:ext cx="52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78531"/>
                                        </p:tgtEl>
                                        <p:attrNameLst>
                                          <p:attrName>style.visibility</p:attrName>
                                        </p:attrNameLst>
                                      </p:cBhvr>
                                      <p:to>
                                        <p:strVal val="visible"/>
                                      </p:to>
                                    </p:set>
                                    <p:animEffect transition="in" filter="wipe(down)">
                                      <p:cBhvr>
                                        <p:cTn id="7" dur="500"/>
                                        <p:tgtEl>
                                          <p:spTgt spid="27853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iterate type="wd">
                                    <p:tmPct val="42000"/>
                                  </p:iterate>
                                  <p:childTnLst>
                                    <p:set>
                                      <p:cBhvr>
                                        <p:cTn id="10" dur="1" fill="hold">
                                          <p:stCondLst>
                                            <p:cond delay="0"/>
                                          </p:stCondLst>
                                        </p:cTn>
                                        <p:tgtEl>
                                          <p:spTgt spid="278530"/>
                                        </p:tgtEl>
                                        <p:attrNameLst>
                                          <p:attrName>style.visibility</p:attrName>
                                        </p:attrNameLst>
                                      </p:cBhvr>
                                      <p:to>
                                        <p:strVal val="visible"/>
                                      </p:to>
                                    </p:set>
                                    <p:animEffect transition="in" filter="wipe(left)">
                                      <p:cBhvr>
                                        <p:cTn id="11" dur="500"/>
                                        <p:tgtEl>
                                          <p:spTgt spid="27853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78532"/>
                                        </p:tgtEl>
                                        <p:attrNameLst>
                                          <p:attrName>style.visibility</p:attrName>
                                        </p:attrNameLst>
                                      </p:cBhvr>
                                      <p:to>
                                        <p:strVal val="visible"/>
                                      </p:to>
                                    </p:set>
                                    <p:animEffect transition="in" filter="wipe(left)">
                                      <p:cBhvr>
                                        <p:cTn id="16" dur="500"/>
                                        <p:tgtEl>
                                          <p:spTgt spid="27853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78537"/>
                                        </p:tgtEl>
                                        <p:attrNameLst>
                                          <p:attrName>style.visibility</p:attrName>
                                        </p:attrNameLst>
                                      </p:cBhvr>
                                      <p:to>
                                        <p:strVal val="visible"/>
                                      </p:to>
                                    </p:set>
                                    <p:animEffect transition="in" filter="wipe(left)">
                                      <p:cBhvr>
                                        <p:cTn id="21" dur="500"/>
                                        <p:tgtEl>
                                          <p:spTgt spid="27853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78538"/>
                                        </p:tgtEl>
                                        <p:attrNameLst>
                                          <p:attrName>style.visibility</p:attrName>
                                        </p:attrNameLst>
                                      </p:cBhvr>
                                      <p:to>
                                        <p:strVal val="visible"/>
                                      </p:to>
                                    </p:set>
                                    <p:animEffect transition="in" filter="wipe(left)">
                                      <p:cBhvr>
                                        <p:cTn id="26" dur="500"/>
                                        <p:tgtEl>
                                          <p:spTgt spid="27853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78539"/>
                                        </p:tgtEl>
                                        <p:attrNameLst>
                                          <p:attrName>style.visibility</p:attrName>
                                        </p:attrNameLst>
                                      </p:cBhvr>
                                      <p:to>
                                        <p:strVal val="visible"/>
                                      </p:to>
                                    </p:set>
                                    <p:animEffect transition="in" filter="wipe(left)">
                                      <p:cBhvr>
                                        <p:cTn id="31" dur="500"/>
                                        <p:tgtEl>
                                          <p:spTgt spid="2785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78540"/>
                                        </p:tgtEl>
                                        <p:attrNameLst>
                                          <p:attrName>style.visibility</p:attrName>
                                        </p:attrNameLst>
                                      </p:cBhvr>
                                      <p:to>
                                        <p:strVal val="visible"/>
                                      </p:to>
                                    </p:set>
                                    <p:animEffect transition="in" filter="wipe(left)">
                                      <p:cBhvr>
                                        <p:cTn id="36" dur="500"/>
                                        <p:tgtEl>
                                          <p:spTgt spid="278540"/>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278533"/>
                                        </p:tgtEl>
                                        <p:attrNameLst>
                                          <p:attrName>style.visibility</p:attrName>
                                        </p:attrNameLst>
                                      </p:cBhvr>
                                      <p:to>
                                        <p:strVal val="visible"/>
                                      </p:to>
                                    </p:set>
                                    <p:animEffect transition="in" filter="wipe(left)">
                                      <p:cBhvr>
                                        <p:cTn id="40" dur="500"/>
                                        <p:tgtEl>
                                          <p:spTgt spid="278533"/>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278541"/>
                                        </p:tgtEl>
                                        <p:attrNameLst>
                                          <p:attrName>style.visibility</p:attrName>
                                        </p:attrNameLst>
                                      </p:cBhvr>
                                      <p:to>
                                        <p:strVal val="visible"/>
                                      </p:to>
                                    </p:set>
                                    <p:animEffect transition="in" filter="wipe(left)">
                                      <p:cBhvr>
                                        <p:cTn id="44" dur="500"/>
                                        <p:tgtEl>
                                          <p:spTgt spid="278541"/>
                                        </p:tgtEl>
                                      </p:cBhvr>
                                    </p:animEffect>
                                  </p:childTnLst>
                                </p:cTn>
                              </p:par>
                            </p:childTnLst>
                          </p:cTn>
                        </p:par>
                        <p:par>
                          <p:cTn id="45" fill="hold" nodeType="afterGroup">
                            <p:stCondLst>
                              <p:cond delay="1500"/>
                            </p:stCondLst>
                            <p:childTnLst>
                              <p:par>
                                <p:cTn id="46" presetID="22" presetClass="entr" presetSubtype="8" fill="hold" nodeType="afterEffect">
                                  <p:stCondLst>
                                    <p:cond delay="0"/>
                                  </p:stCondLst>
                                  <p:childTnLst>
                                    <p:set>
                                      <p:cBhvr>
                                        <p:cTn id="47" dur="1" fill="hold">
                                          <p:stCondLst>
                                            <p:cond delay="0"/>
                                          </p:stCondLst>
                                        </p:cTn>
                                        <p:tgtEl>
                                          <p:spTgt spid="278536"/>
                                        </p:tgtEl>
                                        <p:attrNameLst>
                                          <p:attrName>style.visibility</p:attrName>
                                        </p:attrNameLst>
                                      </p:cBhvr>
                                      <p:to>
                                        <p:strVal val="visible"/>
                                      </p:to>
                                    </p:set>
                                    <p:animEffect transition="in" filter="wipe(left)">
                                      <p:cBhvr>
                                        <p:cTn id="48" dur="500"/>
                                        <p:tgtEl>
                                          <p:spTgt spid="278536"/>
                                        </p:tgtEl>
                                      </p:cBhvr>
                                    </p:animEffect>
                                  </p:childTnLst>
                                </p:cTn>
                              </p:par>
                            </p:childTnLst>
                          </p:cTn>
                        </p:par>
                        <p:par>
                          <p:cTn id="49" fill="hold" nodeType="afterGroup">
                            <p:stCondLst>
                              <p:cond delay="2000"/>
                            </p:stCondLst>
                            <p:childTnLst>
                              <p:par>
                                <p:cTn id="50" presetID="22" presetClass="entr" presetSubtype="8" fill="hold" nodeType="afterEffect">
                                  <p:stCondLst>
                                    <p:cond delay="0"/>
                                  </p:stCondLst>
                                  <p:childTnLst>
                                    <p:set>
                                      <p:cBhvr>
                                        <p:cTn id="51" dur="1" fill="hold">
                                          <p:stCondLst>
                                            <p:cond delay="0"/>
                                          </p:stCondLst>
                                        </p:cTn>
                                        <p:tgtEl>
                                          <p:spTgt spid="278535"/>
                                        </p:tgtEl>
                                        <p:attrNameLst>
                                          <p:attrName>style.visibility</p:attrName>
                                        </p:attrNameLst>
                                      </p:cBhvr>
                                      <p:to>
                                        <p:strVal val="visible"/>
                                      </p:to>
                                    </p:set>
                                    <p:animEffect transition="in" filter="wipe(left)">
                                      <p:cBhvr>
                                        <p:cTn id="52" dur="500"/>
                                        <p:tgtEl>
                                          <p:spTgt spid="27853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78550"/>
                                        </p:tgtEl>
                                        <p:attrNameLst>
                                          <p:attrName>style.visibility</p:attrName>
                                        </p:attrNameLst>
                                      </p:cBhvr>
                                      <p:to>
                                        <p:strVal val="visible"/>
                                      </p:to>
                                    </p:set>
                                    <p:animEffect transition="in" filter="wipe(left)">
                                      <p:cBhvr>
                                        <p:cTn id="57" dur="500"/>
                                        <p:tgtEl>
                                          <p:spTgt spid="27855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78544"/>
                                        </p:tgtEl>
                                        <p:attrNameLst>
                                          <p:attrName>style.visibility</p:attrName>
                                        </p:attrNameLst>
                                      </p:cBhvr>
                                      <p:to>
                                        <p:strVal val="visible"/>
                                      </p:to>
                                    </p:set>
                                    <p:animEffect transition="in" filter="wipe(left)">
                                      <p:cBhvr>
                                        <p:cTn id="62" dur="2000"/>
                                        <p:tgtEl>
                                          <p:spTgt spid="278544"/>
                                        </p:tgtEl>
                                      </p:cBhvr>
                                    </p:animEffect>
                                  </p:childTnLst>
                                </p:cTn>
                              </p:par>
                            </p:childTnLst>
                          </p:cTn>
                        </p:par>
                        <p:par>
                          <p:cTn id="63" fill="hold" nodeType="afterGroup">
                            <p:stCondLst>
                              <p:cond delay="2000"/>
                            </p:stCondLst>
                            <p:childTnLst>
                              <p:par>
                                <p:cTn id="64" presetID="22" presetClass="entr" presetSubtype="8" fill="hold" nodeType="afterEffect">
                                  <p:stCondLst>
                                    <p:cond delay="0"/>
                                  </p:stCondLst>
                                  <p:childTnLst>
                                    <p:set>
                                      <p:cBhvr>
                                        <p:cTn id="65" dur="1" fill="hold">
                                          <p:stCondLst>
                                            <p:cond delay="0"/>
                                          </p:stCondLst>
                                        </p:cTn>
                                        <p:tgtEl>
                                          <p:spTgt spid="278546"/>
                                        </p:tgtEl>
                                        <p:attrNameLst>
                                          <p:attrName>style.visibility</p:attrName>
                                        </p:attrNameLst>
                                      </p:cBhvr>
                                      <p:to>
                                        <p:strVal val="visible"/>
                                      </p:to>
                                    </p:set>
                                    <p:animEffect transition="in" filter="wipe(left)">
                                      <p:cBhvr>
                                        <p:cTn id="66" dur="500"/>
                                        <p:tgtEl>
                                          <p:spTgt spid="27854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78542"/>
                                        </p:tgtEl>
                                        <p:attrNameLst>
                                          <p:attrName>style.visibility</p:attrName>
                                        </p:attrNameLst>
                                      </p:cBhvr>
                                      <p:to>
                                        <p:strVal val="visible"/>
                                      </p:to>
                                    </p:set>
                                    <p:animEffect transition="in" filter="wipe(left)">
                                      <p:cBhvr>
                                        <p:cTn id="71" dur="500"/>
                                        <p:tgtEl>
                                          <p:spTgt spid="278542"/>
                                        </p:tgtEl>
                                      </p:cBhvr>
                                    </p:animEffect>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278543"/>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3" presetClass="entr" presetSubtype="16" fill="hold" nodeType="clickEffect">
                                  <p:stCondLst>
                                    <p:cond delay="0"/>
                                  </p:stCondLst>
                                  <p:childTnLst>
                                    <p:set>
                                      <p:cBhvr>
                                        <p:cTn id="78" dur="1" fill="hold">
                                          <p:stCondLst>
                                            <p:cond delay="0"/>
                                          </p:stCondLst>
                                        </p:cTn>
                                        <p:tgtEl>
                                          <p:spTgt spid="2"/>
                                        </p:tgtEl>
                                        <p:attrNameLst>
                                          <p:attrName>style.visibility</p:attrName>
                                        </p:attrNameLst>
                                      </p:cBhvr>
                                      <p:to>
                                        <p:strVal val="visible"/>
                                      </p:to>
                                    </p:set>
                                    <p:anim calcmode="lin" valueType="num">
                                      <p:cBhvr>
                                        <p:cTn id="79" dur="1000" fill="hold"/>
                                        <p:tgtEl>
                                          <p:spTgt spid="2"/>
                                        </p:tgtEl>
                                        <p:attrNameLst>
                                          <p:attrName>ppt_w</p:attrName>
                                        </p:attrNameLst>
                                      </p:cBhvr>
                                      <p:tavLst>
                                        <p:tav tm="0">
                                          <p:val>
                                            <p:fltVal val="0"/>
                                          </p:val>
                                        </p:tav>
                                        <p:tav tm="100000">
                                          <p:val>
                                            <p:strVal val="#ppt_w"/>
                                          </p:val>
                                        </p:tav>
                                      </p:tavLst>
                                    </p:anim>
                                    <p:anim calcmode="lin" valueType="num">
                                      <p:cBhvr>
                                        <p:cTn id="80"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xit" presetSubtype="0" fill="hold" nodeType="clickEffect">
                                  <p:stCondLst>
                                    <p:cond delay="0"/>
                                  </p:stCondLst>
                                  <p:childTnLst>
                                    <p:set>
                                      <p:cBhvr>
                                        <p:cTn id="84" dur="1" fill="hold">
                                          <p:stCondLst>
                                            <p:cond delay="0"/>
                                          </p:stCondLst>
                                        </p:cTn>
                                        <p:tgtEl>
                                          <p:spTgt spid="2"/>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16" fill="hold" nodeType="clickEffect">
                                  <p:stCondLst>
                                    <p:cond delay="0"/>
                                  </p:stCondLst>
                                  <p:childTnLst>
                                    <p:set>
                                      <p:cBhvr>
                                        <p:cTn id="88" dur="1" fill="hold">
                                          <p:stCondLst>
                                            <p:cond delay="0"/>
                                          </p:stCondLst>
                                        </p:cTn>
                                        <p:tgtEl>
                                          <p:spTgt spid="14"/>
                                        </p:tgtEl>
                                        <p:attrNameLst>
                                          <p:attrName>style.visibility</p:attrName>
                                        </p:attrNameLst>
                                      </p:cBhvr>
                                      <p:to>
                                        <p:strVal val="visible"/>
                                      </p:to>
                                    </p:set>
                                    <p:anim calcmode="lin" valueType="num">
                                      <p:cBhvr>
                                        <p:cTn id="89" dur="500" fill="hold"/>
                                        <p:tgtEl>
                                          <p:spTgt spid="14"/>
                                        </p:tgtEl>
                                        <p:attrNameLst>
                                          <p:attrName>ppt_w</p:attrName>
                                        </p:attrNameLst>
                                      </p:cBhvr>
                                      <p:tavLst>
                                        <p:tav tm="0">
                                          <p:val>
                                            <p:fltVal val="0"/>
                                          </p:val>
                                        </p:tav>
                                        <p:tav tm="100000">
                                          <p:val>
                                            <p:strVal val="#ppt_w"/>
                                          </p:val>
                                        </p:tav>
                                      </p:tavLst>
                                    </p:anim>
                                    <p:anim calcmode="lin" valueType="num">
                                      <p:cBhvr>
                                        <p:cTn id="9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278548"/>
                                        </p:tgtEl>
                                        <p:attrNameLst>
                                          <p:attrName>style.visibility</p:attrName>
                                        </p:attrNameLst>
                                      </p:cBhvr>
                                      <p:to>
                                        <p:strVal val="visible"/>
                                      </p:to>
                                    </p:set>
                                    <p:animEffect transition="in" filter="wipe(left)">
                                      <p:cBhvr>
                                        <p:cTn id="95" dur="500"/>
                                        <p:tgtEl>
                                          <p:spTgt spid="278548"/>
                                        </p:tgtEl>
                                      </p:cBhvr>
                                    </p:animEffect>
                                  </p:childTnLst>
                                </p:cTn>
                              </p:par>
                            </p:childTnLst>
                          </p:cTn>
                        </p:par>
                        <p:par>
                          <p:cTn id="96" fill="hold" nodeType="afterGroup">
                            <p:stCondLst>
                              <p:cond delay="500"/>
                            </p:stCondLst>
                            <p:childTnLst>
                              <p:par>
                                <p:cTn id="97" presetID="1" presetClass="entr" presetSubtype="0" fill="hold" nodeType="afterEffect">
                                  <p:stCondLst>
                                    <p:cond delay="0"/>
                                  </p:stCondLst>
                                  <p:childTnLst>
                                    <p:set>
                                      <p:cBhvr>
                                        <p:cTn id="98" dur="1" fill="hold">
                                          <p:stCondLst>
                                            <p:cond delay="499"/>
                                          </p:stCondLst>
                                        </p:cTn>
                                        <p:tgtEl>
                                          <p:spTgt spid="278549"/>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iterate type="wd">
                                    <p:tmPct val="42000"/>
                                  </p:iterate>
                                  <p:childTnLst>
                                    <p:set>
                                      <p:cBhvr>
                                        <p:cTn id="102" dur="1" fill="hold">
                                          <p:stCondLst>
                                            <p:cond delay="0"/>
                                          </p:stCondLst>
                                        </p:cTn>
                                        <p:tgtEl>
                                          <p:spTgt spid="278545"/>
                                        </p:tgtEl>
                                        <p:attrNameLst>
                                          <p:attrName>style.visibility</p:attrName>
                                        </p:attrNameLst>
                                      </p:cBhvr>
                                      <p:to>
                                        <p:strVal val="visible"/>
                                      </p:to>
                                    </p:set>
                                    <p:animEffect transition="in" filter="wipe(left)">
                                      <p:cBhvr>
                                        <p:cTn id="103" dur="500"/>
                                        <p:tgtEl>
                                          <p:spTgt spid="278545"/>
                                        </p:tgtEl>
                                      </p:cBhvr>
                                    </p:animEffect>
                                  </p:childTnLst>
                                </p:cTn>
                              </p:par>
                            </p:childTnLst>
                          </p:cTn>
                        </p:par>
                        <p:par>
                          <p:cTn id="104" fill="hold" nodeType="afterGroup">
                            <p:stCondLst>
                              <p:cond delay="4910"/>
                            </p:stCondLst>
                            <p:childTnLst>
                              <p:par>
                                <p:cTn id="105" presetID="22" presetClass="entr" presetSubtype="8" fill="hold" nodeType="afterEffect">
                                  <p:stCondLst>
                                    <p:cond delay="0"/>
                                  </p:stCondLst>
                                  <p:childTnLst>
                                    <p:set>
                                      <p:cBhvr>
                                        <p:cTn id="106" dur="1" fill="hold">
                                          <p:stCondLst>
                                            <p:cond delay="0"/>
                                          </p:stCondLst>
                                        </p:cTn>
                                        <p:tgtEl>
                                          <p:spTgt spid="278547"/>
                                        </p:tgtEl>
                                        <p:attrNameLst>
                                          <p:attrName>style.visibility</p:attrName>
                                        </p:attrNameLst>
                                      </p:cBhvr>
                                      <p:to>
                                        <p:strVal val="visible"/>
                                      </p:to>
                                    </p:set>
                                    <p:animEffect transition="in" filter="wipe(left)">
                                      <p:cBhvr>
                                        <p:cTn id="107" dur="500"/>
                                        <p:tgtEl>
                                          <p:spTgt spid="278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0" grpId="0" autoUpdateAnimBg="0"/>
      <p:bldP spid="278532" grpId="0" autoUpdateAnimBg="0"/>
      <p:bldP spid="278533" grpId="0"/>
      <p:bldP spid="278535" grpId="0"/>
      <p:bldP spid="278536" grpId="0" animBg="1"/>
      <p:bldP spid="278538" grpId="0"/>
      <p:bldP spid="278539" grpId="0"/>
      <p:bldP spid="278540" grpId="0"/>
      <p:bldP spid="278541" grpId="0"/>
      <p:bldP spid="278544" grpId="0" autoUpdateAnimBg="0"/>
      <p:bldP spid="278545" grpId="0" autoUpdateAnimBg="0"/>
      <p:bldP spid="27855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AutoShape 2">
            <a:extLst>
              <a:ext uri="{FF2B5EF4-FFF2-40B4-BE49-F238E27FC236}">
                <a16:creationId xmlns:a16="http://schemas.microsoft.com/office/drawing/2014/main" id="{22FF7E05-8000-BA47-E855-2F627BDF04E7}"/>
              </a:ext>
            </a:extLst>
          </p:cNvPr>
          <p:cNvSpPr>
            <a:spLocks noChangeArrowheads="1"/>
          </p:cNvSpPr>
          <p:nvPr/>
        </p:nvSpPr>
        <p:spPr bwMode="auto">
          <a:xfrm>
            <a:off x="6413500" y="5013325"/>
            <a:ext cx="1944688" cy="1008063"/>
          </a:xfrm>
          <a:prstGeom prst="bevel">
            <a:avLst>
              <a:gd name="adj" fmla="val 4847"/>
            </a:avLst>
          </a:prstGeom>
          <a:solidFill>
            <a:srgbClr val="0066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68291" name="Text Box 3">
            <a:extLst>
              <a:ext uri="{FF2B5EF4-FFF2-40B4-BE49-F238E27FC236}">
                <a16:creationId xmlns:a16="http://schemas.microsoft.com/office/drawing/2014/main" id="{95235DF5-F0ED-3FD5-C75F-E8C3F38DBD97}"/>
              </a:ext>
            </a:extLst>
          </p:cNvPr>
          <p:cNvSpPr txBox="1">
            <a:spLocks noChangeArrowheads="1"/>
          </p:cNvSpPr>
          <p:nvPr/>
        </p:nvSpPr>
        <p:spPr bwMode="auto">
          <a:xfrm>
            <a:off x="755650" y="288925"/>
            <a:ext cx="83058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latin typeface="宋体" panose="02010600030101010101" pitchFamily="2" charset="-122"/>
              </a:rPr>
              <a:t>电子轨道运动，电子自旋运动，核的自旋运动在外磁场的作用下，产生的力矩，使得它们都产生一个与外磁场方向相反的附加磁矩（感应磁矩）</a:t>
            </a:r>
            <a:endParaRPr lang="zh-CN" altLang="en-US"/>
          </a:p>
        </p:txBody>
      </p:sp>
      <p:graphicFrame>
        <p:nvGraphicFramePr>
          <p:cNvPr id="268292" name="Object 2">
            <a:extLst>
              <a:ext uri="{FF2B5EF4-FFF2-40B4-BE49-F238E27FC236}">
                <a16:creationId xmlns:a16="http://schemas.microsoft.com/office/drawing/2014/main" id="{2624EBF7-97A2-16EA-DA8A-388668C79ADD}"/>
              </a:ext>
            </a:extLst>
          </p:cNvPr>
          <p:cNvGraphicFramePr>
            <a:graphicFrameLocks/>
          </p:cNvGraphicFramePr>
          <p:nvPr/>
        </p:nvGraphicFramePr>
        <p:xfrm>
          <a:off x="2195513" y="2373313"/>
          <a:ext cx="1814512" cy="573087"/>
        </p:xfrm>
        <a:graphic>
          <a:graphicData uri="http://schemas.openxmlformats.org/presentationml/2006/ole">
            <mc:AlternateContent xmlns:mc="http://schemas.openxmlformats.org/markup-compatibility/2006">
              <mc:Choice xmlns:v="urn:schemas-microsoft-com:vml" Requires="v">
                <p:oleObj name="Equation" r:id="rId2" imgW="1783018" imgH="541159" progId="Equation.3">
                  <p:embed/>
                </p:oleObj>
              </mc:Choice>
              <mc:Fallback>
                <p:oleObj name="Equation" r:id="rId2" imgW="1783018" imgH="541159" progId="Equation.3">
                  <p:embed/>
                  <p:pic>
                    <p:nvPicPr>
                      <p:cNvPr id="268292" name="Object 2">
                        <a:extLst>
                          <a:ext uri="{FF2B5EF4-FFF2-40B4-BE49-F238E27FC236}">
                            <a16:creationId xmlns:a16="http://schemas.microsoft.com/office/drawing/2014/main" id="{2624EBF7-97A2-16EA-DA8A-388668C79A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2373313"/>
                        <a:ext cx="1814512"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3" name="Text Box 5">
            <a:extLst>
              <a:ext uri="{FF2B5EF4-FFF2-40B4-BE49-F238E27FC236}">
                <a16:creationId xmlns:a16="http://schemas.microsoft.com/office/drawing/2014/main" id="{79D309BA-95F7-C32C-5C34-D39C0F3836E2}"/>
              </a:ext>
            </a:extLst>
          </p:cNvPr>
          <p:cNvSpPr txBox="1">
            <a:spLocks noChangeArrowheads="1"/>
          </p:cNvSpPr>
          <p:nvPr/>
        </p:nvSpPr>
        <p:spPr bwMode="auto">
          <a:xfrm>
            <a:off x="768350" y="1916113"/>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则磁介质产生附加磁场</a:t>
            </a:r>
          </a:p>
        </p:txBody>
      </p:sp>
      <p:graphicFrame>
        <p:nvGraphicFramePr>
          <p:cNvPr id="268294" name="Object 3">
            <a:extLst>
              <a:ext uri="{FF2B5EF4-FFF2-40B4-BE49-F238E27FC236}">
                <a16:creationId xmlns:a16="http://schemas.microsoft.com/office/drawing/2014/main" id="{69EA10B0-3604-CCB9-7C21-0669D4E3843C}"/>
              </a:ext>
            </a:extLst>
          </p:cNvPr>
          <p:cNvGraphicFramePr>
            <a:graphicFrameLocks/>
          </p:cNvGraphicFramePr>
          <p:nvPr/>
        </p:nvGraphicFramePr>
        <p:xfrm>
          <a:off x="4067175" y="2513013"/>
          <a:ext cx="687388" cy="433387"/>
        </p:xfrm>
        <a:graphic>
          <a:graphicData uri="http://schemas.openxmlformats.org/presentationml/2006/ole">
            <mc:AlternateContent xmlns:mc="http://schemas.openxmlformats.org/markup-compatibility/2006">
              <mc:Choice xmlns:v="urn:schemas-microsoft-com:vml" Requires="v">
                <p:oleObj name="Equation" r:id="rId4" imgW="655382" imgH="403999" progId="Equation.3">
                  <p:embed/>
                </p:oleObj>
              </mc:Choice>
              <mc:Fallback>
                <p:oleObj name="Equation" r:id="rId4" imgW="655382" imgH="403999" progId="Equation.3">
                  <p:embed/>
                  <p:pic>
                    <p:nvPicPr>
                      <p:cNvPr id="268294" name="Object 3">
                        <a:extLst>
                          <a:ext uri="{FF2B5EF4-FFF2-40B4-BE49-F238E27FC236}">
                            <a16:creationId xmlns:a16="http://schemas.microsoft.com/office/drawing/2014/main" id="{69EA10B0-3604-CCB9-7C21-0669D4E3843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7175" y="2513013"/>
                        <a:ext cx="687388"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5" name="Text Box 7">
            <a:extLst>
              <a:ext uri="{FF2B5EF4-FFF2-40B4-BE49-F238E27FC236}">
                <a16:creationId xmlns:a16="http://schemas.microsoft.com/office/drawing/2014/main" id="{87A2C295-5FC9-904D-BA46-BC4F02586C6D}"/>
              </a:ext>
            </a:extLst>
          </p:cNvPr>
          <p:cNvSpPr txBox="1">
            <a:spLocks noChangeArrowheads="1"/>
          </p:cNvSpPr>
          <p:nvPr/>
        </p:nvSpPr>
        <p:spPr bwMode="auto">
          <a:xfrm>
            <a:off x="5746750" y="245745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与外场方向相同</a:t>
            </a:r>
          </a:p>
        </p:txBody>
      </p:sp>
      <p:sp>
        <p:nvSpPr>
          <p:cNvPr id="268296" name="Text Box 8">
            <a:extLst>
              <a:ext uri="{FF2B5EF4-FFF2-40B4-BE49-F238E27FC236}">
                <a16:creationId xmlns:a16="http://schemas.microsoft.com/office/drawing/2014/main" id="{3F0EECF4-2F4A-4712-6760-24AB090DB83E}"/>
              </a:ext>
            </a:extLst>
          </p:cNvPr>
          <p:cNvSpPr txBox="1">
            <a:spLocks noChangeArrowheads="1"/>
          </p:cNvSpPr>
          <p:nvPr/>
        </p:nvSpPr>
        <p:spPr bwMode="auto">
          <a:xfrm>
            <a:off x="228600" y="3055938"/>
            <a:ext cx="3917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sz="2800">
                <a:solidFill>
                  <a:srgbClr val="FFFF00"/>
                </a:solidFill>
              </a:rPr>
              <a:t>三</a:t>
            </a:r>
            <a:r>
              <a:rPr lang="en-US" altLang="zh-CN" sz="2800">
                <a:solidFill>
                  <a:srgbClr val="FFFF00"/>
                </a:solidFill>
              </a:rPr>
              <a:t>. </a:t>
            </a:r>
            <a:r>
              <a:rPr lang="zh-CN" altLang="en-US" sz="2800">
                <a:solidFill>
                  <a:srgbClr val="FFFF00"/>
                </a:solidFill>
              </a:rPr>
              <a:t>有磁介质的高斯定理</a:t>
            </a:r>
          </a:p>
        </p:txBody>
      </p:sp>
      <p:graphicFrame>
        <p:nvGraphicFramePr>
          <p:cNvPr id="268297" name="Object 4">
            <a:extLst>
              <a:ext uri="{FF2B5EF4-FFF2-40B4-BE49-F238E27FC236}">
                <a16:creationId xmlns:a16="http://schemas.microsoft.com/office/drawing/2014/main" id="{9BEEE08E-F21B-8363-7090-5A394D02A62E}"/>
              </a:ext>
            </a:extLst>
          </p:cNvPr>
          <p:cNvGraphicFramePr>
            <a:graphicFrameLocks/>
          </p:cNvGraphicFramePr>
          <p:nvPr/>
        </p:nvGraphicFramePr>
        <p:xfrm>
          <a:off x="855663" y="3648075"/>
          <a:ext cx="1601787" cy="442913"/>
        </p:xfrm>
        <a:graphic>
          <a:graphicData uri="http://schemas.openxmlformats.org/presentationml/2006/ole">
            <mc:AlternateContent xmlns:mc="http://schemas.openxmlformats.org/markup-compatibility/2006">
              <mc:Choice xmlns:v="urn:schemas-microsoft-com:vml" Requires="v">
                <p:oleObj name="Equation" r:id="rId6" imgW="1569533" imgH="411480" progId="Equation.3">
                  <p:embed/>
                </p:oleObj>
              </mc:Choice>
              <mc:Fallback>
                <p:oleObj name="Equation" r:id="rId6" imgW="1569533" imgH="411480" progId="Equation.3">
                  <p:embed/>
                  <p:pic>
                    <p:nvPicPr>
                      <p:cNvPr id="268297" name="Object 4">
                        <a:extLst>
                          <a:ext uri="{FF2B5EF4-FFF2-40B4-BE49-F238E27FC236}">
                            <a16:creationId xmlns:a16="http://schemas.microsoft.com/office/drawing/2014/main" id="{9BEEE08E-F21B-8363-7090-5A394D02A62E}"/>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5663" y="3648075"/>
                        <a:ext cx="1601787"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8" name="Text Box 10">
            <a:extLst>
              <a:ext uri="{FF2B5EF4-FFF2-40B4-BE49-F238E27FC236}">
                <a16:creationId xmlns:a16="http://schemas.microsoft.com/office/drawing/2014/main" id="{6E0B39B5-7698-3072-BFD5-E624FED25CD2}"/>
              </a:ext>
            </a:extLst>
          </p:cNvPr>
          <p:cNvSpPr txBox="1">
            <a:spLocks noChangeArrowheads="1"/>
          </p:cNvSpPr>
          <p:nvPr/>
        </p:nvSpPr>
        <p:spPr bwMode="auto">
          <a:xfrm>
            <a:off x="722313" y="4052888"/>
            <a:ext cx="86169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t>在磁介质存在时，磁感应线仍然是一系列无头无尾的闭合曲线</a:t>
            </a:r>
          </a:p>
        </p:txBody>
      </p:sp>
      <p:sp>
        <p:nvSpPr>
          <p:cNvPr id="268299" name="AutoShape 11">
            <a:extLst>
              <a:ext uri="{FF2B5EF4-FFF2-40B4-BE49-F238E27FC236}">
                <a16:creationId xmlns:a16="http://schemas.microsoft.com/office/drawing/2014/main" id="{2EDBE3F0-46DC-0EE7-ED80-F5187C64A3F5}"/>
              </a:ext>
            </a:extLst>
          </p:cNvPr>
          <p:cNvSpPr>
            <a:spLocks noChangeArrowheads="1"/>
          </p:cNvSpPr>
          <p:nvPr/>
        </p:nvSpPr>
        <p:spPr bwMode="auto">
          <a:xfrm>
            <a:off x="5060950" y="2628900"/>
            <a:ext cx="609600" cy="155575"/>
          </a:xfrm>
          <a:prstGeom prst="rightArrow">
            <a:avLst>
              <a:gd name="adj1" fmla="val 50000"/>
              <a:gd name="adj2" fmla="val 97959"/>
            </a:avLst>
          </a:prstGeom>
          <a:gradFill rotWithShape="1">
            <a:gsLst>
              <a:gs pos="0">
                <a:srgbClr val="765E76"/>
              </a:gs>
              <a:gs pos="50000">
                <a:srgbClr val="FFCCFF"/>
              </a:gs>
              <a:gs pos="100000">
                <a:srgbClr val="765E76"/>
              </a:gs>
            </a:gsLst>
            <a:lin ang="5400000" scaled="1"/>
          </a:gra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68300" name="Text Box 12">
            <a:extLst>
              <a:ext uri="{FF2B5EF4-FFF2-40B4-BE49-F238E27FC236}">
                <a16:creationId xmlns:a16="http://schemas.microsoft.com/office/drawing/2014/main" id="{B4C67A45-359B-9BEF-4E69-8241FB385FB0}"/>
              </a:ext>
            </a:extLst>
          </p:cNvPr>
          <p:cNvSpPr txBox="1">
            <a:spLocks noChangeArrowheads="1"/>
          </p:cNvSpPr>
          <p:nvPr/>
        </p:nvSpPr>
        <p:spPr bwMode="auto">
          <a:xfrm>
            <a:off x="838200" y="608965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 </a:t>
            </a:r>
            <a:r>
              <a:rPr lang="zh-CN" altLang="en-US"/>
              <a:t>含磁介质的磁高斯定理</a:t>
            </a:r>
          </a:p>
        </p:txBody>
      </p:sp>
      <p:sp>
        <p:nvSpPr>
          <p:cNvPr id="268301" name="Text Box 13">
            <a:extLst>
              <a:ext uri="{FF2B5EF4-FFF2-40B4-BE49-F238E27FC236}">
                <a16:creationId xmlns:a16="http://schemas.microsoft.com/office/drawing/2014/main" id="{C6760180-CF76-ECCE-B45B-40EE524C2947}"/>
              </a:ext>
            </a:extLst>
          </p:cNvPr>
          <p:cNvSpPr txBox="1">
            <a:spLocks noChangeArrowheads="1"/>
          </p:cNvSpPr>
          <p:nvPr/>
        </p:nvSpPr>
        <p:spPr bwMode="auto">
          <a:xfrm>
            <a:off x="763588" y="4702175"/>
            <a:ext cx="2792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对于任意闭合曲面</a:t>
            </a:r>
            <a:r>
              <a:rPr lang="en-US" altLang="zh-CN" i="1">
                <a:solidFill>
                  <a:srgbClr val="66FFFF"/>
                </a:solidFill>
              </a:rPr>
              <a:t>S</a:t>
            </a:r>
          </a:p>
        </p:txBody>
      </p:sp>
      <p:graphicFrame>
        <p:nvGraphicFramePr>
          <p:cNvPr id="268302" name="Object 5">
            <a:extLst>
              <a:ext uri="{FF2B5EF4-FFF2-40B4-BE49-F238E27FC236}">
                <a16:creationId xmlns:a16="http://schemas.microsoft.com/office/drawing/2014/main" id="{22249BEB-BEFC-9E6E-8B38-E8C57C96083F}"/>
              </a:ext>
            </a:extLst>
          </p:cNvPr>
          <p:cNvGraphicFramePr>
            <a:graphicFrameLocks/>
          </p:cNvGraphicFramePr>
          <p:nvPr/>
        </p:nvGraphicFramePr>
        <p:xfrm>
          <a:off x="884238" y="5300663"/>
          <a:ext cx="1039812" cy="812800"/>
        </p:xfrm>
        <a:graphic>
          <a:graphicData uri="http://schemas.openxmlformats.org/presentationml/2006/ole">
            <mc:AlternateContent xmlns:mc="http://schemas.openxmlformats.org/markup-compatibility/2006">
              <mc:Choice xmlns:v="urn:schemas-microsoft-com:vml" Requires="v">
                <p:oleObj name="Equation" r:id="rId8" imgW="1013678" imgH="785054" progId="Equation.3">
                  <p:embed/>
                </p:oleObj>
              </mc:Choice>
              <mc:Fallback>
                <p:oleObj name="Equation" r:id="rId8" imgW="1013678" imgH="785054" progId="Equation.3">
                  <p:embed/>
                  <p:pic>
                    <p:nvPicPr>
                      <p:cNvPr id="268302" name="Object 5">
                        <a:extLst>
                          <a:ext uri="{FF2B5EF4-FFF2-40B4-BE49-F238E27FC236}">
                            <a16:creationId xmlns:a16="http://schemas.microsoft.com/office/drawing/2014/main" id="{22249BEB-BEFC-9E6E-8B38-E8C57C96083F}"/>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4238" y="5300663"/>
                        <a:ext cx="1039812"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303" name="Object 6">
            <a:extLst>
              <a:ext uri="{FF2B5EF4-FFF2-40B4-BE49-F238E27FC236}">
                <a16:creationId xmlns:a16="http://schemas.microsoft.com/office/drawing/2014/main" id="{E0486F7B-CCDF-9972-B074-1645A186F2AB}"/>
              </a:ext>
            </a:extLst>
          </p:cNvPr>
          <p:cNvGraphicFramePr>
            <a:graphicFrameLocks/>
          </p:cNvGraphicFramePr>
          <p:nvPr/>
        </p:nvGraphicFramePr>
        <p:xfrm>
          <a:off x="1981200" y="5286375"/>
          <a:ext cx="2717800" cy="814388"/>
        </p:xfrm>
        <a:graphic>
          <a:graphicData uri="http://schemas.openxmlformats.org/presentationml/2006/ole">
            <mc:AlternateContent xmlns:mc="http://schemas.openxmlformats.org/markup-compatibility/2006">
              <mc:Choice xmlns:v="urn:schemas-microsoft-com:vml" Requires="v">
                <p:oleObj name="Equation" r:id="rId10" imgW="2689704" imgH="785054" progId="Equation.3">
                  <p:embed/>
                </p:oleObj>
              </mc:Choice>
              <mc:Fallback>
                <p:oleObj name="Equation" r:id="rId10" imgW="2689704" imgH="785054" progId="Equation.3">
                  <p:embed/>
                  <p:pic>
                    <p:nvPicPr>
                      <p:cNvPr id="268303" name="Object 6">
                        <a:extLst>
                          <a:ext uri="{FF2B5EF4-FFF2-40B4-BE49-F238E27FC236}">
                            <a16:creationId xmlns:a16="http://schemas.microsoft.com/office/drawing/2014/main" id="{E0486F7B-CCDF-9972-B074-1645A186F2AB}"/>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1200" y="5286375"/>
                        <a:ext cx="2717800" cy="81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304" name="Object 7">
            <a:extLst>
              <a:ext uri="{FF2B5EF4-FFF2-40B4-BE49-F238E27FC236}">
                <a16:creationId xmlns:a16="http://schemas.microsoft.com/office/drawing/2014/main" id="{4D30A01E-48E1-9A1E-FE90-8C306DC4CE22}"/>
              </a:ext>
            </a:extLst>
          </p:cNvPr>
          <p:cNvGraphicFramePr>
            <a:graphicFrameLocks/>
          </p:cNvGraphicFramePr>
          <p:nvPr/>
        </p:nvGraphicFramePr>
        <p:xfrm>
          <a:off x="4800600" y="5378450"/>
          <a:ext cx="482600" cy="315913"/>
        </p:xfrm>
        <a:graphic>
          <a:graphicData uri="http://schemas.openxmlformats.org/presentationml/2006/ole">
            <mc:AlternateContent xmlns:mc="http://schemas.openxmlformats.org/markup-compatibility/2006">
              <mc:Choice xmlns:v="urn:schemas-microsoft-com:vml" Requires="v">
                <p:oleObj name="Equation" r:id="rId12" imgW="449362" imgH="289782" progId="Equation.3">
                  <p:embed/>
                </p:oleObj>
              </mc:Choice>
              <mc:Fallback>
                <p:oleObj name="Equation" r:id="rId12" imgW="449362" imgH="289782" progId="Equation.3">
                  <p:embed/>
                  <p:pic>
                    <p:nvPicPr>
                      <p:cNvPr id="268304" name="Object 7">
                        <a:extLst>
                          <a:ext uri="{FF2B5EF4-FFF2-40B4-BE49-F238E27FC236}">
                            <a16:creationId xmlns:a16="http://schemas.microsoft.com/office/drawing/2014/main" id="{4D30A01E-48E1-9A1E-FE90-8C306DC4CE22}"/>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00600" y="5378450"/>
                        <a:ext cx="4826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305" name="Object 8">
            <a:extLst>
              <a:ext uri="{FF2B5EF4-FFF2-40B4-BE49-F238E27FC236}">
                <a16:creationId xmlns:a16="http://schemas.microsoft.com/office/drawing/2014/main" id="{B07E0B65-AF24-6053-FD3E-DA9216360706}"/>
              </a:ext>
            </a:extLst>
          </p:cNvPr>
          <p:cNvGraphicFramePr>
            <a:graphicFrameLocks/>
          </p:cNvGraphicFramePr>
          <p:nvPr/>
        </p:nvGraphicFramePr>
        <p:xfrm>
          <a:off x="6581775" y="5218113"/>
          <a:ext cx="1562100" cy="812800"/>
        </p:xfrm>
        <a:graphic>
          <a:graphicData uri="http://schemas.openxmlformats.org/presentationml/2006/ole">
            <mc:AlternateContent xmlns:mc="http://schemas.openxmlformats.org/markup-compatibility/2006">
              <mc:Choice xmlns:v="urn:schemas-microsoft-com:vml" Requires="v">
                <p:oleObj name="Equation" r:id="rId14" imgW="1531713" imgH="785054" progId="Equation.3">
                  <p:embed/>
                </p:oleObj>
              </mc:Choice>
              <mc:Fallback>
                <p:oleObj name="Equation" r:id="rId14" imgW="1531713" imgH="785054" progId="Equation.3">
                  <p:embed/>
                  <p:pic>
                    <p:nvPicPr>
                      <p:cNvPr id="268305" name="Object 8">
                        <a:extLst>
                          <a:ext uri="{FF2B5EF4-FFF2-40B4-BE49-F238E27FC236}">
                            <a16:creationId xmlns:a16="http://schemas.microsoft.com/office/drawing/2014/main" id="{B07E0B65-AF24-6053-FD3E-DA9216360706}"/>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81775" y="5218113"/>
                        <a:ext cx="15621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306" name="AutoShape 18">
            <a:extLst>
              <a:ext uri="{FF2B5EF4-FFF2-40B4-BE49-F238E27FC236}">
                <a16:creationId xmlns:a16="http://schemas.microsoft.com/office/drawing/2014/main" id="{6F3C534F-D130-798E-FB0F-A47399133C90}"/>
              </a:ext>
            </a:extLst>
          </p:cNvPr>
          <p:cNvSpPr>
            <a:spLocks noChangeArrowheads="1"/>
          </p:cNvSpPr>
          <p:nvPr/>
        </p:nvSpPr>
        <p:spPr bwMode="auto">
          <a:xfrm>
            <a:off x="5562600" y="5384800"/>
            <a:ext cx="609600" cy="304800"/>
          </a:xfrm>
          <a:prstGeom prst="rightArrow">
            <a:avLst>
              <a:gd name="adj1" fmla="val 50000"/>
              <a:gd name="adj2" fmla="val 50000"/>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268307" name="Object 9">
            <a:extLst>
              <a:ext uri="{FF2B5EF4-FFF2-40B4-BE49-F238E27FC236}">
                <a16:creationId xmlns:a16="http://schemas.microsoft.com/office/drawing/2014/main" id="{6B36863C-ED3B-FA51-AFE0-A7802D7709F8}"/>
              </a:ext>
            </a:extLst>
          </p:cNvPr>
          <p:cNvGraphicFramePr>
            <a:graphicFrameLocks noChangeAspect="1"/>
          </p:cNvGraphicFramePr>
          <p:nvPr/>
        </p:nvGraphicFramePr>
        <p:xfrm>
          <a:off x="4140200" y="1252538"/>
          <a:ext cx="547688" cy="547687"/>
        </p:xfrm>
        <a:graphic>
          <a:graphicData uri="http://schemas.openxmlformats.org/presentationml/2006/ole">
            <mc:AlternateContent xmlns:mc="http://schemas.openxmlformats.org/markup-compatibility/2006">
              <mc:Choice xmlns:v="urn:schemas-microsoft-com:vml" Requires="v">
                <p:oleObj name="公式" r:id="rId16" imgW="198058" imgH="198009" progId="Equation.3">
                  <p:embed/>
                </p:oleObj>
              </mc:Choice>
              <mc:Fallback>
                <p:oleObj name="公式" r:id="rId16" imgW="198058" imgH="198009" progId="Equation.3">
                  <p:embed/>
                  <p:pic>
                    <p:nvPicPr>
                      <p:cNvPr id="268307" name="Object 9">
                        <a:extLst>
                          <a:ext uri="{FF2B5EF4-FFF2-40B4-BE49-F238E27FC236}">
                            <a16:creationId xmlns:a16="http://schemas.microsoft.com/office/drawing/2014/main" id="{6B36863C-ED3B-FA51-AFE0-A7802D7709F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0200" y="1252538"/>
                        <a:ext cx="547688" cy="54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iterate type="wd">
                                    <p:tmPct val="42000"/>
                                  </p:iterate>
                                  <p:childTnLst>
                                    <p:set>
                                      <p:cBhvr>
                                        <p:cTn id="6" dur="1" fill="hold">
                                          <p:stCondLst>
                                            <p:cond delay="0"/>
                                          </p:stCondLst>
                                        </p:cTn>
                                        <p:tgtEl>
                                          <p:spTgt spid="268291"/>
                                        </p:tgtEl>
                                        <p:attrNameLst>
                                          <p:attrName>style.visibility</p:attrName>
                                        </p:attrNameLst>
                                      </p:cBhvr>
                                      <p:to>
                                        <p:strVal val="visible"/>
                                      </p:to>
                                    </p:set>
                                    <p:animEffect transition="in" filter="wipe(left)">
                                      <p:cBhvr>
                                        <p:cTn id="7" dur="500"/>
                                        <p:tgtEl>
                                          <p:spTgt spid="268291"/>
                                        </p:tgtEl>
                                      </p:cBhvr>
                                    </p:animEffect>
                                  </p:childTnLst>
                                </p:cTn>
                              </p:par>
                            </p:childTnLst>
                          </p:cTn>
                        </p:par>
                        <p:par>
                          <p:cTn id="8" fill="hold" nodeType="afterGroup">
                            <p:stCondLst>
                              <p:cond delay="8480"/>
                            </p:stCondLst>
                            <p:childTnLst>
                              <p:par>
                                <p:cTn id="9" presetID="22" presetClass="entr" presetSubtype="8" fill="hold" nodeType="afterEffect">
                                  <p:stCondLst>
                                    <p:cond delay="0"/>
                                  </p:stCondLst>
                                  <p:childTnLst>
                                    <p:set>
                                      <p:cBhvr>
                                        <p:cTn id="10" dur="1" fill="hold">
                                          <p:stCondLst>
                                            <p:cond delay="0"/>
                                          </p:stCondLst>
                                        </p:cTn>
                                        <p:tgtEl>
                                          <p:spTgt spid="268307"/>
                                        </p:tgtEl>
                                        <p:attrNameLst>
                                          <p:attrName>style.visibility</p:attrName>
                                        </p:attrNameLst>
                                      </p:cBhvr>
                                      <p:to>
                                        <p:strVal val="visible"/>
                                      </p:to>
                                    </p:set>
                                    <p:animEffect transition="in" filter="wipe(left)">
                                      <p:cBhvr>
                                        <p:cTn id="11" dur="500"/>
                                        <p:tgtEl>
                                          <p:spTgt spid="26830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68293"/>
                                        </p:tgtEl>
                                        <p:attrNameLst>
                                          <p:attrName>style.visibility</p:attrName>
                                        </p:attrNameLst>
                                      </p:cBhvr>
                                      <p:to>
                                        <p:strVal val="visible"/>
                                      </p:to>
                                    </p:set>
                                    <p:animEffect transition="in" filter="wipe(left)">
                                      <p:cBhvr>
                                        <p:cTn id="16" dur="2000"/>
                                        <p:tgtEl>
                                          <p:spTgt spid="26829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68292"/>
                                        </p:tgtEl>
                                        <p:attrNameLst>
                                          <p:attrName>style.visibility</p:attrName>
                                        </p:attrNameLst>
                                      </p:cBhvr>
                                      <p:to>
                                        <p:strVal val="visible"/>
                                      </p:to>
                                    </p:set>
                                    <p:animEffect transition="in" filter="wipe(left)">
                                      <p:cBhvr>
                                        <p:cTn id="21" dur="2000"/>
                                        <p:tgtEl>
                                          <p:spTgt spid="26829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68294"/>
                                        </p:tgtEl>
                                        <p:attrNameLst>
                                          <p:attrName>style.visibility</p:attrName>
                                        </p:attrNameLst>
                                      </p:cBhvr>
                                      <p:to>
                                        <p:strVal val="visible"/>
                                      </p:to>
                                    </p:set>
                                    <p:animEffect transition="in" filter="wipe(left)">
                                      <p:cBhvr>
                                        <p:cTn id="26" dur="2000"/>
                                        <p:tgtEl>
                                          <p:spTgt spid="26829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68299"/>
                                        </p:tgtEl>
                                        <p:attrNameLst>
                                          <p:attrName>style.visibility</p:attrName>
                                        </p:attrNameLst>
                                      </p:cBhvr>
                                      <p:to>
                                        <p:strVal val="visible"/>
                                      </p:to>
                                    </p:set>
                                    <p:animEffect transition="in" filter="wipe(left)">
                                      <p:cBhvr>
                                        <p:cTn id="31" dur="500"/>
                                        <p:tgtEl>
                                          <p:spTgt spid="26829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68295"/>
                                        </p:tgtEl>
                                        <p:attrNameLst>
                                          <p:attrName>style.visibility</p:attrName>
                                        </p:attrNameLst>
                                      </p:cBhvr>
                                      <p:to>
                                        <p:strVal val="visible"/>
                                      </p:to>
                                    </p:set>
                                    <p:animEffect transition="in" filter="wipe(left)">
                                      <p:cBhvr>
                                        <p:cTn id="36" dur="500"/>
                                        <p:tgtEl>
                                          <p:spTgt spid="26829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68296"/>
                                        </p:tgtEl>
                                        <p:attrNameLst>
                                          <p:attrName>style.visibility</p:attrName>
                                        </p:attrNameLst>
                                      </p:cBhvr>
                                      <p:to>
                                        <p:strVal val="visible"/>
                                      </p:to>
                                    </p:set>
                                    <p:animEffect transition="in" filter="wipe(left)">
                                      <p:cBhvr>
                                        <p:cTn id="41" dur="500"/>
                                        <p:tgtEl>
                                          <p:spTgt spid="26829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68297"/>
                                        </p:tgtEl>
                                        <p:attrNameLst>
                                          <p:attrName>style.visibility</p:attrName>
                                        </p:attrNameLst>
                                      </p:cBhvr>
                                      <p:to>
                                        <p:strVal val="visible"/>
                                      </p:to>
                                    </p:set>
                                    <p:animEffect transition="in" filter="wipe(left)">
                                      <p:cBhvr>
                                        <p:cTn id="46" dur="500"/>
                                        <p:tgtEl>
                                          <p:spTgt spid="26829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iterate type="wd">
                                    <p:tmPct val="42000"/>
                                  </p:iterate>
                                  <p:childTnLst>
                                    <p:set>
                                      <p:cBhvr>
                                        <p:cTn id="50" dur="1" fill="hold">
                                          <p:stCondLst>
                                            <p:cond delay="0"/>
                                          </p:stCondLst>
                                        </p:cTn>
                                        <p:tgtEl>
                                          <p:spTgt spid="268298"/>
                                        </p:tgtEl>
                                        <p:attrNameLst>
                                          <p:attrName>style.visibility</p:attrName>
                                        </p:attrNameLst>
                                      </p:cBhvr>
                                      <p:to>
                                        <p:strVal val="visible"/>
                                      </p:to>
                                    </p:set>
                                    <p:animEffect transition="in" filter="wipe(left)">
                                      <p:cBhvr>
                                        <p:cTn id="51" dur="500"/>
                                        <p:tgtEl>
                                          <p:spTgt spid="26829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68301"/>
                                        </p:tgtEl>
                                        <p:attrNameLst>
                                          <p:attrName>style.visibility</p:attrName>
                                        </p:attrNameLst>
                                      </p:cBhvr>
                                      <p:to>
                                        <p:strVal val="visible"/>
                                      </p:to>
                                    </p:set>
                                    <p:animEffect transition="in" filter="wipe(left)">
                                      <p:cBhvr>
                                        <p:cTn id="56" dur="500"/>
                                        <p:tgtEl>
                                          <p:spTgt spid="26830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68302"/>
                                        </p:tgtEl>
                                        <p:attrNameLst>
                                          <p:attrName>style.visibility</p:attrName>
                                        </p:attrNameLst>
                                      </p:cBhvr>
                                      <p:to>
                                        <p:strVal val="visible"/>
                                      </p:to>
                                    </p:set>
                                    <p:animEffect transition="in" filter="wipe(left)">
                                      <p:cBhvr>
                                        <p:cTn id="61" dur="2000"/>
                                        <p:tgtEl>
                                          <p:spTgt spid="26830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68303"/>
                                        </p:tgtEl>
                                        <p:attrNameLst>
                                          <p:attrName>style.visibility</p:attrName>
                                        </p:attrNameLst>
                                      </p:cBhvr>
                                      <p:to>
                                        <p:strVal val="visible"/>
                                      </p:to>
                                    </p:set>
                                    <p:animEffect transition="in" filter="wipe(left)">
                                      <p:cBhvr>
                                        <p:cTn id="66" dur="2000"/>
                                        <p:tgtEl>
                                          <p:spTgt spid="26830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68304"/>
                                        </p:tgtEl>
                                        <p:attrNameLst>
                                          <p:attrName>style.visibility</p:attrName>
                                        </p:attrNameLst>
                                      </p:cBhvr>
                                      <p:to>
                                        <p:strVal val="visible"/>
                                      </p:to>
                                    </p:set>
                                    <p:animEffect transition="in" filter="wipe(left)">
                                      <p:cBhvr>
                                        <p:cTn id="71" dur="500"/>
                                        <p:tgtEl>
                                          <p:spTgt spid="26830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68306"/>
                                        </p:tgtEl>
                                        <p:attrNameLst>
                                          <p:attrName>style.visibility</p:attrName>
                                        </p:attrNameLst>
                                      </p:cBhvr>
                                      <p:to>
                                        <p:strVal val="visible"/>
                                      </p:to>
                                    </p:set>
                                    <p:animEffect transition="in" filter="wipe(left)">
                                      <p:cBhvr>
                                        <p:cTn id="76" dur="500"/>
                                        <p:tgtEl>
                                          <p:spTgt spid="26830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68305"/>
                                        </p:tgtEl>
                                        <p:attrNameLst>
                                          <p:attrName>style.visibility</p:attrName>
                                        </p:attrNameLst>
                                      </p:cBhvr>
                                      <p:to>
                                        <p:strVal val="visible"/>
                                      </p:to>
                                    </p:set>
                                    <p:animEffect transition="in" filter="wipe(left)">
                                      <p:cBhvr>
                                        <p:cTn id="81" dur="500"/>
                                        <p:tgtEl>
                                          <p:spTgt spid="268305"/>
                                        </p:tgtEl>
                                      </p:cBhvr>
                                    </p:animEffect>
                                  </p:childTnLst>
                                </p:cTn>
                              </p:par>
                              <p:par>
                                <p:cTn id="82" presetID="9" presetClass="entr" presetSubtype="0" fill="hold" nodeType="withEffect">
                                  <p:stCondLst>
                                    <p:cond delay="0"/>
                                  </p:stCondLst>
                                  <p:childTnLst>
                                    <p:set>
                                      <p:cBhvr>
                                        <p:cTn id="83" dur="1" fill="hold">
                                          <p:stCondLst>
                                            <p:cond delay="0"/>
                                          </p:stCondLst>
                                        </p:cTn>
                                        <p:tgtEl>
                                          <p:spTgt spid="268290"/>
                                        </p:tgtEl>
                                        <p:attrNameLst>
                                          <p:attrName>style.visibility</p:attrName>
                                        </p:attrNameLst>
                                      </p:cBhvr>
                                      <p:to>
                                        <p:strVal val="visible"/>
                                      </p:to>
                                    </p:set>
                                    <p:animEffect transition="in" filter="dissolve">
                                      <p:cBhvr>
                                        <p:cTn id="84" dur="2000"/>
                                        <p:tgtEl>
                                          <p:spTgt spid="268290"/>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268300"/>
                                        </p:tgtEl>
                                        <p:attrNameLst>
                                          <p:attrName>style.visibility</p:attrName>
                                        </p:attrNameLst>
                                      </p:cBhvr>
                                      <p:to>
                                        <p:strVal val="visible"/>
                                      </p:to>
                                    </p:set>
                                    <p:animEffect transition="in" filter="wipe(left)">
                                      <p:cBhvr>
                                        <p:cTn id="89" dur="500"/>
                                        <p:tgtEl>
                                          <p:spTgt spid="268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0" grpId="0" animBg="1"/>
      <p:bldP spid="268291" grpId="0" autoUpdateAnimBg="0"/>
      <p:bldP spid="268293" grpId="0" autoUpdateAnimBg="0"/>
      <p:bldP spid="268295" grpId="0" autoUpdateAnimBg="0"/>
      <p:bldP spid="268296" grpId="0" autoUpdateAnimBg="0"/>
      <p:bldP spid="268298" grpId="0" autoUpdateAnimBg="0"/>
      <p:bldP spid="268299" grpId="0" animBg="1"/>
      <p:bldP spid="268300" grpId="0" autoUpdateAnimBg="0"/>
      <p:bldP spid="268301" grpId="0" autoUpdateAnimBg="0"/>
      <p:bldP spid="26830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AutoShape 2">
            <a:extLst>
              <a:ext uri="{FF2B5EF4-FFF2-40B4-BE49-F238E27FC236}">
                <a16:creationId xmlns:a16="http://schemas.microsoft.com/office/drawing/2014/main" id="{7F211118-D5A3-AB59-E82E-8E1EAF58F24B}"/>
              </a:ext>
            </a:extLst>
          </p:cNvPr>
          <p:cNvSpPr>
            <a:spLocks noChangeArrowheads="1"/>
          </p:cNvSpPr>
          <p:nvPr/>
        </p:nvSpPr>
        <p:spPr bwMode="auto">
          <a:xfrm rot="5400000">
            <a:off x="6480175" y="266700"/>
            <a:ext cx="1295400" cy="3048000"/>
          </a:xfrm>
          <a:prstGeom prst="can">
            <a:avLst>
              <a:gd name="adj" fmla="val 58824"/>
            </a:avLst>
          </a:prstGeom>
          <a:gradFill rotWithShape="0">
            <a:gsLst>
              <a:gs pos="0">
                <a:srgbClr val="454545"/>
              </a:gs>
              <a:gs pos="50000">
                <a:srgbClr val="969696"/>
              </a:gs>
              <a:gs pos="100000">
                <a:srgbClr val="454545"/>
              </a:gs>
            </a:gsLst>
            <a:lin ang="5400000" scaled="1"/>
          </a:gra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79555" name="Text Box 3">
            <a:extLst>
              <a:ext uri="{FF2B5EF4-FFF2-40B4-BE49-F238E27FC236}">
                <a16:creationId xmlns:a16="http://schemas.microsoft.com/office/drawing/2014/main" id="{20CD8D74-57ED-DBDD-E096-62C480C095C2}"/>
              </a:ext>
            </a:extLst>
          </p:cNvPr>
          <p:cNvSpPr txBox="1">
            <a:spLocks noChangeArrowheads="1"/>
          </p:cNvSpPr>
          <p:nvPr/>
        </p:nvSpPr>
        <p:spPr bwMode="auto">
          <a:xfrm>
            <a:off x="222250" y="323850"/>
            <a:ext cx="5018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sz="2800">
                <a:solidFill>
                  <a:srgbClr val="FFFF00"/>
                </a:solidFill>
              </a:rPr>
              <a:t>四</a:t>
            </a:r>
            <a:r>
              <a:rPr lang="en-US" altLang="zh-CN" sz="2800">
                <a:solidFill>
                  <a:srgbClr val="FFFF00"/>
                </a:solidFill>
              </a:rPr>
              <a:t>. </a:t>
            </a:r>
            <a:r>
              <a:rPr lang="zh-CN" altLang="en-US" sz="2800">
                <a:solidFill>
                  <a:srgbClr val="FFFF00"/>
                </a:solidFill>
              </a:rPr>
              <a:t>有磁介质时的安培环路定理</a:t>
            </a:r>
          </a:p>
        </p:txBody>
      </p:sp>
      <p:sp>
        <p:nvSpPr>
          <p:cNvPr id="279556" name="Text Box 4">
            <a:extLst>
              <a:ext uri="{FF2B5EF4-FFF2-40B4-BE49-F238E27FC236}">
                <a16:creationId xmlns:a16="http://schemas.microsoft.com/office/drawing/2014/main" id="{B65C7209-88CB-5914-C908-000AF2886D02}"/>
              </a:ext>
            </a:extLst>
          </p:cNvPr>
          <p:cNvSpPr txBox="1">
            <a:spLocks noChangeArrowheads="1"/>
          </p:cNvSpPr>
          <p:nvPr/>
        </p:nvSpPr>
        <p:spPr bwMode="auto">
          <a:xfrm>
            <a:off x="463550" y="862013"/>
            <a:ext cx="4037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solidFill>
                  <a:srgbClr val="66FFFF"/>
                </a:solidFill>
                <a:cs typeface="Times New Roman" panose="02020603050405020304" pitchFamily="18" charset="0"/>
              </a:rPr>
              <a:t>1. </a:t>
            </a:r>
            <a:r>
              <a:rPr lang="zh-CN" altLang="en-US">
                <a:solidFill>
                  <a:srgbClr val="66FFFF"/>
                </a:solidFill>
              </a:rPr>
              <a:t>束缚电流    </a:t>
            </a:r>
            <a:r>
              <a:rPr lang="zh-CN" altLang="en-US"/>
              <a:t>磁化强度</a:t>
            </a:r>
          </a:p>
        </p:txBody>
      </p:sp>
      <p:sp>
        <p:nvSpPr>
          <p:cNvPr id="279557" name="Line 5">
            <a:extLst>
              <a:ext uri="{FF2B5EF4-FFF2-40B4-BE49-F238E27FC236}">
                <a16:creationId xmlns:a16="http://schemas.microsoft.com/office/drawing/2014/main" id="{D1B8BC2A-7C5E-FCA5-FCBA-10B63114E83E}"/>
              </a:ext>
            </a:extLst>
          </p:cNvPr>
          <p:cNvSpPr>
            <a:spLocks noChangeShapeType="1"/>
          </p:cNvSpPr>
          <p:nvPr/>
        </p:nvSpPr>
        <p:spPr bwMode="auto">
          <a:xfrm flipH="1">
            <a:off x="4841875" y="1752600"/>
            <a:ext cx="7620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9558" name="Object 2">
            <a:extLst>
              <a:ext uri="{FF2B5EF4-FFF2-40B4-BE49-F238E27FC236}">
                <a16:creationId xmlns:a16="http://schemas.microsoft.com/office/drawing/2014/main" id="{9ABEC9B3-8769-D013-121D-35B42E3DA569}"/>
              </a:ext>
            </a:extLst>
          </p:cNvPr>
          <p:cNvGraphicFramePr>
            <a:graphicFrameLocks/>
          </p:cNvGraphicFramePr>
          <p:nvPr/>
        </p:nvGraphicFramePr>
        <p:xfrm>
          <a:off x="5105400" y="1206500"/>
          <a:ext cx="366713" cy="442913"/>
        </p:xfrm>
        <a:graphic>
          <a:graphicData uri="http://schemas.openxmlformats.org/presentationml/2006/ole">
            <mc:AlternateContent xmlns:mc="http://schemas.openxmlformats.org/markup-compatibility/2006">
              <mc:Choice xmlns:v="urn:schemas-microsoft-com:vml" Requires="v">
                <p:oleObj name="Equation" r:id="rId2" imgW="335404" imgH="411480" progId="Equation.3">
                  <p:embed/>
                </p:oleObj>
              </mc:Choice>
              <mc:Fallback>
                <p:oleObj name="Equation" r:id="rId2" imgW="335404" imgH="411480" progId="Equation.3">
                  <p:embed/>
                  <p:pic>
                    <p:nvPicPr>
                      <p:cNvPr id="279558" name="Object 2">
                        <a:extLst>
                          <a:ext uri="{FF2B5EF4-FFF2-40B4-BE49-F238E27FC236}">
                            <a16:creationId xmlns:a16="http://schemas.microsoft.com/office/drawing/2014/main" id="{9ABEC9B3-8769-D013-121D-35B42E3DA56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206500"/>
                        <a:ext cx="36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9559" name="Text Box 7">
            <a:extLst>
              <a:ext uri="{FF2B5EF4-FFF2-40B4-BE49-F238E27FC236}">
                <a16:creationId xmlns:a16="http://schemas.microsoft.com/office/drawing/2014/main" id="{6F5B4318-22BF-CF57-CF34-15E93E0B1E56}"/>
              </a:ext>
            </a:extLst>
          </p:cNvPr>
          <p:cNvSpPr txBox="1">
            <a:spLocks noChangeArrowheads="1"/>
          </p:cNvSpPr>
          <p:nvPr/>
        </p:nvSpPr>
        <p:spPr bwMode="auto">
          <a:xfrm>
            <a:off x="733425" y="1389063"/>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以无限长螺线管为例</a:t>
            </a:r>
          </a:p>
        </p:txBody>
      </p:sp>
      <p:sp>
        <p:nvSpPr>
          <p:cNvPr id="279560" name="Text Box 8">
            <a:extLst>
              <a:ext uri="{FF2B5EF4-FFF2-40B4-BE49-F238E27FC236}">
                <a16:creationId xmlns:a16="http://schemas.microsoft.com/office/drawing/2014/main" id="{9C0C65C0-DA1C-BF0C-18E6-4FF6967B94E3}"/>
              </a:ext>
            </a:extLst>
          </p:cNvPr>
          <p:cNvSpPr txBox="1">
            <a:spLocks noChangeArrowheads="1"/>
          </p:cNvSpPr>
          <p:nvPr/>
        </p:nvSpPr>
        <p:spPr bwMode="auto">
          <a:xfrm>
            <a:off x="785813" y="1963738"/>
            <a:ext cx="2416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66FFFF"/>
                </a:solidFill>
              </a:rPr>
              <a:t>定义</a:t>
            </a:r>
            <a:r>
              <a:rPr lang="zh-CN" altLang="en-US"/>
              <a:t>：磁化强度</a:t>
            </a:r>
            <a:r>
              <a:rPr lang="zh-CN" altLang="en-US">
                <a:solidFill>
                  <a:srgbClr val="FFFF00"/>
                </a:solidFill>
              </a:rPr>
              <a:t> </a:t>
            </a:r>
          </a:p>
        </p:txBody>
      </p:sp>
      <p:graphicFrame>
        <p:nvGraphicFramePr>
          <p:cNvPr id="279561" name="Object 3">
            <a:extLst>
              <a:ext uri="{FF2B5EF4-FFF2-40B4-BE49-F238E27FC236}">
                <a16:creationId xmlns:a16="http://schemas.microsoft.com/office/drawing/2014/main" id="{DD439A7A-85B0-7274-EDBE-BC13332D5142}"/>
              </a:ext>
            </a:extLst>
          </p:cNvPr>
          <p:cNvGraphicFramePr>
            <a:graphicFrameLocks/>
          </p:cNvGraphicFramePr>
          <p:nvPr/>
        </p:nvGraphicFramePr>
        <p:xfrm>
          <a:off x="908050" y="2603500"/>
          <a:ext cx="1562100" cy="900113"/>
        </p:xfrm>
        <a:graphic>
          <a:graphicData uri="http://schemas.openxmlformats.org/presentationml/2006/ole">
            <mc:AlternateContent xmlns:mc="http://schemas.openxmlformats.org/markup-compatibility/2006">
              <mc:Choice xmlns:v="urn:schemas-microsoft-com:vml" Requires="v">
                <p:oleObj name="Equation" r:id="rId4" imgW="1531713" imgH="868846" progId="Equation.3">
                  <p:embed/>
                </p:oleObj>
              </mc:Choice>
              <mc:Fallback>
                <p:oleObj name="Equation" r:id="rId4" imgW="1531713" imgH="868846" progId="Equation.3">
                  <p:embed/>
                  <p:pic>
                    <p:nvPicPr>
                      <p:cNvPr id="279561" name="Object 3">
                        <a:extLst>
                          <a:ext uri="{FF2B5EF4-FFF2-40B4-BE49-F238E27FC236}">
                            <a16:creationId xmlns:a16="http://schemas.microsoft.com/office/drawing/2014/main" id="{DD439A7A-85B0-7274-EDBE-BC13332D514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8050" y="2603500"/>
                        <a:ext cx="1562100" cy="9001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9562" name="Text Box 10">
            <a:extLst>
              <a:ext uri="{FF2B5EF4-FFF2-40B4-BE49-F238E27FC236}">
                <a16:creationId xmlns:a16="http://schemas.microsoft.com/office/drawing/2014/main" id="{09AA46B4-7031-3911-DE15-4045A8045481}"/>
              </a:ext>
            </a:extLst>
          </p:cNvPr>
          <p:cNvSpPr txBox="1">
            <a:spLocks noChangeArrowheads="1"/>
          </p:cNvSpPr>
          <p:nvPr/>
        </p:nvSpPr>
        <p:spPr bwMode="auto">
          <a:xfrm>
            <a:off x="2895600" y="2895600"/>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 </a:t>
            </a:r>
            <a:r>
              <a:rPr lang="zh-CN" altLang="en-US"/>
              <a:t>磁化强度越强，反映磁介质磁化程度越强</a:t>
            </a:r>
          </a:p>
        </p:txBody>
      </p:sp>
      <p:grpSp>
        <p:nvGrpSpPr>
          <p:cNvPr id="2" name="Group 11">
            <a:extLst>
              <a:ext uri="{FF2B5EF4-FFF2-40B4-BE49-F238E27FC236}">
                <a16:creationId xmlns:a16="http://schemas.microsoft.com/office/drawing/2014/main" id="{E155C3C5-CB37-BCC2-D7BD-BA96A29E1493}"/>
              </a:ext>
            </a:extLst>
          </p:cNvPr>
          <p:cNvGrpSpPr>
            <a:grpSpLocks/>
          </p:cNvGrpSpPr>
          <p:nvPr/>
        </p:nvGrpSpPr>
        <p:grpSpPr bwMode="auto">
          <a:xfrm>
            <a:off x="5603875" y="1143000"/>
            <a:ext cx="3024188" cy="1277938"/>
            <a:chOff x="3360" y="336"/>
            <a:chExt cx="1905" cy="805"/>
          </a:xfrm>
        </p:grpSpPr>
        <p:sp>
          <p:nvSpPr>
            <p:cNvPr id="11356" name="AutoShape 12">
              <a:extLst>
                <a:ext uri="{FF2B5EF4-FFF2-40B4-BE49-F238E27FC236}">
                  <a16:creationId xmlns:a16="http://schemas.microsoft.com/office/drawing/2014/main" id="{06EC4F2D-E939-29C2-6849-E4A459EAFB1A}"/>
                </a:ext>
              </a:extLst>
            </p:cNvPr>
            <p:cNvSpPr>
              <a:spLocks noChangeArrowheads="1"/>
            </p:cNvSpPr>
            <p:nvPr/>
          </p:nvSpPr>
          <p:spPr bwMode="auto">
            <a:xfrm rot="5400000">
              <a:off x="3910" y="-214"/>
              <a:ext cx="805" cy="1905"/>
            </a:xfrm>
            <a:prstGeom prst="can">
              <a:avLst>
                <a:gd name="adj" fmla="val 59161"/>
              </a:avLst>
            </a:prstGeom>
            <a:gradFill rotWithShape="0">
              <a:gsLst>
                <a:gs pos="0">
                  <a:srgbClr val="182F76"/>
                </a:gs>
                <a:gs pos="50000">
                  <a:srgbClr val="3366FF"/>
                </a:gs>
                <a:gs pos="100000">
                  <a:srgbClr val="182F76"/>
                </a:gs>
              </a:gsLst>
              <a:lin ang="5400000" scaled="1"/>
            </a:gra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57" name="Text Box 13">
              <a:extLst>
                <a:ext uri="{FF2B5EF4-FFF2-40B4-BE49-F238E27FC236}">
                  <a16:creationId xmlns:a16="http://schemas.microsoft.com/office/drawing/2014/main" id="{83A7EBAA-CC33-88F5-E065-F5665E694CEB}"/>
                </a:ext>
              </a:extLst>
            </p:cNvPr>
            <p:cNvSpPr txBox="1">
              <a:spLocks noChangeArrowheads="1"/>
            </p:cNvSpPr>
            <p:nvPr/>
          </p:nvSpPr>
          <p:spPr bwMode="auto">
            <a:xfrm>
              <a:off x="4915" y="439"/>
              <a:ext cx="321"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sz="2000"/>
                <a:t>顺</a:t>
              </a:r>
            </a:p>
            <a:p>
              <a:r>
                <a:rPr lang="zh-CN" altLang="en-US" sz="2000"/>
                <a:t>磁</a:t>
              </a:r>
            </a:p>
            <a:p>
              <a:r>
                <a:rPr lang="zh-CN" altLang="en-US" sz="2000"/>
                <a:t>质</a:t>
              </a:r>
            </a:p>
          </p:txBody>
        </p:sp>
      </p:grpSp>
      <p:grpSp>
        <p:nvGrpSpPr>
          <p:cNvPr id="3" name="Group 14">
            <a:extLst>
              <a:ext uri="{FF2B5EF4-FFF2-40B4-BE49-F238E27FC236}">
                <a16:creationId xmlns:a16="http://schemas.microsoft.com/office/drawing/2014/main" id="{374B9E51-26DB-9E1C-2950-4E1320844928}"/>
              </a:ext>
            </a:extLst>
          </p:cNvPr>
          <p:cNvGrpSpPr>
            <a:grpSpLocks/>
          </p:cNvGrpSpPr>
          <p:nvPr/>
        </p:nvGrpSpPr>
        <p:grpSpPr bwMode="auto">
          <a:xfrm>
            <a:off x="5795963" y="1143000"/>
            <a:ext cx="2246312" cy="1295400"/>
            <a:chOff x="3241" y="1488"/>
            <a:chExt cx="1415" cy="816"/>
          </a:xfrm>
        </p:grpSpPr>
        <p:grpSp>
          <p:nvGrpSpPr>
            <p:cNvPr id="11310" name="Group 15">
              <a:extLst>
                <a:ext uri="{FF2B5EF4-FFF2-40B4-BE49-F238E27FC236}">
                  <a16:creationId xmlns:a16="http://schemas.microsoft.com/office/drawing/2014/main" id="{64AC4BE2-A88D-AEF0-54F7-3793B8956C27}"/>
                </a:ext>
              </a:extLst>
            </p:cNvPr>
            <p:cNvGrpSpPr>
              <a:grpSpLocks/>
            </p:cNvGrpSpPr>
            <p:nvPr/>
          </p:nvGrpSpPr>
          <p:grpSpPr bwMode="auto">
            <a:xfrm>
              <a:off x="3241" y="1488"/>
              <a:ext cx="1415" cy="816"/>
              <a:chOff x="3120" y="2016"/>
              <a:chExt cx="1680" cy="1008"/>
            </a:xfrm>
          </p:grpSpPr>
          <p:grpSp>
            <p:nvGrpSpPr>
              <p:cNvPr id="11312" name="Group 16">
                <a:extLst>
                  <a:ext uri="{FF2B5EF4-FFF2-40B4-BE49-F238E27FC236}">
                    <a16:creationId xmlns:a16="http://schemas.microsoft.com/office/drawing/2014/main" id="{B3734F28-09B3-5C53-E12F-7EC6CAFFB91F}"/>
                  </a:ext>
                </a:extLst>
              </p:cNvPr>
              <p:cNvGrpSpPr>
                <a:grpSpLocks/>
              </p:cNvGrpSpPr>
              <p:nvPr/>
            </p:nvGrpSpPr>
            <p:grpSpPr bwMode="auto">
              <a:xfrm>
                <a:off x="3696" y="2016"/>
                <a:ext cx="240" cy="1008"/>
                <a:chOff x="4080" y="2064"/>
                <a:chExt cx="240" cy="1008"/>
              </a:xfrm>
            </p:grpSpPr>
            <p:sp>
              <p:nvSpPr>
                <p:cNvPr id="11354" name="Arc 17">
                  <a:extLst>
                    <a:ext uri="{FF2B5EF4-FFF2-40B4-BE49-F238E27FC236}">
                      <a16:creationId xmlns:a16="http://schemas.microsoft.com/office/drawing/2014/main" id="{C4840D4A-C765-D507-CA76-2793C450256B}"/>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55" name="Arc 18">
                  <a:extLst>
                    <a:ext uri="{FF2B5EF4-FFF2-40B4-BE49-F238E27FC236}">
                      <a16:creationId xmlns:a16="http://schemas.microsoft.com/office/drawing/2014/main" id="{4BDC05A5-736B-18BC-1823-1EEC62CA7D0B}"/>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13" name="Group 19">
                <a:extLst>
                  <a:ext uri="{FF2B5EF4-FFF2-40B4-BE49-F238E27FC236}">
                    <a16:creationId xmlns:a16="http://schemas.microsoft.com/office/drawing/2014/main" id="{C07718FF-7FEB-575E-8FC0-6D852C552C95}"/>
                  </a:ext>
                </a:extLst>
              </p:cNvPr>
              <p:cNvGrpSpPr>
                <a:grpSpLocks/>
              </p:cNvGrpSpPr>
              <p:nvPr/>
            </p:nvGrpSpPr>
            <p:grpSpPr bwMode="auto">
              <a:xfrm>
                <a:off x="3552" y="2016"/>
                <a:ext cx="240" cy="1008"/>
                <a:chOff x="4080" y="2064"/>
                <a:chExt cx="240" cy="1008"/>
              </a:xfrm>
            </p:grpSpPr>
            <p:sp>
              <p:nvSpPr>
                <p:cNvPr id="11352" name="Arc 20">
                  <a:extLst>
                    <a:ext uri="{FF2B5EF4-FFF2-40B4-BE49-F238E27FC236}">
                      <a16:creationId xmlns:a16="http://schemas.microsoft.com/office/drawing/2014/main" id="{76587A77-5D4B-33E1-8AD3-AD9E75D32450}"/>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53" name="Arc 21">
                  <a:extLst>
                    <a:ext uri="{FF2B5EF4-FFF2-40B4-BE49-F238E27FC236}">
                      <a16:creationId xmlns:a16="http://schemas.microsoft.com/office/drawing/2014/main" id="{EAD839BF-2318-3D12-8BCA-E02BB4723A19}"/>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14" name="Group 22">
                <a:extLst>
                  <a:ext uri="{FF2B5EF4-FFF2-40B4-BE49-F238E27FC236}">
                    <a16:creationId xmlns:a16="http://schemas.microsoft.com/office/drawing/2014/main" id="{7BCF878C-ED50-D65C-FFB7-DE550096D08E}"/>
                  </a:ext>
                </a:extLst>
              </p:cNvPr>
              <p:cNvGrpSpPr>
                <a:grpSpLocks/>
              </p:cNvGrpSpPr>
              <p:nvPr/>
            </p:nvGrpSpPr>
            <p:grpSpPr bwMode="auto">
              <a:xfrm>
                <a:off x="3840" y="2016"/>
                <a:ext cx="240" cy="1008"/>
                <a:chOff x="4080" y="2064"/>
                <a:chExt cx="240" cy="1008"/>
              </a:xfrm>
            </p:grpSpPr>
            <p:sp>
              <p:nvSpPr>
                <p:cNvPr id="11350" name="Arc 23">
                  <a:extLst>
                    <a:ext uri="{FF2B5EF4-FFF2-40B4-BE49-F238E27FC236}">
                      <a16:creationId xmlns:a16="http://schemas.microsoft.com/office/drawing/2014/main" id="{E953D511-9C48-1CFC-1CBC-633A969A2AE2}"/>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51" name="Arc 24">
                  <a:extLst>
                    <a:ext uri="{FF2B5EF4-FFF2-40B4-BE49-F238E27FC236}">
                      <a16:creationId xmlns:a16="http://schemas.microsoft.com/office/drawing/2014/main" id="{5BEB0A72-2D95-DBBC-8C44-8C9E312333CD}"/>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15" name="Group 25">
                <a:extLst>
                  <a:ext uri="{FF2B5EF4-FFF2-40B4-BE49-F238E27FC236}">
                    <a16:creationId xmlns:a16="http://schemas.microsoft.com/office/drawing/2014/main" id="{25B1F02B-DA40-3609-DCFC-786F6DAAC8EE}"/>
                  </a:ext>
                </a:extLst>
              </p:cNvPr>
              <p:cNvGrpSpPr>
                <a:grpSpLocks/>
              </p:cNvGrpSpPr>
              <p:nvPr/>
            </p:nvGrpSpPr>
            <p:grpSpPr bwMode="auto">
              <a:xfrm>
                <a:off x="3408" y="2016"/>
                <a:ext cx="240" cy="1008"/>
                <a:chOff x="4080" y="2064"/>
                <a:chExt cx="240" cy="1008"/>
              </a:xfrm>
            </p:grpSpPr>
            <p:sp>
              <p:nvSpPr>
                <p:cNvPr id="11348" name="Arc 26">
                  <a:extLst>
                    <a:ext uri="{FF2B5EF4-FFF2-40B4-BE49-F238E27FC236}">
                      <a16:creationId xmlns:a16="http://schemas.microsoft.com/office/drawing/2014/main" id="{60C5F9D9-0673-CECC-DE0E-8A113163EEAF}"/>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49" name="Arc 27">
                  <a:extLst>
                    <a:ext uri="{FF2B5EF4-FFF2-40B4-BE49-F238E27FC236}">
                      <a16:creationId xmlns:a16="http://schemas.microsoft.com/office/drawing/2014/main" id="{4B0521AF-1FD3-5526-BF3F-DA93458D5E2E}"/>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16" name="Group 28">
                <a:extLst>
                  <a:ext uri="{FF2B5EF4-FFF2-40B4-BE49-F238E27FC236}">
                    <a16:creationId xmlns:a16="http://schemas.microsoft.com/office/drawing/2014/main" id="{A74193CA-7C10-2626-4B41-1D4A8C73D8ED}"/>
                  </a:ext>
                </a:extLst>
              </p:cNvPr>
              <p:cNvGrpSpPr>
                <a:grpSpLocks/>
              </p:cNvGrpSpPr>
              <p:nvPr/>
            </p:nvGrpSpPr>
            <p:grpSpPr bwMode="auto">
              <a:xfrm>
                <a:off x="3264" y="2016"/>
                <a:ext cx="240" cy="1008"/>
                <a:chOff x="4080" y="2064"/>
                <a:chExt cx="240" cy="1008"/>
              </a:xfrm>
            </p:grpSpPr>
            <p:sp>
              <p:nvSpPr>
                <p:cNvPr id="11346" name="Arc 29">
                  <a:extLst>
                    <a:ext uri="{FF2B5EF4-FFF2-40B4-BE49-F238E27FC236}">
                      <a16:creationId xmlns:a16="http://schemas.microsoft.com/office/drawing/2014/main" id="{6C683E93-C8A5-E87A-ED58-EDA5CA8E27C3}"/>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47" name="Arc 30">
                  <a:extLst>
                    <a:ext uri="{FF2B5EF4-FFF2-40B4-BE49-F238E27FC236}">
                      <a16:creationId xmlns:a16="http://schemas.microsoft.com/office/drawing/2014/main" id="{257ADC38-276D-BD36-9667-B6AE3AA0764C}"/>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17" name="Group 31">
                <a:extLst>
                  <a:ext uri="{FF2B5EF4-FFF2-40B4-BE49-F238E27FC236}">
                    <a16:creationId xmlns:a16="http://schemas.microsoft.com/office/drawing/2014/main" id="{14EFF84E-7C62-CDEC-51CB-759C2E7F701B}"/>
                  </a:ext>
                </a:extLst>
              </p:cNvPr>
              <p:cNvGrpSpPr>
                <a:grpSpLocks/>
              </p:cNvGrpSpPr>
              <p:nvPr/>
            </p:nvGrpSpPr>
            <p:grpSpPr bwMode="auto">
              <a:xfrm>
                <a:off x="3120" y="2016"/>
                <a:ext cx="240" cy="1008"/>
                <a:chOff x="4080" y="2064"/>
                <a:chExt cx="240" cy="1008"/>
              </a:xfrm>
            </p:grpSpPr>
            <p:sp>
              <p:nvSpPr>
                <p:cNvPr id="11344" name="Arc 32">
                  <a:extLst>
                    <a:ext uri="{FF2B5EF4-FFF2-40B4-BE49-F238E27FC236}">
                      <a16:creationId xmlns:a16="http://schemas.microsoft.com/office/drawing/2014/main" id="{8307657C-4545-35FE-36C3-43DD29528CE9}"/>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45" name="Arc 33">
                  <a:extLst>
                    <a:ext uri="{FF2B5EF4-FFF2-40B4-BE49-F238E27FC236}">
                      <a16:creationId xmlns:a16="http://schemas.microsoft.com/office/drawing/2014/main" id="{2354A61A-756F-6A4C-F5CA-89F201CFAEC4}"/>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18" name="Group 34">
                <a:extLst>
                  <a:ext uri="{FF2B5EF4-FFF2-40B4-BE49-F238E27FC236}">
                    <a16:creationId xmlns:a16="http://schemas.microsoft.com/office/drawing/2014/main" id="{7CF340C1-F7BF-D4C6-1F4D-F7A03504102A}"/>
                  </a:ext>
                </a:extLst>
              </p:cNvPr>
              <p:cNvGrpSpPr>
                <a:grpSpLocks/>
              </p:cNvGrpSpPr>
              <p:nvPr/>
            </p:nvGrpSpPr>
            <p:grpSpPr bwMode="auto">
              <a:xfrm>
                <a:off x="3984" y="2016"/>
                <a:ext cx="240" cy="1008"/>
                <a:chOff x="4080" y="2064"/>
                <a:chExt cx="240" cy="1008"/>
              </a:xfrm>
            </p:grpSpPr>
            <p:sp>
              <p:nvSpPr>
                <p:cNvPr id="11342" name="Arc 35">
                  <a:extLst>
                    <a:ext uri="{FF2B5EF4-FFF2-40B4-BE49-F238E27FC236}">
                      <a16:creationId xmlns:a16="http://schemas.microsoft.com/office/drawing/2014/main" id="{A1EB3C8E-3D9E-37C6-7251-6C486512471F}"/>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43" name="Arc 36">
                  <a:extLst>
                    <a:ext uri="{FF2B5EF4-FFF2-40B4-BE49-F238E27FC236}">
                      <a16:creationId xmlns:a16="http://schemas.microsoft.com/office/drawing/2014/main" id="{BC296AEB-98A7-5E6F-56DC-244424276D7D}"/>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19" name="Group 37">
                <a:extLst>
                  <a:ext uri="{FF2B5EF4-FFF2-40B4-BE49-F238E27FC236}">
                    <a16:creationId xmlns:a16="http://schemas.microsoft.com/office/drawing/2014/main" id="{67E8F9BE-85AD-4EE3-BE58-616536EE981A}"/>
                  </a:ext>
                </a:extLst>
              </p:cNvPr>
              <p:cNvGrpSpPr>
                <a:grpSpLocks/>
              </p:cNvGrpSpPr>
              <p:nvPr/>
            </p:nvGrpSpPr>
            <p:grpSpPr bwMode="auto">
              <a:xfrm>
                <a:off x="4128" y="2016"/>
                <a:ext cx="240" cy="1008"/>
                <a:chOff x="4080" y="2064"/>
                <a:chExt cx="240" cy="1008"/>
              </a:xfrm>
            </p:grpSpPr>
            <p:sp>
              <p:nvSpPr>
                <p:cNvPr id="11340" name="Arc 38">
                  <a:extLst>
                    <a:ext uri="{FF2B5EF4-FFF2-40B4-BE49-F238E27FC236}">
                      <a16:creationId xmlns:a16="http://schemas.microsoft.com/office/drawing/2014/main" id="{2A444531-4DC8-4019-D969-CCD9313D8EB3}"/>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41" name="Arc 39">
                  <a:extLst>
                    <a:ext uri="{FF2B5EF4-FFF2-40B4-BE49-F238E27FC236}">
                      <a16:creationId xmlns:a16="http://schemas.microsoft.com/office/drawing/2014/main" id="{DCE3328D-5B5B-9EDB-F34E-E606978F29F5}"/>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20" name="Group 40">
                <a:extLst>
                  <a:ext uri="{FF2B5EF4-FFF2-40B4-BE49-F238E27FC236}">
                    <a16:creationId xmlns:a16="http://schemas.microsoft.com/office/drawing/2014/main" id="{EAF7D933-DB9D-2BB0-9C35-6CFBB96319DF}"/>
                  </a:ext>
                </a:extLst>
              </p:cNvPr>
              <p:cNvGrpSpPr>
                <a:grpSpLocks/>
              </p:cNvGrpSpPr>
              <p:nvPr/>
            </p:nvGrpSpPr>
            <p:grpSpPr bwMode="auto">
              <a:xfrm>
                <a:off x="4272" y="2016"/>
                <a:ext cx="240" cy="1008"/>
                <a:chOff x="4080" y="2064"/>
                <a:chExt cx="240" cy="1008"/>
              </a:xfrm>
            </p:grpSpPr>
            <p:sp>
              <p:nvSpPr>
                <p:cNvPr id="11338" name="Arc 41">
                  <a:extLst>
                    <a:ext uri="{FF2B5EF4-FFF2-40B4-BE49-F238E27FC236}">
                      <a16:creationId xmlns:a16="http://schemas.microsoft.com/office/drawing/2014/main" id="{534293BA-A5C0-30D3-0F4F-9F7B4CD78415}"/>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39" name="Arc 42">
                  <a:extLst>
                    <a:ext uri="{FF2B5EF4-FFF2-40B4-BE49-F238E27FC236}">
                      <a16:creationId xmlns:a16="http://schemas.microsoft.com/office/drawing/2014/main" id="{807B9BC5-256F-6AEF-19CB-1FDBF2890081}"/>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21" name="Group 43">
                <a:extLst>
                  <a:ext uri="{FF2B5EF4-FFF2-40B4-BE49-F238E27FC236}">
                    <a16:creationId xmlns:a16="http://schemas.microsoft.com/office/drawing/2014/main" id="{ABF26AE1-F0E2-A839-F9FE-76CF0948561D}"/>
                  </a:ext>
                </a:extLst>
              </p:cNvPr>
              <p:cNvGrpSpPr>
                <a:grpSpLocks/>
              </p:cNvGrpSpPr>
              <p:nvPr/>
            </p:nvGrpSpPr>
            <p:grpSpPr bwMode="auto">
              <a:xfrm>
                <a:off x="4416" y="2016"/>
                <a:ext cx="240" cy="1008"/>
                <a:chOff x="4080" y="2064"/>
                <a:chExt cx="240" cy="1008"/>
              </a:xfrm>
            </p:grpSpPr>
            <p:sp>
              <p:nvSpPr>
                <p:cNvPr id="11336" name="Arc 44">
                  <a:extLst>
                    <a:ext uri="{FF2B5EF4-FFF2-40B4-BE49-F238E27FC236}">
                      <a16:creationId xmlns:a16="http://schemas.microsoft.com/office/drawing/2014/main" id="{BDAD348E-EA10-D5FF-BAC0-7E7765044565}"/>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37" name="Arc 45">
                  <a:extLst>
                    <a:ext uri="{FF2B5EF4-FFF2-40B4-BE49-F238E27FC236}">
                      <a16:creationId xmlns:a16="http://schemas.microsoft.com/office/drawing/2014/main" id="{5E06B9B7-B83F-BC86-EE02-C7990CAE217D}"/>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322" name="Group 46">
                <a:extLst>
                  <a:ext uri="{FF2B5EF4-FFF2-40B4-BE49-F238E27FC236}">
                    <a16:creationId xmlns:a16="http://schemas.microsoft.com/office/drawing/2014/main" id="{F0F9E7DD-17ED-BE3D-23DA-52A0072913A2}"/>
                  </a:ext>
                </a:extLst>
              </p:cNvPr>
              <p:cNvGrpSpPr>
                <a:grpSpLocks/>
              </p:cNvGrpSpPr>
              <p:nvPr/>
            </p:nvGrpSpPr>
            <p:grpSpPr bwMode="auto">
              <a:xfrm>
                <a:off x="4560" y="2016"/>
                <a:ext cx="240" cy="1008"/>
                <a:chOff x="4080" y="2064"/>
                <a:chExt cx="240" cy="1008"/>
              </a:xfrm>
            </p:grpSpPr>
            <p:sp>
              <p:nvSpPr>
                <p:cNvPr id="11334" name="Arc 47">
                  <a:extLst>
                    <a:ext uri="{FF2B5EF4-FFF2-40B4-BE49-F238E27FC236}">
                      <a16:creationId xmlns:a16="http://schemas.microsoft.com/office/drawing/2014/main" id="{E4D00E7E-EC49-B704-D26A-41BD1CB82615}"/>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35" name="Arc 48">
                  <a:extLst>
                    <a:ext uri="{FF2B5EF4-FFF2-40B4-BE49-F238E27FC236}">
                      <a16:creationId xmlns:a16="http://schemas.microsoft.com/office/drawing/2014/main" id="{A9BE2B7A-8287-8210-AC54-082661B688A7}"/>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323" name="Line 49">
                <a:extLst>
                  <a:ext uri="{FF2B5EF4-FFF2-40B4-BE49-F238E27FC236}">
                    <a16:creationId xmlns:a16="http://schemas.microsoft.com/office/drawing/2014/main" id="{A64235B4-1FA9-6104-D016-1CCF3BF388CE}"/>
                  </a:ext>
                </a:extLst>
              </p:cNvPr>
              <p:cNvSpPr>
                <a:spLocks noChangeShapeType="1"/>
              </p:cNvSpPr>
              <p:nvPr/>
            </p:nvSpPr>
            <p:spPr bwMode="auto">
              <a:xfrm flipV="1">
                <a:off x="3120"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24" name="Line 50">
                <a:extLst>
                  <a:ext uri="{FF2B5EF4-FFF2-40B4-BE49-F238E27FC236}">
                    <a16:creationId xmlns:a16="http://schemas.microsoft.com/office/drawing/2014/main" id="{39F57A47-47EE-E43F-D91C-C1FF06DBC6A7}"/>
                  </a:ext>
                </a:extLst>
              </p:cNvPr>
              <p:cNvSpPr>
                <a:spLocks noChangeShapeType="1"/>
              </p:cNvSpPr>
              <p:nvPr/>
            </p:nvSpPr>
            <p:spPr bwMode="auto">
              <a:xfrm flipV="1">
                <a:off x="3264"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25" name="Line 51">
                <a:extLst>
                  <a:ext uri="{FF2B5EF4-FFF2-40B4-BE49-F238E27FC236}">
                    <a16:creationId xmlns:a16="http://schemas.microsoft.com/office/drawing/2014/main" id="{19DB9FD4-F4A5-7253-D453-916C6DF7C645}"/>
                  </a:ext>
                </a:extLst>
              </p:cNvPr>
              <p:cNvSpPr>
                <a:spLocks noChangeShapeType="1"/>
              </p:cNvSpPr>
              <p:nvPr/>
            </p:nvSpPr>
            <p:spPr bwMode="auto">
              <a:xfrm flipV="1">
                <a:off x="4128"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26" name="Line 52">
                <a:extLst>
                  <a:ext uri="{FF2B5EF4-FFF2-40B4-BE49-F238E27FC236}">
                    <a16:creationId xmlns:a16="http://schemas.microsoft.com/office/drawing/2014/main" id="{A59779C8-0E19-D2E4-A381-2D537E1C8F87}"/>
                  </a:ext>
                </a:extLst>
              </p:cNvPr>
              <p:cNvSpPr>
                <a:spLocks noChangeShapeType="1"/>
              </p:cNvSpPr>
              <p:nvPr/>
            </p:nvSpPr>
            <p:spPr bwMode="auto">
              <a:xfrm flipV="1">
                <a:off x="3408"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27" name="Line 53">
                <a:extLst>
                  <a:ext uri="{FF2B5EF4-FFF2-40B4-BE49-F238E27FC236}">
                    <a16:creationId xmlns:a16="http://schemas.microsoft.com/office/drawing/2014/main" id="{44FAB994-306D-384F-EDB5-FA3D99DC76CD}"/>
                  </a:ext>
                </a:extLst>
              </p:cNvPr>
              <p:cNvSpPr>
                <a:spLocks noChangeShapeType="1"/>
              </p:cNvSpPr>
              <p:nvPr/>
            </p:nvSpPr>
            <p:spPr bwMode="auto">
              <a:xfrm flipV="1">
                <a:off x="3552"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28" name="Line 54">
                <a:extLst>
                  <a:ext uri="{FF2B5EF4-FFF2-40B4-BE49-F238E27FC236}">
                    <a16:creationId xmlns:a16="http://schemas.microsoft.com/office/drawing/2014/main" id="{C9BA146D-9ACC-D3FA-5441-65A3E20CD8FB}"/>
                  </a:ext>
                </a:extLst>
              </p:cNvPr>
              <p:cNvSpPr>
                <a:spLocks noChangeShapeType="1"/>
              </p:cNvSpPr>
              <p:nvPr/>
            </p:nvSpPr>
            <p:spPr bwMode="auto">
              <a:xfrm flipV="1">
                <a:off x="3696"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29" name="Line 55">
                <a:extLst>
                  <a:ext uri="{FF2B5EF4-FFF2-40B4-BE49-F238E27FC236}">
                    <a16:creationId xmlns:a16="http://schemas.microsoft.com/office/drawing/2014/main" id="{88C3A9DB-AFFB-F650-59C5-166A2C65BD1C}"/>
                  </a:ext>
                </a:extLst>
              </p:cNvPr>
              <p:cNvSpPr>
                <a:spLocks noChangeShapeType="1"/>
              </p:cNvSpPr>
              <p:nvPr/>
            </p:nvSpPr>
            <p:spPr bwMode="auto">
              <a:xfrm flipV="1">
                <a:off x="3840"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30" name="Line 56">
                <a:extLst>
                  <a:ext uri="{FF2B5EF4-FFF2-40B4-BE49-F238E27FC236}">
                    <a16:creationId xmlns:a16="http://schemas.microsoft.com/office/drawing/2014/main" id="{BC5F3920-3F89-4AE1-D336-F8EEA56218A0}"/>
                  </a:ext>
                </a:extLst>
              </p:cNvPr>
              <p:cNvSpPr>
                <a:spLocks noChangeShapeType="1"/>
              </p:cNvSpPr>
              <p:nvPr/>
            </p:nvSpPr>
            <p:spPr bwMode="auto">
              <a:xfrm flipV="1">
                <a:off x="3984"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31" name="Line 57">
                <a:extLst>
                  <a:ext uri="{FF2B5EF4-FFF2-40B4-BE49-F238E27FC236}">
                    <a16:creationId xmlns:a16="http://schemas.microsoft.com/office/drawing/2014/main" id="{2B4EFF96-53D8-192C-23F5-795D42DAF51C}"/>
                  </a:ext>
                </a:extLst>
              </p:cNvPr>
              <p:cNvSpPr>
                <a:spLocks noChangeShapeType="1"/>
              </p:cNvSpPr>
              <p:nvPr/>
            </p:nvSpPr>
            <p:spPr bwMode="auto">
              <a:xfrm flipV="1">
                <a:off x="4272"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32" name="Line 58">
                <a:extLst>
                  <a:ext uri="{FF2B5EF4-FFF2-40B4-BE49-F238E27FC236}">
                    <a16:creationId xmlns:a16="http://schemas.microsoft.com/office/drawing/2014/main" id="{F9AD3EAF-7AAF-84C5-800A-FC6AFAEBECC4}"/>
                  </a:ext>
                </a:extLst>
              </p:cNvPr>
              <p:cNvSpPr>
                <a:spLocks noChangeShapeType="1"/>
              </p:cNvSpPr>
              <p:nvPr/>
            </p:nvSpPr>
            <p:spPr bwMode="auto">
              <a:xfrm flipV="1">
                <a:off x="4416"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33" name="Line 59">
                <a:extLst>
                  <a:ext uri="{FF2B5EF4-FFF2-40B4-BE49-F238E27FC236}">
                    <a16:creationId xmlns:a16="http://schemas.microsoft.com/office/drawing/2014/main" id="{ADD5D7E0-A8BD-AEB1-BA4C-97D18D74E651}"/>
                  </a:ext>
                </a:extLst>
              </p:cNvPr>
              <p:cNvSpPr>
                <a:spLocks noChangeShapeType="1"/>
              </p:cNvSpPr>
              <p:nvPr/>
            </p:nvSpPr>
            <p:spPr bwMode="auto">
              <a:xfrm flipV="1">
                <a:off x="4560"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1311" name="Object 7">
              <a:extLst>
                <a:ext uri="{FF2B5EF4-FFF2-40B4-BE49-F238E27FC236}">
                  <a16:creationId xmlns:a16="http://schemas.microsoft.com/office/drawing/2014/main" id="{9139A710-5FFD-E4DD-0659-75572A925606}"/>
                </a:ext>
              </a:extLst>
            </p:cNvPr>
            <p:cNvGraphicFramePr>
              <a:graphicFrameLocks noChangeAspect="1"/>
            </p:cNvGraphicFramePr>
            <p:nvPr/>
          </p:nvGraphicFramePr>
          <p:xfrm>
            <a:off x="3403" y="1488"/>
            <a:ext cx="263" cy="333"/>
          </p:xfrm>
          <a:graphic>
            <a:graphicData uri="http://schemas.openxmlformats.org/presentationml/2006/ole">
              <mc:AlternateContent xmlns:mc="http://schemas.openxmlformats.org/markup-compatibility/2006">
                <mc:Choice xmlns:v="urn:schemas-microsoft-com:vml" Requires="v">
                  <p:oleObj name="Equation" r:id="rId6" imgW="137347" imgH="198009" progId="Equation.3">
                    <p:embed/>
                  </p:oleObj>
                </mc:Choice>
                <mc:Fallback>
                  <p:oleObj name="Equation" r:id="rId6" imgW="137347" imgH="198009" progId="Equation.3">
                    <p:embed/>
                    <p:pic>
                      <p:nvPicPr>
                        <p:cNvPr id="11311" name="Object 7">
                          <a:extLst>
                            <a:ext uri="{FF2B5EF4-FFF2-40B4-BE49-F238E27FC236}">
                              <a16:creationId xmlns:a16="http://schemas.microsoft.com/office/drawing/2014/main" id="{9139A710-5FFD-E4DD-0659-75572A9256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3" y="1488"/>
                          <a:ext cx="263"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79613" name="Oval 61">
            <a:extLst>
              <a:ext uri="{FF2B5EF4-FFF2-40B4-BE49-F238E27FC236}">
                <a16:creationId xmlns:a16="http://schemas.microsoft.com/office/drawing/2014/main" id="{4D4E9B26-580C-9EAD-89EB-06581DAC8BFF}"/>
              </a:ext>
            </a:extLst>
          </p:cNvPr>
          <p:cNvSpPr>
            <a:spLocks noChangeArrowheads="1"/>
          </p:cNvSpPr>
          <p:nvPr/>
        </p:nvSpPr>
        <p:spPr bwMode="auto">
          <a:xfrm>
            <a:off x="6400800" y="3757613"/>
            <a:ext cx="1981200" cy="1828800"/>
          </a:xfrm>
          <a:prstGeom prst="ellipse">
            <a:avLst/>
          </a:pr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pSp>
        <p:nvGrpSpPr>
          <p:cNvPr id="16" name="Group 62">
            <a:extLst>
              <a:ext uri="{FF2B5EF4-FFF2-40B4-BE49-F238E27FC236}">
                <a16:creationId xmlns:a16="http://schemas.microsoft.com/office/drawing/2014/main" id="{E58912BF-4AAE-AD53-2690-E6ADAEAA2294}"/>
              </a:ext>
            </a:extLst>
          </p:cNvPr>
          <p:cNvGrpSpPr>
            <a:grpSpLocks/>
          </p:cNvGrpSpPr>
          <p:nvPr/>
        </p:nvGrpSpPr>
        <p:grpSpPr bwMode="auto">
          <a:xfrm>
            <a:off x="6477000" y="3775075"/>
            <a:ext cx="1905000" cy="1752600"/>
            <a:chOff x="2160" y="816"/>
            <a:chExt cx="1728" cy="1728"/>
          </a:xfrm>
        </p:grpSpPr>
        <p:sp>
          <p:nvSpPr>
            <p:cNvPr id="11290" name="Oval 63">
              <a:extLst>
                <a:ext uri="{FF2B5EF4-FFF2-40B4-BE49-F238E27FC236}">
                  <a16:creationId xmlns:a16="http://schemas.microsoft.com/office/drawing/2014/main" id="{B2616AE7-152C-20A8-1D50-399EDBFABA78}"/>
                </a:ext>
              </a:extLst>
            </p:cNvPr>
            <p:cNvSpPr>
              <a:spLocks noChangeArrowheads="1"/>
            </p:cNvSpPr>
            <p:nvPr/>
          </p:nvSpPr>
          <p:spPr bwMode="auto">
            <a:xfrm>
              <a:off x="2304" y="1056"/>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1" name="Oval 64">
              <a:extLst>
                <a:ext uri="{FF2B5EF4-FFF2-40B4-BE49-F238E27FC236}">
                  <a16:creationId xmlns:a16="http://schemas.microsoft.com/office/drawing/2014/main" id="{4AA535F6-2FDE-47F0-3E0E-F027A1EB0BA2}"/>
                </a:ext>
              </a:extLst>
            </p:cNvPr>
            <p:cNvSpPr>
              <a:spLocks noChangeArrowheads="1"/>
            </p:cNvSpPr>
            <p:nvPr/>
          </p:nvSpPr>
          <p:spPr bwMode="auto">
            <a:xfrm>
              <a:off x="2544" y="1728"/>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2" name="Oval 65">
              <a:extLst>
                <a:ext uri="{FF2B5EF4-FFF2-40B4-BE49-F238E27FC236}">
                  <a16:creationId xmlns:a16="http://schemas.microsoft.com/office/drawing/2014/main" id="{BD53135F-9C83-8E2E-63DB-5BF896A3CC27}"/>
                </a:ext>
              </a:extLst>
            </p:cNvPr>
            <p:cNvSpPr>
              <a:spLocks noChangeArrowheads="1"/>
            </p:cNvSpPr>
            <p:nvPr/>
          </p:nvSpPr>
          <p:spPr bwMode="auto">
            <a:xfrm>
              <a:off x="2880" y="1872"/>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3" name="Oval 66">
              <a:extLst>
                <a:ext uri="{FF2B5EF4-FFF2-40B4-BE49-F238E27FC236}">
                  <a16:creationId xmlns:a16="http://schemas.microsoft.com/office/drawing/2014/main" id="{AB442B65-D551-69BB-0126-575F527CBA05}"/>
                </a:ext>
              </a:extLst>
            </p:cNvPr>
            <p:cNvSpPr>
              <a:spLocks noChangeArrowheads="1"/>
            </p:cNvSpPr>
            <p:nvPr/>
          </p:nvSpPr>
          <p:spPr bwMode="auto">
            <a:xfrm>
              <a:off x="3168" y="1632"/>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4" name="Oval 67">
              <a:extLst>
                <a:ext uri="{FF2B5EF4-FFF2-40B4-BE49-F238E27FC236}">
                  <a16:creationId xmlns:a16="http://schemas.microsoft.com/office/drawing/2014/main" id="{57E5DA20-9FCF-F531-F54C-809CAF9A443F}"/>
                </a:ext>
              </a:extLst>
            </p:cNvPr>
            <p:cNvSpPr>
              <a:spLocks noChangeArrowheads="1"/>
            </p:cNvSpPr>
            <p:nvPr/>
          </p:nvSpPr>
          <p:spPr bwMode="auto">
            <a:xfrm>
              <a:off x="2784" y="1152"/>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5" name="Oval 68">
              <a:extLst>
                <a:ext uri="{FF2B5EF4-FFF2-40B4-BE49-F238E27FC236}">
                  <a16:creationId xmlns:a16="http://schemas.microsoft.com/office/drawing/2014/main" id="{FC981917-CA76-05AE-3D17-A648E3C85E55}"/>
                </a:ext>
              </a:extLst>
            </p:cNvPr>
            <p:cNvSpPr>
              <a:spLocks noChangeArrowheads="1"/>
            </p:cNvSpPr>
            <p:nvPr/>
          </p:nvSpPr>
          <p:spPr bwMode="auto">
            <a:xfrm>
              <a:off x="2160" y="1344"/>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6" name="Oval 69">
              <a:extLst>
                <a:ext uri="{FF2B5EF4-FFF2-40B4-BE49-F238E27FC236}">
                  <a16:creationId xmlns:a16="http://schemas.microsoft.com/office/drawing/2014/main" id="{61AE51E9-9597-3A07-F6E0-76989FAC340C}"/>
                </a:ext>
              </a:extLst>
            </p:cNvPr>
            <p:cNvSpPr>
              <a:spLocks noChangeArrowheads="1"/>
            </p:cNvSpPr>
            <p:nvPr/>
          </p:nvSpPr>
          <p:spPr bwMode="auto">
            <a:xfrm>
              <a:off x="3552" y="1536"/>
              <a:ext cx="336" cy="288"/>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7" name="Oval 70">
              <a:extLst>
                <a:ext uri="{FF2B5EF4-FFF2-40B4-BE49-F238E27FC236}">
                  <a16:creationId xmlns:a16="http://schemas.microsoft.com/office/drawing/2014/main" id="{D14D2A66-3A7B-084F-F781-A337DC36EE5D}"/>
                </a:ext>
              </a:extLst>
            </p:cNvPr>
            <p:cNvSpPr>
              <a:spLocks noChangeArrowheads="1"/>
            </p:cNvSpPr>
            <p:nvPr/>
          </p:nvSpPr>
          <p:spPr bwMode="auto">
            <a:xfrm>
              <a:off x="3456" y="1824"/>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8" name="Oval 71">
              <a:extLst>
                <a:ext uri="{FF2B5EF4-FFF2-40B4-BE49-F238E27FC236}">
                  <a16:creationId xmlns:a16="http://schemas.microsoft.com/office/drawing/2014/main" id="{0B8212A3-0AA7-DE5F-744E-1947D5AC6D25}"/>
                </a:ext>
              </a:extLst>
            </p:cNvPr>
            <p:cNvSpPr>
              <a:spLocks noChangeArrowheads="1"/>
            </p:cNvSpPr>
            <p:nvPr/>
          </p:nvSpPr>
          <p:spPr bwMode="auto">
            <a:xfrm>
              <a:off x="2928" y="2208"/>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299" name="Oval 72">
              <a:extLst>
                <a:ext uri="{FF2B5EF4-FFF2-40B4-BE49-F238E27FC236}">
                  <a16:creationId xmlns:a16="http://schemas.microsoft.com/office/drawing/2014/main" id="{14218DCA-9334-AF0D-4B5E-4169B1B25AC4}"/>
                </a:ext>
              </a:extLst>
            </p:cNvPr>
            <p:cNvSpPr>
              <a:spLocks noChangeArrowheads="1"/>
            </p:cNvSpPr>
            <p:nvPr/>
          </p:nvSpPr>
          <p:spPr bwMode="auto">
            <a:xfrm>
              <a:off x="2592" y="2160"/>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0" name="Oval 73">
              <a:extLst>
                <a:ext uri="{FF2B5EF4-FFF2-40B4-BE49-F238E27FC236}">
                  <a16:creationId xmlns:a16="http://schemas.microsoft.com/office/drawing/2014/main" id="{01492190-971D-EE42-4584-D2BED284CE5D}"/>
                </a:ext>
              </a:extLst>
            </p:cNvPr>
            <p:cNvSpPr>
              <a:spLocks noChangeArrowheads="1"/>
            </p:cNvSpPr>
            <p:nvPr/>
          </p:nvSpPr>
          <p:spPr bwMode="auto">
            <a:xfrm>
              <a:off x="2160" y="1680"/>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1" name="Oval 74">
              <a:extLst>
                <a:ext uri="{FF2B5EF4-FFF2-40B4-BE49-F238E27FC236}">
                  <a16:creationId xmlns:a16="http://schemas.microsoft.com/office/drawing/2014/main" id="{C7CF2797-CB71-FCBE-1538-ABB4835A6E4A}"/>
                </a:ext>
              </a:extLst>
            </p:cNvPr>
            <p:cNvSpPr>
              <a:spLocks noChangeArrowheads="1"/>
            </p:cNvSpPr>
            <p:nvPr/>
          </p:nvSpPr>
          <p:spPr bwMode="auto">
            <a:xfrm>
              <a:off x="2304" y="1968"/>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2" name="Oval 75">
              <a:extLst>
                <a:ext uri="{FF2B5EF4-FFF2-40B4-BE49-F238E27FC236}">
                  <a16:creationId xmlns:a16="http://schemas.microsoft.com/office/drawing/2014/main" id="{A066ADD7-3DB1-C682-2DD2-BE24172692BC}"/>
                </a:ext>
              </a:extLst>
            </p:cNvPr>
            <p:cNvSpPr>
              <a:spLocks noChangeArrowheads="1"/>
            </p:cNvSpPr>
            <p:nvPr/>
          </p:nvSpPr>
          <p:spPr bwMode="auto">
            <a:xfrm>
              <a:off x="3456" y="1200"/>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3" name="Oval 76">
              <a:extLst>
                <a:ext uri="{FF2B5EF4-FFF2-40B4-BE49-F238E27FC236}">
                  <a16:creationId xmlns:a16="http://schemas.microsoft.com/office/drawing/2014/main" id="{FE2CDD2E-FF95-A071-040D-B7C75D08F163}"/>
                </a:ext>
              </a:extLst>
            </p:cNvPr>
            <p:cNvSpPr>
              <a:spLocks noChangeArrowheads="1"/>
            </p:cNvSpPr>
            <p:nvPr/>
          </p:nvSpPr>
          <p:spPr bwMode="auto">
            <a:xfrm>
              <a:off x="3216" y="960"/>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4" name="Oval 77">
              <a:extLst>
                <a:ext uri="{FF2B5EF4-FFF2-40B4-BE49-F238E27FC236}">
                  <a16:creationId xmlns:a16="http://schemas.microsoft.com/office/drawing/2014/main" id="{554143F1-0D78-0DFA-496D-245B2C5B93C3}"/>
                </a:ext>
              </a:extLst>
            </p:cNvPr>
            <p:cNvSpPr>
              <a:spLocks noChangeArrowheads="1"/>
            </p:cNvSpPr>
            <p:nvPr/>
          </p:nvSpPr>
          <p:spPr bwMode="auto">
            <a:xfrm>
              <a:off x="2928" y="816"/>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5" name="Oval 78">
              <a:extLst>
                <a:ext uri="{FF2B5EF4-FFF2-40B4-BE49-F238E27FC236}">
                  <a16:creationId xmlns:a16="http://schemas.microsoft.com/office/drawing/2014/main" id="{12985398-A48D-9864-48EF-82CA26C712AE}"/>
                </a:ext>
              </a:extLst>
            </p:cNvPr>
            <p:cNvSpPr>
              <a:spLocks noChangeArrowheads="1"/>
            </p:cNvSpPr>
            <p:nvPr/>
          </p:nvSpPr>
          <p:spPr bwMode="auto">
            <a:xfrm>
              <a:off x="2592" y="864"/>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6" name="Oval 79">
              <a:extLst>
                <a:ext uri="{FF2B5EF4-FFF2-40B4-BE49-F238E27FC236}">
                  <a16:creationId xmlns:a16="http://schemas.microsoft.com/office/drawing/2014/main" id="{B517C9F3-38DE-FC95-B73D-C2AB5EEC8656}"/>
                </a:ext>
              </a:extLst>
            </p:cNvPr>
            <p:cNvSpPr>
              <a:spLocks noChangeArrowheads="1"/>
            </p:cNvSpPr>
            <p:nvPr/>
          </p:nvSpPr>
          <p:spPr bwMode="auto">
            <a:xfrm>
              <a:off x="2496" y="1392"/>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7" name="Oval 80">
              <a:extLst>
                <a:ext uri="{FF2B5EF4-FFF2-40B4-BE49-F238E27FC236}">
                  <a16:creationId xmlns:a16="http://schemas.microsoft.com/office/drawing/2014/main" id="{E41AFEE2-3040-A797-C5E1-0A03B4270301}"/>
                </a:ext>
              </a:extLst>
            </p:cNvPr>
            <p:cNvSpPr>
              <a:spLocks noChangeArrowheads="1"/>
            </p:cNvSpPr>
            <p:nvPr/>
          </p:nvSpPr>
          <p:spPr bwMode="auto">
            <a:xfrm>
              <a:off x="3216" y="2064"/>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8" name="Oval 81">
              <a:extLst>
                <a:ext uri="{FF2B5EF4-FFF2-40B4-BE49-F238E27FC236}">
                  <a16:creationId xmlns:a16="http://schemas.microsoft.com/office/drawing/2014/main" id="{D5C33955-66E0-1781-75AB-A359852164B3}"/>
                </a:ext>
              </a:extLst>
            </p:cNvPr>
            <p:cNvSpPr>
              <a:spLocks noChangeArrowheads="1"/>
            </p:cNvSpPr>
            <p:nvPr/>
          </p:nvSpPr>
          <p:spPr bwMode="auto">
            <a:xfrm>
              <a:off x="3120" y="1296"/>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1309" name="Oval 82">
              <a:extLst>
                <a:ext uri="{FF2B5EF4-FFF2-40B4-BE49-F238E27FC236}">
                  <a16:creationId xmlns:a16="http://schemas.microsoft.com/office/drawing/2014/main" id="{8362FB52-595C-0070-321E-597A4BECE079}"/>
                </a:ext>
              </a:extLst>
            </p:cNvPr>
            <p:cNvSpPr>
              <a:spLocks noChangeArrowheads="1"/>
            </p:cNvSpPr>
            <p:nvPr/>
          </p:nvSpPr>
          <p:spPr bwMode="auto">
            <a:xfrm>
              <a:off x="2832" y="1488"/>
              <a:ext cx="336" cy="336"/>
            </a:xfrm>
            <a:prstGeom prst="ellipse">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pSp>
      <p:graphicFrame>
        <p:nvGraphicFramePr>
          <p:cNvPr id="279635" name="Object 4">
            <a:extLst>
              <a:ext uri="{FF2B5EF4-FFF2-40B4-BE49-F238E27FC236}">
                <a16:creationId xmlns:a16="http://schemas.microsoft.com/office/drawing/2014/main" id="{B4E7AA40-5D9A-8380-B052-905B8FA565EC}"/>
              </a:ext>
            </a:extLst>
          </p:cNvPr>
          <p:cNvGraphicFramePr>
            <a:graphicFrameLocks/>
          </p:cNvGraphicFramePr>
          <p:nvPr/>
        </p:nvGraphicFramePr>
        <p:xfrm>
          <a:off x="8470900" y="5359400"/>
          <a:ext cx="292100" cy="431800"/>
        </p:xfrm>
        <a:graphic>
          <a:graphicData uri="http://schemas.openxmlformats.org/presentationml/2006/ole">
            <mc:AlternateContent xmlns:mc="http://schemas.openxmlformats.org/markup-compatibility/2006">
              <mc:Choice xmlns:v="urn:schemas-microsoft-com:vml" Requires="v">
                <p:oleObj name="Equation" r:id="rId8" imgW="259267" imgH="403999" progId="Equation.3">
                  <p:embed/>
                </p:oleObj>
              </mc:Choice>
              <mc:Fallback>
                <p:oleObj name="Equation" r:id="rId8" imgW="259267" imgH="403999" progId="Equation.3">
                  <p:embed/>
                  <p:pic>
                    <p:nvPicPr>
                      <p:cNvPr id="279635" name="Object 4">
                        <a:extLst>
                          <a:ext uri="{FF2B5EF4-FFF2-40B4-BE49-F238E27FC236}">
                            <a16:creationId xmlns:a16="http://schemas.microsoft.com/office/drawing/2014/main" id="{B4E7AA40-5D9A-8380-B052-905B8FA565EC}"/>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70900" y="5359400"/>
                        <a:ext cx="292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636" name="Object 5">
            <a:extLst>
              <a:ext uri="{FF2B5EF4-FFF2-40B4-BE49-F238E27FC236}">
                <a16:creationId xmlns:a16="http://schemas.microsoft.com/office/drawing/2014/main" id="{873DCB40-AC80-42CC-A240-0D7C0241BBCD}"/>
              </a:ext>
            </a:extLst>
          </p:cNvPr>
          <p:cNvGraphicFramePr>
            <a:graphicFrameLocks/>
          </p:cNvGraphicFramePr>
          <p:nvPr/>
        </p:nvGraphicFramePr>
        <p:xfrm>
          <a:off x="5943600" y="3810000"/>
          <a:ext cx="317500" cy="434975"/>
        </p:xfrm>
        <a:graphic>
          <a:graphicData uri="http://schemas.openxmlformats.org/presentationml/2006/ole">
            <mc:AlternateContent xmlns:mc="http://schemas.openxmlformats.org/markup-compatibility/2006">
              <mc:Choice xmlns:v="urn:schemas-microsoft-com:vml" Requires="v">
                <p:oleObj name="Equation" r:id="rId10" imgW="289622" imgH="403999" progId="Equation.3">
                  <p:embed/>
                </p:oleObj>
              </mc:Choice>
              <mc:Fallback>
                <p:oleObj name="Equation" r:id="rId10" imgW="289622" imgH="403999" progId="Equation.3">
                  <p:embed/>
                  <p:pic>
                    <p:nvPicPr>
                      <p:cNvPr id="279636" name="Object 5">
                        <a:extLst>
                          <a:ext uri="{FF2B5EF4-FFF2-40B4-BE49-F238E27FC236}">
                            <a16:creationId xmlns:a16="http://schemas.microsoft.com/office/drawing/2014/main" id="{873DCB40-AC80-42CC-A240-0D7C0241BBCD}"/>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3600" y="3810000"/>
                        <a:ext cx="317500"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9637" name="Text Box 85">
            <a:extLst>
              <a:ext uri="{FF2B5EF4-FFF2-40B4-BE49-F238E27FC236}">
                <a16:creationId xmlns:a16="http://schemas.microsoft.com/office/drawing/2014/main" id="{4CD3B8F4-FE6A-1F86-B0CA-94A8345CB1E3}"/>
              </a:ext>
            </a:extLst>
          </p:cNvPr>
          <p:cNvSpPr txBox="1">
            <a:spLocks noChangeArrowheads="1"/>
          </p:cNvSpPr>
          <p:nvPr/>
        </p:nvSpPr>
        <p:spPr bwMode="auto">
          <a:xfrm>
            <a:off x="762000" y="3733800"/>
            <a:ext cx="510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在磁介质内部的任一小区域：</a:t>
            </a:r>
          </a:p>
        </p:txBody>
      </p:sp>
      <p:sp>
        <p:nvSpPr>
          <p:cNvPr id="279638" name="Text Box 86">
            <a:extLst>
              <a:ext uri="{FF2B5EF4-FFF2-40B4-BE49-F238E27FC236}">
                <a16:creationId xmlns:a16="http://schemas.microsoft.com/office/drawing/2014/main" id="{B472A922-0DD6-E751-86EA-A6FA7564BC52}"/>
              </a:ext>
            </a:extLst>
          </p:cNvPr>
          <p:cNvSpPr txBox="1">
            <a:spLocks noChangeArrowheads="1"/>
          </p:cNvSpPr>
          <p:nvPr/>
        </p:nvSpPr>
        <p:spPr bwMode="auto">
          <a:xfrm>
            <a:off x="1371600" y="4267200"/>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相邻的分子环流的方向相反</a:t>
            </a:r>
          </a:p>
        </p:txBody>
      </p:sp>
      <p:sp>
        <p:nvSpPr>
          <p:cNvPr id="279639" name="Text Box 87">
            <a:extLst>
              <a:ext uri="{FF2B5EF4-FFF2-40B4-BE49-F238E27FC236}">
                <a16:creationId xmlns:a16="http://schemas.microsoft.com/office/drawing/2014/main" id="{6459D37C-EC7F-75CE-5003-5115BFC7F6BB}"/>
              </a:ext>
            </a:extLst>
          </p:cNvPr>
          <p:cNvSpPr txBox="1">
            <a:spLocks noChangeArrowheads="1"/>
          </p:cNvSpPr>
          <p:nvPr/>
        </p:nvSpPr>
        <p:spPr bwMode="auto">
          <a:xfrm>
            <a:off x="762000" y="4800600"/>
            <a:ext cx="350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在磁介质表面处各点：</a:t>
            </a:r>
          </a:p>
        </p:txBody>
      </p:sp>
      <p:sp>
        <p:nvSpPr>
          <p:cNvPr id="279640" name="Text Box 88">
            <a:extLst>
              <a:ext uri="{FF2B5EF4-FFF2-40B4-BE49-F238E27FC236}">
                <a16:creationId xmlns:a16="http://schemas.microsoft.com/office/drawing/2014/main" id="{3279707B-1BC8-BBC4-DDAC-1659AC8AB45D}"/>
              </a:ext>
            </a:extLst>
          </p:cNvPr>
          <p:cNvSpPr txBox="1">
            <a:spLocks noChangeArrowheads="1"/>
          </p:cNvSpPr>
          <p:nvPr/>
        </p:nvSpPr>
        <p:spPr bwMode="auto">
          <a:xfrm>
            <a:off x="1436688" y="53340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分子环流未被抵消</a:t>
            </a:r>
          </a:p>
        </p:txBody>
      </p:sp>
      <p:sp>
        <p:nvSpPr>
          <p:cNvPr id="279641" name="Text Box 89">
            <a:extLst>
              <a:ext uri="{FF2B5EF4-FFF2-40B4-BE49-F238E27FC236}">
                <a16:creationId xmlns:a16="http://schemas.microsoft.com/office/drawing/2014/main" id="{4963DC6C-3E85-8007-B417-646E46BF7805}"/>
              </a:ext>
            </a:extLst>
          </p:cNvPr>
          <p:cNvSpPr txBox="1">
            <a:spLocks noChangeArrowheads="1"/>
          </p:cNvSpPr>
          <p:nvPr/>
        </p:nvSpPr>
        <p:spPr bwMode="auto">
          <a:xfrm>
            <a:off x="779463" y="5883275"/>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形成沿表面流动的面电流</a:t>
            </a:r>
          </a:p>
        </p:txBody>
      </p:sp>
      <p:graphicFrame>
        <p:nvGraphicFramePr>
          <p:cNvPr id="279642" name="Object 6">
            <a:extLst>
              <a:ext uri="{FF2B5EF4-FFF2-40B4-BE49-F238E27FC236}">
                <a16:creationId xmlns:a16="http://schemas.microsoft.com/office/drawing/2014/main" id="{48B225F6-114D-FB37-3976-C4622762C43F}"/>
              </a:ext>
            </a:extLst>
          </p:cNvPr>
          <p:cNvGraphicFramePr>
            <a:graphicFrameLocks/>
          </p:cNvGraphicFramePr>
          <p:nvPr/>
        </p:nvGraphicFramePr>
        <p:xfrm>
          <a:off x="4316413" y="5937250"/>
          <a:ext cx="315912" cy="431800"/>
        </p:xfrm>
        <a:graphic>
          <a:graphicData uri="http://schemas.openxmlformats.org/presentationml/2006/ole">
            <mc:AlternateContent xmlns:mc="http://schemas.openxmlformats.org/markup-compatibility/2006">
              <mc:Choice xmlns:v="urn:schemas-microsoft-com:vml" Requires="v">
                <p:oleObj name="Equation" r:id="rId12" imgW="289622" imgH="403999" progId="Equation.3">
                  <p:embed/>
                </p:oleObj>
              </mc:Choice>
              <mc:Fallback>
                <p:oleObj name="Equation" r:id="rId12" imgW="289622" imgH="403999" progId="Equation.3">
                  <p:embed/>
                  <p:pic>
                    <p:nvPicPr>
                      <p:cNvPr id="279642" name="Object 6">
                        <a:extLst>
                          <a:ext uri="{FF2B5EF4-FFF2-40B4-BE49-F238E27FC236}">
                            <a16:creationId xmlns:a16="http://schemas.microsoft.com/office/drawing/2014/main" id="{48B225F6-114D-FB37-3976-C4622762C43F}"/>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16413" y="5937250"/>
                        <a:ext cx="3159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9643" name="Rectangle 91">
            <a:extLst>
              <a:ext uri="{FF2B5EF4-FFF2-40B4-BE49-F238E27FC236}">
                <a16:creationId xmlns:a16="http://schemas.microsoft.com/office/drawing/2014/main" id="{D8619FFC-00FA-A048-EC0C-4BCF0B082424}"/>
              </a:ext>
            </a:extLst>
          </p:cNvPr>
          <p:cNvSpPr>
            <a:spLocks noChangeArrowheads="1"/>
          </p:cNvSpPr>
          <p:nvPr/>
        </p:nvSpPr>
        <p:spPr bwMode="auto">
          <a:xfrm>
            <a:off x="4737100" y="5905500"/>
            <a:ext cx="440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solidFill>
                  <a:srgbClr val="66FFFF"/>
                </a:solidFill>
              </a:rPr>
              <a:t>——</a:t>
            </a:r>
            <a:r>
              <a:rPr lang="zh-CN" altLang="en-US">
                <a:solidFill>
                  <a:srgbClr val="66FFFF"/>
                </a:solidFill>
              </a:rPr>
              <a:t>束缚电流</a:t>
            </a:r>
            <a:r>
              <a:rPr lang="en-US" altLang="zh-CN">
                <a:solidFill>
                  <a:srgbClr val="66FFFF"/>
                </a:solidFill>
              </a:rPr>
              <a:t>(</a:t>
            </a:r>
            <a:r>
              <a:rPr lang="zh-CN" altLang="en-US">
                <a:solidFill>
                  <a:srgbClr val="66FFFF"/>
                </a:solidFill>
              </a:rPr>
              <a:t>磁化电流</a:t>
            </a:r>
            <a:r>
              <a:rPr lang="en-US" altLang="zh-CN">
                <a:solidFill>
                  <a:srgbClr val="66FFFF"/>
                </a:solidFill>
              </a:rPr>
              <a:t>)</a:t>
            </a:r>
          </a:p>
        </p:txBody>
      </p:sp>
      <p:sp>
        <p:nvSpPr>
          <p:cNvPr id="279644" name="Arc 92">
            <a:extLst>
              <a:ext uri="{FF2B5EF4-FFF2-40B4-BE49-F238E27FC236}">
                <a16:creationId xmlns:a16="http://schemas.microsoft.com/office/drawing/2014/main" id="{71516656-F481-543F-B152-46D74EB28D27}"/>
              </a:ext>
            </a:extLst>
          </p:cNvPr>
          <p:cNvSpPr>
            <a:spLocks/>
          </p:cNvSpPr>
          <p:nvPr/>
        </p:nvSpPr>
        <p:spPr bwMode="auto">
          <a:xfrm rot="1024326">
            <a:off x="7956550" y="4149725"/>
            <a:ext cx="649288" cy="1333500"/>
          </a:xfrm>
          <a:custGeom>
            <a:avLst/>
            <a:gdLst>
              <a:gd name="T0" fmla="*/ 2147483646 w 21600"/>
              <a:gd name="T1" fmla="*/ 0 h 31494"/>
              <a:gd name="T2" fmla="*/ 2147483646 w 21600"/>
              <a:gd name="T3" fmla="*/ 2147483646 h 31494"/>
              <a:gd name="T4" fmla="*/ 0 w 21600"/>
              <a:gd name="T5" fmla="*/ 2147483646 h 31494"/>
              <a:gd name="T6" fmla="*/ 0 60000 65536"/>
              <a:gd name="T7" fmla="*/ 0 60000 65536"/>
              <a:gd name="T8" fmla="*/ 0 60000 65536"/>
              <a:gd name="T9" fmla="*/ 0 w 21600"/>
              <a:gd name="T10" fmla="*/ 0 h 31494"/>
              <a:gd name="T11" fmla="*/ 21600 w 21600"/>
              <a:gd name="T12" fmla="*/ 31494 h 31494"/>
            </a:gdLst>
            <a:ahLst/>
            <a:cxnLst>
              <a:cxn ang="T6">
                <a:pos x="T0" y="T1"/>
              </a:cxn>
              <a:cxn ang="T7">
                <a:pos x="T2" y="T3"/>
              </a:cxn>
              <a:cxn ang="T8">
                <a:pos x="T4" y="T5"/>
              </a:cxn>
            </a:cxnLst>
            <a:rect l="T9" t="T10" r="T11" b="T12"/>
            <a:pathLst>
              <a:path w="21600" h="31494" fill="none" extrusionOk="0">
                <a:moveTo>
                  <a:pt x="13711" y="-1"/>
                </a:moveTo>
                <a:cubicBezTo>
                  <a:pt x="18705" y="4102"/>
                  <a:pt x="21600" y="10226"/>
                  <a:pt x="21600" y="16690"/>
                </a:cubicBezTo>
                <a:cubicBezTo>
                  <a:pt x="21600" y="22192"/>
                  <a:pt x="19500" y="27487"/>
                  <a:pt x="15729" y="31494"/>
                </a:cubicBezTo>
              </a:path>
              <a:path w="21600" h="31494" stroke="0" extrusionOk="0">
                <a:moveTo>
                  <a:pt x="13711" y="-1"/>
                </a:moveTo>
                <a:cubicBezTo>
                  <a:pt x="18705" y="4102"/>
                  <a:pt x="21600" y="10226"/>
                  <a:pt x="21600" y="16690"/>
                </a:cubicBezTo>
                <a:cubicBezTo>
                  <a:pt x="21600" y="22192"/>
                  <a:pt x="19500" y="27487"/>
                  <a:pt x="15729" y="31494"/>
                </a:cubicBezTo>
                <a:lnTo>
                  <a:pt x="0" y="16690"/>
                </a:lnTo>
                <a:lnTo>
                  <a:pt x="13711" y="-1"/>
                </a:lnTo>
                <a:close/>
              </a:path>
            </a:pathLst>
          </a:custGeom>
          <a:noFill/>
          <a:ln w="28575">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9645" name="Arc 93">
            <a:extLst>
              <a:ext uri="{FF2B5EF4-FFF2-40B4-BE49-F238E27FC236}">
                <a16:creationId xmlns:a16="http://schemas.microsoft.com/office/drawing/2014/main" id="{64673B13-4EB7-765C-6725-35DD69CD4BFC}"/>
              </a:ext>
            </a:extLst>
          </p:cNvPr>
          <p:cNvSpPr>
            <a:spLocks/>
          </p:cNvSpPr>
          <p:nvPr/>
        </p:nvSpPr>
        <p:spPr bwMode="auto">
          <a:xfrm rot="-9307481">
            <a:off x="6156325" y="3770313"/>
            <a:ext cx="649288" cy="1333500"/>
          </a:xfrm>
          <a:custGeom>
            <a:avLst/>
            <a:gdLst>
              <a:gd name="T0" fmla="*/ 2147483646 w 21600"/>
              <a:gd name="T1" fmla="*/ 0 h 31494"/>
              <a:gd name="T2" fmla="*/ 2147483646 w 21600"/>
              <a:gd name="T3" fmla="*/ 2147483646 h 31494"/>
              <a:gd name="T4" fmla="*/ 0 w 21600"/>
              <a:gd name="T5" fmla="*/ 2147483646 h 31494"/>
              <a:gd name="T6" fmla="*/ 0 60000 65536"/>
              <a:gd name="T7" fmla="*/ 0 60000 65536"/>
              <a:gd name="T8" fmla="*/ 0 60000 65536"/>
              <a:gd name="T9" fmla="*/ 0 w 21600"/>
              <a:gd name="T10" fmla="*/ 0 h 31494"/>
              <a:gd name="T11" fmla="*/ 21600 w 21600"/>
              <a:gd name="T12" fmla="*/ 31494 h 31494"/>
            </a:gdLst>
            <a:ahLst/>
            <a:cxnLst>
              <a:cxn ang="T6">
                <a:pos x="T0" y="T1"/>
              </a:cxn>
              <a:cxn ang="T7">
                <a:pos x="T2" y="T3"/>
              </a:cxn>
              <a:cxn ang="T8">
                <a:pos x="T4" y="T5"/>
              </a:cxn>
            </a:cxnLst>
            <a:rect l="T9" t="T10" r="T11" b="T12"/>
            <a:pathLst>
              <a:path w="21600" h="31494" fill="none" extrusionOk="0">
                <a:moveTo>
                  <a:pt x="13711" y="-1"/>
                </a:moveTo>
                <a:cubicBezTo>
                  <a:pt x="18705" y="4102"/>
                  <a:pt x="21600" y="10226"/>
                  <a:pt x="21600" y="16690"/>
                </a:cubicBezTo>
                <a:cubicBezTo>
                  <a:pt x="21600" y="22192"/>
                  <a:pt x="19500" y="27487"/>
                  <a:pt x="15729" y="31494"/>
                </a:cubicBezTo>
              </a:path>
              <a:path w="21600" h="31494" stroke="0" extrusionOk="0">
                <a:moveTo>
                  <a:pt x="13711" y="-1"/>
                </a:moveTo>
                <a:cubicBezTo>
                  <a:pt x="18705" y="4102"/>
                  <a:pt x="21600" y="10226"/>
                  <a:pt x="21600" y="16690"/>
                </a:cubicBezTo>
                <a:cubicBezTo>
                  <a:pt x="21600" y="22192"/>
                  <a:pt x="19500" y="27487"/>
                  <a:pt x="15729" y="31494"/>
                </a:cubicBezTo>
                <a:lnTo>
                  <a:pt x="0" y="16690"/>
                </a:lnTo>
                <a:lnTo>
                  <a:pt x="13711" y="-1"/>
                </a:lnTo>
                <a:close/>
              </a:path>
            </a:pathLst>
          </a:custGeom>
          <a:noFill/>
          <a:ln w="28575">
            <a:solidFill>
              <a:srgbClr val="66FF33"/>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9555"/>
                                        </p:tgtEl>
                                        <p:attrNameLst>
                                          <p:attrName>style.visibility</p:attrName>
                                        </p:attrNameLst>
                                      </p:cBhvr>
                                      <p:to>
                                        <p:strVal val="visible"/>
                                      </p:to>
                                    </p:set>
                                    <p:animEffect transition="in" filter="wipe(left)">
                                      <p:cBhvr>
                                        <p:cTn id="7" dur="500"/>
                                        <p:tgtEl>
                                          <p:spTgt spid="2795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9556"/>
                                        </p:tgtEl>
                                        <p:attrNameLst>
                                          <p:attrName>style.visibility</p:attrName>
                                        </p:attrNameLst>
                                      </p:cBhvr>
                                      <p:to>
                                        <p:strVal val="visible"/>
                                      </p:to>
                                    </p:set>
                                    <p:animEffect transition="in" filter="wipe(left)">
                                      <p:cBhvr>
                                        <p:cTn id="12" dur="500"/>
                                        <p:tgtEl>
                                          <p:spTgt spid="2795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9559"/>
                                        </p:tgtEl>
                                        <p:attrNameLst>
                                          <p:attrName>style.visibility</p:attrName>
                                        </p:attrNameLst>
                                      </p:cBhvr>
                                      <p:to>
                                        <p:strVal val="visible"/>
                                      </p:to>
                                    </p:set>
                                    <p:animEffect transition="in" filter="wipe(left)">
                                      <p:cBhvr>
                                        <p:cTn id="17" dur="500"/>
                                        <p:tgtEl>
                                          <p:spTgt spid="2795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279554"/>
                                        </p:tgtEl>
                                        <p:attrNameLst>
                                          <p:attrName>style.visibility</p:attrName>
                                        </p:attrNameLst>
                                      </p:cBhvr>
                                      <p:to>
                                        <p:strVal val="visible"/>
                                      </p:to>
                                    </p:set>
                                    <p:animEffect transition="in" filter="barn(outVertical)">
                                      <p:cBhvr>
                                        <p:cTn id="22" dur="500"/>
                                        <p:tgtEl>
                                          <p:spTgt spid="279554"/>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2" fill="hold" nodeType="clickEffect">
                                  <p:stCondLst>
                                    <p:cond delay="0"/>
                                  </p:stCondLst>
                                  <p:childTnLst>
                                    <p:set>
                                      <p:cBhvr>
                                        <p:cTn id="30" dur="1" fill="hold">
                                          <p:stCondLst>
                                            <p:cond delay="0"/>
                                          </p:stCondLst>
                                        </p:cTn>
                                        <p:tgtEl>
                                          <p:spTgt spid="279557"/>
                                        </p:tgtEl>
                                        <p:attrNameLst>
                                          <p:attrName>style.visibility</p:attrName>
                                        </p:attrNameLst>
                                      </p:cBhvr>
                                      <p:to>
                                        <p:strVal val="visible"/>
                                      </p:to>
                                    </p:set>
                                    <p:animEffect transition="in" filter="slide(fromRight)">
                                      <p:cBhvr>
                                        <p:cTn id="31" dur="500"/>
                                        <p:tgtEl>
                                          <p:spTgt spid="279557"/>
                                        </p:tgtEl>
                                      </p:cBhvr>
                                    </p:animEffect>
                                  </p:childTnLst>
                                </p:cTn>
                              </p:par>
                            </p:childTnLst>
                          </p:cTn>
                        </p:par>
                        <p:par>
                          <p:cTn id="32" fill="hold" nodeType="afterGroup">
                            <p:stCondLst>
                              <p:cond delay="500"/>
                            </p:stCondLst>
                            <p:childTnLst>
                              <p:par>
                                <p:cTn id="33" presetID="1" presetClass="entr" presetSubtype="0" fill="hold" nodeType="afterEffect">
                                  <p:stCondLst>
                                    <p:cond delay="0"/>
                                  </p:stCondLst>
                                  <p:childTnLst>
                                    <p:set>
                                      <p:cBhvr>
                                        <p:cTn id="34" dur="1" fill="hold">
                                          <p:stCondLst>
                                            <p:cond delay="499"/>
                                          </p:stCondLst>
                                        </p:cTn>
                                        <p:tgtEl>
                                          <p:spTgt spid="27955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2"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slide(fromRight)">
                                      <p:cBhvr>
                                        <p:cTn id="39" dur="500"/>
                                        <p:tgtEl>
                                          <p:spTgt spid="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79560"/>
                                        </p:tgtEl>
                                        <p:attrNameLst>
                                          <p:attrName>style.visibility</p:attrName>
                                        </p:attrNameLst>
                                      </p:cBhvr>
                                      <p:to>
                                        <p:strVal val="visible"/>
                                      </p:to>
                                    </p:set>
                                    <p:animEffect transition="in" filter="wipe(left)">
                                      <p:cBhvr>
                                        <p:cTn id="44" dur="500"/>
                                        <p:tgtEl>
                                          <p:spTgt spid="27956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79561"/>
                                        </p:tgtEl>
                                        <p:attrNameLst>
                                          <p:attrName>style.visibility</p:attrName>
                                        </p:attrNameLst>
                                      </p:cBhvr>
                                      <p:to>
                                        <p:strVal val="visible"/>
                                      </p:to>
                                    </p:set>
                                    <p:animEffect transition="in" filter="wipe(left)">
                                      <p:cBhvr>
                                        <p:cTn id="49" dur="500"/>
                                        <p:tgtEl>
                                          <p:spTgt spid="27956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79562"/>
                                        </p:tgtEl>
                                        <p:attrNameLst>
                                          <p:attrName>style.visibility</p:attrName>
                                        </p:attrNameLst>
                                      </p:cBhvr>
                                      <p:to>
                                        <p:strVal val="visible"/>
                                      </p:to>
                                    </p:set>
                                    <p:animEffect transition="in" filter="wipe(left)">
                                      <p:cBhvr>
                                        <p:cTn id="54" dur="2000"/>
                                        <p:tgtEl>
                                          <p:spTgt spid="27956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3" presetClass="entr" presetSubtype="16" fill="hold" nodeType="clickEffect">
                                  <p:stCondLst>
                                    <p:cond delay="0"/>
                                  </p:stCondLst>
                                  <p:childTnLst>
                                    <p:set>
                                      <p:cBhvr>
                                        <p:cTn id="58" dur="1" fill="hold">
                                          <p:stCondLst>
                                            <p:cond delay="0"/>
                                          </p:stCondLst>
                                        </p:cTn>
                                        <p:tgtEl>
                                          <p:spTgt spid="279613"/>
                                        </p:tgtEl>
                                        <p:attrNameLst>
                                          <p:attrName>style.visibility</p:attrName>
                                        </p:attrNameLst>
                                      </p:cBhvr>
                                      <p:to>
                                        <p:strVal val="visible"/>
                                      </p:to>
                                    </p:set>
                                    <p:anim calcmode="lin" valueType="num">
                                      <p:cBhvr>
                                        <p:cTn id="59" dur="500" fill="hold"/>
                                        <p:tgtEl>
                                          <p:spTgt spid="279613"/>
                                        </p:tgtEl>
                                        <p:attrNameLst>
                                          <p:attrName>ppt_w</p:attrName>
                                        </p:attrNameLst>
                                      </p:cBhvr>
                                      <p:tavLst>
                                        <p:tav tm="0">
                                          <p:val>
                                            <p:fltVal val="0"/>
                                          </p:val>
                                        </p:tav>
                                        <p:tav tm="100000">
                                          <p:val>
                                            <p:strVal val="#ppt_w"/>
                                          </p:val>
                                        </p:tav>
                                      </p:tavLst>
                                    </p:anim>
                                    <p:anim calcmode="lin" valueType="num">
                                      <p:cBhvr>
                                        <p:cTn id="60" dur="500" fill="hold"/>
                                        <p:tgtEl>
                                          <p:spTgt spid="279613"/>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279644"/>
                                        </p:tgtEl>
                                        <p:attrNameLst>
                                          <p:attrName>style.visibility</p:attrName>
                                        </p:attrNameLst>
                                      </p:cBhvr>
                                      <p:to>
                                        <p:strVal val="visible"/>
                                      </p:to>
                                    </p:set>
                                    <p:animEffect transition="in" filter="wipe(up)">
                                      <p:cBhvr>
                                        <p:cTn id="65" dur="1000"/>
                                        <p:tgtEl>
                                          <p:spTgt spid="279644"/>
                                        </p:tgtEl>
                                      </p:cBhvr>
                                    </p:animEffect>
                                  </p:childTnLst>
                                </p:cTn>
                              </p:par>
                            </p:childTnLst>
                          </p:cTn>
                        </p:par>
                        <p:par>
                          <p:cTn id="66" fill="hold" nodeType="afterGroup">
                            <p:stCondLst>
                              <p:cond delay="1000"/>
                            </p:stCondLst>
                            <p:childTnLst>
                              <p:par>
                                <p:cTn id="67" presetID="1" presetClass="entr" presetSubtype="0" fill="hold" nodeType="afterEffect">
                                  <p:stCondLst>
                                    <p:cond delay="0"/>
                                  </p:stCondLst>
                                  <p:childTnLst>
                                    <p:set>
                                      <p:cBhvr>
                                        <p:cTn id="68" dur="1" fill="hold">
                                          <p:stCondLst>
                                            <p:cond delay="499"/>
                                          </p:stCondLst>
                                        </p:cTn>
                                        <p:tgtEl>
                                          <p:spTgt spid="279635"/>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3" presetClass="entr" presetSubtype="16" fill="hold"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p:cTn id="73" dur="500" fill="hold"/>
                                        <p:tgtEl>
                                          <p:spTgt spid="16"/>
                                        </p:tgtEl>
                                        <p:attrNameLst>
                                          <p:attrName>ppt_w</p:attrName>
                                        </p:attrNameLst>
                                      </p:cBhvr>
                                      <p:tavLst>
                                        <p:tav tm="0">
                                          <p:val>
                                            <p:fltVal val="0"/>
                                          </p:val>
                                        </p:tav>
                                        <p:tav tm="100000">
                                          <p:val>
                                            <p:strVal val="#ppt_w"/>
                                          </p:val>
                                        </p:tav>
                                      </p:tavLst>
                                    </p:anim>
                                    <p:anim calcmode="lin" valueType="num">
                                      <p:cBhvr>
                                        <p:cTn id="74"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79637"/>
                                        </p:tgtEl>
                                        <p:attrNameLst>
                                          <p:attrName>style.visibility</p:attrName>
                                        </p:attrNameLst>
                                      </p:cBhvr>
                                      <p:to>
                                        <p:strVal val="visible"/>
                                      </p:to>
                                    </p:set>
                                    <p:animEffect transition="in" filter="wipe(left)">
                                      <p:cBhvr>
                                        <p:cTn id="79" dur="500"/>
                                        <p:tgtEl>
                                          <p:spTgt spid="279637"/>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279638"/>
                                        </p:tgtEl>
                                        <p:attrNameLst>
                                          <p:attrName>style.visibility</p:attrName>
                                        </p:attrNameLst>
                                      </p:cBhvr>
                                      <p:to>
                                        <p:strVal val="visible"/>
                                      </p:to>
                                    </p:set>
                                    <p:animEffect transition="in" filter="wipe(left)">
                                      <p:cBhvr>
                                        <p:cTn id="84" dur="2000"/>
                                        <p:tgtEl>
                                          <p:spTgt spid="279638"/>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279639"/>
                                        </p:tgtEl>
                                        <p:attrNameLst>
                                          <p:attrName>style.visibility</p:attrName>
                                        </p:attrNameLst>
                                      </p:cBhvr>
                                      <p:to>
                                        <p:strVal val="visible"/>
                                      </p:to>
                                    </p:set>
                                    <p:animEffect transition="in" filter="wipe(left)">
                                      <p:cBhvr>
                                        <p:cTn id="89" dur="500"/>
                                        <p:tgtEl>
                                          <p:spTgt spid="279639"/>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279640"/>
                                        </p:tgtEl>
                                        <p:attrNameLst>
                                          <p:attrName>style.visibility</p:attrName>
                                        </p:attrNameLst>
                                      </p:cBhvr>
                                      <p:to>
                                        <p:strVal val="visible"/>
                                      </p:to>
                                    </p:set>
                                    <p:animEffect transition="in" filter="wipe(left)">
                                      <p:cBhvr>
                                        <p:cTn id="94" dur="1000"/>
                                        <p:tgtEl>
                                          <p:spTgt spid="279640"/>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4" fill="hold" nodeType="clickEffect">
                                  <p:stCondLst>
                                    <p:cond delay="0"/>
                                  </p:stCondLst>
                                  <p:childTnLst>
                                    <p:set>
                                      <p:cBhvr>
                                        <p:cTn id="98" dur="1" fill="hold">
                                          <p:stCondLst>
                                            <p:cond delay="0"/>
                                          </p:stCondLst>
                                        </p:cTn>
                                        <p:tgtEl>
                                          <p:spTgt spid="279645"/>
                                        </p:tgtEl>
                                        <p:attrNameLst>
                                          <p:attrName>style.visibility</p:attrName>
                                        </p:attrNameLst>
                                      </p:cBhvr>
                                      <p:to>
                                        <p:strVal val="visible"/>
                                      </p:to>
                                    </p:set>
                                    <p:animEffect transition="in" filter="wipe(down)">
                                      <p:cBhvr>
                                        <p:cTn id="99" dur="1000"/>
                                        <p:tgtEl>
                                          <p:spTgt spid="279645"/>
                                        </p:tgtEl>
                                      </p:cBhvr>
                                    </p:animEffect>
                                  </p:childTnLst>
                                </p:cTn>
                              </p:par>
                            </p:childTnLst>
                          </p:cTn>
                        </p:par>
                        <p:par>
                          <p:cTn id="100" fill="hold" nodeType="afterGroup">
                            <p:stCondLst>
                              <p:cond delay="1000"/>
                            </p:stCondLst>
                            <p:childTnLst>
                              <p:par>
                                <p:cTn id="101" presetID="1" presetClass="entr" presetSubtype="0" fill="hold" nodeType="afterEffect">
                                  <p:stCondLst>
                                    <p:cond delay="0"/>
                                  </p:stCondLst>
                                  <p:childTnLst>
                                    <p:set>
                                      <p:cBhvr>
                                        <p:cTn id="102" dur="1" fill="hold">
                                          <p:stCondLst>
                                            <p:cond delay="499"/>
                                          </p:stCondLst>
                                        </p:cTn>
                                        <p:tgtEl>
                                          <p:spTgt spid="279636"/>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279641"/>
                                        </p:tgtEl>
                                        <p:attrNameLst>
                                          <p:attrName>style.visibility</p:attrName>
                                        </p:attrNameLst>
                                      </p:cBhvr>
                                      <p:to>
                                        <p:strVal val="visible"/>
                                      </p:to>
                                    </p:set>
                                    <p:animEffect transition="in" filter="wipe(left)">
                                      <p:cBhvr>
                                        <p:cTn id="107" dur="500"/>
                                        <p:tgtEl>
                                          <p:spTgt spid="279641"/>
                                        </p:tgtEl>
                                      </p:cBhvr>
                                    </p:animEffect>
                                  </p:childTnLst>
                                </p:cTn>
                              </p:par>
                            </p:childTnLst>
                          </p:cTn>
                        </p:par>
                        <p:par>
                          <p:cTn id="108" fill="hold" nodeType="afterGroup">
                            <p:stCondLst>
                              <p:cond delay="500"/>
                            </p:stCondLst>
                            <p:childTnLst>
                              <p:par>
                                <p:cTn id="109" presetID="22" presetClass="entr" presetSubtype="8" fill="hold" nodeType="afterEffect">
                                  <p:stCondLst>
                                    <p:cond delay="0"/>
                                  </p:stCondLst>
                                  <p:childTnLst>
                                    <p:set>
                                      <p:cBhvr>
                                        <p:cTn id="110" dur="1" fill="hold">
                                          <p:stCondLst>
                                            <p:cond delay="0"/>
                                          </p:stCondLst>
                                        </p:cTn>
                                        <p:tgtEl>
                                          <p:spTgt spid="279642"/>
                                        </p:tgtEl>
                                        <p:attrNameLst>
                                          <p:attrName>style.visibility</p:attrName>
                                        </p:attrNameLst>
                                      </p:cBhvr>
                                      <p:to>
                                        <p:strVal val="visible"/>
                                      </p:to>
                                    </p:set>
                                    <p:animEffect transition="in" filter="wipe(left)">
                                      <p:cBhvr>
                                        <p:cTn id="111" dur="500"/>
                                        <p:tgtEl>
                                          <p:spTgt spid="279642"/>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279643"/>
                                        </p:tgtEl>
                                        <p:attrNameLst>
                                          <p:attrName>style.visibility</p:attrName>
                                        </p:attrNameLst>
                                      </p:cBhvr>
                                      <p:to>
                                        <p:strVal val="visible"/>
                                      </p:to>
                                    </p:set>
                                    <p:animEffect transition="in" filter="wipe(left)">
                                      <p:cBhvr>
                                        <p:cTn id="116" dur="500"/>
                                        <p:tgtEl>
                                          <p:spTgt spid="279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4" grpId="0" animBg="1"/>
      <p:bldP spid="279555" grpId="0" autoUpdateAnimBg="0"/>
      <p:bldP spid="279556" grpId="0" autoUpdateAnimBg="0"/>
      <p:bldP spid="279559" grpId="0" autoUpdateAnimBg="0"/>
      <p:bldP spid="279560" grpId="0" autoUpdateAnimBg="0"/>
      <p:bldP spid="279562" grpId="0" autoUpdateAnimBg="0"/>
      <p:bldP spid="279613" grpId="0" animBg="1"/>
      <p:bldP spid="279637" grpId="0" autoUpdateAnimBg="0"/>
      <p:bldP spid="279638" grpId="0" autoUpdateAnimBg="0"/>
      <p:bldP spid="279639" grpId="0" autoUpdateAnimBg="0"/>
      <p:bldP spid="279640" grpId="0" autoUpdateAnimBg="0"/>
      <p:bldP spid="279641" grpId="0" autoUpdateAnimBg="0"/>
      <p:bldP spid="27964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0723" name="Object 2">
            <a:extLst>
              <a:ext uri="{FF2B5EF4-FFF2-40B4-BE49-F238E27FC236}">
                <a16:creationId xmlns:a16="http://schemas.microsoft.com/office/drawing/2014/main" id="{0F6986EA-C7E8-702E-713F-ED9328EA76AB}"/>
              </a:ext>
            </a:extLst>
          </p:cNvPr>
          <p:cNvGraphicFramePr>
            <a:graphicFrameLocks/>
          </p:cNvGraphicFramePr>
          <p:nvPr/>
        </p:nvGraphicFramePr>
        <p:xfrm>
          <a:off x="2268538" y="363538"/>
          <a:ext cx="1562100" cy="900112"/>
        </p:xfrm>
        <a:graphic>
          <a:graphicData uri="http://schemas.openxmlformats.org/presentationml/2006/ole">
            <mc:AlternateContent xmlns:mc="http://schemas.openxmlformats.org/markup-compatibility/2006">
              <mc:Choice xmlns:v="urn:schemas-microsoft-com:vml" Requires="v">
                <p:oleObj name="Equation" r:id="rId2" imgW="1531713" imgH="868846" progId="Equation.3">
                  <p:embed/>
                </p:oleObj>
              </mc:Choice>
              <mc:Fallback>
                <p:oleObj name="Equation" r:id="rId2" imgW="1531713" imgH="868846" progId="Equation.3">
                  <p:embed/>
                  <p:pic>
                    <p:nvPicPr>
                      <p:cNvPr id="280723" name="Object 2">
                        <a:extLst>
                          <a:ext uri="{FF2B5EF4-FFF2-40B4-BE49-F238E27FC236}">
                            <a16:creationId xmlns:a16="http://schemas.microsoft.com/office/drawing/2014/main" id="{0F6986EA-C7E8-702E-713F-ED9328EA76A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363538"/>
                        <a:ext cx="1562100"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724" name="Object 3">
            <a:extLst>
              <a:ext uri="{FF2B5EF4-FFF2-40B4-BE49-F238E27FC236}">
                <a16:creationId xmlns:a16="http://schemas.microsoft.com/office/drawing/2014/main" id="{B5CD4590-2ACC-C6C2-647F-EFB3D1F0F60F}"/>
              </a:ext>
            </a:extLst>
          </p:cNvPr>
          <p:cNvGraphicFramePr>
            <a:graphicFrameLocks/>
          </p:cNvGraphicFramePr>
          <p:nvPr/>
        </p:nvGraphicFramePr>
        <p:xfrm>
          <a:off x="3962400" y="673100"/>
          <a:ext cx="471488" cy="315913"/>
        </p:xfrm>
        <a:graphic>
          <a:graphicData uri="http://schemas.openxmlformats.org/presentationml/2006/ole">
            <mc:AlternateContent xmlns:mc="http://schemas.openxmlformats.org/markup-compatibility/2006">
              <mc:Choice xmlns:v="urn:schemas-microsoft-com:vml" Requires="v">
                <p:oleObj name="公式" r:id="rId4" imgW="441898" imgH="289782" progId="Equation.3">
                  <p:embed/>
                </p:oleObj>
              </mc:Choice>
              <mc:Fallback>
                <p:oleObj name="公式" r:id="rId4" imgW="441898" imgH="289782" progId="Equation.3">
                  <p:embed/>
                  <p:pic>
                    <p:nvPicPr>
                      <p:cNvPr id="280724" name="Object 3">
                        <a:extLst>
                          <a:ext uri="{FF2B5EF4-FFF2-40B4-BE49-F238E27FC236}">
                            <a16:creationId xmlns:a16="http://schemas.microsoft.com/office/drawing/2014/main" id="{B5CD4590-2ACC-C6C2-647F-EFB3D1F0F60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673100"/>
                        <a:ext cx="471488"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0725" name="Text Box 149">
            <a:extLst>
              <a:ext uri="{FF2B5EF4-FFF2-40B4-BE49-F238E27FC236}">
                <a16:creationId xmlns:a16="http://schemas.microsoft.com/office/drawing/2014/main" id="{2C35773A-213E-5448-B8E6-8A97C096B53A}"/>
              </a:ext>
            </a:extLst>
          </p:cNvPr>
          <p:cNvSpPr txBox="1">
            <a:spLocks noChangeArrowheads="1"/>
          </p:cNvSpPr>
          <p:nvPr/>
        </p:nvSpPr>
        <p:spPr bwMode="auto">
          <a:xfrm>
            <a:off x="768350" y="2085975"/>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66FFFF"/>
                </a:solidFill>
              </a:rPr>
              <a:t>结论：</a:t>
            </a:r>
            <a:r>
              <a:rPr lang="zh-CN" altLang="en-US"/>
              <a:t>介质中磁场由传导和束缚电流共同产生。</a:t>
            </a:r>
          </a:p>
        </p:txBody>
      </p:sp>
      <p:graphicFrame>
        <p:nvGraphicFramePr>
          <p:cNvPr id="280783" name="Object 4">
            <a:extLst>
              <a:ext uri="{FF2B5EF4-FFF2-40B4-BE49-F238E27FC236}">
                <a16:creationId xmlns:a16="http://schemas.microsoft.com/office/drawing/2014/main" id="{06CB4F35-E6E2-6106-0EB5-E7210EB6C429}"/>
              </a:ext>
            </a:extLst>
          </p:cNvPr>
          <p:cNvGraphicFramePr>
            <a:graphicFrameLocks/>
          </p:cNvGraphicFramePr>
          <p:nvPr/>
        </p:nvGraphicFramePr>
        <p:xfrm>
          <a:off x="2487613" y="1549400"/>
          <a:ext cx="1436687" cy="355600"/>
        </p:xfrm>
        <a:graphic>
          <a:graphicData uri="http://schemas.openxmlformats.org/presentationml/2006/ole">
            <mc:AlternateContent xmlns:mc="http://schemas.openxmlformats.org/markup-compatibility/2006">
              <mc:Choice xmlns:v="urn:schemas-microsoft-com:vml" Requires="v">
                <p:oleObj name="Equation" r:id="rId6" imgW="1402329" imgH="327688" progId="Equation.3">
                  <p:embed/>
                </p:oleObj>
              </mc:Choice>
              <mc:Fallback>
                <p:oleObj name="Equation" r:id="rId6" imgW="1402329" imgH="327688" progId="Equation.3">
                  <p:embed/>
                  <p:pic>
                    <p:nvPicPr>
                      <p:cNvPr id="280783" name="Object 4">
                        <a:extLst>
                          <a:ext uri="{FF2B5EF4-FFF2-40B4-BE49-F238E27FC236}">
                            <a16:creationId xmlns:a16="http://schemas.microsoft.com/office/drawing/2014/main" id="{06CB4F35-E6E2-6106-0EB5-E7210EB6C429}"/>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7613" y="1549400"/>
                        <a:ext cx="1436687"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99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0784" name="Rectangle 208">
            <a:extLst>
              <a:ext uri="{FF2B5EF4-FFF2-40B4-BE49-F238E27FC236}">
                <a16:creationId xmlns:a16="http://schemas.microsoft.com/office/drawing/2014/main" id="{81064C67-D500-6133-49F3-954B7F235F4A}"/>
              </a:ext>
            </a:extLst>
          </p:cNvPr>
          <p:cNvSpPr>
            <a:spLocks noChangeArrowheads="1"/>
          </p:cNvSpPr>
          <p:nvPr/>
        </p:nvSpPr>
        <p:spPr bwMode="auto">
          <a:xfrm>
            <a:off x="4787900" y="606425"/>
            <a:ext cx="264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en-US" altLang="zh-CN"/>
              <a:t>——</a:t>
            </a:r>
            <a:r>
              <a:rPr lang="zh-CN" altLang="en-US"/>
              <a:t>束缚电流密度</a:t>
            </a:r>
          </a:p>
        </p:txBody>
      </p:sp>
      <p:sp>
        <p:nvSpPr>
          <p:cNvPr id="280788" name="Text Box 212">
            <a:extLst>
              <a:ext uri="{FF2B5EF4-FFF2-40B4-BE49-F238E27FC236}">
                <a16:creationId xmlns:a16="http://schemas.microsoft.com/office/drawing/2014/main" id="{86D56D21-1104-2567-0D87-4D51C02D92E6}"/>
              </a:ext>
            </a:extLst>
          </p:cNvPr>
          <p:cNvSpPr txBox="1">
            <a:spLocks noChangeArrowheads="1"/>
          </p:cNvSpPr>
          <p:nvPr/>
        </p:nvSpPr>
        <p:spPr bwMode="auto">
          <a:xfrm>
            <a:off x="884238" y="623888"/>
            <a:ext cx="1209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Arial" panose="020B0604020202020204" pitchFamily="34" charset="0"/>
              </a:rPr>
              <a:t>可证明</a:t>
            </a:r>
            <a:r>
              <a:rPr lang="en-US" altLang="zh-CN">
                <a:latin typeface="Arial" panose="020B0604020202020204" pitchFamily="34" charset="0"/>
              </a:rPr>
              <a:t>:</a:t>
            </a:r>
          </a:p>
        </p:txBody>
      </p:sp>
      <p:sp>
        <p:nvSpPr>
          <p:cNvPr id="280789" name="Rectangle 213">
            <a:extLst>
              <a:ext uri="{FF2B5EF4-FFF2-40B4-BE49-F238E27FC236}">
                <a16:creationId xmlns:a16="http://schemas.microsoft.com/office/drawing/2014/main" id="{50AC515C-3968-2E85-0448-720F3856432F}"/>
              </a:ext>
            </a:extLst>
          </p:cNvPr>
          <p:cNvSpPr>
            <a:spLocks noChangeArrowheads="1"/>
          </p:cNvSpPr>
          <p:nvPr/>
        </p:nvSpPr>
        <p:spPr bwMode="auto">
          <a:xfrm>
            <a:off x="5753100" y="3567113"/>
            <a:ext cx="1676400" cy="762000"/>
          </a:xfrm>
          <a:prstGeom prst="rect">
            <a:avLst/>
          </a:prstGeom>
          <a:noFill/>
          <a:ln w="381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pSp>
        <p:nvGrpSpPr>
          <p:cNvPr id="2" name="Group 214">
            <a:extLst>
              <a:ext uri="{FF2B5EF4-FFF2-40B4-BE49-F238E27FC236}">
                <a16:creationId xmlns:a16="http://schemas.microsoft.com/office/drawing/2014/main" id="{999C2A65-85C3-FABD-BD27-E2A481BC5179}"/>
              </a:ext>
            </a:extLst>
          </p:cNvPr>
          <p:cNvGrpSpPr>
            <a:grpSpLocks/>
          </p:cNvGrpSpPr>
          <p:nvPr/>
        </p:nvGrpSpPr>
        <p:grpSpPr bwMode="auto">
          <a:xfrm>
            <a:off x="5143500" y="3795713"/>
            <a:ext cx="3543300" cy="1295400"/>
            <a:chOff x="3216" y="3216"/>
            <a:chExt cx="2280" cy="816"/>
          </a:xfrm>
        </p:grpSpPr>
        <p:sp>
          <p:nvSpPr>
            <p:cNvPr id="12310" name="AutoShape 215">
              <a:extLst>
                <a:ext uri="{FF2B5EF4-FFF2-40B4-BE49-F238E27FC236}">
                  <a16:creationId xmlns:a16="http://schemas.microsoft.com/office/drawing/2014/main" id="{F66A28B7-3306-1994-1034-32754AF234FA}"/>
                </a:ext>
              </a:extLst>
            </p:cNvPr>
            <p:cNvSpPr>
              <a:spLocks noChangeArrowheads="1"/>
            </p:cNvSpPr>
            <p:nvPr/>
          </p:nvSpPr>
          <p:spPr bwMode="auto">
            <a:xfrm rot="5400000">
              <a:off x="3948" y="2484"/>
              <a:ext cx="816" cy="2280"/>
            </a:xfrm>
            <a:prstGeom prst="can">
              <a:avLst>
                <a:gd name="adj" fmla="val 69853"/>
              </a:avLst>
            </a:prstGeom>
            <a:solidFill>
              <a:srgbClr val="3366FF">
                <a:alpha val="45882"/>
              </a:srgbClr>
            </a:soli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2311" name="Text Box 216">
              <a:extLst>
                <a:ext uri="{FF2B5EF4-FFF2-40B4-BE49-F238E27FC236}">
                  <a16:creationId xmlns:a16="http://schemas.microsoft.com/office/drawing/2014/main" id="{AC93EA1B-94C2-677C-BA20-443E9FC8B59F}"/>
                </a:ext>
              </a:extLst>
            </p:cNvPr>
            <p:cNvSpPr txBox="1">
              <a:spLocks noChangeArrowheads="1"/>
            </p:cNvSpPr>
            <p:nvPr/>
          </p:nvSpPr>
          <p:spPr bwMode="auto">
            <a:xfrm>
              <a:off x="5040" y="3264"/>
              <a:ext cx="384"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顺</a:t>
              </a:r>
            </a:p>
            <a:p>
              <a:r>
                <a:rPr lang="zh-CN" altLang="en-US"/>
                <a:t>磁</a:t>
              </a:r>
            </a:p>
            <a:p>
              <a:r>
                <a:rPr lang="zh-CN" altLang="en-US"/>
                <a:t>质</a:t>
              </a:r>
            </a:p>
          </p:txBody>
        </p:sp>
        <p:grpSp>
          <p:nvGrpSpPr>
            <p:cNvPr id="12312" name="Group 217">
              <a:extLst>
                <a:ext uri="{FF2B5EF4-FFF2-40B4-BE49-F238E27FC236}">
                  <a16:creationId xmlns:a16="http://schemas.microsoft.com/office/drawing/2014/main" id="{F6DBDA49-71C3-CA33-42D6-6065FB913987}"/>
                </a:ext>
              </a:extLst>
            </p:cNvPr>
            <p:cNvGrpSpPr>
              <a:grpSpLocks/>
            </p:cNvGrpSpPr>
            <p:nvPr/>
          </p:nvGrpSpPr>
          <p:grpSpPr bwMode="auto">
            <a:xfrm>
              <a:off x="3312" y="3216"/>
              <a:ext cx="1680" cy="816"/>
              <a:chOff x="3120" y="2016"/>
              <a:chExt cx="1680" cy="1008"/>
            </a:xfrm>
          </p:grpSpPr>
          <p:grpSp>
            <p:nvGrpSpPr>
              <p:cNvPr id="12314" name="Group 218">
                <a:extLst>
                  <a:ext uri="{FF2B5EF4-FFF2-40B4-BE49-F238E27FC236}">
                    <a16:creationId xmlns:a16="http://schemas.microsoft.com/office/drawing/2014/main" id="{A30CD0D3-8D95-BB48-B7BC-A81A561D3B37}"/>
                  </a:ext>
                </a:extLst>
              </p:cNvPr>
              <p:cNvGrpSpPr>
                <a:grpSpLocks/>
              </p:cNvGrpSpPr>
              <p:nvPr/>
            </p:nvGrpSpPr>
            <p:grpSpPr bwMode="auto">
              <a:xfrm>
                <a:off x="3696" y="2016"/>
                <a:ext cx="240" cy="1008"/>
                <a:chOff x="4080" y="2064"/>
                <a:chExt cx="240" cy="1008"/>
              </a:xfrm>
            </p:grpSpPr>
            <p:sp>
              <p:nvSpPr>
                <p:cNvPr id="12356" name="Arc 219">
                  <a:extLst>
                    <a:ext uri="{FF2B5EF4-FFF2-40B4-BE49-F238E27FC236}">
                      <a16:creationId xmlns:a16="http://schemas.microsoft.com/office/drawing/2014/main" id="{2C16FAE6-E768-7A52-08E0-1B86826A5335}"/>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57" name="Arc 220">
                  <a:extLst>
                    <a:ext uri="{FF2B5EF4-FFF2-40B4-BE49-F238E27FC236}">
                      <a16:creationId xmlns:a16="http://schemas.microsoft.com/office/drawing/2014/main" id="{2C695133-F2B6-994A-CF7E-40DF55241C1B}"/>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15" name="Group 221">
                <a:extLst>
                  <a:ext uri="{FF2B5EF4-FFF2-40B4-BE49-F238E27FC236}">
                    <a16:creationId xmlns:a16="http://schemas.microsoft.com/office/drawing/2014/main" id="{1C3E877F-494B-D3CD-FB1A-AA713BAA2ECE}"/>
                  </a:ext>
                </a:extLst>
              </p:cNvPr>
              <p:cNvGrpSpPr>
                <a:grpSpLocks/>
              </p:cNvGrpSpPr>
              <p:nvPr/>
            </p:nvGrpSpPr>
            <p:grpSpPr bwMode="auto">
              <a:xfrm>
                <a:off x="3552" y="2016"/>
                <a:ext cx="240" cy="1008"/>
                <a:chOff x="4080" y="2064"/>
                <a:chExt cx="240" cy="1008"/>
              </a:xfrm>
            </p:grpSpPr>
            <p:sp>
              <p:nvSpPr>
                <p:cNvPr id="12354" name="Arc 222">
                  <a:extLst>
                    <a:ext uri="{FF2B5EF4-FFF2-40B4-BE49-F238E27FC236}">
                      <a16:creationId xmlns:a16="http://schemas.microsoft.com/office/drawing/2014/main" id="{B4BDE8C4-6C88-E40B-C319-9147DBF6A687}"/>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55" name="Arc 223">
                  <a:extLst>
                    <a:ext uri="{FF2B5EF4-FFF2-40B4-BE49-F238E27FC236}">
                      <a16:creationId xmlns:a16="http://schemas.microsoft.com/office/drawing/2014/main" id="{BF9F5873-AB2D-4F8F-3459-5A3BEA732AB2}"/>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16" name="Group 224">
                <a:extLst>
                  <a:ext uri="{FF2B5EF4-FFF2-40B4-BE49-F238E27FC236}">
                    <a16:creationId xmlns:a16="http://schemas.microsoft.com/office/drawing/2014/main" id="{E064A8C5-0A6F-1D20-5D7E-1E07ABDB4807}"/>
                  </a:ext>
                </a:extLst>
              </p:cNvPr>
              <p:cNvGrpSpPr>
                <a:grpSpLocks/>
              </p:cNvGrpSpPr>
              <p:nvPr/>
            </p:nvGrpSpPr>
            <p:grpSpPr bwMode="auto">
              <a:xfrm>
                <a:off x="3840" y="2016"/>
                <a:ext cx="240" cy="1008"/>
                <a:chOff x="4080" y="2064"/>
                <a:chExt cx="240" cy="1008"/>
              </a:xfrm>
            </p:grpSpPr>
            <p:sp>
              <p:nvSpPr>
                <p:cNvPr id="12352" name="Arc 225">
                  <a:extLst>
                    <a:ext uri="{FF2B5EF4-FFF2-40B4-BE49-F238E27FC236}">
                      <a16:creationId xmlns:a16="http://schemas.microsoft.com/office/drawing/2014/main" id="{8398DCB0-6690-3CFC-F5C0-28864816C458}"/>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53" name="Arc 226">
                  <a:extLst>
                    <a:ext uri="{FF2B5EF4-FFF2-40B4-BE49-F238E27FC236}">
                      <a16:creationId xmlns:a16="http://schemas.microsoft.com/office/drawing/2014/main" id="{830095CF-5E36-8433-4BD7-C95B59BFABA3}"/>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17" name="Group 227">
                <a:extLst>
                  <a:ext uri="{FF2B5EF4-FFF2-40B4-BE49-F238E27FC236}">
                    <a16:creationId xmlns:a16="http://schemas.microsoft.com/office/drawing/2014/main" id="{87FD86B8-7DA1-9A18-49F1-AC4906285BA8}"/>
                  </a:ext>
                </a:extLst>
              </p:cNvPr>
              <p:cNvGrpSpPr>
                <a:grpSpLocks/>
              </p:cNvGrpSpPr>
              <p:nvPr/>
            </p:nvGrpSpPr>
            <p:grpSpPr bwMode="auto">
              <a:xfrm>
                <a:off x="3408" y="2016"/>
                <a:ext cx="240" cy="1008"/>
                <a:chOff x="4080" y="2064"/>
                <a:chExt cx="240" cy="1008"/>
              </a:xfrm>
            </p:grpSpPr>
            <p:sp>
              <p:nvSpPr>
                <p:cNvPr id="12350" name="Arc 228">
                  <a:extLst>
                    <a:ext uri="{FF2B5EF4-FFF2-40B4-BE49-F238E27FC236}">
                      <a16:creationId xmlns:a16="http://schemas.microsoft.com/office/drawing/2014/main" id="{31148CB7-320C-1B25-77A0-876CC71C105B}"/>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51" name="Arc 229">
                  <a:extLst>
                    <a:ext uri="{FF2B5EF4-FFF2-40B4-BE49-F238E27FC236}">
                      <a16:creationId xmlns:a16="http://schemas.microsoft.com/office/drawing/2014/main" id="{3180C259-585F-7EA8-1CE5-A14C85ED3F70}"/>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18" name="Group 230">
                <a:extLst>
                  <a:ext uri="{FF2B5EF4-FFF2-40B4-BE49-F238E27FC236}">
                    <a16:creationId xmlns:a16="http://schemas.microsoft.com/office/drawing/2014/main" id="{23F6CB78-1016-002E-17AD-0F9B3A3E6783}"/>
                  </a:ext>
                </a:extLst>
              </p:cNvPr>
              <p:cNvGrpSpPr>
                <a:grpSpLocks/>
              </p:cNvGrpSpPr>
              <p:nvPr/>
            </p:nvGrpSpPr>
            <p:grpSpPr bwMode="auto">
              <a:xfrm>
                <a:off x="3264" y="2016"/>
                <a:ext cx="240" cy="1008"/>
                <a:chOff x="4080" y="2064"/>
                <a:chExt cx="240" cy="1008"/>
              </a:xfrm>
            </p:grpSpPr>
            <p:sp>
              <p:nvSpPr>
                <p:cNvPr id="12348" name="Arc 231">
                  <a:extLst>
                    <a:ext uri="{FF2B5EF4-FFF2-40B4-BE49-F238E27FC236}">
                      <a16:creationId xmlns:a16="http://schemas.microsoft.com/office/drawing/2014/main" id="{E769FB7F-9FF6-66D0-D007-586AECFE6253}"/>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9" name="Arc 232">
                  <a:extLst>
                    <a:ext uri="{FF2B5EF4-FFF2-40B4-BE49-F238E27FC236}">
                      <a16:creationId xmlns:a16="http://schemas.microsoft.com/office/drawing/2014/main" id="{25D79A24-9AE2-D0BF-432A-333520E02DC4}"/>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19" name="Group 233">
                <a:extLst>
                  <a:ext uri="{FF2B5EF4-FFF2-40B4-BE49-F238E27FC236}">
                    <a16:creationId xmlns:a16="http://schemas.microsoft.com/office/drawing/2014/main" id="{3EB0A70C-2966-00DE-4213-843AF431883B}"/>
                  </a:ext>
                </a:extLst>
              </p:cNvPr>
              <p:cNvGrpSpPr>
                <a:grpSpLocks/>
              </p:cNvGrpSpPr>
              <p:nvPr/>
            </p:nvGrpSpPr>
            <p:grpSpPr bwMode="auto">
              <a:xfrm>
                <a:off x="3120" y="2016"/>
                <a:ext cx="240" cy="1008"/>
                <a:chOff x="4080" y="2064"/>
                <a:chExt cx="240" cy="1008"/>
              </a:xfrm>
            </p:grpSpPr>
            <p:sp>
              <p:nvSpPr>
                <p:cNvPr id="12346" name="Arc 234">
                  <a:extLst>
                    <a:ext uri="{FF2B5EF4-FFF2-40B4-BE49-F238E27FC236}">
                      <a16:creationId xmlns:a16="http://schemas.microsoft.com/office/drawing/2014/main" id="{05F975CA-8D44-E284-9823-95E1F7C56D9D}"/>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7" name="Arc 235">
                  <a:extLst>
                    <a:ext uri="{FF2B5EF4-FFF2-40B4-BE49-F238E27FC236}">
                      <a16:creationId xmlns:a16="http://schemas.microsoft.com/office/drawing/2014/main" id="{7B9D3F48-F820-A5DD-44D9-87EF0E85C9CE}"/>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20" name="Group 236">
                <a:extLst>
                  <a:ext uri="{FF2B5EF4-FFF2-40B4-BE49-F238E27FC236}">
                    <a16:creationId xmlns:a16="http://schemas.microsoft.com/office/drawing/2014/main" id="{D93ACE0C-44CE-4623-654D-8CD1DD9B9F52}"/>
                  </a:ext>
                </a:extLst>
              </p:cNvPr>
              <p:cNvGrpSpPr>
                <a:grpSpLocks/>
              </p:cNvGrpSpPr>
              <p:nvPr/>
            </p:nvGrpSpPr>
            <p:grpSpPr bwMode="auto">
              <a:xfrm>
                <a:off x="3984" y="2016"/>
                <a:ext cx="240" cy="1008"/>
                <a:chOff x="4080" y="2064"/>
                <a:chExt cx="240" cy="1008"/>
              </a:xfrm>
            </p:grpSpPr>
            <p:sp>
              <p:nvSpPr>
                <p:cNvPr id="12344" name="Arc 237">
                  <a:extLst>
                    <a:ext uri="{FF2B5EF4-FFF2-40B4-BE49-F238E27FC236}">
                      <a16:creationId xmlns:a16="http://schemas.microsoft.com/office/drawing/2014/main" id="{A4100C33-C01A-BBEC-6181-CA023AF21917}"/>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5" name="Arc 238">
                  <a:extLst>
                    <a:ext uri="{FF2B5EF4-FFF2-40B4-BE49-F238E27FC236}">
                      <a16:creationId xmlns:a16="http://schemas.microsoft.com/office/drawing/2014/main" id="{84D85045-F73C-2638-8CB2-967C9282E5F3}"/>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21" name="Group 239">
                <a:extLst>
                  <a:ext uri="{FF2B5EF4-FFF2-40B4-BE49-F238E27FC236}">
                    <a16:creationId xmlns:a16="http://schemas.microsoft.com/office/drawing/2014/main" id="{304F10F0-4B1D-D898-5A52-CE1F5AE38DA8}"/>
                  </a:ext>
                </a:extLst>
              </p:cNvPr>
              <p:cNvGrpSpPr>
                <a:grpSpLocks/>
              </p:cNvGrpSpPr>
              <p:nvPr/>
            </p:nvGrpSpPr>
            <p:grpSpPr bwMode="auto">
              <a:xfrm>
                <a:off x="4128" y="2016"/>
                <a:ext cx="240" cy="1008"/>
                <a:chOff x="4080" y="2064"/>
                <a:chExt cx="240" cy="1008"/>
              </a:xfrm>
            </p:grpSpPr>
            <p:sp>
              <p:nvSpPr>
                <p:cNvPr id="12342" name="Arc 240">
                  <a:extLst>
                    <a:ext uri="{FF2B5EF4-FFF2-40B4-BE49-F238E27FC236}">
                      <a16:creationId xmlns:a16="http://schemas.microsoft.com/office/drawing/2014/main" id="{FF758B09-CF33-648D-0E5E-050A6F4E7A83}"/>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3" name="Arc 241">
                  <a:extLst>
                    <a:ext uri="{FF2B5EF4-FFF2-40B4-BE49-F238E27FC236}">
                      <a16:creationId xmlns:a16="http://schemas.microsoft.com/office/drawing/2014/main" id="{31F186DE-E528-FDA6-C2AB-A3D153F5FE7E}"/>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22" name="Group 242">
                <a:extLst>
                  <a:ext uri="{FF2B5EF4-FFF2-40B4-BE49-F238E27FC236}">
                    <a16:creationId xmlns:a16="http://schemas.microsoft.com/office/drawing/2014/main" id="{8E3CF4AE-B2E7-8877-64D0-58F802FBFBFA}"/>
                  </a:ext>
                </a:extLst>
              </p:cNvPr>
              <p:cNvGrpSpPr>
                <a:grpSpLocks/>
              </p:cNvGrpSpPr>
              <p:nvPr/>
            </p:nvGrpSpPr>
            <p:grpSpPr bwMode="auto">
              <a:xfrm>
                <a:off x="4272" y="2016"/>
                <a:ext cx="240" cy="1008"/>
                <a:chOff x="4080" y="2064"/>
                <a:chExt cx="240" cy="1008"/>
              </a:xfrm>
            </p:grpSpPr>
            <p:sp>
              <p:nvSpPr>
                <p:cNvPr id="12340" name="Arc 243">
                  <a:extLst>
                    <a:ext uri="{FF2B5EF4-FFF2-40B4-BE49-F238E27FC236}">
                      <a16:creationId xmlns:a16="http://schemas.microsoft.com/office/drawing/2014/main" id="{DC6495DC-118C-4551-DAA3-772974D3C22B}"/>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1" name="Arc 244">
                  <a:extLst>
                    <a:ext uri="{FF2B5EF4-FFF2-40B4-BE49-F238E27FC236}">
                      <a16:creationId xmlns:a16="http://schemas.microsoft.com/office/drawing/2014/main" id="{2D6D5664-CB1B-E850-2A1A-B90E39054796}"/>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23" name="Group 245">
                <a:extLst>
                  <a:ext uri="{FF2B5EF4-FFF2-40B4-BE49-F238E27FC236}">
                    <a16:creationId xmlns:a16="http://schemas.microsoft.com/office/drawing/2014/main" id="{430D45C9-981B-3D17-C258-BAEF56D6D85E}"/>
                  </a:ext>
                </a:extLst>
              </p:cNvPr>
              <p:cNvGrpSpPr>
                <a:grpSpLocks/>
              </p:cNvGrpSpPr>
              <p:nvPr/>
            </p:nvGrpSpPr>
            <p:grpSpPr bwMode="auto">
              <a:xfrm>
                <a:off x="4416" y="2016"/>
                <a:ext cx="240" cy="1008"/>
                <a:chOff x="4080" y="2064"/>
                <a:chExt cx="240" cy="1008"/>
              </a:xfrm>
            </p:grpSpPr>
            <p:sp>
              <p:nvSpPr>
                <p:cNvPr id="12338" name="Arc 246">
                  <a:extLst>
                    <a:ext uri="{FF2B5EF4-FFF2-40B4-BE49-F238E27FC236}">
                      <a16:creationId xmlns:a16="http://schemas.microsoft.com/office/drawing/2014/main" id="{C76BCD20-B2F3-CF8E-8642-C88F53C72643}"/>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39" name="Arc 247">
                  <a:extLst>
                    <a:ext uri="{FF2B5EF4-FFF2-40B4-BE49-F238E27FC236}">
                      <a16:creationId xmlns:a16="http://schemas.microsoft.com/office/drawing/2014/main" id="{F87A017B-C03C-682B-68F4-2BFB4F35ACAF}"/>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324" name="Group 248">
                <a:extLst>
                  <a:ext uri="{FF2B5EF4-FFF2-40B4-BE49-F238E27FC236}">
                    <a16:creationId xmlns:a16="http://schemas.microsoft.com/office/drawing/2014/main" id="{F1AB8CE8-E1BA-FBD9-F0CE-DB8836BEB3CB}"/>
                  </a:ext>
                </a:extLst>
              </p:cNvPr>
              <p:cNvGrpSpPr>
                <a:grpSpLocks/>
              </p:cNvGrpSpPr>
              <p:nvPr/>
            </p:nvGrpSpPr>
            <p:grpSpPr bwMode="auto">
              <a:xfrm>
                <a:off x="4560" y="2016"/>
                <a:ext cx="240" cy="1008"/>
                <a:chOff x="4080" y="2064"/>
                <a:chExt cx="240" cy="1008"/>
              </a:xfrm>
            </p:grpSpPr>
            <p:sp>
              <p:nvSpPr>
                <p:cNvPr id="12336" name="Arc 249">
                  <a:extLst>
                    <a:ext uri="{FF2B5EF4-FFF2-40B4-BE49-F238E27FC236}">
                      <a16:creationId xmlns:a16="http://schemas.microsoft.com/office/drawing/2014/main" id="{E48CEB82-2DE4-61CA-9CD9-9C97321165C0}"/>
                    </a:ext>
                  </a:extLst>
                </p:cNvPr>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37" name="Arc 250">
                  <a:extLst>
                    <a:ext uri="{FF2B5EF4-FFF2-40B4-BE49-F238E27FC236}">
                      <a16:creationId xmlns:a16="http://schemas.microsoft.com/office/drawing/2014/main" id="{6185AAF8-0746-C269-2306-672954EA683A}"/>
                    </a:ext>
                  </a:extLst>
                </p:cNvPr>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2325" name="Line 251">
                <a:extLst>
                  <a:ext uri="{FF2B5EF4-FFF2-40B4-BE49-F238E27FC236}">
                    <a16:creationId xmlns:a16="http://schemas.microsoft.com/office/drawing/2014/main" id="{4E8444EC-562E-5A95-B072-AE7CB1281838}"/>
                  </a:ext>
                </a:extLst>
              </p:cNvPr>
              <p:cNvSpPr>
                <a:spLocks noChangeShapeType="1"/>
              </p:cNvSpPr>
              <p:nvPr/>
            </p:nvSpPr>
            <p:spPr bwMode="auto">
              <a:xfrm flipV="1">
                <a:off x="3120"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6" name="Line 252">
                <a:extLst>
                  <a:ext uri="{FF2B5EF4-FFF2-40B4-BE49-F238E27FC236}">
                    <a16:creationId xmlns:a16="http://schemas.microsoft.com/office/drawing/2014/main" id="{59715A38-B1DC-45F8-2B3A-16EA016F2E57}"/>
                  </a:ext>
                </a:extLst>
              </p:cNvPr>
              <p:cNvSpPr>
                <a:spLocks noChangeShapeType="1"/>
              </p:cNvSpPr>
              <p:nvPr/>
            </p:nvSpPr>
            <p:spPr bwMode="auto">
              <a:xfrm flipV="1">
                <a:off x="3264"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7" name="Line 253">
                <a:extLst>
                  <a:ext uri="{FF2B5EF4-FFF2-40B4-BE49-F238E27FC236}">
                    <a16:creationId xmlns:a16="http://schemas.microsoft.com/office/drawing/2014/main" id="{E8C7FD45-1BDB-8D46-AC0C-24BE250B8D2F}"/>
                  </a:ext>
                </a:extLst>
              </p:cNvPr>
              <p:cNvSpPr>
                <a:spLocks noChangeShapeType="1"/>
              </p:cNvSpPr>
              <p:nvPr/>
            </p:nvSpPr>
            <p:spPr bwMode="auto">
              <a:xfrm flipV="1">
                <a:off x="4128"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8" name="Line 254">
                <a:extLst>
                  <a:ext uri="{FF2B5EF4-FFF2-40B4-BE49-F238E27FC236}">
                    <a16:creationId xmlns:a16="http://schemas.microsoft.com/office/drawing/2014/main" id="{69537FF5-6378-13D8-4793-8FFAB0605E1C}"/>
                  </a:ext>
                </a:extLst>
              </p:cNvPr>
              <p:cNvSpPr>
                <a:spLocks noChangeShapeType="1"/>
              </p:cNvSpPr>
              <p:nvPr/>
            </p:nvSpPr>
            <p:spPr bwMode="auto">
              <a:xfrm flipV="1">
                <a:off x="3408"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9" name="Line 255">
                <a:extLst>
                  <a:ext uri="{FF2B5EF4-FFF2-40B4-BE49-F238E27FC236}">
                    <a16:creationId xmlns:a16="http://schemas.microsoft.com/office/drawing/2014/main" id="{1A5DCE40-6CDD-7A54-07D8-B47C51AF339D}"/>
                  </a:ext>
                </a:extLst>
              </p:cNvPr>
              <p:cNvSpPr>
                <a:spLocks noChangeShapeType="1"/>
              </p:cNvSpPr>
              <p:nvPr/>
            </p:nvSpPr>
            <p:spPr bwMode="auto">
              <a:xfrm flipV="1">
                <a:off x="3552"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0" name="Line 256">
                <a:extLst>
                  <a:ext uri="{FF2B5EF4-FFF2-40B4-BE49-F238E27FC236}">
                    <a16:creationId xmlns:a16="http://schemas.microsoft.com/office/drawing/2014/main" id="{8EB98E20-1E13-4541-BC21-021A5E5F7017}"/>
                  </a:ext>
                </a:extLst>
              </p:cNvPr>
              <p:cNvSpPr>
                <a:spLocks noChangeShapeType="1"/>
              </p:cNvSpPr>
              <p:nvPr/>
            </p:nvSpPr>
            <p:spPr bwMode="auto">
              <a:xfrm flipV="1">
                <a:off x="3696"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1" name="Line 257">
                <a:extLst>
                  <a:ext uri="{FF2B5EF4-FFF2-40B4-BE49-F238E27FC236}">
                    <a16:creationId xmlns:a16="http://schemas.microsoft.com/office/drawing/2014/main" id="{77178320-0B94-64D2-F472-F390DBF0C43C}"/>
                  </a:ext>
                </a:extLst>
              </p:cNvPr>
              <p:cNvSpPr>
                <a:spLocks noChangeShapeType="1"/>
              </p:cNvSpPr>
              <p:nvPr/>
            </p:nvSpPr>
            <p:spPr bwMode="auto">
              <a:xfrm flipV="1">
                <a:off x="3840"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2" name="Line 258">
                <a:extLst>
                  <a:ext uri="{FF2B5EF4-FFF2-40B4-BE49-F238E27FC236}">
                    <a16:creationId xmlns:a16="http://schemas.microsoft.com/office/drawing/2014/main" id="{CDBAA814-53BC-181B-0E1B-908BB2F05CA0}"/>
                  </a:ext>
                </a:extLst>
              </p:cNvPr>
              <p:cNvSpPr>
                <a:spLocks noChangeShapeType="1"/>
              </p:cNvSpPr>
              <p:nvPr/>
            </p:nvSpPr>
            <p:spPr bwMode="auto">
              <a:xfrm flipV="1">
                <a:off x="3984"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3" name="Line 259">
                <a:extLst>
                  <a:ext uri="{FF2B5EF4-FFF2-40B4-BE49-F238E27FC236}">
                    <a16:creationId xmlns:a16="http://schemas.microsoft.com/office/drawing/2014/main" id="{3FBCC16A-0B5E-31D5-CF9D-9A52C8D49521}"/>
                  </a:ext>
                </a:extLst>
              </p:cNvPr>
              <p:cNvSpPr>
                <a:spLocks noChangeShapeType="1"/>
              </p:cNvSpPr>
              <p:nvPr/>
            </p:nvSpPr>
            <p:spPr bwMode="auto">
              <a:xfrm flipV="1">
                <a:off x="4272"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4" name="Line 260">
                <a:extLst>
                  <a:ext uri="{FF2B5EF4-FFF2-40B4-BE49-F238E27FC236}">
                    <a16:creationId xmlns:a16="http://schemas.microsoft.com/office/drawing/2014/main" id="{F1D66801-9710-8330-5467-7CB30292D7D0}"/>
                  </a:ext>
                </a:extLst>
              </p:cNvPr>
              <p:cNvSpPr>
                <a:spLocks noChangeShapeType="1"/>
              </p:cNvSpPr>
              <p:nvPr/>
            </p:nvSpPr>
            <p:spPr bwMode="auto">
              <a:xfrm flipV="1">
                <a:off x="4416"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5" name="Line 261">
                <a:extLst>
                  <a:ext uri="{FF2B5EF4-FFF2-40B4-BE49-F238E27FC236}">
                    <a16:creationId xmlns:a16="http://schemas.microsoft.com/office/drawing/2014/main" id="{53F45779-B83F-C46C-3B38-6E0821EFB187}"/>
                  </a:ext>
                </a:extLst>
              </p:cNvPr>
              <p:cNvSpPr>
                <a:spLocks noChangeShapeType="1"/>
              </p:cNvSpPr>
              <p:nvPr/>
            </p:nvSpPr>
            <p:spPr bwMode="auto">
              <a:xfrm flipV="1">
                <a:off x="4560" y="2400"/>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2313" name="Object 15">
              <a:extLst>
                <a:ext uri="{FF2B5EF4-FFF2-40B4-BE49-F238E27FC236}">
                  <a16:creationId xmlns:a16="http://schemas.microsoft.com/office/drawing/2014/main" id="{76BCE4AF-398E-7D62-4A67-A18F71BF71F4}"/>
                </a:ext>
              </a:extLst>
            </p:cNvPr>
            <p:cNvGraphicFramePr>
              <a:graphicFrameLocks noChangeAspect="1"/>
            </p:cNvGraphicFramePr>
            <p:nvPr/>
          </p:nvGraphicFramePr>
          <p:xfrm>
            <a:off x="3744" y="3604"/>
            <a:ext cx="312" cy="333"/>
          </p:xfrm>
          <a:graphic>
            <a:graphicData uri="http://schemas.openxmlformats.org/presentationml/2006/ole">
              <mc:AlternateContent xmlns:mc="http://schemas.openxmlformats.org/markup-compatibility/2006">
                <mc:Choice xmlns:v="urn:schemas-microsoft-com:vml" Requires="v">
                  <p:oleObj name="Equation" r:id="rId8" imgW="137347" imgH="198009" progId="Equation.3">
                    <p:embed/>
                  </p:oleObj>
                </mc:Choice>
                <mc:Fallback>
                  <p:oleObj name="Equation" r:id="rId8" imgW="137347" imgH="198009" progId="Equation.3">
                    <p:embed/>
                    <p:pic>
                      <p:nvPicPr>
                        <p:cNvPr id="12313" name="Object 15">
                          <a:extLst>
                            <a:ext uri="{FF2B5EF4-FFF2-40B4-BE49-F238E27FC236}">
                              <a16:creationId xmlns:a16="http://schemas.microsoft.com/office/drawing/2014/main" id="{76BCE4AF-398E-7D62-4A67-A18F71BF71F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44" y="3604"/>
                          <a:ext cx="312"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80839" name="Object 5">
            <a:extLst>
              <a:ext uri="{FF2B5EF4-FFF2-40B4-BE49-F238E27FC236}">
                <a16:creationId xmlns:a16="http://schemas.microsoft.com/office/drawing/2014/main" id="{A64F9300-7936-F933-38BB-81DF198F5CA5}"/>
              </a:ext>
            </a:extLst>
          </p:cNvPr>
          <p:cNvGraphicFramePr>
            <a:graphicFrameLocks/>
          </p:cNvGraphicFramePr>
          <p:nvPr/>
        </p:nvGraphicFramePr>
        <p:xfrm>
          <a:off x="7924800" y="3338513"/>
          <a:ext cx="315913" cy="431800"/>
        </p:xfrm>
        <a:graphic>
          <a:graphicData uri="http://schemas.openxmlformats.org/presentationml/2006/ole">
            <mc:AlternateContent xmlns:mc="http://schemas.openxmlformats.org/markup-compatibility/2006">
              <mc:Choice xmlns:v="urn:schemas-microsoft-com:vml" Requires="v">
                <p:oleObj name="Equation" r:id="rId10" imgW="289622" imgH="403999" progId="Equation.3">
                  <p:embed/>
                </p:oleObj>
              </mc:Choice>
              <mc:Fallback>
                <p:oleObj name="Equation" r:id="rId10" imgW="289622" imgH="403999" progId="Equation.3">
                  <p:embed/>
                  <p:pic>
                    <p:nvPicPr>
                      <p:cNvPr id="280839" name="Object 5">
                        <a:extLst>
                          <a:ext uri="{FF2B5EF4-FFF2-40B4-BE49-F238E27FC236}">
                            <a16:creationId xmlns:a16="http://schemas.microsoft.com/office/drawing/2014/main" id="{A64F9300-7936-F933-38BB-81DF198F5CA5}"/>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24800" y="3338513"/>
                        <a:ext cx="3159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840" name="Object 6">
            <a:extLst>
              <a:ext uri="{FF2B5EF4-FFF2-40B4-BE49-F238E27FC236}">
                <a16:creationId xmlns:a16="http://schemas.microsoft.com/office/drawing/2014/main" id="{46F4ED32-38BD-078E-8F0C-FDB649C4AE41}"/>
              </a:ext>
            </a:extLst>
          </p:cNvPr>
          <p:cNvGraphicFramePr>
            <a:graphicFrameLocks/>
          </p:cNvGraphicFramePr>
          <p:nvPr/>
        </p:nvGraphicFramePr>
        <p:xfrm>
          <a:off x="5408613" y="3413125"/>
          <a:ext cx="230187" cy="230188"/>
        </p:xfrm>
        <a:graphic>
          <a:graphicData uri="http://schemas.openxmlformats.org/presentationml/2006/ole">
            <mc:AlternateContent xmlns:mc="http://schemas.openxmlformats.org/markup-compatibility/2006">
              <mc:Choice xmlns:v="urn:schemas-microsoft-com:vml" Requires="v">
                <p:oleObj name="Equation" r:id="rId12" imgW="198058" imgH="198009" progId="Equation.3">
                  <p:embed/>
                </p:oleObj>
              </mc:Choice>
              <mc:Fallback>
                <p:oleObj name="Equation" r:id="rId12" imgW="198058" imgH="198009" progId="Equation.3">
                  <p:embed/>
                  <p:pic>
                    <p:nvPicPr>
                      <p:cNvPr id="280840" name="Object 6">
                        <a:extLst>
                          <a:ext uri="{FF2B5EF4-FFF2-40B4-BE49-F238E27FC236}">
                            <a16:creationId xmlns:a16="http://schemas.microsoft.com/office/drawing/2014/main" id="{46F4ED32-38BD-078E-8F0C-FDB649C4AE41}"/>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08613" y="3413125"/>
                        <a:ext cx="230187"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841" name="Object 7">
            <a:extLst>
              <a:ext uri="{FF2B5EF4-FFF2-40B4-BE49-F238E27FC236}">
                <a16:creationId xmlns:a16="http://schemas.microsoft.com/office/drawing/2014/main" id="{37F70454-F85E-A119-264F-0D62BB841CC6}"/>
              </a:ext>
            </a:extLst>
          </p:cNvPr>
          <p:cNvGraphicFramePr>
            <a:graphicFrameLocks/>
          </p:cNvGraphicFramePr>
          <p:nvPr/>
        </p:nvGraphicFramePr>
        <p:xfrm>
          <a:off x="7532688" y="3365500"/>
          <a:ext cx="201612" cy="315913"/>
        </p:xfrm>
        <a:graphic>
          <a:graphicData uri="http://schemas.openxmlformats.org/presentationml/2006/ole">
            <mc:AlternateContent xmlns:mc="http://schemas.openxmlformats.org/markup-compatibility/2006">
              <mc:Choice xmlns:v="urn:schemas-microsoft-com:vml" Requires="v">
                <p:oleObj name="Equation" r:id="rId14" imgW="175167" imgH="289782" progId="Equation.3">
                  <p:embed/>
                </p:oleObj>
              </mc:Choice>
              <mc:Fallback>
                <p:oleObj name="Equation" r:id="rId14" imgW="175167" imgH="289782" progId="Equation.3">
                  <p:embed/>
                  <p:pic>
                    <p:nvPicPr>
                      <p:cNvPr id="280841" name="Object 7">
                        <a:extLst>
                          <a:ext uri="{FF2B5EF4-FFF2-40B4-BE49-F238E27FC236}">
                            <a16:creationId xmlns:a16="http://schemas.microsoft.com/office/drawing/2014/main" id="{37F70454-F85E-A119-264F-0D62BB841CC6}"/>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32688" y="3365500"/>
                        <a:ext cx="201612"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842" name="Object 8">
            <a:extLst>
              <a:ext uri="{FF2B5EF4-FFF2-40B4-BE49-F238E27FC236}">
                <a16:creationId xmlns:a16="http://schemas.microsoft.com/office/drawing/2014/main" id="{6731A2ED-0265-98BA-0951-FFB72D375659}"/>
              </a:ext>
            </a:extLst>
          </p:cNvPr>
          <p:cNvGraphicFramePr>
            <a:graphicFrameLocks/>
          </p:cNvGraphicFramePr>
          <p:nvPr/>
        </p:nvGraphicFramePr>
        <p:xfrm>
          <a:off x="7505700" y="4100513"/>
          <a:ext cx="190500" cy="230187"/>
        </p:xfrm>
        <a:graphic>
          <a:graphicData uri="http://schemas.openxmlformats.org/presentationml/2006/ole">
            <mc:AlternateContent xmlns:mc="http://schemas.openxmlformats.org/markup-compatibility/2006">
              <mc:Choice xmlns:v="urn:schemas-microsoft-com:vml" Requires="v">
                <p:oleObj name="Equation" r:id="rId16" imgW="160238" imgH="198009" progId="Equation.3">
                  <p:embed/>
                </p:oleObj>
              </mc:Choice>
              <mc:Fallback>
                <p:oleObj name="Equation" r:id="rId16" imgW="160238" imgH="198009" progId="Equation.3">
                  <p:embed/>
                  <p:pic>
                    <p:nvPicPr>
                      <p:cNvPr id="280842" name="Object 8">
                        <a:extLst>
                          <a:ext uri="{FF2B5EF4-FFF2-40B4-BE49-F238E27FC236}">
                            <a16:creationId xmlns:a16="http://schemas.microsoft.com/office/drawing/2014/main" id="{6731A2ED-0265-98BA-0951-FFB72D375659}"/>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505700" y="4100513"/>
                        <a:ext cx="190500"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843" name="Object 9">
            <a:extLst>
              <a:ext uri="{FF2B5EF4-FFF2-40B4-BE49-F238E27FC236}">
                <a16:creationId xmlns:a16="http://schemas.microsoft.com/office/drawing/2014/main" id="{1FCE9A41-A204-CEFE-15E4-F9429D673A77}"/>
              </a:ext>
            </a:extLst>
          </p:cNvPr>
          <p:cNvGraphicFramePr>
            <a:graphicFrameLocks/>
          </p:cNvGraphicFramePr>
          <p:nvPr/>
        </p:nvGraphicFramePr>
        <p:xfrm>
          <a:off x="5459413" y="4052888"/>
          <a:ext cx="255587" cy="315912"/>
        </p:xfrm>
        <a:graphic>
          <a:graphicData uri="http://schemas.openxmlformats.org/presentationml/2006/ole">
            <mc:AlternateContent xmlns:mc="http://schemas.openxmlformats.org/markup-compatibility/2006">
              <mc:Choice xmlns:v="urn:schemas-microsoft-com:vml" Requires="v">
                <p:oleObj name="Equation" r:id="rId18" imgW="220949" imgH="289782" progId="Equation.3">
                  <p:embed/>
                </p:oleObj>
              </mc:Choice>
              <mc:Fallback>
                <p:oleObj name="Equation" r:id="rId18" imgW="220949" imgH="289782" progId="Equation.3">
                  <p:embed/>
                  <p:pic>
                    <p:nvPicPr>
                      <p:cNvPr id="280843" name="Object 9">
                        <a:extLst>
                          <a:ext uri="{FF2B5EF4-FFF2-40B4-BE49-F238E27FC236}">
                            <a16:creationId xmlns:a16="http://schemas.microsoft.com/office/drawing/2014/main" id="{1FCE9A41-A204-CEFE-15E4-F9429D673A77}"/>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59413" y="4052888"/>
                        <a:ext cx="25558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844" name="Object 10">
            <a:extLst>
              <a:ext uri="{FF2B5EF4-FFF2-40B4-BE49-F238E27FC236}">
                <a16:creationId xmlns:a16="http://schemas.microsoft.com/office/drawing/2014/main" id="{933DDDEE-77C3-CC96-C246-7D22C49D58D4}"/>
              </a:ext>
            </a:extLst>
          </p:cNvPr>
          <p:cNvGraphicFramePr>
            <a:graphicFrameLocks/>
          </p:cNvGraphicFramePr>
          <p:nvPr/>
        </p:nvGraphicFramePr>
        <p:xfrm>
          <a:off x="873125" y="3338513"/>
          <a:ext cx="2386013" cy="608012"/>
        </p:xfrm>
        <a:graphic>
          <a:graphicData uri="http://schemas.openxmlformats.org/presentationml/2006/ole">
            <mc:AlternateContent xmlns:mc="http://schemas.openxmlformats.org/markup-compatibility/2006">
              <mc:Choice xmlns:v="urn:schemas-microsoft-com:vml" Requires="v">
                <p:oleObj name="Equation" r:id="rId20" imgW="2354798" imgH="579065" progId="Equation.3">
                  <p:embed/>
                </p:oleObj>
              </mc:Choice>
              <mc:Fallback>
                <p:oleObj name="Equation" r:id="rId20" imgW="2354798" imgH="579065" progId="Equation.3">
                  <p:embed/>
                  <p:pic>
                    <p:nvPicPr>
                      <p:cNvPr id="280844" name="Object 10">
                        <a:extLst>
                          <a:ext uri="{FF2B5EF4-FFF2-40B4-BE49-F238E27FC236}">
                            <a16:creationId xmlns:a16="http://schemas.microsoft.com/office/drawing/2014/main" id="{933DDDEE-77C3-CC96-C246-7D22C49D58D4}"/>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73125" y="3338513"/>
                        <a:ext cx="2386013"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845" name="Object 11">
            <a:extLst>
              <a:ext uri="{FF2B5EF4-FFF2-40B4-BE49-F238E27FC236}">
                <a16:creationId xmlns:a16="http://schemas.microsoft.com/office/drawing/2014/main" id="{38EC324F-31CD-6027-98F8-15DD486F6C29}"/>
              </a:ext>
            </a:extLst>
          </p:cNvPr>
          <p:cNvGraphicFramePr>
            <a:graphicFrameLocks/>
          </p:cNvGraphicFramePr>
          <p:nvPr/>
        </p:nvGraphicFramePr>
        <p:xfrm>
          <a:off x="1905000" y="4203700"/>
          <a:ext cx="2184400" cy="431800"/>
        </p:xfrm>
        <a:graphic>
          <a:graphicData uri="http://schemas.openxmlformats.org/presentationml/2006/ole">
            <mc:AlternateContent xmlns:mc="http://schemas.openxmlformats.org/markup-compatibility/2006">
              <mc:Choice xmlns:v="urn:schemas-microsoft-com:vml" Requires="v">
                <p:oleObj name="Equation" r:id="rId22" imgW="2156242" imgH="403999" progId="Equation.3">
                  <p:embed/>
                </p:oleObj>
              </mc:Choice>
              <mc:Fallback>
                <p:oleObj name="Equation" r:id="rId22" imgW="2156242" imgH="403999" progId="Equation.3">
                  <p:embed/>
                  <p:pic>
                    <p:nvPicPr>
                      <p:cNvPr id="280845" name="Object 11">
                        <a:extLst>
                          <a:ext uri="{FF2B5EF4-FFF2-40B4-BE49-F238E27FC236}">
                            <a16:creationId xmlns:a16="http://schemas.microsoft.com/office/drawing/2014/main" id="{38EC324F-31CD-6027-98F8-15DD486F6C29}"/>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05000" y="4203700"/>
                        <a:ext cx="2184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846" name="Object 12">
            <a:extLst>
              <a:ext uri="{FF2B5EF4-FFF2-40B4-BE49-F238E27FC236}">
                <a16:creationId xmlns:a16="http://schemas.microsoft.com/office/drawing/2014/main" id="{D0754119-147F-AC63-2FDE-AE39B9A17048}"/>
              </a:ext>
            </a:extLst>
          </p:cNvPr>
          <p:cNvGraphicFramePr>
            <a:graphicFrameLocks/>
          </p:cNvGraphicFramePr>
          <p:nvPr/>
        </p:nvGraphicFramePr>
        <p:xfrm>
          <a:off x="1905000" y="5087938"/>
          <a:ext cx="2335213" cy="431800"/>
        </p:xfrm>
        <a:graphic>
          <a:graphicData uri="http://schemas.openxmlformats.org/presentationml/2006/ole">
            <mc:AlternateContent xmlns:mc="http://schemas.openxmlformats.org/markup-compatibility/2006">
              <mc:Choice xmlns:v="urn:schemas-microsoft-com:vml" Requires="v">
                <p:oleObj name="Equation" r:id="rId24" imgW="2309016" imgH="403999" progId="Equation.3">
                  <p:embed/>
                </p:oleObj>
              </mc:Choice>
              <mc:Fallback>
                <p:oleObj name="Equation" r:id="rId24" imgW="2309016" imgH="403999" progId="Equation.3">
                  <p:embed/>
                  <p:pic>
                    <p:nvPicPr>
                      <p:cNvPr id="280846" name="Object 12">
                        <a:extLst>
                          <a:ext uri="{FF2B5EF4-FFF2-40B4-BE49-F238E27FC236}">
                            <a16:creationId xmlns:a16="http://schemas.microsoft.com/office/drawing/2014/main" id="{D0754119-147F-AC63-2FDE-AE39B9A17048}"/>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05000" y="5087938"/>
                        <a:ext cx="23352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0847" name="Text Box 271">
            <a:extLst>
              <a:ext uri="{FF2B5EF4-FFF2-40B4-BE49-F238E27FC236}">
                <a16:creationId xmlns:a16="http://schemas.microsoft.com/office/drawing/2014/main" id="{E76E0951-B5C4-AF41-52FD-5979A9A5A971}"/>
              </a:ext>
            </a:extLst>
          </p:cNvPr>
          <p:cNvSpPr txBox="1">
            <a:spLocks noChangeArrowheads="1"/>
          </p:cNvSpPr>
          <p:nvPr/>
        </p:nvSpPr>
        <p:spPr bwMode="auto">
          <a:xfrm>
            <a:off x="463550" y="2690813"/>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solidFill>
                  <a:srgbClr val="66FFFF"/>
                </a:solidFill>
              </a:rPr>
              <a:t>2. </a:t>
            </a:r>
            <a:r>
              <a:rPr lang="zh-CN" altLang="en-US">
                <a:solidFill>
                  <a:srgbClr val="66FFFF"/>
                </a:solidFill>
              </a:rPr>
              <a:t>磁介质中的安培环路定理</a:t>
            </a:r>
          </a:p>
        </p:txBody>
      </p:sp>
      <p:graphicFrame>
        <p:nvGraphicFramePr>
          <p:cNvPr id="280848" name="Object 13">
            <a:extLst>
              <a:ext uri="{FF2B5EF4-FFF2-40B4-BE49-F238E27FC236}">
                <a16:creationId xmlns:a16="http://schemas.microsoft.com/office/drawing/2014/main" id="{EA4A9C99-F839-CE04-7E1B-FC74776B329E}"/>
              </a:ext>
            </a:extLst>
          </p:cNvPr>
          <p:cNvGraphicFramePr>
            <a:graphicFrameLocks/>
          </p:cNvGraphicFramePr>
          <p:nvPr/>
        </p:nvGraphicFramePr>
        <p:xfrm>
          <a:off x="900113" y="6021388"/>
          <a:ext cx="4013200" cy="608012"/>
        </p:xfrm>
        <a:graphic>
          <a:graphicData uri="http://schemas.openxmlformats.org/presentationml/2006/ole">
            <mc:AlternateContent xmlns:mc="http://schemas.openxmlformats.org/markup-compatibility/2006">
              <mc:Choice xmlns:v="urn:schemas-microsoft-com:vml" Requires="v">
                <p:oleObj name="Equation" r:id="rId26" imgW="3985042" imgH="579065" progId="Equation.3">
                  <p:embed/>
                </p:oleObj>
              </mc:Choice>
              <mc:Fallback>
                <p:oleObj name="Equation" r:id="rId26" imgW="3985042" imgH="579065" progId="Equation.3">
                  <p:embed/>
                  <p:pic>
                    <p:nvPicPr>
                      <p:cNvPr id="280848" name="Object 13">
                        <a:extLst>
                          <a:ext uri="{FF2B5EF4-FFF2-40B4-BE49-F238E27FC236}">
                            <a16:creationId xmlns:a16="http://schemas.microsoft.com/office/drawing/2014/main" id="{EA4A9C99-F839-CE04-7E1B-FC74776B329E}"/>
                          </a:ext>
                        </a:extLst>
                      </p:cNvPr>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00113" y="6021388"/>
                        <a:ext cx="401320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0849" name="Text Box 273">
            <a:extLst>
              <a:ext uri="{FF2B5EF4-FFF2-40B4-BE49-F238E27FC236}">
                <a16:creationId xmlns:a16="http://schemas.microsoft.com/office/drawing/2014/main" id="{7CF68F91-ECEF-41E9-1BBA-6EA59B53AA90}"/>
              </a:ext>
            </a:extLst>
          </p:cNvPr>
          <p:cNvSpPr txBox="1">
            <a:spLocks noChangeArrowheads="1"/>
          </p:cNvSpPr>
          <p:nvPr/>
        </p:nvSpPr>
        <p:spPr bwMode="auto">
          <a:xfrm>
            <a:off x="755650" y="5516563"/>
            <a:ext cx="466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用磁化强度描述束缚电流</a:t>
            </a:r>
          </a:p>
        </p:txBody>
      </p:sp>
      <p:graphicFrame>
        <p:nvGraphicFramePr>
          <p:cNvPr id="280850" name="Object 14">
            <a:extLst>
              <a:ext uri="{FF2B5EF4-FFF2-40B4-BE49-F238E27FC236}">
                <a16:creationId xmlns:a16="http://schemas.microsoft.com/office/drawing/2014/main" id="{AAB8025B-1EF8-FB69-C1FB-B2BE0199EA84}"/>
              </a:ext>
            </a:extLst>
          </p:cNvPr>
          <p:cNvGraphicFramePr>
            <a:graphicFrameLocks/>
          </p:cNvGraphicFramePr>
          <p:nvPr/>
        </p:nvGraphicFramePr>
        <p:xfrm>
          <a:off x="5543550" y="5499100"/>
          <a:ext cx="1765300" cy="608013"/>
        </p:xfrm>
        <a:graphic>
          <a:graphicData uri="http://schemas.openxmlformats.org/presentationml/2006/ole">
            <mc:AlternateContent xmlns:mc="http://schemas.openxmlformats.org/markup-compatibility/2006">
              <mc:Choice xmlns:v="urn:schemas-microsoft-com:vml" Requires="v">
                <p:oleObj name="公式" r:id="rId28" imgW="1737236" imgH="579065" progId="Equation.3">
                  <p:embed/>
                </p:oleObj>
              </mc:Choice>
              <mc:Fallback>
                <p:oleObj name="公式" r:id="rId28" imgW="1737236" imgH="579065" progId="Equation.3">
                  <p:embed/>
                  <p:pic>
                    <p:nvPicPr>
                      <p:cNvPr id="280850" name="Object 14">
                        <a:extLst>
                          <a:ext uri="{FF2B5EF4-FFF2-40B4-BE49-F238E27FC236}">
                            <a16:creationId xmlns:a16="http://schemas.microsoft.com/office/drawing/2014/main" id="{AAB8025B-1EF8-FB69-C1FB-B2BE0199EA84}"/>
                          </a:ext>
                        </a:extLst>
                      </p:cNvPr>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543550" y="5499100"/>
                        <a:ext cx="17653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0788"/>
                                        </p:tgtEl>
                                        <p:attrNameLst>
                                          <p:attrName>style.visibility</p:attrName>
                                        </p:attrNameLst>
                                      </p:cBhvr>
                                      <p:to>
                                        <p:strVal val="visible"/>
                                      </p:to>
                                    </p:set>
                                    <p:animEffect transition="in" filter="wipe(left)">
                                      <p:cBhvr>
                                        <p:cTn id="7" dur="500"/>
                                        <p:tgtEl>
                                          <p:spTgt spid="2807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0723"/>
                                        </p:tgtEl>
                                        <p:attrNameLst>
                                          <p:attrName>style.visibility</p:attrName>
                                        </p:attrNameLst>
                                      </p:cBhvr>
                                      <p:to>
                                        <p:strVal val="visible"/>
                                      </p:to>
                                    </p:set>
                                    <p:animEffect transition="in" filter="wipe(left)">
                                      <p:cBhvr>
                                        <p:cTn id="12" dur="500"/>
                                        <p:tgtEl>
                                          <p:spTgt spid="2807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80724"/>
                                        </p:tgtEl>
                                        <p:attrNameLst>
                                          <p:attrName>style.visibility</p:attrName>
                                        </p:attrNameLst>
                                      </p:cBhvr>
                                      <p:to>
                                        <p:strVal val="visible"/>
                                      </p:to>
                                    </p:set>
                                    <p:animEffect transition="in" filter="wipe(left)">
                                      <p:cBhvr>
                                        <p:cTn id="17" dur="500"/>
                                        <p:tgtEl>
                                          <p:spTgt spid="2807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0784"/>
                                        </p:tgtEl>
                                        <p:attrNameLst>
                                          <p:attrName>style.visibility</p:attrName>
                                        </p:attrNameLst>
                                      </p:cBhvr>
                                      <p:to>
                                        <p:strVal val="visible"/>
                                      </p:to>
                                    </p:set>
                                    <p:animEffect transition="in" filter="wipe(left)">
                                      <p:cBhvr>
                                        <p:cTn id="22" dur="500"/>
                                        <p:tgtEl>
                                          <p:spTgt spid="2807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80783"/>
                                        </p:tgtEl>
                                        <p:attrNameLst>
                                          <p:attrName>style.visibility</p:attrName>
                                        </p:attrNameLst>
                                      </p:cBhvr>
                                      <p:to>
                                        <p:strVal val="visible"/>
                                      </p:to>
                                    </p:set>
                                    <p:animEffect transition="in" filter="wipe(left)">
                                      <p:cBhvr>
                                        <p:cTn id="27" dur="500"/>
                                        <p:tgtEl>
                                          <p:spTgt spid="2807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80725"/>
                                        </p:tgtEl>
                                        <p:attrNameLst>
                                          <p:attrName>style.visibility</p:attrName>
                                        </p:attrNameLst>
                                      </p:cBhvr>
                                      <p:to>
                                        <p:strVal val="visible"/>
                                      </p:to>
                                    </p:set>
                                    <p:animEffect transition="in" filter="wipe(left)">
                                      <p:cBhvr>
                                        <p:cTn id="32" dur="500"/>
                                        <p:tgtEl>
                                          <p:spTgt spid="2807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80847"/>
                                        </p:tgtEl>
                                        <p:attrNameLst>
                                          <p:attrName>style.visibility</p:attrName>
                                        </p:attrNameLst>
                                      </p:cBhvr>
                                      <p:to>
                                        <p:strVal val="visible"/>
                                      </p:to>
                                    </p:set>
                                    <p:animEffect transition="in" filter="wipe(left)">
                                      <p:cBhvr>
                                        <p:cTn id="37" dur="500"/>
                                        <p:tgtEl>
                                          <p:spTgt spid="2808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ox(out)">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80844"/>
                                        </p:tgtEl>
                                        <p:attrNameLst>
                                          <p:attrName>style.visibility</p:attrName>
                                        </p:attrNameLst>
                                      </p:cBhvr>
                                      <p:to>
                                        <p:strVal val="visible"/>
                                      </p:to>
                                    </p:set>
                                    <p:animEffect transition="in" filter="wipe(left)">
                                      <p:cBhvr>
                                        <p:cTn id="47" dur="2000"/>
                                        <p:tgtEl>
                                          <p:spTgt spid="28084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280789"/>
                                        </p:tgtEl>
                                        <p:attrNameLst>
                                          <p:attrName>style.visibility</p:attrName>
                                        </p:attrNameLst>
                                      </p:cBhvr>
                                      <p:to>
                                        <p:strVal val="visible"/>
                                      </p:to>
                                    </p:set>
                                    <p:animEffect transition="in" filter="dissolve">
                                      <p:cBhvr>
                                        <p:cTn id="52" dur="500"/>
                                        <p:tgtEl>
                                          <p:spTgt spid="280789"/>
                                        </p:tgtEl>
                                      </p:cBhvr>
                                    </p:animEffect>
                                  </p:childTnLst>
                                </p:cTn>
                              </p:par>
                            </p:childTnLst>
                          </p:cTn>
                        </p:par>
                        <p:par>
                          <p:cTn id="53" fill="hold" nodeType="afterGroup">
                            <p:stCondLst>
                              <p:cond delay="500"/>
                            </p:stCondLst>
                            <p:childTnLst>
                              <p:par>
                                <p:cTn id="54" presetID="1" presetClass="entr" presetSubtype="0" fill="hold" nodeType="afterEffect">
                                  <p:stCondLst>
                                    <p:cond delay="0"/>
                                  </p:stCondLst>
                                  <p:childTnLst>
                                    <p:set>
                                      <p:cBhvr>
                                        <p:cTn id="55" dur="1" fill="hold">
                                          <p:stCondLst>
                                            <p:cond delay="499"/>
                                          </p:stCondLst>
                                        </p:cTn>
                                        <p:tgtEl>
                                          <p:spTgt spid="280840"/>
                                        </p:tgtEl>
                                        <p:attrNameLst>
                                          <p:attrName>style.visibility</p:attrName>
                                        </p:attrNameLst>
                                      </p:cBhvr>
                                      <p:to>
                                        <p:strVal val="visible"/>
                                      </p:to>
                                    </p:set>
                                  </p:childTnLst>
                                </p:cTn>
                              </p:par>
                            </p:childTnLst>
                          </p:cTn>
                        </p:par>
                        <p:par>
                          <p:cTn id="56" fill="hold" nodeType="afterGroup">
                            <p:stCondLst>
                              <p:cond delay="1000"/>
                            </p:stCondLst>
                            <p:childTnLst>
                              <p:par>
                                <p:cTn id="57" presetID="1" presetClass="entr" presetSubtype="0" fill="hold" nodeType="afterEffect">
                                  <p:stCondLst>
                                    <p:cond delay="0"/>
                                  </p:stCondLst>
                                  <p:childTnLst>
                                    <p:set>
                                      <p:cBhvr>
                                        <p:cTn id="58" dur="1" fill="hold">
                                          <p:stCondLst>
                                            <p:cond delay="499"/>
                                          </p:stCondLst>
                                        </p:cTn>
                                        <p:tgtEl>
                                          <p:spTgt spid="280841"/>
                                        </p:tgtEl>
                                        <p:attrNameLst>
                                          <p:attrName>style.visibility</p:attrName>
                                        </p:attrNameLst>
                                      </p:cBhvr>
                                      <p:to>
                                        <p:strVal val="visible"/>
                                      </p:to>
                                    </p:set>
                                  </p:childTnLst>
                                </p:cTn>
                              </p:par>
                            </p:childTnLst>
                          </p:cTn>
                        </p:par>
                        <p:par>
                          <p:cTn id="59" fill="hold" nodeType="afterGroup">
                            <p:stCondLst>
                              <p:cond delay="1500"/>
                            </p:stCondLst>
                            <p:childTnLst>
                              <p:par>
                                <p:cTn id="60" presetID="1" presetClass="entr" presetSubtype="0" fill="hold" nodeType="afterEffect">
                                  <p:stCondLst>
                                    <p:cond delay="0"/>
                                  </p:stCondLst>
                                  <p:childTnLst>
                                    <p:set>
                                      <p:cBhvr>
                                        <p:cTn id="61" dur="1" fill="hold">
                                          <p:stCondLst>
                                            <p:cond delay="499"/>
                                          </p:stCondLst>
                                        </p:cTn>
                                        <p:tgtEl>
                                          <p:spTgt spid="280842"/>
                                        </p:tgtEl>
                                        <p:attrNameLst>
                                          <p:attrName>style.visibility</p:attrName>
                                        </p:attrNameLst>
                                      </p:cBhvr>
                                      <p:to>
                                        <p:strVal val="visible"/>
                                      </p:to>
                                    </p:set>
                                  </p:childTnLst>
                                </p:cTn>
                              </p:par>
                            </p:childTnLst>
                          </p:cTn>
                        </p:par>
                        <p:par>
                          <p:cTn id="62" fill="hold" nodeType="afterGroup">
                            <p:stCondLst>
                              <p:cond delay="2000"/>
                            </p:stCondLst>
                            <p:childTnLst>
                              <p:par>
                                <p:cTn id="63" presetID="1" presetClass="entr" presetSubtype="0" fill="hold" nodeType="afterEffect">
                                  <p:stCondLst>
                                    <p:cond delay="0"/>
                                  </p:stCondLst>
                                  <p:childTnLst>
                                    <p:set>
                                      <p:cBhvr>
                                        <p:cTn id="64" dur="1" fill="hold">
                                          <p:stCondLst>
                                            <p:cond delay="499"/>
                                          </p:stCondLst>
                                        </p:cTn>
                                        <p:tgtEl>
                                          <p:spTgt spid="280843"/>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280839"/>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80845"/>
                                        </p:tgtEl>
                                        <p:attrNameLst>
                                          <p:attrName>style.visibility</p:attrName>
                                        </p:attrNameLst>
                                      </p:cBhvr>
                                      <p:to>
                                        <p:strVal val="visible"/>
                                      </p:to>
                                    </p:set>
                                    <p:animEffect transition="in" filter="wipe(left)">
                                      <p:cBhvr>
                                        <p:cTn id="73" dur="2000"/>
                                        <p:tgtEl>
                                          <p:spTgt spid="28084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280846"/>
                                        </p:tgtEl>
                                        <p:attrNameLst>
                                          <p:attrName>style.visibility</p:attrName>
                                        </p:attrNameLst>
                                      </p:cBhvr>
                                      <p:to>
                                        <p:strVal val="visible"/>
                                      </p:to>
                                    </p:set>
                                    <p:animEffect transition="in" filter="wipe(left)">
                                      <p:cBhvr>
                                        <p:cTn id="78" dur="2000"/>
                                        <p:tgtEl>
                                          <p:spTgt spid="28084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280849"/>
                                        </p:tgtEl>
                                        <p:attrNameLst>
                                          <p:attrName>style.visibility</p:attrName>
                                        </p:attrNameLst>
                                      </p:cBhvr>
                                      <p:to>
                                        <p:strVal val="visible"/>
                                      </p:to>
                                    </p:set>
                                    <p:animEffect transition="in" filter="wipe(left)">
                                      <p:cBhvr>
                                        <p:cTn id="83" dur="2000"/>
                                        <p:tgtEl>
                                          <p:spTgt spid="28084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280850"/>
                                        </p:tgtEl>
                                        <p:attrNameLst>
                                          <p:attrName>style.visibility</p:attrName>
                                        </p:attrNameLst>
                                      </p:cBhvr>
                                      <p:to>
                                        <p:strVal val="visible"/>
                                      </p:to>
                                    </p:set>
                                    <p:animEffect transition="in" filter="wipe(left)">
                                      <p:cBhvr>
                                        <p:cTn id="88" dur="2000"/>
                                        <p:tgtEl>
                                          <p:spTgt spid="28085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280848"/>
                                        </p:tgtEl>
                                        <p:attrNameLst>
                                          <p:attrName>style.visibility</p:attrName>
                                        </p:attrNameLst>
                                      </p:cBhvr>
                                      <p:to>
                                        <p:strVal val="visible"/>
                                      </p:to>
                                    </p:set>
                                    <p:animEffect transition="in" filter="wipe(left)">
                                      <p:cBhvr>
                                        <p:cTn id="93" dur="2000"/>
                                        <p:tgtEl>
                                          <p:spTgt spid="280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725" grpId="0" autoUpdateAnimBg="0"/>
      <p:bldP spid="280784" grpId="0" autoUpdateAnimBg="0"/>
      <p:bldP spid="280788" grpId="0"/>
      <p:bldP spid="280789" grpId="0" animBg="1"/>
      <p:bldP spid="280847" grpId="0" autoUpdateAnimBg="0"/>
      <p:bldP spid="28084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20" name="AutoShape 20">
            <a:extLst>
              <a:ext uri="{FF2B5EF4-FFF2-40B4-BE49-F238E27FC236}">
                <a16:creationId xmlns:a16="http://schemas.microsoft.com/office/drawing/2014/main" id="{CE2B14BA-EED8-4412-7533-C8024C13D65D}"/>
              </a:ext>
            </a:extLst>
          </p:cNvPr>
          <p:cNvSpPr>
            <a:spLocks noChangeArrowheads="1"/>
          </p:cNvSpPr>
          <p:nvPr/>
        </p:nvSpPr>
        <p:spPr bwMode="auto">
          <a:xfrm>
            <a:off x="827088" y="2133600"/>
            <a:ext cx="2449512" cy="1008063"/>
          </a:xfrm>
          <a:prstGeom prst="bevel">
            <a:avLst>
              <a:gd name="adj" fmla="val 4847"/>
            </a:avLst>
          </a:prstGeom>
          <a:solidFill>
            <a:srgbClr val="0066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281621" name="Object 2">
            <a:extLst>
              <a:ext uri="{FF2B5EF4-FFF2-40B4-BE49-F238E27FC236}">
                <a16:creationId xmlns:a16="http://schemas.microsoft.com/office/drawing/2014/main" id="{C418F0F1-5C2C-351E-15BE-C1CC0B68C69F}"/>
              </a:ext>
            </a:extLst>
          </p:cNvPr>
          <p:cNvGraphicFramePr>
            <a:graphicFrameLocks/>
          </p:cNvGraphicFramePr>
          <p:nvPr/>
        </p:nvGraphicFramePr>
        <p:xfrm>
          <a:off x="873125" y="381000"/>
          <a:ext cx="3238500" cy="927100"/>
        </p:xfrm>
        <a:graphic>
          <a:graphicData uri="http://schemas.openxmlformats.org/presentationml/2006/ole">
            <mc:AlternateContent xmlns:mc="http://schemas.openxmlformats.org/markup-compatibility/2006">
              <mc:Choice xmlns:v="urn:schemas-microsoft-com:vml" Requires="v">
                <p:oleObj name="Equation" r:id="rId2" imgW="3208238" imgH="899271" progId="Equation.3">
                  <p:embed/>
                </p:oleObj>
              </mc:Choice>
              <mc:Fallback>
                <p:oleObj name="Equation" r:id="rId2" imgW="3208238" imgH="899271" progId="Equation.3">
                  <p:embed/>
                  <p:pic>
                    <p:nvPicPr>
                      <p:cNvPr id="281621" name="Object 2">
                        <a:extLst>
                          <a:ext uri="{FF2B5EF4-FFF2-40B4-BE49-F238E27FC236}">
                            <a16:creationId xmlns:a16="http://schemas.microsoft.com/office/drawing/2014/main" id="{C418F0F1-5C2C-351E-15BE-C1CC0B68C69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25" y="381000"/>
                        <a:ext cx="3238500"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22" name="Object 3">
            <a:extLst>
              <a:ext uri="{FF2B5EF4-FFF2-40B4-BE49-F238E27FC236}">
                <a16:creationId xmlns:a16="http://schemas.microsoft.com/office/drawing/2014/main" id="{F4FEC812-3A92-695A-B674-8FD3E1E09E20}"/>
              </a:ext>
            </a:extLst>
          </p:cNvPr>
          <p:cNvGraphicFramePr>
            <a:graphicFrameLocks/>
          </p:cNvGraphicFramePr>
          <p:nvPr/>
        </p:nvGraphicFramePr>
        <p:xfrm>
          <a:off x="4191000" y="568325"/>
          <a:ext cx="1090613" cy="508000"/>
        </p:xfrm>
        <a:graphic>
          <a:graphicData uri="http://schemas.openxmlformats.org/presentationml/2006/ole">
            <mc:AlternateContent xmlns:mc="http://schemas.openxmlformats.org/markup-compatibility/2006">
              <mc:Choice xmlns:v="urn:schemas-microsoft-com:vml" Requires="v">
                <p:oleObj name="Equation" r:id="rId4" imgW="1058962" imgH="480309" progId="Equation.3">
                  <p:embed/>
                </p:oleObj>
              </mc:Choice>
              <mc:Fallback>
                <p:oleObj name="Equation" r:id="rId4" imgW="1058962" imgH="480309" progId="Equation.3">
                  <p:embed/>
                  <p:pic>
                    <p:nvPicPr>
                      <p:cNvPr id="281622" name="Object 3">
                        <a:extLst>
                          <a:ext uri="{FF2B5EF4-FFF2-40B4-BE49-F238E27FC236}">
                            <a16:creationId xmlns:a16="http://schemas.microsoft.com/office/drawing/2014/main" id="{F4FEC812-3A92-695A-B674-8FD3E1E09E2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568325"/>
                        <a:ext cx="10906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1623" name="Text Box 23">
            <a:extLst>
              <a:ext uri="{FF2B5EF4-FFF2-40B4-BE49-F238E27FC236}">
                <a16:creationId xmlns:a16="http://schemas.microsoft.com/office/drawing/2014/main" id="{38570230-83C4-6D2C-0E13-EBD60D03C308}"/>
              </a:ext>
            </a:extLst>
          </p:cNvPr>
          <p:cNvSpPr txBox="1">
            <a:spLocks noChangeArrowheads="1"/>
          </p:cNvSpPr>
          <p:nvPr/>
        </p:nvSpPr>
        <p:spPr bwMode="auto">
          <a:xfrm>
            <a:off x="768350" y="15240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定义磁场强度</a:t>
            </a:r>
          </a:p>
        </p:txBody>
      </p:sp>
      <p:graphicFrame>
        <p:nvGraphicFramePr>
          <p:cNvPr id="281624" name="Object 4">
            <a:extLst>
              <a:ext uri="{FF2B5EF4-FFF2-40B4-BE49-F238E27FC236}">
                <a16:creationId xmlns:a16="http://schemas.microsoft.com/office/drawing/2014/main" id="{7113589D-60E2-EB75-06EC-AA04BB2C620E}"/>
              </a:ext>
            </a:extLst>
          </p:cNvPr>
          <p:cNvGraphicFramePr>
            <a:graphicFrameLocks/>
          </p:cNvGraphicFramePr>
          <p:nvPr/>
        </p:nvGraphicFramePr>
        <p:xfrm>
          <a:off x="3048000" y="1354138"/>
          <a:ext cx="1778000" cy="928687"/>
        </p:xfrm>
        <a:graphic>
          <a:graphicData uri="http://schemas.openxmlformats.org/presentationml/2006/ole">
            <mc:AlternateContent xmlns:mc="http://schemas.openxmlformats.org/markup-compatibility/2006">
              <mc:Choice xmlns:v="urn:schemas-microsoft-com:vml" Requires="v">
                <p:oleObj name="Equation" r:id="rId6" imgW="1745198" imgH="899271" progId="Equation.3">
                  <p:embed/>
                </p:oleObj>
              </mc:Choice>
              <mc:Fallback>
                <p:oleObj name="Equation" r:id="rId6" imgW="1745198" imgH="899271" progId="Equation.3">
                  <p:embed/>
                  <p:pic>
                    <p:nvPicPr>
                      <p:cNvPr id="281624" name="Object 4">
                        <a:extLst>
                          <a:ext uri="{FF2B5EF4-FFF2-40B4-BE49-F238E27FC236}">
                            <a16:creationId xmlns:a16="http://schemas.microsoft.com/office/drawing/2014/main" id="{7113589D-60E2-EB75-06EC-AA04BB2C620E}"/>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1354138"/>
                        <a:ext cx="1778000" cy="92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25" name="Object 5">
            <a:extLst>
              <a:ext uri="{FF2B5EF4-FFF2-40B4-BE49-F238E27FC236}">
                <a16:creationId xmlns:a16="http://schemas.microsoft.com/office/drawing/2014/main" id="{9B83931E-8C82-E3A5-36BB-5FA4EBFE4D92}"/>
              </a:ext>
            </a:extLst>
          </p:cNvPr>
          <p:cNvGraphicFramePr>
            <a:graphicFrameLocks/>
          </p:cNvGraphicFramePr>
          <p:nvPr/>
        </p:nvGraphicFramePr>
        <p:xfrm>
          <a:off x="908050" y="2414588"/>
          <a:ext cx="2144713" cy="609600"/>
        </p:xfrm>
        <a:graphic>
          <a:graphicData uri="http://schemas.openxmlformats.org/presentationml/2006/ole">
            <mc:AlternateContent xmlns:mc="http://schemas.openxmlformats.org/markup-compatibility/2006">
              <mc:Choice xmlns:v="urn:schemas-microsoft-com:vml" Requires="v">
                <p:oleObj name="Equation" r:id="rId8" imgW="2118422" imgH="579065" progId="Equation.3">
                  <p:embed/>
                </p:oleObj>
              </mc:Choice>
              <mc:Fallback>
                <p:oleObj name="Equation" r:id="rId8" imgW="2118422" imgH="579065" progId="Equation.3">
                  <p:embed/>
                  <p:pic>
                    <p:nvPicPr>
                      <p:cNvPr id="281625" name="Object 5">
                        <a:extLst>
                          <a:ext uri="{FF2B5EF4-FFF2-40B4-BE49-F238E27FC236}">
                            <a16:creationId xmlns:a16="http://schemas.microsoft.com/office/drawing/2014/main" id="{9B83931E-8C82-E3A5-36BB-5FA4EBFE4D92}"/>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8050" y="2414588"/>
                        <a:ext cx="214471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1626" name="Text Box 26">
            <a:extLst>
              <a:ext uri="{FF2B5EF4-FFF2-40B4-BE49-F238E27FC236}">
                <a16:creationId xmlns:a16="http://schemas.microsoft.com/office/drawing/2014/main" id="{90806AB6-7B1F-61BE-B071-F2721F6E35D2}"/>
              </a:ext>
            </a:extLst>
          </p:cNvPr>
          <p:cNvSpPr txBox="1">
            <a:spLocks noChangeArrowheads="1"/>
          </p:cNvSpPr>
          <p:nvPr/>
        </p:nvSpPr>
        <p:spPr bwMode="auto">
          <a:xfrm>
            <a:off x="4267200" y="2503488"/>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a:t>
            </a:r>
            <a:r>
              <a:rPr lang="zh-CN" altLang="en-US"/>
              <a:t>磁介质的安培环路定理</a:t>
            </a:r>
          </a:p>
        </p:txBody>
      </p:sp>
      <p:sp>
        <p:nvSpPr>
          <p:cNvPr id="281627" name="Text Box 27">
            <a:extLst>
              <a:ext uri="{FF2B5EF4-FFF2-40B4-BE49-F238E27FC236}">
                <a16:creationId xmlns:a16="http://schemas.microsoft.com/office/drawing/2014/main" id="{A4201EDA-11EF-4540-A2C5-74EA73BD027A}"/>
              </a:ext>
            </a:extLst>
          </p:cNvPr>
          <p:cNvSpPr txBox="1">
            <a:spLocks noChangeArrowheads="1"/>
          </p:cNvSpPr>
          <p:nvPr/>
        </p:nvSpPr>
        <p:spPr bwMode="auto">
          <a:xfrm>
            <a:off x="768350" y="3148013"/>
            <a:ext cx="83756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t>磁介质内磁场强度沿所选闭合路径的环流等于闭合积分路径所包围的所有</a:t>
            </a:r>
            <a:r>
              <a:rPr lang="zh-CN" altLang="en-US">
                <a:solidFill>
                  <a:srgbClr val="66FFFF"/>
                </a:solidFill>
              </a:rPr>
              <a:t>传导电流</a:t>
            </a:r>
            <a:r>
              <a:rPr lang="zh-CN" altLang="en-US"/>
              <a:t>的代数和。</a:t>
            </a:r>
          </a:p>
        </p:txBody>
      </p:sp>
      <p:sp>
        <p:nvSpPr>
          <p:cNvPr id="281628" name="Text Box 28">
            <a:extLst>
              <a:ext uri="{FF2B5EF4-FFF2-40B4-BE49-F238E27FC236}">
                <a16:creationId xmlns:a16="http://schemas.microsoft.com/office/drawing/2014/main" id="{418492D4-88A8-E550-4065-7001B6C18C16}"/>
              </a:ext>
            </a:extLst>
          </p:cNvPr>
          <p:cNvSpPr txBox="1">
            <a:spLocks noChangeArrowheads="1"/>
          </p:cNvSpPr>
          <p:nvPr/>
        </p:nvSpPr>
        <p:spPr bwMode="auto">
          <a:xfrm>
            <a:off x="768350" y="4208463"/>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FFFF00"/>
                </a:solidFill>
              </a:rPr>
              <a:t>讨论</a:t>
            </a:r>
          </a:p>
        </p:txBody>
      </p:sp>
      <p:sp>
        <p:nvSpPr>
          <p:cNvPr id="281633" name="AutoShape 33">
            <a:extLst>
              <a:ext uri="{FF2B5EF4-FFF2-40B4-BE49-F238E27FC236}">
                <a16:creationId xmlns:a16="http://schemas.microsoft.com/office/drawing/2014/main" id="{70916397-CE36-3D4D-79A6-EACAE0BE5011}"/>
              </a:ext>
            </a:extLst>
          </p:cNvPr>
          <p:cNvSpPr>
            <a:spLocks noChangeAspect="1" noChangeArrowheads="1"/>
          </p:cNvSpPr>
          <p:nvPr/>
        </p:nvSpPr>
        <p:spPr bwMode="auto">
          <a:xfrm>
            <a:off x="366713" y="4178300"/>
            <a:ext cx="460375" cy="403225"/>
          </a:xfrm>
          <a:prstGeom prst="star5">
            <a:avLst/>
          </a:prstGeom>
          <a:solidFill>
            <a:srgbClr val="FF3300"/>
          </a:solidFill>
          <a:ln w="9525">
            <a:solidFill>
              <a:srgbClr val="FFFFFF"/>
            </a:solidFill>
            <a:miter lim="800000"/>
            <a:headEnd/>
            <a:tailEnd/>
          </a:ln>
          <a:effectLst/>
        </p:spPr>
        <p:txBody>
          <a:bodyPr wrap="none" anchor="ctr"/>
          <a:lstStyle/>
          <a:p>
            <a:pPr algn="just">
              <a:defRPr/>
            </a:pPr>
            <a:endParaRPr lang="zh-CN" altLang="en-US"/>
          </a:p>
        </p:txBody>
      </p:sp>
      <p:sp>
        <p:nvSpPr>
          <p:cNvPr id="281636" name="Text Box 36">
            <a:extLst>
              <a:ext uri="{FF2B5EF4-FFF2-40B4-BE49-F238E27FC236}">
                <a16:creationId xmlns:a16="http://schemas.microsoft.com/office/drawing/2014/main" id="{FC76CFBA-7506-8564-AC51-2272FF1D10DC}"/>
              </a:ext>
            </a:extLst>
          </p:cNvPr>
          <p:cNvSpPr txBox="1">
            <a:spLocks noChangeArrowheads="1"/>
          </p:cNvSpPr>
          <p:nvPr/>
        </p:nvSpPr>
        <p:spPr bwMode="auto">
          <a:xfrm>
            <a:off x="1108075" y="4845050"/>
            <a:ext cx="300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ea typeface="楷体_GB2312" pitchFamily="49" charset="-122"/>
              </a:rPr>
              <a:t> </a:t>
            </a:r>
            <a:r>
              <a:rPr lang="zh-CN" altLang="en-US">
                <a:latin typeface="楷体_GB2312" pitchFamily="49" charset="-122"/>
                <a:ea typeface="楷体_GB2312" pitchFamily="49" charset="-122"/>
              </a:rPr>
              <a:t>束缚电流与磁化强度</a:t>
            </a:r>
          </a:p>
        </p:txBody>
      </p:sp>
      <p:grpSp>
        <p:nvGrpSpPr>
          <p:cNvPr id="2" name="Group 38">
            <a:extLst>
              <a:ext uri="{FF2B5EF4-FFF2-40B4-BE49-F238E27FC236}">
                <a16:creationId xmlns:a16="http://schemas.microsoft.com/office/drawing/2014/main" id="{D6577DE4-8657-1772-44D8-0C7668508AD1}"/>
              </a:ext>
            </a:extLst>
          </p:cNvPr>
          <p:cNvGrpSpPr>
            <a:grpSpLocks/>
          </p:cNvGrpSpPr>
          <p:nvPr/>
        </p:nvGrpSpPr>
        <p:grpSpPr bwMode="auto">
          <a:xfrm>
            <a:off x="5727700" y="4030663"/>
            <a:ext cx="2224088" cy="1981200"/>
            <a:chOff x="3456" y="528"/>
            <a:chExt cx="1401" cy="1248"/>
          </a:xfrm>
        </p:grpSpPr>
        <p:sp>
          <p:nvSpPr>
            <p:cNvPr id="13351" name="AutoShape 39">
              <a:extLst>
                <a:ext uri="{FF2B5EF4-FFF2-40B4-BE49-F238E27FC236}">
                  <a16:creationId xmlns:a16="http://schemas.microsoft.com/office/drawing/2014/main" id="{AD3D4B7F-2A92-8644-4AEF-F50348C82EA9}"/>
                </a:ext>
              </a:extLst>
            </p:cNvPr>
            <p:cNvSpPr>
              <a:spLocks noChangeArrowheads="1"/>
            </p:cNvSpPr>
            <p:nvPr/>
          </p:nvSpPr>
          <p:spPr bwMode="auto">
            <a:xfrm>
              <a:off x="3456" y="528"/>
              <a:ext cx="1392" cy="1248"/>
            </a:xfrm>
            <a:prstGeom prst="cube">
              <a:avLst>
                <a:gd name="adj" fmla="val 31491"/>
              </a:avLst>
            </a:prstGeom>
            <a:solidFill>
              <a:schemeClr val="accent1"/>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3352" name="Line 40">
              <a:extLst>
                <a:ext uri="{FF2B5EF4-FFF2-40B4-BE49-F238E27FC236}">
                  <a16:creationId xmlns:a16="http://schemas.microsoft.com/office/drawing/2014/main" id="{9482E4E2-5498-4EDB-B91B-8A40D74C3EC2}"/>
                </a:ext>
              </a:extLst>
            </p:cNvPr>
            <p:cNvSpPr>
              <a:spLocks noChangeShapeType="1"/>
            </p:cNvSpPr>
            <p:nvPr/>
          </p:nvSpPr>
          <p:spPr bwMode="auto">
            <a:xfrm>
              <a:off x="3840" y="528"/>
              <a:ext cx="0" cy="864"/>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3" name="Line 41">
              <a:extLst>
                <a:ext uri="{FF2B5EF4-FFF2-40B4-BE49-F238E27FC236}">
                  <a16:creationId xmlns:a16="http://schemas.microsoft.com/office/drawing/2014/main" id="{546AA160-42F0-4C51-C8D1-B1E27BA4BB28}"/>
                </a:ext>
              </a:extLst>
            </p:cNvPr>
            <p:cNvSpPr>
              <a:spLocks noChangeShapeType="1"/>
            </p:cNvSpPr>
            <p:nvPr/>
          </p:nvSpPr>
          <p:spPr bwMode="auto">
            <a:xfrm flipV="1">
              <a:off x="3840" y="1392"/>
              <a:ext cx="1017" cy="0"/>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4" name="Line 42">
              <a:extLst>
                <a:ext uri="{FF2B5EF4-FFF2-40B4-BE49-F238E27FC236}">
                  <a16:creationId xmlns:a16="http://schemas.microsoft.com/office/drawing/2014/main" id="{C59EE19A-11E9-F4F5-E153-E83C8B4DDDDF}"/>
                </a:ext>
              </a:extLst>
            </p:cNvPr>
            <p:cNvSpPr>
              <a:spLocks noChangeShapeType="1"/>
            </p:cNvSpPr>
            <p:nvPr/>
          </p:nvSpPr>
          <p:spPr bwMode="auto">
            <a:xfrm flipH="1">
              <a:off x="3456" y="1392"/>
              <a:ext cx="384" cy="384"/>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43">
            <a:extLst>
              <a:ext uri="{FF2B5EF4-FFF2-40B4-BE49-F238E27FC236}">
                <a16:creationId xmlns:a16="http://schemas.microsoft.com/office/drawing/2014/main" id="{16717D6F-CE02-8610-00E4-4C3F058CF180}"/>
              </a:ext>
            </a:extLst>
          </p:cNvPr>
          <p:cNvGrpSpPr>
            <a:grpSpLocks/>
          </p:cNvGrpSpPr>
          <p:nvPr/>
        </p:nvGrpSpPr>
        <p:grpSpPr bwMode="auto">
          <a:xfrm>
            <a:off x="5651500" y="5935663"/>
            <a:ext cx="1525588" cy="661987"/>
            <a:chOff x="3408" y="1728"/>
            <a:chExt cx="961" cy="417"/>
          </a:xfrm>
        </p:grpSpPr>
        <p:sp>
          <p:nvSpPr>
            <p:cNvPr id="13347" name="Line 44">
              <a:extLst>
                <a:ext uri="{FF2B5EF4-FFF2-40B4-BE49-F238E27FC236}">
                  <a16:creationId xmlns:a16="http://schemas.microsoft.com/office/drawing/2014/main" id="{E5C1AE01-4FBE-F4A2-7A81-714A972E2A55}"/>
                </a:ext>
              </a:extLst>
            </p:cNvPr>
            <p:cNvSpPr>
              <a:spLocks noChangeShapeType="1"/>
            </p:cNvSpPr>
            <p:nvPr/>
          </p:nvSpPr>
          <p:spPr bwMode="auto">
            <a:xfrm rot="2333069">
              <a:off x="3408" y="1728"/>
              <a:ext cx="1"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8" name="Line 45">
              <a:extLst>
                <a:ext uri="{FF2B5EF4-FFF2-40B4-BE49-F238E27FC236}">
                  <a16:creationId xmlns:a16="http://schemas.microsoft.com/office/drawing/2014/main" id="{543EE993-CA09-1DA9-337F-ABE25B11E41F}"/>
                </a:ext>
              </a:extLst>
            </p:cNvPr>
            <p:cNvSpPr>
              <a:spLocks noChangeShapeType="1"/>
            </p:cNvSpPr>
            <p:nvPr/>
          </p:nvSpPr>
          <p:spPr bwMode="auto">
            <a:xfrm rot="2333069">
              <a:off x="4368" y="1728"/>
              <a:ext cx="1"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9" name="Line 46">
              <a:extLst>
                <a:ext uri="{FF2B5EF4-FFF2-40B4-BE49-F238E27FC236}">
                  <a16:creationId xmlns:a16="http://schemas.microsoft.com/office/drawing/2014/main" id="{5FCA8592-DB68-4922-5D6C-E75118E64654}"/>
                </a:ext>
              </a:extLst>
            </p:cNvPr>
            <p:cNvSpPr>
              <a:spLocks noChangeShapeType="1"/>
            </p:cNvSpPr>
            <p:nvPr/>
          </p:nvSpPr>
          <p:spPr bwMode="auto">
            <a:xfrm>
              <a:off x="3408" y="1872"/>
              <a:ext cx="960" cy="0"/>
            </a:xfrm>
            <a:prstGeom prst="line">
              <a:avLst/>
            </a:prstGeom>
            <a:noFill/>
            <a:ln w="2857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350" name="Object 11">
              <a:extLst>
                <a:ext uri="{FF2B5EF4-FFF2-40B4-BE49-F238E27FC236}">
                  <a16:creationId xmlns:a16="http://schemas.microsoft.com/office/drawing/2014/main" id="{BC407AE2-8DD3-A292-8F59-EA8ABB09CBA7}"/>
                </a:ext>
              </a:extLst>
            </p:cNvPr>
            <p:cNvGraphicFramePr>
              <a:graphicFrameLocks noChangeAspect="1"/>
            </p:cNvGraphicFramePr>
            <p:nvPr/>
          </p:nvGraphicFramePr>
          <p:xfrm>
            <a:off x="3696" y="1887"/>
            <a:ext cx="384" cy="258"/>
          </p:xfrm>
          <a:graphic>
            <a:graphicData uri="http://schemas.openxmlformats.org/presentationml/2006/ole">
              <mc:AlternateContent xmlns:mc="http://schemas.openxmlformats.org/markup-compatibility/2006">
                <mc:Choice xmlns:v="urn:schemas-microsoft-com:vml" Requires="v">
                  <p:oleObj name="Equation" r:id="rId10" imgW="183129" imgH="144641" progId="Equation.3">
                    <p:embed/>
                  </p:oleObj>
                </mc:Choice>
                <mc:Fallback>
                  <p:oleObj name="Equation" r:id="rId10" imgW="183129" imgH="144641" progId="Equation.3">
                    <p:embed/>
                    <p:pic>
                      <p:nvPicPr>
                        <p:cNvPr id="13350" name="Object 11">
                          <a:extLst>
                            <a:ext uri="{FF2B5EF4-FFF2-40B4-BE49-F238E27FC236}">
                              <a16:creationId xmlns:a16="http://schemas.microsoft.com/office/drawing/2014/main" id="{BC407AE2-8DD3-A292-8F59-EA8ABB09CBA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6" y="1887"/>
                          <a:ext cx="38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48">
            <a:extLst>
              <a:ext uri="{FF2B5EF4-FFF2-40B4-BE49-F238E27FC236}">
                <a16:creationId xmlns:a16="http://schemas.microsoft.com/office/drawing/2014/main" id="{0BE4A8E6-4277-FFA2-FAF3-BB65006B4D07}"/>
              </a:ext>
            </a:extLst>
          </p:cNvPr>
          <p:cNvGrpSpPr>
            <a:grpSpLocks/>
          </p:cNvGrpSpPr>
          <p:nvPr/>
        </p:nvGrpSpPr>
        <p:grpSpPr bwMode="auto">
          <a:xfrm>
            <a:off x="7327900" y="5402263"/>
            <a:ext cx="1219200" cy="619125"/>
            <a:chOff x="4464" y="1392"/>
            <a:chExt cx="768" cy="390"/>
          </a:xfrm>
        </p:grpSpPr>
        <p:sp>
          <p:nvSpPr>
            <p:cNvPr id="13344" name="Line 49">
              <a:extLst>
                <a:ext uri="{FF2B5EF4-FFF2-40B4-BE49-F238E27FC236}">
                  <a16:creationId xmlns:a16="http://schemas.microsoft.com/office/drawing/2014/main" id="{54A6BC1D-55BE-74B6-8B53-87A7F73F6A09}"/>
                </a:ext>
              </a:extLst>
            </p:cNvPr>
            <p:cNvSpPr>
              <a:spLocks noChangeShapeType="1"/>
            </p:cNvSpPr>
            <p:nvPr/>
          </p:nvSpPr>
          <p:spPr bwMode="auto">
            <a:xfrm>
              <a:off x="4464" y="1776"/>
              <a:ext cx="288"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5" name="Line 50">
              <a:extLst>
                <a:ext uri="{FF2B5EF4-FFF2-40B4-BE49-F238E27FC236}">
                  <a16:creationId xmlns:a16="http://schemas.microsoft.com/office/drawing/2014/main" id="{3127FB07-AE96-4959-9287-B55A20E1C25D}"/>
                </a:ext>
              </a:extLst>
            </p:cNvPr>
            <p:cNvSpPr>
              <a:spLocks noChangeShapeType="1"/>
            </p:cNvSpPr>
            <p:nvPr/>
          </p:nvSpPr>
          <p:spPr bwMode="auto">
            <a:xfrm flipH="1">
              <a:off x="4608" y="1392"/>
              <a:ext cx="384" cy="384"/>
            </a:xfrm>
            <a:prstGeom prst="line">
              <a:avLst/>
            </a:prstGeom>
            <a:noFill/>
            <a:ln w="2857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346" name="Object 10">
              <a:extLst>
                <a:ext uri="{FF2B5EF4-FFF2-40B4-BE49-F238E27FC236}">
                  <a16:creationId xmlns:a16="http://schemas.microsoft.com/office/drawing/2014/main" id="{5E0EB6EB-1CA2-FDA6-1A14-9660833698F3}"/>
                </a:ext>
              </a:extLst>
            </p:cNvPr>
            <p:cNvGraphicFramePr>
              <a:graphicFrameLocks noChangeAspect="1"/>
            </p:cNvGraphicFramePr>
            <p:nvPr/>
          </p:nvGraphicFramePr>
          <p:xfrm>
            <a:off x="4848" y="1488"/>
            <a:ext cx="384" cy="294"/>
          </p:xfrm>
          <a:graphic>
            <a:graphicData uri="http://schemas.openxmlformats.org/presentationml/2006/ole">
              <mc:AlternateContent xmlns:mc="http://schemas.openxmlformats.org/markup-compatibility/2006">
                <mc:Choice xmlns:v="urn:schemas-microsoft-com:vml" Requires="v">
                  <p:oleObj name="Equation" r:id="rId12" imgW="183129" imgH="175066" progId="Equation.3">
                    <p:embed/>
                  </p:oleObj>
                </mc:Choice>
                <mc:Fallback>
                  <p:oleObj name="Equation" r:id="rId12" imgW="183129" imgH="175066" progId="Equation.3">
                    <p:embed/>
                    <p:pic>
                      <p:nvPicPr>
                        <p:cNvPr id="13346" name="Object 10">
                          <a:extLst>
                            <a:ext uri="{FF2B5EF4-FFF2-40B4-BE49-F238E27FC236}">
                              <a16:creationId xmlns:a16="http://schemas.microsoft.com/office/drawing/2014/main" id="{5E0EB6EB-1CA2-FDA6-1A14-9660833698F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48" y="1488"/>
                          <a:ext cx="384"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52">
            <a:extLst>
              <a:ext uri="{FF2B5EF4-FFF2-40B4-BE49-F238E27FC236}">
                <a16:creationId xmlns:a16="http://schemas.microsoft.com/office/drawing/2014/main" id="{4AA9C319-500C-6FE5-3BC6-F6ED8D17D0C4}"/>
              </a:ext>
            </a:extLst>
          </p:cNvPr>
          <p:cNvGrpSpPr>
            <a:grpSpLocks/>
          </p:cNvGrpSpPr>
          <p:nvPr/>
        </p:nvGrpSpPr>
        <p:grpSpPr bwMode="auto">
          <a:xfrm>
            <a:off x="7937500" y="4030663"/>
            <a:ext cx="914400" cy="1371600"/>
            <a:chOff x="4848" y="528"/>
            <a:chExt cx="576" cy="864"/>
          </a:xfrm>
        </p:grpSpPr>
        <p:sp>
          <p:nvSpPr>
            <p:cNvPr id="13340" name="Line 53">
              <a:extLst>
                <a:ext uri="{FF2B5EF4-FFF2-40B4-BE49-F238E27FC236}">
                  <a16:creationId xmlns:a16="http://schemas.microsoft.com/office/drawing/2014/main" id="{320DE3BF-CF42-9FA1-5044-8B6B49FBAEB6}"/>
                </a:ext>
              </a:extLst>
            </p:cNvPr>
            <p:cNvSpPr>
              <a:spLocks noChangeShapeType="1"/>
            </p:cNvSpPr>
            <p:nvPr/>
          </p:nvSpPr>
          <p:spPr bwMode="auto">
            <a:xfrm>
              <a:off x="4848" y="528"/>
              <a:ext cx="288"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 name="Line 54">
              <a:extLst>
                <a:ext uri="{FF2B5EF4-FFF2-40B4-BE49-F238E27FC236}">
                  <a16:creationId xmlns:a16="http://schemas.microsoft.com/office/drawing/2014/main" id="{B25769BF-2E32-2826-E337-0B4AE1E3A85A}"/>
                </a:ext>
              </a:extLst>
            </p:cNvPr>
            <p:cNvSpPr>
              <a:spLocks noChangeShapeType="1"/>
            </p:cNvSpPr>
            <p:nvPr/>
          </p:nvSpPr>
          <p:spPr bwMode="auto">
            <a:xfrm>
              <a:off x="4848" y="1392"/>
              <a:ext cx="288"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 name="Line 55">
              <a:extLst>
                <a:ext uri="{FF2B5EF4-FFF2-40B4-BE49-F238E27FC236}">
                  <a16:creationId xmlns:a16="http://schemas.microsoft.com/office/drawing/2014/main" id="{1AACC187-BE2C-2FA6-5143-F9A6A5F22732}"/>
                </a:ext>
              </a:extLst>
            </p:cNvPr>
            <p:cNvSpPr>
              <a:spLocks noChangeShapeType="1"/>
            </p:cNvSpPr>
            <p:nvPr/>
          </p:nvSpPr>
          <p:spPr bwMode="auto">
            <a:xfrm>
              <a:off x="4992" y="528"/>
              <a:ext cx="0" cy="864"/>
            </a:xfrm>
            <a:prstGeom prst="line">
              <a:avLst/>
            </a:prstGeom>
            <a:noFill/>
            <a:ln w="2857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343" name="Object 9">
              <a:extLst>
                <a:ext uri="{FF2B5EF4-FFF2-40B4-BE49-F238E27FC236}">
                  <a16:creationId xmlns:a16="http://schemas.microsoft.com/office/drawing/2014/main" id="{61374679-E9BC-BE55-D3C0-A4BD20E292AD}"/>
                </a:ext>
              </a:extLst>
            </p:cNvPr>
            <p:cNvGraphicFramePr>
              <a:graphicFrameLocks noChangeAspect="1"/>
            </p:cNvGraphicFramePr>
            <p:nvPr/>
          </p:nvGraphicFramePr>
          <p:xfrm>
            <a:off x="5040" y="816"/>
            <a:ext cx="384" cy="255"/>
          </p:xfrm>
          <a:graphic>
            <a:graphicData uri="http://schemas.openxmlformats.org/presentationml/2006/ole">
              <mc:AlternateContent xmlns:mc="http://schemas.openxmlformats.org/markup-compatibility/2006">
                <mc:Choice xmlns:v="urn:schemas-microsoft-com:vml" Requires="v">
                  <p:oleObj name="Equation" r:id="rId14" imgW="175167" imgH="137160" progId="Equation.3">
                    <p:embed/>
                  </p:oleObj>
                </mc:Choice>
                <mc:Fallback>
                  <p:oleObj name="Equation" r:id="rId14" imgW="175167" imgH="137160" progId="Equation.3">
                    <p:embed/>
                    <p:pic>
                      <p:nvPicPr>
                        <p:cNvPr id="13343" name="Object 9">
                          <a:extLst>
                            <a:ext uri="{FF2B5EF4-FFF2-40B4-BE49-F238E27FC236}">
                              <a16:creationId xmlns:a16="http://schemas.microsoft.com/office/drawing/2014/main" id="{61374679-E9BC-BE55-D3C0-A4BD20E292A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40" y="816"/>
                          <a:ext cx="384"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81657" name="Object 6">
            <a:extLst>
              <a:ext uri="{FF2B5EF4-FFF2-40B4-BE49-F238E27FC236}">
                <a16:creationId xmlns:a16="http://schemas.microsoft.com/office/drawing/2014/main" id="{DA96A67C-EBC6-93CD-DE65-9403EA3B4320}"/>
              </a:ext>
            </a:extLst>
          </p:cNvPr>
          <p:cNvGraphicFramePr>
            <a:graphicFrameLocks/>
          </p:cNvGraphicFramePr>
          <p:nvPr/>
        </p:nvGraphicFramePr>
        <p:xfrm>
          <a:off x="6948488" y="3668713"/>
          <a:ext cx="392112" cy="341312"/>
        </p:xfrm>
        <a:graphic>
          <a:graphicData uri="http://schemas.openxmlformats.org/presentationml/2006/ole">
            <mc:AlternateContent xmlns:mc="http://schemas.openxmlformats.org/markup-compatibility/2006">
              <mc:Choice xmlns:v="urn:schemas-microsoft-com:vml" Requires="v">
                <p:oleObj name="Equation" r:id="rId16" imgW="365760" imgH="312226" progId="Equation.3">
                  <p:embed/>
                </p:oleObj>
              </mc:Choice>
              <mc:Fallback>
                <p:oleObj name="Equation" r:id="rId16" imgW="365760" imgH="312226" progId="Equation.3">
                  <p:embed/>
                  <p:pic>
                    <p:nvPicPr>
                      <p:cNvPr id="281657" name="Object 6">
                        <a:extLst>
                          <a:ext uri="{FF2B5EF4-FFF2-40B4-BE49-F238E27FC236}">
                            <a16:creationId xmlns:a16="http://schemas.microsoft.com/office/drawing/2014/main" id="{DA96A67C-EBC6-93CD-DE65-9403EA3B4320}"/>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948488" y="3668713"/>
                        <a:ext cx="392112"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58" name="Object 7">
            <a:extLst>
              <a:ext uri="{FF2B5EF4-FFF2-40B4-BE49-F238E27FC236}">
                <a16:creationId xmlns:a16="http://schemas.microsoft.com/office/drawing/2014/main" id="{F674E94A-599D-DD49-4863-997E9182F4E9}"/>
              </a:ext>
            </a:extLst>
          </p:cNvPr>
          <p:cNvGraphicFramePr>
            <a:graphicFrameLocks noChangeAspect="1"/>
          </p:cNvGraphicFramePr>
          <p:nvPr/>
        </p:nvGraphicFramePr>
        <p:xfrm>
          <a:off x="7480300" y="4487863"/>
          <a:ext cx="403225" cy="511175"/>
        </p:xfrm>
        <a:graphic>
          <a:graphicData uri="http://schemas.openxmlformats.org/presentationml/2006/ole">
            <mc:AlternateContent xmlns:mc="http://schemas.openxmlformats.org/markup-compatibility/2006">
              <mc:Choice xmlns:v="urn:schemas-microsoft-com:vml" Requires="v">
                <p:oleObj name="Equation" r:id="rId18" imgW="83602" imgH="144641" progId="Equation.3">
                  <p:embed/>
                </p:oleObj>
              </mc:Choice>
              <mc:Fallback>
                <p:oleObj name="Equation" r:id="rId18" imgW="83602" imgH="144641" progId="Equation.3">
                  <p:embed/>
                  <p:pic>
                    <p:nvPicPr>
                      <p:cNvPr id="281658" name="Object 7">
                        <a:extLst>
                          <a:ext uri="{FF2B5EF4-FFF2-40B4-BE49-F238E27FC236}">
                            <a16:creationId xmlns:a16="http://schemas.microsoft.com/office/drawing/2014/main" id="{F674E94A-599D-DD49-4863-997E9182F4E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80300" y="4487863"/>
                        <a:ext cx="40322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1659" name="AutoShape 59">
            <a:extLst>
              <a:ext uri="{FF2B5EF4-FFF2-40B4-BE49-F238E27FC236}">
                <a16:creationId xmlns:a16="http://schemas.microsoft.com/office/drawing/2014/main" id="{70D41ED3-2C9F-8C84-6B4D-02562BD0C51A}"/>
              </a:ext>
            </a:extLst>
          </p:cNvPr>
          <p:cNvSpPr>
            <a:spLocks noChangeArrowheads="1"/>
          </p:cNvSpPr>
          <p:nvPr/>
        </p:nvSpPr>
        <p:spPr bwMode="auto">
          <a:xfrm>
            <a:off x="6718300" y="3808413"/>
            <a:ext cx="228600" cy="609600"/>
          </a:xfrm>
          <a:prstGeom prst="upArrow">
            <a:avLst>
              <a:gd name="adj1" fmla="val 50000"/>
              <a:gd name="adj2" fmla="val 66667"/>
            </a:avLst>
          </a:prstGeom>
          <a:solidFill>
            <a:srgbClr val="FF0000"/>
          </a:solidFill>
          <a:ln w="9525">
            <a:solidFill>
              <a:schemeClr val="tx1"/>
            </a:solidFill>
            <a:miter lim="800000"/>
            <a:headEnd/>
            <a:tailEnd/>
          </a:ln>
        </p:spPr>
        <p:txBody>
          <a:bodyPr vert="eaVert"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1660" name="AutoShape 60">
            <a:extLst>
              <a:ext uri="{FF2B5EF4-FFF2-40B4-BE49-F238E27FC236}">
                <a16:creationId xmlns:a16="http://schemas.microsoft.com/office/drawing/2014/main" id="{0781E909-ECDE-578C-5E38-2ECDC2A7D84F}"/>
              </a:ext>
            </a:extLst>
          </p:cNvPr>
          <p:cNvSpPr>
            <a:spLocks noChangeArrowheads="1"/>
          </p:cNvSpPr>
          <p:nvPr/>
        </p:nvSpPr>
        <p:spPr bwMode="auto">
          <a:xfrm rot="-2965082">
            <a:off x="7118350" y="5127625"/>
            <a:ext cx="914400" cy="228600"/>
          </a:xfrm>
          <a:prstGeom prst="rightArrow">
            <a:avLst>
              <a:gd name="adj1" fmla="val 50000"/>
              <a:gd name="adj2" fmla="val 100000"/>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1661" name="Rectangle 61">
            <a:extLst>
              <a:ext uri="{FF2B5EF4-FFF2-40B4-BE49-F238E27FC236}">
                <a16:creationId xmlns:a16="http://schemas.microsoft.com/office/drawing/2014/main" id="{DE3EDC43-CEFA-8940-F56C-33E5E71BE83B}"/>
              </a:ext>
            </a:extLst>
          </p:cNvPr>
          <p:cNvSpPr>
            <a:spLocks noChangeArrowheads="1"/>
          </p:cNvSpPr>
          <p:nvPr/>
        </p:nvSpPr>
        <p:spPr bwMode="auto">
          <a:xfrm rot="-2917623">
            <a:off x="5708651" y="5140325"/>
            <a:ext cx="742950" cy="155575"/>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1662" name="Rectangle 62">
            <a:extLst>
              <a:ext uri="{FF2B5EF4-FFF2-40B4-BE49-F238E27FC236}">
                <a16:creationId xmlns:a16="http://schemas.microsoft.com/office/drawing/2014/main" id="{261C8426-4F5F-E0CA-15CE-722485284B41}"/>
              </a:ext>
            </a:extLst>
          </p:cNvPr>
          <p:cNvSpPr>
            <a:spLocks noChangeArrowheads="1"/>
          </p:cNvSpPr>
          <p:nvPr/>
        </p:nvSpPr>
        <p:spPr bwMode="auto">
          <a:xfrm>
            <a:off x="6261100" y="4868863"/>
            <a:ext cx="762000" cy="152400"/>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1663" name="Rectangle 63">
            <a:extLst>
              <a:ext uri="{FF2B5EF4-FFF2-40B4-BE49-F238E27FC236}">
                <a16:creationId xmlns:a16="http://schemas.microsoft.com/office/drawing/2014/main" id="{3757A88F-951B-AF20-4B31-E8FE183253BF}"/>
              </a:ext>
            </a:extLst>
          </p:cNvPr>
          <p:cNvSpPr>
            <a:spLocks noChangeArrowheads="1"/>
          </p:cNvSpPr>
          <p:nvPr/>
        </p:nvSpPr>
        <p:spPr bwMode="auto">
          <a:xfrm>
            <a:off x="5727700" y="5478463"/>
            <a:ext cx="1600200" cy="1524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1664" name="Oval 64">
            <a:extLst>
              <a:ext uri="{FF2B5EF4-FFF2-40B4-BE49-F238E27FC236}">
                <a16:creationId xmlns:a16="http://schemas.microsoft.com/office/drawing/2014/main" id="{1E370FF4-6C45-7807-AFEB-9074BE3035B3}"/>
              </a:ext>
            </a:extLst>
          </p:cNvPr>
          <p:cNvSpPr>
            <a:spLocks noChangeArrowheads="1"/>
          </p:cNvSpPr>
          <p:nvPr/>
        </p:nvSpPr>
        <p:spPr bwMode="auto">
          <a:xfrm>
            <a:off x="954088" y="4995863"/>
            <a:ext cx="144462" cy="144462"/>
          </a:xfrm>
          <a:prstGeom prst="ellipse">
            <a:avLst/>
          </a:prstGeom>
          <a:solidFill>
            <a:srgbClr val="FFFF00"/>
          </a:solidFill>
          <a:ln w="9525">
            <a:solidFill>
              <a:srgbClr val="FFFF00"/>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281665" name="Object 8">
            <a:extLst>
              <a:ext uri="{FF2B5EF4-FFF2-40B4-BE49-F238E27FC236}">
                <a16:creationId xmlns:a16="http://schemas.microsoft.com/office/drawing/2014/main" id="{391B50FB-D00E-33C9-344A-77611AC2D746}"/>
              </a:ext>
            </a:extLst>
          </p:cNvPr>
          <p:cNvGraphicFramePr>
            <a:graphicFrameLocks/>
          </p:cNvGraphicFramePr>
          <p:nvPr/>
        </p:nvGraphicFramePr>
        <p:xfrm>
          <a:off x="4997450" y="6019800"/>
          <a:ext cx="190500" cy="315913"/>
        </p:xfrm>
        <a:graphic>
          <a:graphicData uri="http://schemas.openxmlformats.org/presentationml/2006/ole">
            <mc:AlternateContent xmlns:mc="http://schemas.openxmlformats.org/markup-compatibility/2006">
              <mc:Choice xmlns:v="urn:schemas-microsoft-com:vml" Requires="v">
                <p:oleObj name="Equation" r:id="rId20" imgW="160238" imgH="289782" progId="Equation.3">
                  <p:embed/>
                </p:oleObj>
              </mc:Choice>
              <mc:Fallback>
                <p:oleObj name="Equation" r:id="rId20" imgW="160238" imgH="289782" progId="Equation.3">
                  <p:embed/>
                  <p:pic>
                    <p:nvPicPr>
                      <p:cNvPr id="281665" name="Object 8">
                        <a:extLst>
                          <a:ext uri="{FF2B5EF4-FFF2-40B4-BE49-F238E27FC236}">
                            <a16:creationId xmlns:a16="http://schemas.microsoft.com/office/drawing/2014/main" id="{391B50FB-D00E-33C9-344A-77611AC2D746}"/>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97450" y="6019800"/>
                        <a:ext cx="1905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1666" name="Text Box 66">
            <a:extLst>
              <a:ext uri="{FF2B5EF4-FFF2-40B4-BE49-F238E27FC236}">
                <a16:creationId xmlns:a16="http://schemas.microsoft.com/office/drawing/2014/main" id="{7B27DAED-D8EC-6024-7C87-A1756B2BBDF6}"/>
              </a:ext>
            </a:extLst>
          </p:cNvPr>
          <p:cNvSpPr txBox="1">
            <a:spLocks noChangeArrowheads="1"/>
          </p:cNvSpPr>
          <p:nvPr/>
        </p:nvSpPr>
        <p:spPr bwMode="auto">
          <a:xfrm>
            <a:off x="1123950" y="5924550"/>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设单位长度上的束缚电流为</a:t>
            </a:r>
          </a:p>
        </p:txBody>
      </p:sp>
      <p:sp>
        <p:nvSpPr>
          <p:cNvPr id="281667" name="Text Box 67">
            <a:extLst>
              <a:ext uri="{FF2B5EF4-FFF2-40B4-BE49-F238E27FC236}">
                <a16:creationId xmlns:a16="http://schemas.microsoft.com/office/drawing/2014/main" id="{87270B38-5692-688A-165E-2C58BDCB8573}"/>
              </a:ext>
            </a:extLst>
          </p:cNvPr>
          <p:cNvSpPr txBox="1">
            <a:spLocks noChangeArrowheads="1"/>
          </p:cNvSpPr>
          <p:nvPr/>
        </p:nvSpPr>
        <p:spPr bwMode="auto">
          <a:xfrm>
            <a:off x="1117600" y="5349875"/>
            <a:ext cx="4894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latin typeface="楷体_GB2312" pitchFamily="49" charset="-122"/>
                <a:ea typeface="楷体_GB2312" pitchFamily="49" charset="-122"/>
              </a:rPr>
              <a:t>沿</a:t>
            </a:r>
            <a:r>
              <a:rPr lang="en-US" altLang="zh-CN">
                <a:ea typeface="楷体_GB2312" pitchFamily="49" charset="-122"/>
              </a:rPr>
              <a:t>Z</a:t>
            </a:r>
            <a:r>
              <a:rPr lang="zh-CN" altLang="en-US">
                <a:latin typeface="楷体_GB2312" pitchFamily="49" charset="-122"/>
                <a:ea typeface="楷体_GB2312" pitchFamily="49" charset="-122"/>
              </a:rPr>
              <a:t>方向磁化的介质体元</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1621"/>
                                        </p:tgtEl>
                                        <p:attrNameLst>
                                          <p:attrName>style.visibility</p:attrName>
                                        </p:attrNameLst>
                                      </p:cBhvr>
                                      <p:to>
                                        <p:strVal val="visible"/>
                                      </p:to>
                                    </p:set>
                                    <p:animEffect transition="in" filter="wipe(left)">
                                      <p:cBhvr>
                                        <p:cTn id="7" dur="2000"/>
                                        <p:tgtEl>
                                          <p:spTgt spid="2816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1622"/>
                                        </p:tgtEl>
                                        <p:attrNameLst>
                                          <p:attrName>style.visibility</p:attrName>
                                        </p:attrNameLst>
                                      </p:cBhvr>
                                      <p:to>
                                        <p:strVal val="visible"/>
                                      </p:to>
                                    </p:set>
                                    <p:animEffect transition="in" filter="wipe(left)">
                                      <p:cBhvr>
                                        <p:cTn id="12" dur="500"/>
                                        <p:tgtEl>
                                          <p:spTgt spid="2816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81623"/>
                                        </p:tgtEl>
                                        <p:attrNameLst>
                                          <p:attrName>style.visibility</p:attrName>
                                        </p:attrNameLst>
                                      </p:cBhvr>
                                      <p:to>
                                        <p:strVal val="visible"/>
                                      </p:to>
                                    </p:set>
                                    <p:animEffect transition="in" filter="wipe(left)">
                                      <p:cBhvr>
                                        <p:cTn id="17" dur="500"/>
                                        <p:tgtEl>
                                          <p:spTgt spid="2816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1624"/>
                                        </p:tgtEl>
                                        <p:attrNameLst>
                                          <p:attrName>style.visibility</p:attrName>
                                        </p:attrNameLst>
                                      </p:cBhvr>
                                      <p:to>
                                        <p:strVal val="visible"/>
                                      </p:to>
                                    </p:set>
                                    <p:animEffect transition="in" filter="wipe(left)">
                                      <p:cBhvr>
                                        <p:cTn id="22" dur="2000"/>
                                        <p:tgtEl>
                                          <p:spTgt spid="2816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81625"/>
                                        </p:tgtEl>
                                        <p:attrNameLst>
                                          <p:attrName>style.visibility</p:attrName>
                                        </p:attrNameLst>
                                      </p:cBhvr>
                                      <p:to>
                                        <p:strVal val="visible"/>
                                      </p:to>
                                    </p:set>
                                    <p:animEffect transition="in" filter="wipe(left)">
                                      <p:cBhvr>
                                        <p:cTn id="27" dur="2000"/>
                                        <p:tgtEl>
                                          <p:spTgt spid="2816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81620"/>
                                        </p:tgtEl>
                                        <p:attrNameLst>
                                          <p:attrName>style.visibility</p:attrName>
                                        </p:attrNameLst>
                                      </p:cBhvr>
                                      <p:to>
                                        <p:strVal val="visible"/>
                                      </p:to>
                                    </p:set>
                                    <p:animEffect transition="in" filter="dissolve">
                                      <p:cBhvr>
                                        <p:cTn id="32" dur="2000"/>
                                        <p:tgtEl>
                                          <p:spTgt spid="2816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81626"/>
                                        </p:tgtEl>
                                        <p:attrNameLst>
                                          <p:attrName>style.visibility</p:attrName>
                                        </p:attrNameLst>
                                      </p:cBhvr>
                                      <p:to>
                                        <p:strVal val="visible"/>
                                      </p:to>
                                    </p:set>
                                    <p:animEffect transition="in" filter="wipe(left)">
                                      <p:cBhvr>
                                        <p:cTn id="37" dur="500"/>
                                        <p:tgtEl>
                                          <p:spTgt spid="2816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iterate type="wd">
                                    <p:tmPct val="40000"/>
                                  </p:iterate>
                                  <p:childTnLst>
                                    <p:set>
                                      <p:cBhvr>
                                        <p:cTn id="41" dur="1" fill="hold">
                                          <p:stCondLst>
                                            <p:cond delay="0"/>
                                          </p:stCondLst>
                                        </p:cTn>
                                        <p:tgtEl>
                                          <p:spTgt spid="281627"/>
                                        </p:tgtEl>
                                        <p:attrNameLst>
                                          <p:attrName>style.visibility</p:attrName>
                                        </p:attrNameLst>
                                      </p:cBhvr>
                                      <p:to>
                                        <p:strVal val="visible"/>
                                      </p:to>
                                    </p:set>
                                    <p:animEffect transition="in" filter="wipe(left)">
                                      <p:cBhvr>
                                        <p:cTn id="42" dur="500"/>
                                        <p:tgtEl>
                                          <p:spTgt spid="28162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81633"/>
                                        </p:tgtEl>
                                        <p:attrNameLst>
                                          <p:attrName>style.visibility</p:attrName>
                                        </p:attrNameLst>
                                      </p:cBhvr>
                                      <p:to>
                                        <p:strVal val="visible"/>
                                      </p:to>
                                    </p:set>
                                    <p:animEffect transition="in" filter="wipe(left)">
                                      <p:cBhvr>
                                        <p:cTn id="47" dur="500"/>
                                        <p:tgtEl>
                                          <p:spTgt spid="281633"/>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281628"/>
                                        </p:tgtEl>
                                        <p:attrNameLst>
                                          <p:attrName>style.visibility</p:attrName>
                                        </p:attrNameLst>
                                      </p:cBhvr>
                                      <p:to>
                                        <p:strVal val="visible"/>
                                      </p:to>
                                    </p:set>
                                    <p:animEffect transition="in" filter="wipe(left)">
                                      <p:cBhvr>
                                        <p:cTn id="51" dur="500"/>
                                        <p:tgtEl>
                                          <p:spTgt spid="28162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281664"/>
                                        </p:tgtEl>
                                        <p:attrNameLst>
                                          <p:attrName>style.visibility</p:attrName>
                                        </p:attrNameLst>
                                      </p:cBhvr>
                                      <p:to>
                                        <p:strVal val="visible"/>
                                      </p:to>
                                    </p:set>
                                  </p:childTnLst>
                                </p:cTn>
                              </p:par>
                            </p:childTnLst>
                          </p:cTn>
                        </p:par>
                        <p:par>
                          <p:cTn id="56" fill="hold" nodeType="afterGroup">
                            <p:stCondLst>
                              <p:cond delay="0"/>
                            </p:stCondLst>
                            <p:childTnLst>
                              <p:par>
                                <p:cTn id="57" presetID="22" presetClass="entr" presetSubtype="8" fill="hold" nodeType="afterEffect">
                                  <p:stCondLst>
                                    <p:cond delay="0"/>
                                  </p:stCondLst>
                                  <p:childTnLst>
                                    <p:set>
                                      <p:cBhvr>
                                        <p:cTn id="58" dur="1" fill="hold">
                                          <p:stCondLst>
                                            <p:cond delay="0"/>
                                          </p:stCondLst>
                                        </p:cTn>
                                        <p:tgtEl>
                                          <p:spTgt spid="281636"/>
                                        </p:tgtEl>
                                        <p:attrNameLst>
                                          <p:attrName>style.visibility</p:attrName>
                                        </p:attrNameLst>
                                      </p:cBhvr>
                                      <p:to>
                                        <p:strVal val="visible"/>
                                      </p:to>
                                    </p:set>
                                    <p:animEffect transition="in" filter="wipe(left)">
                                      <p:cBhvr>
                                        <p:cTn id="59" dur="500"/>
                                        <p:tgtEl>
                                          <p:spTgt spid="28163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32" fill="hold" nodeType="click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box(out)">
                                      <p:cBhvr>
                                        <p:cTn id="64" dur="500"/>
                                        <p:tgtEl>
                                          <p:spTgt spid="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6" presetClass="entr" presetSubtype="37" fill="hold"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barn(outVertical)">
                                      <p:cBhvr>
                                        <p:cTn id="69" dur="500"/>
                                        <p:tgtEl>
                                          <p:spTgt spid="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6" presetClass="entr" presetSubtype="42" fill="hold"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barn(outHorizontal)">
                                      <p:cBhvr>
                                        <p:cTn id="74" dur="500"/>
                                        <p:tgtEl>
                                          <p:spTgt spid="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6" presetClass="entr" presetSubtype="42"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barn(outHorizontal)">
                                      <p:cBhvr>
                                        <p:cTn id="79" dur="500"/>
                                        <p:tgtEl>
                                          <p:spTgt spid="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2" presetClass="entr" presetSubtype="4" fill="hold" nodeType="clickEffect">
                                  <p:stCondLst>
                                    <p:cond delay="0"/>
                                  </p:stCondLst>
                                  <p:childTnLst>
                                    <p:set>
                                      <p:cBhvr>
                                        <p:cTn id="83" dur="1" fill="hold">
                                          <p:stCondLst>
                                            <p:cond delay="0"/>
                                          </p:stCondLst>
                                        </p:cTn>
                                        <p:tgtEl>
                                          <p:spTgt spid="281659"/>
                                        </p:tgtEl>
                                        <p:attrNameLst>
                                          <p:attrName>style.visibility</p:attrName>
                                        </p:attrNameLst>
                                      </p:cBhvr>
                                      <p:to>
                                        <p:strVal val="visible"/>
                                      </p:to>
                                    </p:set>
                                    <p:animEffect transition="in" filter="slide(fromBottom)">
                                      <p:cBhvr>
                                        <p:cTn id="84" dur="500"/>
                                        <p:tgtEl>
                                          <p:spTgt spid="281659"/>
                                        </p:tgtEl>
                                      </p:cBhvr>
                                    </p:animEffect>
                                  </p:childTnLst>
                                </p:cTn>
                              </p:par>
                            </p:childTnLst>
                          </p:cTn>
                        </p:par>
                        <p:par>
                          <p:cTn id="85" fill="hold" nodeType="afterGroup">
                            <p:stCondLst>
                              <p:cond delay="500"/>
                            </p:stCondLst>
                            <p:childTnLst>
                              <p:par>
                                <p:cTn id="86" presetID="1" presetClass="entr" presetSubtype="0" fill="hold" nodeType="afterEffect">
                                  <p:stCondLst>
                                    <p:cond delay="0"/>
                                  </p:stCondLst>
                                  <p:childTnLst>
                                    <p:set>
                                      <p:cBhvr>
                                        <p:cTn id="87" dur="1" fill="hold">
                                          <p:stCondLst>
                                            <p:cond delay="499"/>
                                          </p:stCondLst>
                                        </p:cTn>
                                        <p:tgtEl>
                                          <p:spTgt spid="281657"/>
                                        </p:tgtEl>
                                        <p:attrNameLst>
                                          <p:attrName>style.visibility</p:attrName>
                                        </p:attrNameLst>
                                      </p:cBhvr>
                                      <p:to>
                                        <p:strVal val="visible"/>
                                      </p:to>
                                    </p:set>
                                  </p:childTnLst>
                                </p:cTn>
                              </p:par>
                            </p:childTnLst>
                          </p:cTn>
                        </p:par>
                        <p:par>
                          <p:cTn id="88" fill="hold" nodeType="afterGroup">
                            <p:stCondLst>
                              <p:cond delay="1000"/>
                            </p:stCondLst>
                            <p:childTnLst>
                              <p:par>
                                <p:cTn id="89" presetID="12" presetClass="entr" presetSubtype="2" fill="hold" nodeType="afterEffect">
                                  <p:stCondLst>
                                    <p:cond delay="0"/>
                                  </p:stCondLst>
                                  <p:childTnLst>
                                    <p:set>
                                      <p:cBhvr>
                                        <p:cTn id="90" dur="1" fill="hold">
                                          <p:stCondLst>
                                            <p:cond delay="0"/>
                                          </p:stCondLst>
                                        </p:cTn>
                                        <p:tgtEl>
                                          <p:spTgt spid="281662"/>
                                        </p:tgtEl>
                                        <p:attrNameLst>
                                          <p:attrName>style.visibility</p:attrName>
                                        </p:attrNameLst>
                                      </p:cBhvr>
                                      <p:to>
                                        <p:strVal val="visible"/>
                                      </p:to>
                                    </p:set>
                                    <p:animEffect transition="in" filter="slide(fromRight)">
                                      <p:cBhvr>
                                        <p:cTn id="91" dur="500"/>
                                        <p:tgtEl>
                                          <p:spTgt spid="281662"/>
                                        </p:tgtEl>
                                      </p:cBhvr>
                                    </p:animEffect>
                                  </p:childTnLst>
                                </p:cTn>
                              </p:par>
                            </p:childTnLst>
                          </p:cTn>
                        </p:par>
                        <p:par>
                          <p:cTn id="92" fill="hold" nodeType="afterGroup">
                            <p:stCondLst>
                              <p:cond delay="1500"/>
                            </p:stCondLst>
                            <p:childTnLst>
                              <p:par>
                                <p:cTn id="93" presetID="22" presetClass="entr" presetSubtype="1" fill="hold" nodeType="afterEffect">
                                  <p:stCondLst>
                                    <p:cond delay="0"/>
                                  </p:stCondLst>
                                  <p:childTnLst>
                                    <p:set>
                                      <p:cBhvr>
                                        <p:cTn id="94" dur="1" fill="hold">
                                          <p:stCondLst>
                                            <p:cond delay="0"/>
                                          </p:stCondLst>
                                        </p:cTn>
                                        <p:tgtEl>
                                          <p:spTgt spid="281661"/>
                                        </p:tgtEl>
                                        <p:attrNameLst>
                                          <p:attrName>style.visibility</p:attrName>
                                        </p:attrNameLst>
                                      </p:cBhvr>
                                      <p:to>
                                        <p:strVal val="visible"/>
                                      </p:to>
                                    </p:set>
                                    <p:animEffect transition="in" filter="wipe(up)">
                                      <p:cBhvr>
                                        <p:cTn id="95" dur="500"/>
                                        <p:tgtEl>
                                          <p:spTgt spid="281661"/>
                                        </p:tgtEl>
                                      </p:cBhvr>
                                    </p:animEffect>
                                  </p:childTnLst>
                                </p:cTn>
                              </p:par>
                            </p:childTnLst>
                          </p:cTn>
                        </p:par>
                        <p:par>
                          <p:cTn id="96" fill="hold" nodeType="afterGroup">
                            <p:stCondLst>
                              <p:cond delay="2000"/>
                            </p:stCondLst>
                            <p:childTnLst>
                              <p:par>
                                <p:cTn id="97" presetID="22" presetClass="entr" presetSubtype="8" fill="hold" nodeType="afterEffect">
                                  <p:stCondLst>
                                    <p:cond delay="0"/>
                                  </p:stCondLst>
                                  <p:childTnLst>
                                    <p:set>
                                      <p:cBhvr>
                                        <p:cTn id="98" dur="1" fill="hold">
                                          <p:stCondLst>
                                            <p:cond delay="0"/>
                                          </p:stCondLst>
                                        </p:cTn>
                                        <p:tgtEl>
                                          <p:spTgt spid="281663"/>
                                        </p:tgtEl>
                                        <p:attrNameLst>
                                          <p:attrName>style.visibility</p:attrName>
                                        </p:attrNameLst>
                                      </p:cBhvr>
                                      <p:to>
                                        <p:strVal val="visible"/>
                                      </p:to>
                                    </p:set>
                                    <p:animEffect transition="in" filter="wipe(left)">
                                      <p:cBhvr>
                                        <p:cTn id="99" dur="500"/>
                                        <p:tgtEl>
                                          <p:spTgt spid="281663"/>
                                        </p:tgtEl>
                                      </p:cBhvr>
                                    </p:animEffect>
                                  </p:childTnLst>
                                </p:cTn>
                              </p:par>
                            </p:childTnLst>
                          </p:cTn>
                        </p:par>
                        <p:par>
                          <p:cTn id="100" fill="hold" nodeType="afterGroup">
                            <p:stCondLst>
                              <p:cond delay="2500"/>
                            </p:stCondLst>
                            <p:childTnLst>
                              <p:par>
                                <p:cTn id="101" presetID="22" presetClass="entr" presetSubtype="4" fill="hold" nodeType="afterEffect">
                                  <p:stCondLst>
                                    <p:cond delay="0"/>
                                  </p:stCondLst>
                                  <p:childTnLst>
                                    <p:set>
                                      <p:cBhvr>
                                        <p:cTn id="102" dur="1" fill="hold">
                                          <p:stCondLst>
                                            <p:cond delay="0"/>
                                          </p:stCondLst>
                                        </p:cTn>
                                        <p:tgtEl>
                                          <p:spTgt spid="281660"/>
                                        </p:tgtEl>
                                        <p:attrNameLst>
                                          <p:attrName>style.visibility</p:attrName>
                                        </p:attrNameLst>
                                      </p:cBhvr>
                                      <p:to>
                                        <p:strVal val="visible"/>
                                      </p:to>
                                    </p:set>
                                    <p:animEffect transition="in" filter="wipe(down)">
                                      <p:cBhvr>
                                        <p:cTn id="103" dur="500"/>
                                        <p:tgtEl>
                                          <p:spTgt spid="281660"/>
                                        </p:tgtEl>
                                      </p:cBhvr>
                                    </p:animEffect>
                                  </p:childTnLst>
                                </p:cTn>
                              </p:par>
                            </p:childTnLst>
                          </p:cTn>
                        </p:par>
                        <p:par>
                          <p:cTn id="104" fill="hold" nodeType="afterGroup">
                            <p:stCondLst>
                              <p:cond delay="3000"/>
                            </p:stCondLst>
                            <p:childTnLst>
                              <p:par>
                                <p:cTn id="105" presetID="1" presetClass="entr" presetSubtype="0" fill="hold" nodeType="afterEffect">
                                  <p:stCondLst>
                                    <p:cond delay="0"/>
                                  </p:stCondLst>
                                  <p:childTnLst>
                                    <p:set>
                                      <p:cBhvr>
                                        <p:cTn id="106" dur="1" fill="hold">
                                          <p:stCondLst>
                                            <p:cond delay="499"/>
                                          </p:stCondLst>
                                        </p:cTn>
                                        <p:tgtEl>
                                          <p:spTgt spid="281658"/>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281667"/>
                                        </p:tgtEl>
                                        <p:attrNameLst>
                                          <p:attrName>style.visibility</p:attrName>
                                        </p:attrNameLst>
                                      </p:cBhvr>
                                      <p:to>
                                        <p:strVal val="visible"/>
                                      </p:to>
                                    </p:set>
                                    <p:animEffect transition="in" filter="wipe(left)">
                                      <p:cBhvr>
                                        <p:cTn id="111" dur="500"/>
                                        <p:tgtEl>
                                          <p:spTgt spid="281667"/>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281666"/>
                                        </p:tgtEl>
                                        <p:attrNameLst>
                                          <p:attrName>style.visibility</p:attrName>
                                        </p:attrNameLst>
                                      </p:cBhvr>
                                      <p:to>
                                        <p:strVal val="visible"/>
                                      </p:to>
                                    </p:set>
                                    <p:animEffect transition="in" filter="wipe(left)">
                                      <p:cBhvr>
                                        <p:cTn id="116" dur="500"/>
                                        <p:tgtEl>
                                          <p:spTgt spid="281666"/>
                                        </p:tgtEl>
                                      </p:cBhvr>
                                    </p:animEffect>
                                  </p:childTnLst>
                                </p:cTn>
                              </p:par>
                            </p:childTnLst>
                          </p:cTn>
                        </p:par>
                        <p:par>
                          <p:cTn id="117" fill="hold" nodeType="afterGroup">
                            <p:stCondLst>
                              <p:cond delay="500"/>
                            </p:stCondLst>
                            <p:childTnLst>
                              <p:par>
                                <p:cTn id="118" presetID="22" presetClass="entr" presetSubtype="8" fill="hold" nodeType="afterEffect">
                                  <p:stCondLst>
                                    <p:cond delay="0"/>
                                  </p:stCondLst>
                                  <p:childTnLst>
                                    <p:set>
                                      <p:cBhvr>
                                        <p:cTn id="119" dur="1" fill="hold">
                                          <p:stCondLst>
                                            <p:cond delay="0"/>
                                          </p:stCondLst>
                                        </p:cTn>
                                        <p:tgtEl>
                                          <p:spTgt spid="281665"/>
                                        </p:tgtEl>
                                        <p:attrNameLst>
                                          <p:attrName>style.visibility</p:attrName>
                                        </p:attrNameLst>
                                      </p:cBhvr>
                                      <p:to>
                                        <p:strVal val="visible"/>
                                      </p:to>
                                    </p:set>
                                    <p:animEffect transition="in" filter="wipe(left)">
                                      <p:cBhvr>
                                        <p:cTn id="120" dur="500"/>
                                        <p:tgtEl>
                                          <p:spTgt spid="281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20" grpId="0" animBg="1"/>
      <p:bldP spid="281623" grpId="0" autoUpdateAnimBg="0"/>
      <p:bldP spid="281626" grpId="0" autoUpdateAnimBg="0"/>
      <p:bldP spid="281627" grpId="0" autoUpdateAnimBg="0"/>
      <p:bldP spid="281628" grpId="0" autoUpdateAnimBg="0"/>
      <p:bldP spid="281636" grpId="0" autoUpdateAnimBg="0"/>
      <p:bldP spid="281659" grpId="0" animBg="1"/>
      <p:bldP spid="281660" grpId="0" animBg="1"/>
      <p:bldP spid="281661" grpId="0" animBg="1"/>
      <p:bldP spid="281662" grpId="0" animBg="1"/>
      <p:bldP spid="281663" grpId="0" animBg="1"/>
      <p:bldP spid="281664" grpId="0" animBg="1"/>
      <p:bldP spid="281666" grpId="0" autoUpdateAnimBg="0"/>
      <p:bldP spid="281667"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0818" name="Object 2">
            <a:extLst>
              <a:ext uri="{FF2B5EF4-FFF2-40B4-BE49-F238E27FC236}">
                <a16:creationId xmlns:a16="http://schemas.microsoft.com/office/drawing/2014/main" id="{9018B8F4-6B39-4AD6-0AF4-733CE8E97486}"/>
              </a:ext>
            </a:extLst>
          </p:cNvPr>
          <p:cNvGraphicFramePr>
            <a:graphicFrameLocks/>
          </p:cNvGraphicFramePr>
          <p:nvPr/>
        </p:nvGraphicFramePr>
        <p:xfrm>
          <a:off x="1614488" y="5845175"/>
          <a:ext cx="2843212" cy="608013"/>
        </p:xfrm>
        <a:graphic>
          <a:graphicData uri="http://schemas.openxmlformats.org/presentationml/2006/ole">
            <mc:AlternateContent xmlns:mc="http://schemas.openxmlformats.org/markup-compatibility/2006">
              <mc:Choice xmlns:v="urn:schemas-microsoft-com:vml" Requires="v">
                <p:oleObj name="公式" r:id="rId2" imgW="2811624" imgH="579065" progId="Equation.3">
                  <p:embed/>
                </p:oleObj>
              </mc:Choice>
              <mc:Fallback>
                <p:oleObj name="公式" r:id="rId2" imgW="2811624" imgH="579065" progId="Equation.3">
                  <p:embed/>
                  <p:pic>
                    <p:nvPicPr>
                      <p:cNvPr id="290818" name="Object 2">
                        <a:extLst>
                          <a:ext uri="{FF2B5EF4-FFF2-40B4-BE49-F238E27FC236}">
                            <a16:creationId xmlns:a16="http://schemas.microsoft.com/office/drawing/2014/main" id="{9018B8F4-6B39-4AD6-0AF4-733CE8E9748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4488" y="5845175"/>
                        <a:ext cx="2843212"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0819" name="Text Box 3">
            <a:extLst>
              <a:ext uri="{FF2B5EF4-FFF2-40B4-BE49-F238E27FC236}">
                <a16:creationId xmlns:a16="http://schemas.microsoft.com/office/drawing/2014/main" id="{3064FB39-B1DA-3126-1849-3DEA9DDC7688}"/>
              </a:ext>
            </a:extLst>
          </p:cNvPr>
          <p:cNvSpPr txBox="1">
            <a:spLocks noChangeArrowheads="1"/>
          </p:cNvSpPr>
          <p:nvPr/>
        </p:nvSpPr>
        <p:spPr bwMode="auto">
          <a:xfrm>
            <a:off x="785813" y="4654550"/>
            <a:ext cx="78311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latin typeface="楷体_GB2312" pitchFamily="49" charset="-122"/>
                <a:ea typeface="楷体_GB2312" pitchFamily="49" charset="-122"/>
              </a:rPr>
              <a:t>取任意闭合回路</a:t>
            </a:r>
            <a:r>
              <a:rPr lang="zh-CN" altLang="en-US" i="1">
                <a:solidFill>
                  <a:srgbClr val="66FFFF"/>
                </a:solidFill>
                <a:ea typeface="楷体_GB2312" pitchFamily="49" charset="-122"/>
              </a:rPr>
              <a:t> </a:t>
            </a:r>
            <a:r>
              <a:rPr lang="en-US" altLang="zh-CN" i="1">
                <a:solidFill>
                  <a:srgbClr val="66FFFF"/>
                </a:solidFill>
                <a:ea typeface="楷体_GB2312" pitchFamily="49" charset="-122"/>
              </a:rPr>
              <a:t>L</a:t>
            </a:r>
            <a:r>
              <a:rPr lang="zh-CN" altLang="en-US">
                <a:latin typeface="楷体_GB2312" pitchFamily="49" charset="-122"/>
                <a:ea typeface="楷体_GB2312" pitchFamily="49" charset="-122"/>
              </a:rPr>
              <a:t>，则磁化强度</a:t>
            </a:r>
            <a:r>
              <a:rPr lang="en-US" altLang="zh-CN" i="1">
                <a:solidFill>
                  <a:srgbClr val="66FFFF"/>
                </a:solidFill>
                <a:ea typeface="楷体_GB2312" pitchFamily="49" charset="-122"/>
              </a:rPr>
              <a:t>M</a:t>
            </a:r>
            <a:r>
              <a:rPr lang="en-US" altLang="zh-CN">
                <a:solidFill>
                  <a:srgbClr val="66FFFF"/>
                </a:solidFill>
                <a:ea typeface="楷体_GB2312" pitchFamily="49" charset="-122"/>
              </a:rPr>
              <a:t> </a:t>
            </a:r>
            <a:r>
              <a:rPr lang="zh-CN" altLang="en-US">
                <a:latin typeface="楷体_GB2312" pitchFamily="49" charset="-122"/>
                <a:ea typeface="楷体_GB2312" pitchFamily="49" charset="-122"/>
              </a:rPr>
              <a:t>沿</a:t>
            </a:r>
            <a:r>
              <a:rPr lang="en-US" altLang="zh-CN" i="1">
                <a:solidFill>
                  <a:srgbClr val="66FFFF"/>
                </a:solidFill>
                <a:ea typeface="楷体_GB2312" pitchFamily="49" charset="-122"/>
              </a:rPr>
              <a:t>L</a:t>
            </a:r>
            <a:r>
              <a:rPr lang="en-US" altLang="zh-CN">
                <a:solidFill>
                  <a:srgbClr val="66FFFF"/>
                </a:solidFill>
                <a:ea typeface="楷体_GB2312" pitchFamily="49" charset="-122"/>
              </a:rPr>
              <a:t> </a:t>
            </a:r>
            <a:r>
              <a:rPr lang="zh-CN" altLang="en-US">
                <a:latin typeface="楷体_GB2312" pitchFamily="49" charset="-122"/>
                <a:ea typeface="楷体_GB2312" pitchFamily="49" charset="-122"/>
              </a:rPr>
              <a:t>的积分等于穿过此</a:t>
            </a:r>
          </a:p>
          <a:p>
            <a:pPr>
              <a:lnSpc>
                <a:spcPct val="125000"/>
              </a:lnSpc>
            </a:pPr>
            <a:r>
              <a:rPr lang="zh-CN" altLang="en-US">
                <a:latin typeface="楷体_GB2312" pitchFamily="49" charset="-122"/>
                <a:ea typeface="楷体_GB2312" pitchFamily="49" charset="-122"/>
              </a:rPr>
              <a:t>积分回路围成的面积上束缚电流强度的代数和。</a:t>
            </a:r>
          </a:p>
        </p:txBody>
      </p:sp>
      <p:sp>
        <p:nvSpPr>
          <p:cNvPr id="290820" name="Text Box 4">
            <a:extLst>
              <a:ext uri="{FF2B5EF4-FFF2-40B4-BE49-F238E27FC236}">
                <a16:creationId xmlns:a16="http://schemas.microsoft.com/office/drawing/2014/main" id="{A678CCA0-0B53-36EA-5F42-FA657828719D}"/>
              </a:ext>
            </a:extLst>
          </p:cNvPr>
          <p:cNvSpPr txBox="1">
            <a:spLocks noChangeArrowheads="1"/>
          </p:cNvSpPr>
          <p:nvPr/>
        </p:nvSpPr>
        <p:spPr bwMode="auto">
          <a:xfrm>
            <a:off x="4953000" y="5916613"/>
            <a:ext cx="2003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 (</a:t>
            </a:r>
            <a:r>
              <a:rPr lang="zh-CN" altLang="en-US">
                <a:ea typeface="楷体_GB2312" pitchFamily="49" charset="-122"/>
              </a:rPr>
              <a:t>普遍关系式</a:t>
            </a:r>
            <a:r>
              <a:rPr lang="en-US" altLang="zh-CN">
                <a:ea typeface="楷体_GB2312" pitchFamily="49" charset="-122"/>
              </a:rPr>
              <a:t>)</a:t>
            </a:r>
          </a:p>
        </p:txBody>
      </p:sp>
      <p:graphicFrame>
        <p:nvGraphicFramePr>
          <p:cNvPr id="290821" name="Object 3">
            <a:extLst>
              <a:ext uri="{FF2B5EF4-FFF2-40B4-BE49-F238E27FC236}">
                <a16:creationId xmlns:a16="http://schemas.microsoft.com/office/drawing/2014/main" id="{63B180CA-87C6-A30C-A83A-CBDD380CF5E7}"/>
              </a:ext>
            </a:extLst>
          </p:cNvPr>
          <p:cNvGraphicFramePr>
            <a:graphicFrameLocks/>
          </p:cNvGraphicFramePr>
          <p:nvPr/>
        </p:nvGraphicFramePr>
        <p:xfrm>
          <a:off x="1519238" y="1168400"/>
          <a:ext cx="1147762" cy="315913"/>
        </p:xfrm>
        <a:graphic>
          <a:graphicData uri="http://schemas.openxmlformats.org/presentationml/2006/ole">
            <mc:AlternateContent xmlns:mc="http://schemas.openxmlformats.org/markup-compatibility/2006">
              <mc:Choice xmlns:v="urn:schemas-microsoft-com:vml" Requires="v">
                <p:oleObj name="Equation" r:id="rId4" imgW="1112707" imgH="289782" progId="Equation.3">
                  <p:embed/>
                </p:oleObj>
              </mc:Choice>
              <mc:Fallback>
                <p:oleObj name="Equation" r:id="rId4" imgW="1112707" imgH="289782" progId="Equation.3">
                  <p:embed/>
                  <p:pic>
                    <p:nvPicPr>
                      <p:cNvPr id="290821" name="Object 3">
                        <a:extLst>
                          <a:ext uri="{FF2B5EF4-FFF2-40B4-BE49-F238E27FC236}">
                            <a16:creationId xmlns:a16="http://schemas.microsoft.com/office/drawing/2014/main" id="{63B180CA-87C6-A30C-A83A-CBDD380CF5E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9238" y="1168400"/>
                        <a:ext cx="1147762"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2" name="Object 4">
            <a:extLst>
              <a:ext uri="{FF2B5EF4-FFF2-40B4-BE49-F238E27FC236}">
                <a16:creationId xmlns:a16="http://schemas.microsoft.com/office/drawing/2014/main" id="{A9B24DFC-D5DF-5877-90BB-C02FD1CAE9E8}"/>
              </a:ext>
            </a:extLst>
          </p:cNvPr>
          <p:cNvGraphicFramePr>
            <a:graphicFrameLocks/>
          </p:cNvGraphicFramePr>
          <p:nvPr/>
        </p:nvGraphicFramePr>
        <p:xfrm>
          <a:off x="1538288" y="2387600"/>
          <a:ext cx="1652587" cy="431800"/>
        </p:xfrm>
        <a:graphic>
          <a:graphicData uri="http://schemas.openxmlformats.org/presentationml/2006/ole">
            <mc:AlternateContent xmlns:mc="http://schemas.openxmlformats.org/markup-compatibility/2006">
              <mc:Choice xmlns:v="urn:schemas-microsoft-com:vml" Requires="v">
                <p:oleObj name="Equation" r:id="rId6" imgW="1623278" imgH="403999" progId="Equation.3">
                  <p:embed/>
                </p:oleObj>
              </mc:Choice>
              <mc:Fallback>
                <p:oleObj name="Equation" r:id="rId6" imgW="1623278" imgH="403999" progId="Equation.3">
                  <p:embed/>
                  <p:pic>
                    <p:nvPicPr>
                      <p:cNvPr id="290822" name="Object 4">
                        <a:extLst>
                          <a:ext uri="{FF2B5EF4-FFF2-40B4-BE49-F238E27FC236}">
                            <a16:creationId xmlns:a16="http://schemas.microsoft.com/office/drawing/2014/main" id="{A9B24DFC-D5DF-5877-90BB-C02FD1CAE9E8}"/>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8288" y="2387600"/>
                        <a:ext cx="16525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3" name="Object 5">
            <a:extLst>
              <a:ext uri="{FF2B5EF4-FFF2-40B4-BE49-F238E27FC236}">
                <a16:creationId xmlns:a16="http://schemas.microsoft.com/office/drawing/2014/main" id="{4D06797C-0D95-17E5-CC4E-68F46D7110D0}"/>
              </a:ext>
            </a:extLst>
          </p:cNvPr>
          <p:cNvGraphicFramePr>
            <a:graphicFrameLocks/>
          </p:cNvGraphicFramePr>
          <p:nvPr/>
        </p:nvGraphicFramePr>
        <p:xfrm>
          <a:off x="3325813" y="2439988"/>
          <a:ext cx="1627187" cy="392112"/>
        </p:xfrm>
        <a:graphic>
          <a:graphicData uri="http://schemas.openxmlformats.org/presentationml/2006/ole">
            <mc:AlternateContent xmlns:mc="http://schemas.openxmlformats.org/markup-compatibility/2006">
              <mc:Choice xmlns:v="urn:schemas-microsoft-com:vml" Requires="v">
                <p:oleObj name="Equation" r:id="rId8" imgW="1592424" imgH="365594" progId="Equation.3">
                  <p:embed/>
                </p:oleObj>
              </mc:Choice>
              <mc:Fallback>
                <p:oleObj name="Equation" r:id="rId8" imgW="1592424" imgH="365594" progId="Equation.3">
                  <p:embed/>
                  <p:pic>
                    <p:nvPicPr>
                      <p:cNvPr id="290823" name="Object 5">
                        <a:extLst>
                          <a:ext uri="{FF2B5EF4-FFF2-40B4-BE49-F238E27FC236}">
                            <a16:creationId xmlns:a16="http://schemas.microsoft.com/office/drawing/2014/main" id="{4D06797C-0D95-17E5-CC4E-68F46D7110D0}"/>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25813" y="2439988"/>
                        <a:ext cx="1627187"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4" name="Object 6">
            <a:extLst>
              <a:ext uri="{FF2B5EF4-FFF2-40B4-BE49-F238E27FC236}">
                <a16:creationId xmlns:a16="http://schemas.microsoft.com/office/drawing/2014/main" id="{8E4A28CE-E8C7-45EF-9A6C-723FB835B795}"/>
              </a:ext>
            </a:extLst>
          </p:cNvPr>
          <p:cNvGraphicFramePr>
            <a:graphicFrameLocks/>
          </p:cNvGraphicFramePr>
          <p:nvPr/>
        </p:nvGraphicFramePr>
        <p:xfrm>
          <a:off x="1574800" y="2997200"/>
          <a:ext cx="1854200" cy="823913"/>
        </p:xfrm>
        <a:graphic>
          <a:graphicData uri="http://schemas.openxmlformats.org/presentationml/2006/ole">
            <mc:AlternateContent xmlns:mc="http://schemas.openxmlformats.org/markup-compatibility/2006">
              <mc:Choice xmlns:v="urn:schemas-microsoft-com:vml" Requires="v">
                <p:oleObj name="Equation" r:id="rId10" imgW="1821336" imgH="792535" progId="Equation.3">
                  <p:embed/>
                </p:oleObj>
              </mc:Choice>
              <mc:Fallback>
                <p:oleObj name="Equation" r:id="rId10" imgW="1821336" imgH="792535" progId="Equation.3">
                  <p:embed/>
                  <p:pic>
                    <p:nvPicPr>
                      <p:cNvPr id="290824" name="Object 6">
                        <a:extLst>
                          <a:ext uri="{FF2B5EF4-FFF2-40B4-BE49-F238E27FC236}">
                            <a16:creationId xmlns:a16="http://schemas.microsoft.com/office/drawing/2014/main" id="{8E4A28CE-E8C7-45EF-9A6C-723FB835B795}"/>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74800" y="2997200"/>
                        <a:ext cx="18542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0825" name="Text Box 9">
            <a:extLst>
              <a:ext uri="{FF2B5EF4-FFF2-40B4-BE49-F238E27FC236}">
                <a16:creationId xmlns:a16="http://schemas.microsoft.com/office/drawing/2014/main" id="{2A858AFE-5907-9A2C-D2C5-55CF24A066F4}"/>
              </a:ext>
            </a:extLst>
          </p:cNvPr>
          <p:cNvSpPr txBox="1">
            <a:spLocks noChangeArrowheads="1"/>
          </p:cNvSpPr>
          <p:nvPr/>
        </p:nvSpPr>
        <p:spPr bwMode="auto">
          <a:xfrm>
            <a:off x="750888" y="1700213"/>
            <a:ext cx="2647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则，它产生的磁矩</a:t>
            </a:r>
          </a:p>
        </p:txBody>
      </p:sp>
      <p:graphicFrame>
        <p:nvGraphicFramePr>
          <p:cNvPr id="290826" name="Object 7">
            <a:extLst>
              <a:ext uri="{FF2B5EF4-FFF2-40B4-BE49-F238E27FC236}">
                <a16:creationId xmlns:a16="http://schemas.microsoft.com/office/drawing/2014/main" id="{387EF527-21C9-1B6A-49DA-C40A1EC6DC0A}"/>
              </a:ext>
            </a:extLst>
          </p:cNvPr>
          <p:cNvGraphicFramePr>
            <a:graphicFrameLocks/>
          </p:cNvGraphicFramePr>
          <p:nvPr/>
        </p:nvGraphicFramePr>
        <p:xfrm>
          <a:off x="1619250" y="4225925"/>
          <a:ext cx="1411288" cy="355600"/>
        </p:xfrm>
        <a:graphic>
          <a:graphicData uri="http://schemas.openxmlformats.org/presentationml/2006/ole">
            <mc:AlternateContent xmlns:mc="http://schemas.openxmlformats.org/markup-compatibility/2006">
              <mc:Choice xmlns:v="urn:schemas-microsoft-com:vml" Requires="v">
                <p:oleObj name="Equation" r:id="rId12" imgW="1379438" imgH="327688" progId="Equation.3">
                  <p:embed/>
                </p:oleObj>
              </mc:Choice>
              <mc:Fallback>
                <p:oleObj name="Equation" r:id="rId12" imgW="1379438" imgH="327688" progId="Equation.3">
                  <p:embed/>
                  <p:pic>
                    <p:nvPicPr>
                      <p:cNvPr id="290826" name="Object 7">
                        <a:extLst>
                          <a:ext uri="{FF2B5EF4-FFF2-40B4-BE49-F238E27FC236}">
                            <a16:creationId xmlns:a16="http://schemas.microsoft.com/office/drawing/2014/main" id="{387EF527-21C9-1B6A-49DA-C40A1EC6DC0A}"/>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19250" y="4225925"/>
                        <a:ext cx="1411288"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1">
            <a:extLst>
              <a:ext uri="{FF2B5EF4-FFF2-40B4-BE49-F238E27FC236}">
                <a16:creationId xmlns:a16="http://schemas.microsoft.com/office/drawing/2014/main" id="{FD3B3F2A-5967-7695-8CFB-F43847E52E4F}"/>
              </a:ext>
            </a:extLst>
          </p:cNvPr>
          <p:cNvGrpSpPr>
            <a:grpSpLocks/>
          </p:cNvGrpSpPr>
          <p:nvPr/>
        </p:nvGrpSpPr>
        <p:grpSpPr bwMode="auto">
          <a:xfrm>
            <a:off x="5638800" y="836613"/>
            <a:ext cx="3200400" cy="3024187"/>
            <a:chOff x="3552" y="527"/>
            <a:chExt cx="2016" cy="1905"/>
          </a:xfrm>
        </p:grpSpPr>
        <p:grpSp>
          <p:nvGrpSpPr>
            <p:cNvPr id="14349" name="Group 12">
              <a:extLst>
                <a:ext uri="{FF2B5EF4-FFF2-40B4-BE49-F238E27FC236}">
                  <a16:creationId xmlns:a16="http://schemas.microsoft.com/office/drawing/2014/main" id="{CD0393F9-C34E-3CC4-4586-02C50954C867}"/>
                </a:ext>
              </a:extLst>
            </p:cNvPr>
            <p:cNvGrpSpPr>
              <a:grpSpLocks/>
            </p:cNvGrpSpPr>
            <p:nvPr/>
          </p:nvGrpSpPr>
          <p:grpSpPr bwMode="auto">
            <a:xfrm>
              <a:off x="3600" y="815"/>
              <a:ext cx="1401" cy="1248"/>
              <a:chOff x="3456" y="528"/>
              <a:chExt cx="1401" cy="1248"/>
            </a:xfrm>
          </p:grpSpPr>
          <p:sp>
            <p:nvSpPr>
              <p:cNvPr id="14371" name="AutoShape 13">
                <a:extLst>
                  <a:ext uri="{FF2B5EF4-FFF2-40B4-BE49-F238E27FC236}">
                    <a16:creationId xmlns:a16="http://schemas.microsoft.com/office/drawing/2014/main" id="{72253E88-7E89-10C6-D84E-FD332A50D162}"/>
                  </a:ext>
                </a:extLst>
              </p:cNvPr>
              <p:cNvSpPr>
                <a:spLocks noChangeArrowheads="1"/>
              </p:cNvSpPr>
              <p:nvPr/>
            </p:nvSpPr>
            <p:spPr bwMode="auto">
              <a:xfrm>
                <a:off x="3456" y="528"/>
                <a:ext cx="1392" cy="1248"/>
              </a:xfrm>
              <a:prstGeom prst="cube">
                <a:avLst>
                  <a:gd name="adj" fmla="val 31491"/>
                </a:avLst>
              </a:prstGeom>
              <a:solidFill>
                <a:schemeClr val="accent1"/>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4372" name="Line 14">
                <a:extLst>
                  <a:ext uri="{FF2B5EF4-FFF2-40B4-BE49-F238E27FC236}">
                    <a16:creationId xmlns:a16="http://schemas.microsoft.com/office/drawing/2014/main" id="{440E36DE-DE5F-D552-5FD9-C3029530C315}"/>
                  </a:ext>
                </a:extLst>
              </p:cNvPr>
              <p:cNvSpPr>
                <a:spLocks noChangeShapeType="1"/>
              </p:cNvSpPr>
              <p:nvPr/>
            </p:nvSpPr>
            <p:spPr bwMode="auto">
              <a:xfrm>
                <a:off x="3840" y="528"/>
                <a:ext cx="0" cy="864"/>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3" name="Line 15">
                <a:extLst>
                  <a:ext uri="{FF2B5EF4-FFF2-40B4-BE49-F238E27FC236}">
                    <a16:creationId xmlns:a16="http://schemas.microsoft.com/office/drawing/2014/main" id="{1E213848-BE65-CDF3-8760-0ED0B1517790}"/>
                  </a:ext>
                </a:extLst>
              </p:cNvPr>
              <p:cNvSpPr>
                <a:spLocks noChangeShapeType="1"/>
              </p:cNvSpPr>
              <p:nvPr/>
            </p:nvSpPr>
            <p:spPr bwMode="auto">
              <a:xfrm flipV="1">
                <a:off x="3840" y="1392"/>
                <a:ext cx="1017" cy="0"/>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4" name="Line 16">
                <a:extLst>
                  <a:ext uri="{FF2B5EF4-FFF2-40B4-BE49-F238E27FC236}">
                    <a16:creationId xmlns:a16="http://schemas.microsoft.com/office/drawing/2014/main" id="{F0F26627-8238-023A-40C4-25C595D953F0}"/>
                  </a:ext>
                </a:extLst>
              </p:cNvPr>
              <p:cNvSpPr>
                <a:spLocks noChangeShapeType="1"/>
              </p:cNvSpPr>
              <p:nvPr/>
            </p:nvSpPr>
            <p:spPr bwMode="auto">
              <a:xfrm flipH="1">
                <a:off x="3456" y="1392"/>
                <a:ext cx="384" cy="384"/>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350" name="Group 17">
              <a:extLst>
                <a:ext uri="{FF2B5EF4-FFF2-40B4-BE49-F238E27FC236}">
                  <a16:creationId xmlns:a16="http://schemas.microsoft.com/office/drawing/2014/main" id="{EED3E70C-67B6-5077-6113-B9F8541F3429}"/>
                </a:ext>
              </a:extLst>
            </p:cNvPr>
            <p:cNvGrpSpPr>
              <a:grpSpLocks/>
            </p:cNvGrpSpPr>
            <p:nvPr/>
          </p:nvGrpSpPr>
          <p:grpSpPr bwMode="auto">
            <a:xfrm>
              <a:off x="3552" y="2015"/>
              <a:ext cx="961" cy="417"/>
              <a:chOff x="3408" y="1728"/>
              <a:chExt cx="961" cy="417"/>
            </a:xfrm>
          </p:grpSpPr>
          <p:sp>
            <p:nvSpPr>
              <p:cNvPr id="14367" name="Line 18">
                <a:extLst>
                  <a:ext uri="{FF2B5EF4-FFF2-40B4-BE49-F238E27FC236}">
                    <a16:creationId xmlns:a16="http://schemas.microsoft.com/office/drawing/2014/main" id="{D4E08E60-2418-6569-923A-F884EBE921AA}"/>
                  </a:ext>
                </a:extLst>
              </p:cNvPr>
              <p:cNvSpPr>
                <a:spLocks noChangeShapeType="1"/>
              </p:cNvSpPr>
              <p:nvPr/>
            </p:nvSpPr>
            <p:spPr bwMode="auto">
              <a:xfrm rot="2333069">
                <a:off x="3408" y="1728"/>
                <a:ext cx="1"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8" name="Line 19">
                <a:extLst>
                  <a:ext uri="{FF2B5EF4-FFF2-40B4-BE49-F238E27FC236}">
                    <a16:creationId xmlns:a16="http://schemas.microsoft.com/office/drawing/2014/main" id="{77590F5F-4BDA-4EA2-406D-18CE755B9131}"/>
                  </a:ext>
                </a:extLst>
              </p:cNvPr>
              <p:cNvSpPr>
                <a:spLocks noChangeShapeType="1"/>
              </p:cNvSpPr>
              <p:nvPr/>
            </p:nvSpPr>
            <p:spPr bwMode="auto">
              <a:xfrm rot="2333069">
                <a:off x="4368" y="1728"/>
                <a:ext cx="1" cy="24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9" name="Line 20">
                <a:extLst>
                  <a:ext uri="{FF2B5EF4-FFF2-40B4-BE49-F238E27FC236}">
                    <a16:creationId xmlns:a16="http://schemas.microsoft.com/office/drawing/2014/main" id="{EDADC069-1FFB-F4AE-7527-EC6FB982383B}"/>
                  </a:ext>
                </a:extLst>
              </p:cNvPr>
              <p:cNvSpPr>
                <a:spLocks noChangeShapeType="1"/>
              </p:cNvSpPr>
              <p:nvPr/>
            </p:nvSpPr>
            <p:spPr bwMode="auto">
              <a:xfrm>
                <a:off x="3408" y="1872"/>
                <a:ext cx="960" cy="0"/>
              </a:xfrm>
              <a:prstGeom prst="line">
                <a:avLst/>
              </a:prstGeom>
              <a:noFill/>
              <a:ln w="2857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370" name="Object 12">
                <a:extLst>
                  <a:ext uri="{FF2B5EF4-FFF2-40B4-BE49-F238E27FC236}">
                    <a16:creationId xmlns:a16="http://schemas.microsoft.com/office/drawing/2014/main" id="{23043B4D-8805-29F5-433F-668F98B464B8}"/>
                  </a:ext>
                </a:extLst>
              </p:cNvPr>
              <p:cNvGraphicFramePr>
                <a:graphicFrameLocks noChangeAspect="1"/>
              </p:cNvGraphicFramePr>
              <p:nvPr/>
            </p:nvGraphicFramePr>
            <p:xfrm>
              <a:off x="3696" y="1887"/>
              <a:ext cx="384" cy="258"/>
            </p:xfrm>
            <a:graphic>
              <a:graphicData uri="http://schemas.openxmlformats.org/presentationml/2006/ole">
                <mc:AlternateContent xmlns:mc="http://schemas.openxmlformats.org/markup-compatibility/2006">
                  <mc:Choice xmlns:v="urn:schemas-microsoft-com:vml" Requires="v">
                    <p:oleObj name="Equation" r:id="rId14" imgW="183129" imgH="144641" progId="Equation.3">
                      <p:embed/>
                    </p:oleObj>
                  </mc:Choice>
                  <mc:Fallback>
                    <p:oleObj name="Equation" r:id="rId14" imgW="183129" imgH="144641" progId="Equation.3">
                      <p:embed/>
                      <p:pic>
                        <p:nvPicPr>
                          <p:cNvPr id="14370" name="Object 12">
                            <a:extLst>
                              <a:ext uri="{FF2B5EF4-FFF2-40B4-BE49-F238E27FC236}">
                                <a16:creationId xmlns:a16="http://schemas.microsoft.com/office/drawing/2014/main" id="{23043B4D-8805-29F5-433F-668F98B464B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96" y="1887"/>
                            <a:ext cx="38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351" name="Group 22">
              <a:extLst>
                <a:ext uri="{FF2B5EF4-FFF2-40B4-BE49-F238E27FC236}">
                  <a16:creationId xmlns:a16="http://schemas.microsoft.com/office/drawing/2014/main" id="{8D48B57E-B2DB-D829-9655-C3A6F239878D}"/>
                </a:ext>
              </a:extLst>
            </p:cNvPr>
            <p:cNvGrpSpPr>
              <a:grpSpLocks/>
            </p:cNvGrpSpPr>
            <p:nvPr/>
          </p:nvGrpSpPr>
          <p:grpSpPr bwMode="auto">
            <a:xfrm>
              <a:off x="4608" y="1679"/>
              <a:ext cx="768" cy="390"/>
              <a:chOff x="4464" y="1392"/>
              <a:chExt cx="768" cy="390"/>
            </a:xfrm>
          </p:grpSpPr>
          <p:sp>
            <p:nvSpPr>
              <p:cNvPr id="14364" name="Line 23">
                <a:extLst>
                  <a:ext uri="{FF2B5EF4-FFF2-40B4-BE49-F238E27FC236}">
                    <a16:creationId xmlns:a16="http://schemas.microsoft.com/office/drawing/2014/main" id="{ECD909FF-A691-A26F-BD40-D1699B9EFABD}"/>
                  </a:ext>
                </a:extLst>
              </p:cNvPr>
              <p:cNvSpPr>
                <a:spLocks noChangeShapeType="1"/>
              </p:cNvSpPr>
              <p:nvPr/>
            </p:nvSpPr>
            <p:spPr bwMode="auto">
              <a:xfrm>
                <a:off x="4464" y="1776"/>
                <a:ext cx="288"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5" name="Line 24">
                <a:extLst>
                  <a:ext uri="{FF2B5EF4-FFF2-40B4-BE49-F238E27FC236}">
                    <a16:creationId xmlns:a16="http://schemas.microsoft.com/office/drawing/2014/main" id="{1114ACAA-A8B4-8E42-1903-69F224035066}"/>
                  </a:ext>
                </a:extLst>
              </p:cNvPr>
              <p:cNvSpPr>
                <a:spLocks noChangeShapeType="1"/>
              </p:cNvSpPr>
              <p:nvPr/>
            </p:nvSpPr>
            <p:spPr bwMode="auto">
              <a:xfrm flipH="1">
                <a:off x="4608" y="1392"/>
                <a:ext cx="384" cy="384"/>
              </a:xfrm>
              <a:prstGeom prst="line">
                <a:avLst/>
              </a:prstGeom>
              <a:noFill/>
              <a:ln w="2857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366" name="Object 11">
                <a:extLst>
                  <a:ext uri="{FF2B5EF4-FFF2-40B4-BE49-F238E27FC236}">
                    <a16:creationId xmlns:a16="http://schemas.microsoft.com/office/drawing/2014/main" id="{8A7C9952-1BC0-CB2D-F088-6FFEC911070A}"/>
                  </a:ext>
                </a:extLst>
              </p:cNvPr>
              <p:cNvGraphicFramePr>
                <a:graphicFrameLocks noChangeAspect="1"/>
              </p:cNvGraphicFramePr>
              <p:nvPr/>
            </p:nvGraphicFramePr>
            <p:xfrm>
              <a:off x="4848" y="1488"/>
              <a:ext cx="384" cy="294"/>
            </p:xfrm>
            <a:graphic>
              <a:graphicData uri="http://schemas.openxmlformats.org/presentationml/2006/ole">
                <mc:AlternateContent xmlns:mc="http://schemas.openxmlformats.org/markup-compatibility/2006">
                  <mc:Choice xmlns:v="urn:schemas-microsoft-com:vml" Requires="v">
                    <p:oleObj name="Equation" r:id="rId16" imgW="183129" imgH="175066" progId="Equation.3">
                      <p:embed/>
                    </p:oleObj>
                  </mc:Choice>
                  <mc:Fallback>
                    <p:oleObj name="Equation" r:id="rId16" imgW="183129" imgH="175066" progId="Equation.3">
                      <p:embed/>
                      <p:pic>
                        <p:nvPicPr>
                          <p:cNvPr id="14366" name="Object 11">
                            <a:extLst>
                              <a:ext uri="{FF2B5EF4-FFF2-40B4-BE49-F238E27FC236}">
                                <a16:creationId xmlns:a16="http://schemas.microsoft.com/office/drawing/2014/main" id="{8A7C9952-1BC0-CB2D-F088-6FFEC911070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48" y="1488"/>
                            <a:ext cx="384"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352" name="Group 26">
              <a:extLst>
                <a:ext uri="{FF2B5EF4-FFF2-40B4-BE49-F238E27FC236}">
                  <a16:creationId xmlns:a16="http://schemas.microsoft.com/office/drawing/2014/main" id="{935BAE02-BA89-77BE-F559-2EB6165E0B93}"/>
                </a:ext>
              </a:extLst>
            </p:cNvPr>
            <p:cNvGrpSpPr>
              <a:grpSpLocks/>
            </p:cNvGrpSpPr>
            <p:nvPr/>
          </p:nvGrpSpPr>
          <p:grpSpPr bwMode="auto">
            <a:xfrm>
              <a:off x="4992" y="815"/>
              <a:ext cx="576" cy="864"/>
              <a:chOff x="4848" y="528"/>
              <a:chExt cx="576" cy="864"/>
            </a:xfrm>
          </p:grpSpPr>
          <p:sp>
            <p:nvSpPr>
              <p:cNvPr id="14360" name="Line 27">
                <a:extLst>
                  <a:ext uri="{FF2B5EF4-FFF2-40B4-BE49-F238E27FC236}">
                    <a16:creationId xmlns:a16="http://schemas.microsoft.com/office/drawing/2014/main" id="{4B8F5913-1F4D-81FB-7805-5A276BBD80D4}"/>
                  </a:ext>
                </a:extLst>
              </p:cNvPr>
              <p:cNvSpPr>
                <a:spLocks noChangeShapeType="1"/>
              </p:cNvSpPr>
              <p:nvPr/>
            </p:nvSpPr>
            <p:spPr bwMode="auto">
              <a:xfrm>
                <a:off x="4848" y="528"/>
                <a:ext cx="288"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1" name="Line 28">
                <a:extLst>
                  <a:ext uri="{FF2B5EF4-FFF2-40B4-BE49-F238E27FC236}">
                    <a16:creationId xmlns:a16="http://schemas.microsoft.com/office/drawing/2014/main" id="{71C6CBB5-DB43-8C0E-AEBF-60982F080A08}"/>
                  </a:ext>
                </a:extLst>
              </p:cNvPr>
              <p:cNvSpPr>
                <a:spLocks noChangeShapeType="1"/>
              </p:cNvSpPr>
              <p:nvPr/>
            </p:nvSpPr>
            <p:spPr bwMode="auto">
              <a:xfrm>
                <a:off x="4848" y="1392"/>
                <a:ext cx="288"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2" name="Line 29">
                <a:extLst>
                  <a:ext uri="{FF2B5EF4-FFF2-40B4-BE49-F238E27FC236}">
                    <a16:creationId xmlns:a16="http://schemas.microsoft.com/office/drawing/2014/main" id="{BD04E1E4-1253-835E-7EE4-1B7BA6774984}"/>
                  </a:ext>
                </a:extLst>
              </p:cNvPr>
              <p:cNvSpPr>
                <a:spLocks noChangeShapeType="1"/>
              </p:cNvSpPr>
              <p:nvPr/>
            </p:nvSpPr>
            <p:spPr bwMode="auto">
              <a:xfrm>
                <a:off x="4992" y="528"/>
                <a:ext cx="0" cy="864"/>
              </a:xfrm>
              <a:prstGeom prst="line">
                <a:avLst/>
              </a:prstGeom>
              <a:noFill/>
              <a:ln w="2857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363" name="Object 10">
                <a:extLst>
                  <a:ext uri="{FF2B5EF4-FFF2-40B4-BE49-F238E27FC236}">
                    <a16:creationId xmlns:a16="http://schemas.microsoft.com/office/drawing/2014/main" id="{425A10D2-0BCA-C591-1F30-92D42D871924}"/>
                  </a:ext>
                </a:extLst>
              </p:cNvPr>
              <p:cNvGraphicFramePr>
                <a:graphicFrameLocks noChangeAspect="1"/>
              </p:cNvGraphicFramePr>
              <p:nvPr/>
            </p:nvGraphicFramePr>
            <p:xfrm>
              <a:off x="5040" y="816"/>
              <a:ext cx="384" cy="255"/>
            </p:xfrm>
            <a:graphic>
              <a:graphicData uri="http://schemas.openxmlformats.org/presentationml/2006/ole">
                <mc:AlternateContent xmlns:mc="http://schemas.openxmlformats.org/markup-compatibility/2006">
                  <mc:Choice xmlns:v="urn:schemas-microsoft-com:vml" Requires="v">
                    <p:oleObj name="Equation" r:id="rId18" imgW="175167" imgH="137160" progId="Equation.3">
                      <p:embed/>
                    </p:oleObj>
                  </mc:Choice>
                  <mc:Fallback>
                    <p:oleObj name="Equation" r:id="rId18" imgW="175167" imgH="137160" progId="Equation.3">
                      <p:embed/>
                      <p:pic>
                        <p:nvPicPr>
                          <p:cNvPr id="14363" name="Object 10">
                            <a:extLst>
                              <a:ext uri="{FF2B5EF4-FFF2-40B4-BE49-F238E27FC236}">
                                <a16:creationId xmlns:a16="http://schemas.microsoft.com/office/drawing/2014/main" id="{425A10D2-0BCA-C591-1F30-92D42D87192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40" y="816"/>
                            <a:ext cx="384"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4353" name="Object 8">
              <a:extLst>
                <a:ext uri="{FF2B5EF4-FFF2-40B4-BE49-F238E27FC236}">
                  <a16:creationId xmlns:a16="http://schemas.microsoft.com/office/drawing/2014/main" id="{BAFA4295-827A-77BC-A07B-5562F8AB9DA3}"/>
                </a:ext>
              </a:extLst>
            </p:cNvPr>
            <p:cNvGraphicFramePr>
              <a:graphicFrameLocks/>
            </p:cNvGraphicFramePr>
            <p:nvPr/>
          </p:nvGraphicFramePr>
          <p:xfrm>
            <a:off x="4416" y="527"/>
            <a:ext cx="247" cy="215"/>
          </p:xfrm>
          <a:graphic>
            <a:graphicData uri="http://schemas.openxmlformats.org/presentationml/2006/ole">
              <mc:AlternateContent xmlns:mc="http://schemas.openxmlformats.org/markup-compatibility/2006">
                <mc:Choice xmlns:v="urn:schemas-microsoft-com:vml" Requires="v">
                  <p:oleObj name="Equation" r:id="rId20" imgW="365760" imgH="312226" progId="Equation.3">
                    <p:embed/>
                  </p:oleObj>
                </mc:Choice>
                <mc:Fallback>
                  <p:oleObj name="Equation" r:id="rId20" imgW="365760" imgH="312226" progId="Equation.3">
                    <p:embed/>
                    <p:pic>
                      <p:nvPicPr>
                        <p:cNvPr id="14353" name="Object 8">
                          <a:extLst>
                            <a:ext uri="{FF2B5EF4-FFF2-40B4-BE49-F238E27FC236}">
                              <a16:creationId xmlns:a16="http://schemas.microsoft.com/office/drawing/2014/main" id="{BAFA4295-827A-77BC-A07B-5562F8AB9DA3}"/>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16" y="527"/>
                          <a:ext cx="247" cy="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4" name="Object 9">
              <a:extLst>
                <a:ext uri="{FF2B5EF4-FFF2-40B4-BE49-F238E27FC236}">
                  <a16:creationId xmlns:a16="http://schemas.microsoft.com/office/drawing/2014/main" id="{CF81920A-92BE-DAAF-278F-0A9CAA2235CE}"/>
                </a:ext>
              </a:extLst>
            </p:cNvPr>
            <p:cNvGraphicFramePr>
              <a:graphicFrameLocks noChangeAspect="1"/>
            </p:cNvGraphicFramePr>
            <p:nvPr/>
          </p:nvGraphicFramePr>
          <p:xfrm>
            <a:off x="4704" y="1103"/>
            <a:ext cx="254" cy="322"/>
          </p:xfrm>
          <a:graphic>
            <a:graphicData uri="http://schemas.openxmlformats.org/presentationml/2006/ole">
              <mc:AlternateContent xmlns:mc="http://schemas.openxmlformats.org/markup-compatibility/2006">
                <mc:Choice xmlns:v="urn:schemas-microsoft-com:vml" Requires="v">
                  <p:oleObj name="Equation" r:id="rId22" imgW="83602" imgH="144641" progId="Equation.3">
                    <p:embed/>
                  </p:oleObj>
                </mc:Choice>
                <mc:Fallback>
                  <p:oleObj name="Equation" r:id="rId22" imgW="83602" imgH="144641" progId="Equation.3">
                    <p:embed/>
                    <p:pic>
                      <p:nvPicPr>
                        <p:cNvPr id="14354" name="Object 9">
                          <a:extLst>
                            <a:ext uri="{FF2B5EF4-FFF2-40B4-BE49-F238E27FC236}">
                              <a16:creationId xmlns:a16="http://schemas.microsoft.com/office/drawing/2014/main" id="{CF81920A-92BE-DAAF-278F-0A9CAA2235C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04" y="1103"/>
                          <a:ext cx="254"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5" name="AutoShape 33">
              <a:extLst>
                <a:ext uri="{FF2B5EF4-FFF2-40B4-BE49-F238E27FC236}">
                  <a16:creationId xmlns:a16="http://schemas.microsoft.com/office/drawing/2014/main" id="{76DCB148-2516-3976-0F97-7449C65D79B1}"/>
                </a:ext>
              </a:extLst>
            </p:cNvPr>
            <p:cNvSpPr>
              <a:spLocks noChangeArrowheads="1"/>
            </p:cNvSpPr>
            <p:nvPr/>
          </p:nvSpPr>
          <p:spPr bwMode="auto">
            <a:xfrm>
              <a:off x="4224" y="623"/>
              <a:ext cx="144" cy="384"/>
            </a:xfrm>
            <a:prstGeom prst="upArrow">
              <a:avLst>
                <a:gd name="adj1" fmla="val 50000"/>
                <a:gd name="adj2" fmla="val 66667"/>
              </a:avLst>
            </a:prstGeom>
            <a:solidFill>
              <a:srgbClr val="FF0000"/>
            </a:solidFill>
            <a:ln w="9525">
              <a:solidFill>
                <a:schemeClr val="tx1"/>
              </a:solidFill>
              <a:miter lim="800000"/>
              <a:headEnd/>
              <a:tailEnd/>
            </a:ln>
          </p:spPr>
          <p:txBody>
            <a:bodyPr vert="eaVert"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4356" name="AutoShape 34">
              <a:extLst>
                <a:ext uri="{FF2B5EF4-FFF2-40B4-BE49-F238E27FC236}">
                  <a16:creationId xmlns:a16="http://schemas.microsoft.com/office/drawing/2014/main" id="{8F1129CC-24C5-30E5-09A8-33912D08BA68}"/>
                </a:ext>
              </a:extLst>
            </p:cNvPr>
            <p:cNvSpPr>
              <a:spLocks noChangeArrowheads="1"/>
            </p:cNvSpPr>
            <p:nvPr/>
          </p:nvSpPr>
          <p:spPr bwMode="auto">
            <a:xfrm rot="-2965082">
              <a:off x="4476" y="1506"/>
              <a:ext cx="576" cy="144"/>
            </a:xfrm>
            <a:prstGeom prst="rightArrow">
              <a:avLst>
                <a:gd name="adj1" fmla="val 50000"/>
                <a:gd name="adj2" fmla="val 100000"/>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4357" name="Rectangle 35">
              <a:extLst>
                <a:ext uri="{FF2B5EF4-FFF2-40B4-BE49-F238E27FC236}">
                  <a16:creationId xmlns:a16="http://schemas.microsoft.com/office/drawing/2014/main" id="{0610004E-95E4-58FC-89B1-334143896F83}"/>
                </a:ext>
              </a:extLst>
            </p:cNvPr>
            <p:cNvSpPr>
              <a:spLocks noChangeArrowheads="1"/>
            </p:cNvSpPr>
            <p:nvPr/>
          </p:nvSpPr>
          <p:spPr bwMode="auto">
            <a:xfrm rot="-2917623">
              <a:off x="3588" y="1514"/>
              <a:ext cx="468" cy="98"/>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4358" name="Rectangle 36">
              <a:extLst>
                <a:ext uri="{FF2B5EF4-FFF2-40B4-BE49-F238E27FC236}">
                  <a16:creationId xmlns:a16="http://schemas.microsoft.com/office/drawing/2014/main" id="{A5E335A0-0BF4-6B6E-9D2B-82E43D5E97F6}"/>
                </a:ext>
              </a:extLst>
            </p:cNvPr>
            <p:cNvSpPr>
              <a:spLocks noChangeArrowheads="1"/>
            </p:cNvSpPr>
            <p:nvPr/>
          </p:nvSpPr>
          <p:spPr bwMode="auto">
            <a:xfrm>
              <a:off x="3936" y="1343"/>
              <a:ext cx="480" cy="96"/>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4359" name="Rectangle 37">
              <a:extLst>
                <a:ext uri="{FF2B5EF4-FFF2-40B4-BE49-F238E27FC236}">
                  <a16:creationId xmlns:a16="http://schemas.microsoft.com/office/drawing/2014/main" id="{1B5CBC97-85DC-A056-B6F1-DB491D88342C}"/>
                </a:ext>
              </a:extLst>
            </p:cNvPr>
            <p:cNvSpPr>
              <a:spLocks noChangeArrowheads="1"/>
            </p:cNvSpPr>
            <p:nvPr/>
          </p:nvSpPr>
          <p:spPr bwMode="auto">
            <a:xfrm>
              <a:off x="3600" y="1727"/>
              <a:ext cx="1008" cy="9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pSp>
      <p:sp>
        <p:nvSpPr>
          <p:cNvPr id="290854" name="Text Box 38">
            <a:extLst>
              <a:ext uri="{FF2B5EF4-FFF2-40B4-BE49-F238E27FC236}">
                <a16:creationId xmlns:a16="http://schemas.microsoft.com/office/drawing/2014/main" id="{88D71CA8-4480-8E18-1A02-4A5992DB64D9}"/>
              </a:ext>
            </a:extLst>
          </p:cNvPr>
          <p:cNvSpPr txBox="1">
            <a:spLocks noChangeArrowheads="1"/>
          </p:cNvSpPr>
          <p:nvPr/>
        </p:nvSpPr>
        <p:spPr bwMode="auto">
          <a:xfrm>
            <a:off x="827088" y="523875"/>
            <a:ext cx="3879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介质侧面上的束缚电流强度</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0854"/>
                                        </p:tgtEl>
                                        <p:attrNameLst>
                                          <p:attrName>style.visibility</p:attrName>
                                        </p:attrNameLst>
                                      </p:cBhvr>
                                      <p:to>
                                        <p:strVal val="visible"/>
                                      </p:to>
                                    </p:set>
                                    <p:animEffect transition="in" filter="wipe(left)">
                                      <p:cBhvr>
                                        <p:cTn id="12" dur="500"/>
                                        <p:tgtEl>
                                          <p:spTgt spid="2908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90821"/>
                                        </p:tgtEl>
                                        <p:attrNameLst>
                                          <p:attrName>style.visibility</p:attrName>
                                        </p:attrNameLst>
                                      </p:cBhvr>
                                      <p:to>
                                        <p:strVal val="visible"/>
                                      </p:to>
                                    </p:set>
                                    <p:animEffect transition="in" filter="wipe(left)">
                                      <p:cBhvr>
                                        <p:cTn id="17" dur="500"/>
                                        <p:tgtEl>
                                          <p:spTgt spid="2908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0825"/>
                                        </p:tgtEl>
                                        <p:attrNameLst>
                                          <p:attrName>style.visibility</p:attrName>
                                        </p:attrNameLst>
                                      </p:cBhvr>
                                      <p:to>
                                        <p:strVal val="visible"/>
                                      </p:to>
                                    </p:set>
                                    <p:animEffect transition="in" filter="wipe(left)">
                                      <p:cBhvr>
                                        <p:cTn id="22" dur="500"/>
                                        <p:tgtEl>
                                          <p:spTgt spid="2908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90822"/>
                                        </p:tgtEl>
                                        <p:attrNameLst>
                                          <p:attrName>style.visibility</p:attrName>
                                        </p:attrNameLst>
                                      </p:cBhvr>
                                      <p:to>
                                        <p:strVal val="visible"/>
                                      </p:to>
                                    </p:set>
                                    <p:animEffect transition="in" filter="wipe(left)">
                                      <p:cBhvr>
                                        <p:cTn id="27" dur="500"/>
                                        <p:tgtEl>
                                          <p:spTgt spid="2908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90823"/>
                                        </p:tgtEl>
                                        <p:attrNameLst>
                                          <p:attrName>style.visibility</p:attrName>
                                        </p:attrNameLst>
                                      </p:cBhvr>
                                      <p:to>
                                        <p:strVal val="visible"/>
                                      </p:to>
                                    </p:set>
                                    <p:animEffect transition="in" filter="wipe(left)">
                                      <p:cBhvr>
                                        <p:cTn id="32" dur="500"/>
                                        <p:tgtEl>
                                          <p:spTgt spid="2908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90824"/>
                                        </p:tgtEl>
                                        <p:attrNameLst>
                                          <p:attrName>style.visibility</p:attrName>
                                        </p:attrNameLst>
                                      </p:cBhvr>
                                      <p:to>
                                        <p:strVal val="visible"/>
                                      </p:to>
                                    </p:set>
                                    <p:animEffect transition="in" filter="wipe(left)">
                                      <p:cBhvr>
                                        <p:cTn id="37" dur="500"/>
                                        <p:tgtEl>
                                          <p:spTgt spid="2908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90826"/>
                                        </p:tgtEl>
                                        <p:attrNameLst>
                                          <p:attrName>style.visibility</p:attrName>
                                        </p:attrNameLst>
                                      </p:cBhvr>
                                      <p:to>
                                        <p:strVal val="visible"/>
                                      </p:to>
                                    </p:set>
                                    <p:animEffect transition="in" filter="wipe(left)">
                                      <p:cBhvr>
                                        <p:cTn id="42" dur="500"/>
                                        <p:tgtEl>
                                          <p:spTgt spid="29082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90819"/>
                                        </p:tgtEl>
                                        <p:attrNameLst>
                                          <p:attrName>style.visibility</p:attrName>
                                        </p:attrNameLst>
                                      </p:cBhvr>
                                      <p:to>
                                        <p:strVal val="visible"/>
                                      </p:to>
                                    </p:set>
                                    <p:animEffect transition="in" filter="wipe(left)">
                                      <p:cBhvr>
                                        <p:cTn id="47" dur="500"/>
                                        <p:tgtEl>
                                          <p:spTgt spid="29081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90818"/>
                                        </p:tgtEl>
                                        <p:attrNameLst>
                                          <p:attrName>style.visibility</p:attrName>
                                        </p:attrNameLst>
                                      </p:cBhvr>
                                      <p:to>
                                        <p:strVal val="visible"/>
                                      </p:to>
                                    </p:set>
                                    <p:animEffect transition="in" filter="wipe(left)">
                                      <p:cBhvr>
                                        <p:cTn id="52" dur="500"/>
                                        <p:tgtEl>
                                          <p:spTgt spid="2908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90820"/>
                                        </p:tgtEl>
                                        <p:attrNameLst>
                                          <p:attrName>style.visibility</p:attrName>
                                        </p:attrNameLst>
                                      </p:cBhvr>
                                      <p:to>
                                        <p:strVal val="visible"/>
                                      </p:to>
                                    </p:set>
                                    <p:animEffect transition="in" filter="wipe(left)">
                                      <p:cBhvr>
                                        <p:cTn id="57" dur="500"/>
                                        <p:tgtEl>
                                          <p:spTgt spid="290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autoUpdateAnimBg="0"/>
      <p:bldP spid="290820" grpId="0" autoUpdateAnimBg="0"/>
      <p:bldP spid="290825" grpId="0" autoUpdateAnimBg="0"/>
      <p:bldP spid="29085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Text Box 2">
            <a:extLst>
              <a:ext uri="{FF2B5EF4-FFF2-40B4-BE49-F238E27FC236}">
                <a16:creationId xmlns:a16="http://schemas.microsoft.com/office/drawing/2014/main" id="{6A67CC2E-7679-B6B5-E471-2A74D6AEBDF8}"/>
              </a:ext>
            </a:extLst>
          </p:cNvPr>
          <p:cNvSpPr txBox="1">
            <a:spLocks noChangeArrowheads="1"/>
          </p:cNvSpPr>
          <p:nvPr/>
        </p:nvSpPr>
        <p:spPr bwMode="auto">
          <a:xfrm>
            <a:off x="804863" y="333375"/>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ea typeface="楷体_GB2312" pitchFamily="49" charset="-122"/>
              </a:rPr>
              <a:t>(2) </a:t>
            </a:r>
            <a:r>
              <a:rPr lang="zh-CN" altLang="en-US">
                <a:latin typeface="楷体_GB2312" pitchFamily="49" charset="-122"/>
                <a:ea typeface="楷体_GB2312" pitchFamily="49" charset="-122"/>
              </a:rPr>
              <a:t>对于各向同性介质，在外磁场不太强的情况下</a:t>
            </a:r>
          </a:p>
        </p:txBody>
      </p:sp>
      <p:sp>
        <p:nvSpPr>
          <p:cNvPr id="282627" name="AutoShape 3">
            <a:extLst>
              <a:ext uri="{FF2B5EF4-FFF2-40B4-BE49-F238E27FC236}">
                <a16:creationId xmlns:a16="http://schemas.microsoft.com/office/drawing/2014/main" id="{7628DCE3-1824-8E82-31DC-EFF7D1670A9F}"/>
              </a:ext>
            </a:extLst>
          </p:cNvPr>
          <p:cNvSpPr>
            <a:spLocks noChangeArrowheads="1"/>
          </p:cNvSpPr>
          <p:nvPr/>
        </p:nvSpPr>
        <p:spPr bwMode="auto">
          <a:xfrm>
            <a:off x="869950" y="2219325"/>
            <a:ext cx="2736850" cy="720725"/>
          </a:xfrm>
          <a:prstGeom prst="bevel">
            <a:avLst>
              <a:gd name="adj" fmla="val 4847"/>
            </a:avLst>
          </a:prstGeom>
          <a:solidFill>
            <a:srgbClr val="0066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282628" name="Object 2">
            <a:extLst>
              <a:ext uri="{FF2B5EF4-FFF2-40B4-BE49-F238E27FC236}">
                <a16:creationId xmlns:a16="http://schemas.microsoft.com/office/drawing/2014/main" id="{5497414A-B1C0-F7D9-5D30-6360C03D2556}"/>
              </a:ext>
            </a:extLst>
          </p:cNvPr>
          <p:cNvGraphicFramePr>
            <a:graphicFrameLocks/>
          </p:cNvGraphicFramePr>
          <p:nvPr/>
        </p:nvGraphicFramePr>
        <p:xfrm>
          <a:off x="984250" y="996950"/>
          <a:ext cx="1116013" cy="342900"/>
        </p:xfrm>
        <a:graphic>
          <a:graphicData uri="http://schemas.openxmlformats.org/presentationml/2006/ole">
            <mc:AlternateContent xmlns:mc="http://schemas.openxmlformats.org/markup-compatibility/2006">
              <mc:Choice xmlns:v="urn:schemas-microsoft-com:vml" Requires="v">
                <p:oleObj name="Equation" r:id="rId2" imgW="1089816" imgH="312226" progId="Equation.3">
                  <p:embed/>
                </p:oleObj>
              </mc:Choice>
              <mc:Fallback>
                <p:oleObj name="Equation" r:id="rId2" imgW="1089816" imgH="312226" progId="Equation.3">
                  <p:embed/>
                  <p:pic>
                    <p:nvPicPr>
                      <p:cNvPr id="282628" name="Object 2">
                        <a:extLst>
                          <a:ext uri="{FF2B5EF4-FFF2-40B4-BE49-F238E27FC236}">
                            <a16:creationId xmlns:a16="http://schemas.microsoft.com/office/drawing/2014/main" id="{5497414A-B1C0-F7D9-5D30-6360C03D255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250" y="996950"/>
                        <a:ext cx="1116013"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2629" name="AutoShape 5">
            <a:extLst>
              <a:ext uri="{FF2B5EF4-FFF2-40B4-BE49-F238E27FC236}">
                <a16:creationId xmlns:a16="http://schemas.microsoft.com/office/drawing/2014/main" id="{9FA7E56E-04D5-D190-C2D4-400EA6DCCFFA}"/>
              </a:ext>
            </a:extLst>
          </p:cNvPr>
          <p:cNvSpPr>
            <a:spLocks noChangeArrowheads="1"/>
          </p:cNvSpPr>
          <p:nvPr/>
        </p:nvSpPr>
        <p:spPr bwMode="auto">
          <a:xfrm>
            <a:off x="2346325" y="1035050"/>
            <a:ext cx="685800" cy="304800"/>
          </a:xfrm>
          <a:prstGeom prst="rightArrow">
            <a:avLst>
              <a:gd name="adj1" fmla="val 50000"/>
              <a:gd name="adj2" fmla="val 56250"/>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282630" name="Object 3">
            <a:extLst>
              <a:ext uri="{FF2B5EF4-FFF2-40B4-BE49-F238E27FC236}">
                <a16:creationId xmlns:a16="http://schemas.microsoft.com/office/drawing/2014/main" id="{048D9661-3184-46B2-DA72-6226D14B4B23}"/>
              </a:ext>
            </a:extLst>
          </p:cNvPr>
          <p:cNvGraphicFramePr>
            <a:graphicFrameLocks/>
          </p:cNvGraphicFramePr>
          <p:nvPr/>
        </p:nvGraphicFramePr>
        <p:xfrm>
          <a:off x="3235325" y="973138"/>
          <a:ext cx="1471613" cy="442912"/>
        </p:xfrm>
        <a:graphic>
          <a:graphicData uri="http://schemas.openxmlformats.org/presentationml/2006/ole">
            <mc:AlternateContent xmlns:mc="http://schemas.openxmlformats.org/markup-compatibility/2006">
              <mc:Choice xmlns:v="urn:schemas-microsoft-com:vml" Requires="v">
                <p:oleObj name="Equation" r:id="rId4" imgW="1440149" imgH="411480" progId="Equation.3">
                  <p:embed/>
                </p:oleObj>
              </mc:Choice>
              <mc:Fallback>
                <p:oleObj name="Equation" r:id="rId4" imgW="1440149" imgH="411480" progId="Equation.3">
                  <p:embed/>
                  <p:pic>
                    <p:nvPicPr>
                      <p:cNvPr id="282630" name="Object 3">
                        <a:extLst>
                          <a:ext uri="{FF2B5EF4-FFF2-40B4-BE49-F238E27FC236}">
                            <a16:creationId xmlns:a16="http://schemas.microsoft.com/office/drawing/2014/main" id="{048D9661-3184-46B2-DA72-6226D14B4B2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325" y="973138"/>
                        <a:ext cx="14716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2631" name="Object 4">
            <a:extLst>
              <a:ext uri="{FF2B5EF4-FFF2-40B4-BE49-F238E27FC236}">
                <a16:creationId xmlns:a16="http://schemas.microsoft.com/office/drawing/2014/main" id="{A034BBFD-6FE9-3AED-85DE-FEA75DC47DCD}"/>
              </a:ext>
            </a:extLst>
          </p:cNvPr>
          <p:cNvGraphicFramePr>
            <a:graphicFrameLocks/>
          </p:cNvGraphicFramePr>
          <p:nvPr/>
        </p:nvGraphicFramePr>
        <p:xfrm>
          <a:off x="5183188" y="923925"/>
          <a:ext cx="431800" cy="430213"/>
        </p:xfrm>
        <a:graphic>
          <a:graphicData uri="http://schemas.openxmlformats.org/presentationml/2006/ole">
            <mc:AlternateContent xmlns:mc="http://schemas.openxmlformats.org/markup-compatibility/2006">
              <mc:Choice xmlns:v="urn:schemas-microsoft-com:vml" Requires="v">
                <p:oleObj name="Equation" r:id="rId6" imgW="404078" imgH="403999" progId="Equation.3">
                  <p:embed/>
                </p:oleObj>
              </mc:Choice>
              <mc:Fallback>
                <p:oleObj name="Equation" r:id="rId6" imgW="404078" imgH="403999" progId="Equation.3">
                  <p:embed/>
                  <p:pic>
                    <p:nvPicPr>
                      <p:cNvPr id="282631" name="Object 4">
                        <a:extLst>
                          <a:ext uri="{FF2B5EF4-FFF2-40B4-BE49-F238E27FC236}">
                            <a16:creationId xmlns:a16="http://schemas.microsoft.com/office/drawing/2014/main" id="{A034BBFD-6FE9-3AED-85DE-FEA75DC47DC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3188" y="923925"/>
                        <a:ext cx="4318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2632" name="Text Box 8">
            <a:extLst>
              <a:ext uri="{FF2B5EF4-FFF2-40B4-BE49-F238E27FC236}">
                <a16:creationId xmlns:a16="http://schemas.microsoft.com/office/drawing/2014/main" id="{02009BB7-899B-41E0-A974-5092BF883E8C}"/>
              </a:ext>
            </a:extLst>
          </p:cNvPr>
          <p:cNvSpPr txBox="1">
            <a:spLocks noChangeArrowheads="1"/>
          </p:cNvSpPr>
          <p:nvPr/>
        </p:nvSpPr>
        <p:spPr bwMode="auto">
          <a:xfrm>
            <a:off x="5564188" y="94138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 </a:t>
            </a:r>
            <a:r>
              <a:rPr lang="zh-CN" altLang="en-US"/>
              <a:t>介质的磁化率</a:t>
            </a:r>
          </a:p>
        </p:txBody>
      </p:sp>
      <p:graphicFrame>
        <p:nvGraphicFramePr>
          <p:cNvPr id="282633" name="Object 5">
            <a:extLst>
              <a:ext uri="{FF2B5EF4-FFF2-40B4-BE49-F238E27FC236}">
                <a16:creationId xmlns:a16="http://schemas.microsoft.com/office/drawing/2014/main" id="{4E366FDB-9A98-EC36-AF40-C9061C77ADCA}"/>
              </a:ext>
            </a:extLst>
          </p:cNvPr>
          <p:cNvGraphicFramePr>
            <a:graphicFrameLocks/>
          </p:cNvGraphicFramePr>
          <p:nvPr/>
        </p:nvGraphicFramePr>
        <p:xfrm>
          <a:off x="915988" y="1652588"/>
          <a:ext cx="2309812" cy="442912"/>
        </p:xfrm>
        <a:graphic>
          <a:graphicData uri="http://schemas.openxmlformats.org/presentationml/2006/ole">
            <mc:AlternateContent xmlns:mc="http://schemas.openxmlformats.org/markup-compatibility/2006">
              <mc:Choice xmlns:v="urn:schemas-microsoft-com:vml" Requires="v">
                <p:oleObj name="Equation" r:id="rId8" imgW="2278162" imgH="411480" progId="Equation.3">
                  <p:embed/>
                </p:oleObj>
              </mc:Choice>
              <mc:Fallback>
                <p:oleObj name="Equation" r:id="rId8" imgW="2278162" imgH="411480" progId="Equation.3">
                  <p:embed/>
                  <p:pic>
                    <p:nvPicPr>
                      <p:cNvPr id="282633" name="Object 5">
                        <a:extLst>
                          <a:ext uri="{FF2B5EF4-FFF2-40B4-BE49-F238E27FC236}">
                            <a16:creationId xmlns:a16="http://schemas.microsoft.com/office/drawing/2014/main" id="{4E366FDB-9A98-EC36-AF40-C9061C77ADCA}"/>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5988" y="1652588"/>
                        <a:ext cx="23098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2634" name="Object 6">
            <a:extLst>
              <a:ext uri="{FF2B5EF4-FFF2-40B4-BE49-F238E27FC236}">
                <a16:creationId xmlns:a16="http://schemas.microsoft.com/office/drawing/2014/main" id="{CC2E2983-7ECE-6B28-CFC9-AB265E93333B}"/>
              </a:ext>
            </a:extLst>
          </p:cNvPr>
          <p:cNvGraphicFramePr>
            <a:graphicFrameLocks/>
          </p:cNvGraphicFramePr>
          <p:nvPr/>
        </p:nvGraphicFramePr>
        <p:xfrm>
          <a:off x="3430588" y="1644650"/>
          <a:ext cx="2084387" cy="442913"/>
        </p:xfrm>
        <a:graphic>
          <a:graphicData uri="http://schemas.openxmlformats.org/presentationml/2006/ole">
            <mc:AlternateContent xmlns:mc="http://schemas.openxmlformats.org/markup-compatibility/2006">
              <mc:Choice xmlns:v="urn:schemas-microsoft-com:vml" Requires="v">
                <p:oleObj name="Equation" r:id="rId10" imgW="2049749" imgH="411480" progId="Equation.3">
                  <p:embed/>
                </p:oleObj>
              </mc:Choice>
              <mc:Fallback>
                <p:oleObj name="Equation" r:id="rId10" imgW="2049749" imgH="411480" progId="Equation.3">
                  <p:embed/>
                  <p:pic>
                    <p:nvPicPr>
                      <p:cNvPr id="282634" name="Object 6">
                        <a:extLst>
                          <a:ext uri="{FF2B5EF4-FFF2-40B4-BE49-F238E27FC236}">
                            <a16:creationId xmlns:a16="http://schemas.microsoft.com/office/drawing/2014/main" id="{CC2E2983-7ECE-6B28-CFC9-AB265E93333B}"/>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30588" y="1644650"/>
                        <a:ext cx="2084387"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2635" name="Object 7">
            <a:extLst>
              <a:ext uri="{FF2B5EF4-FFF2-40B4-BE49-F238E27FC236}">
                <a16:creationId xmlns:a16="http://schemas.microsoft.com/office/drawing/2014/main" id="{347CA0DB-C894-E8DE-7451-7B73AC991F7C}"/>
              </a:ext>
            </a:extLst>
          </p:cNvPr>
          <p:cNvGraphicFramePr>
            <a:graphicFrameLocks noChangeAspect="1"/>
          </p:cNvGraphicFramePr>
          <p:nvPr/>
        </p:nvGraphicFramePr>
        <p:xfrm>
          <a:off x="5573713" y="1503363"/>
          <a:ext cx="1444625" cy="612775"/>
        </p:xfrm>
        <a:graphic>
          <a:graphicData uri="http://schemas.openxmlformats.org/presentationml/2006/ole">
            <mc:AlternateContent xmlns:mc="http://schemas.openxmlformats.org/markup-compatibility/2006">
              <mc:Choice xmlns:v="urn:schemas-microsoft-com:vml" Requires="v">
                <p:oleObj name="公式" r:id="rId12" imgW="563818" imgH="220952" progId="Equation.3">
                  <p:embed/>
                </p:oleObj>
              </mc:Choice>
              <mc:Fallback>
                <p:oleObj name="公式" r:id="rId12" imgW="563818" imgH="220952" progId="Equation.3">
                  <p:embed/>
                  <p:pic>
                    <p:nvPicPr>
                      <p:cNvPr id="282635" name="Object 7">
                        <a:extLst>
                          <a:ext uri="{FF2B5EF4-FFF2-40B4-BE49-F238E27FC236}">
                            <a16:creationId xmlns:a16="http://schemas.microsoft.com/office/drawing/2014/main" id="{347CA0DB-C894-E8DE-7451-7B73AC991F7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73713" y="1503363"/>
                        <a:ext cx="144462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2636" name="Object 8">
            <a:extLst>
              <a:ext uri="{FF2B5EF4-FFF2-40B4-BE49-F238E27FC236}">
                <a16:creationId xmlns:a16="http://schemas.microsoft.com/office/drawing/2014/main" id="{256E8FDF-4316-4E02-3D39-D3A7225AF2DB}"/>
              </a:ext>
            </a:extLst>
          </p:cNvPr>
          <p:cNvGraphicFramePr>
            <a:graphicFrameLocks/>
          </p:cNvGraphicFramePr>
          <p:nvPr/>
        </p:nvGraphicFramePr>
        <p:xfrm>
          <a:off x="881063" y="2378075"/>
          <a:ext cx="2486025" cy="442913"/>
        </p:xfrm>
        <a:graphic>
          <a:graphicData uri="http://schemas.openxmlformats.org/presentationml/2006/ole">
            <mc:AlternateContent xmlns:mc="http://schemas.openxmlformats.org/markup-compatibility/2006">
              <mc:Choice xmlns:v="urn:schemas-microsoft-com:vml" Requires="v">
                <p:oleObj name="Equation" r:id="rId14" imgW="2461291" imgH="411480" progId="Equation.3">
                  <p:embed/>
                </p:oleObj>
              </mc:Choice>
              <mc:Fallback>
                <p:oleObj name="Equation" r:id="rId14" imgW="2461291" imgH="411480" progId="Equation.3">
                  <p:embed/>
                  <p:pic>
                    <p:nvPicPr>
                      <p:cNvPr id="282636" name="Object 8">
                        <a:extLst>
                          <a:ext uri="{FF2B5EF4-FFF2-40B4-BE49-F238E27FC236}">
                            <a16:creationId xmlns:a16="http://schemas.microsoft.com/office/drawing/2014/main" id="{256E8FDF-4316-4E02-3D39-D3A7225AF2DB}"/>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81063" y="2378075"/>
                        <a:ext cx="2486025"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2637" name="Text Box 13">
            <a:extLst>
              <a:ext uri="{FF2B5EF4-FFF2-40B4-BE49-F238E27FC236}">
                <a16:creationId xmlns:a16="http://schemas.microsoft.com/office/drawing/2014/main" id="{1BDF401D-3254-3D38-5934-9F36673D900B}"/>
              </a:ext>
            </a:extLst>
          </p:cNvPr>
          <p:cNvSpPr txBox="1">
            <a:spLocks noChangeArrowheads="1"/>
          </p:cNvSpPr>
          <p:nvPr/>
        </p:nvSpPr>
        <p:spPr bwMode="auto">
          <a:xfrm>
            <a:off x="811213" y="2868613"/>
            <a:ext cx="73675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ea typeface="楷体_GB2312" pitchFamily="49" charset="-122"/>
              </a:rPr>
              <a:t>一定条件下，可用安培环路定理求解磁场强度，然后再求解磁感应强度。</a:t>
            </a:r>
          </a:p>
        </p:txBody>
      </p:sp>
      <p:graphicFrame>
        <p:nvGraphicFramePr>
          <p:cNvPr id="282638" name="Object 9">
            <a:extLst>
              <a:ext uri="{FF2B5EF4-FFF2-40B4-BE49-F238E27FC236}">
                <a16:creationId xmlns:a16="http://schemas.microsoft.com/office/drawing/2014/main" id="{84A27747-F877-58DE-71EF-7DDCC56F932C}"/>
              </a:ext>
            </a:extLst>
          </p:cNvPr>
          <p:cNvGraphicFramePr>
            <a:graphicFrameLocks/>
          </p:cNvGraphicFramePr>
          <p:nvPr/>
        </p:nvGraphicFramePr>
        <p:xfrm>
          <a:off x="1698625" y="3954463"/>
          <a:ext cx="2309813" cy="442912"/>
        </p:xfrm>
        <a:graphic>
          <a:graphicData uri="http://schemas.openxmlformats.org/presentationml/2006/ole">
            <mc:AlternateContent xmlns:mc="http://schemas.openxmlformats.org/markup-compatibility/2006">
              <mc:Choice xmlns:v="urn:schemas-microsoft-com:vml" Requires="v">
                <p:oleObj name="Equation" r:id="rId16" imgW="2278162" imgH="411480" progId="Equation.3">
                  <p:embed/>
                </p:oleObj>
              </mc:Choice>
              <mc:Fallback>
                <p:oleObj name="Equation" r:id="rId16" imgW="2278162" imgH="411480" progId="Equation.3">
                  <p:embed/>
                  <p:pic>
                    <p:nvPicPr>
                      <p:cNvPr id="282638" name="Object 9">
                        <a:extLst>
                          <a:ext uri="{FF2B5EF4-FFF2-40B4-BE49-F238E27FC236}">
                            <a16:creationId xmlns:a16="http://schemas.microsoft.com/office/drawing/2014/main" id="{84A27747-F877-58DE-71EF-7DDCC56F932C}"/>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98625" y="3954463"/>
                        <a:ext cx="23098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2639" name="Text Box 15">
            <a:extLst>
              <a:ext uri="{FF2B5EF4-FFF2-40B4-BE49-F238E27FC236}">
                <a16:creationId xmlns:a16="http://schemas.microsoft.com/office/drawing/2014/main" id="{56ECA469-480D-3051-C272-C6C63DE4B155}"/>
              </a:ext>
            </a:extLst>
          </p:cNvPr>
          <p:cNvSpPr txBox="1">
            <a:spLocks noChangeArrowheads="1"/>
          </p:cNvSpPr>
          <p:nvPr/>
        </p:nvSpPr>
        <p:spPr bwMode="auto">
          <a:xfrm>
            <a:off x="1604963" y="4570413"/>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真空中</a:t>
            </a:r>
          </a:p>
        </p:txBody>
      </p:sp>
      <p:graphicFrame>
        <p:nvGraphicFramePr>
          <p:cNvPr id="282640" name="Object 10">
            <a:extLst>
              <a:ext uri="{FF2B5EF4-FFF2-40B4-BE49-F238E27FC236}">
                <a16:creationId xmlns:a16="http://schemas.microsoft.com/office/drawing/2014/main" id="{432BF9C9-1500-50DE-41CB-D910F8592940}"/>
              </a:ext>
            </a:extLst>
          </p:cNvPr>
          <p:cNvGraphicFramePr>
            <a:graphicFrameLocks/>
          </p:cNvGraphicFramePr>
          <p:nvPr/>
        </p:nvGraphicFramePr>
        <p:xfrm>
          <a:off x="3081338" y="4622800"/>
          <a:ext cx="2411412" cy="442913"/>
        </p:xfrm>
        <a:graphic>
          <a:graphicData uri="http://schemas.openxmlformats.org/presentationml/2006/ole">
            <mc:AlternateContent xmlns:mc="http://schemas.openxmlformats.org/markup-compatibility/2006">
              <mc:Choice xmlns:v="urn:schemas-microsoft-com:vml" Requires="v">
                <p:oleObj name="Equation" r:id="rId18" imgW="2385153" imgH="411480" progId="Equation.3">
                  <p:embed/>
                </p:oleObj>
              </mc:Choice>
              <mc:Fallback>
                <p:oleObj name="Equation" r:id="rId18" imgW="2385153" imgH="411480" progId="Equation.3">
                  <p:embed/>
                  <p:pic>
                    <p:nvPicPr>
                      <p:cNvPr id="282640" name="Object 10">
                        <a:extLst>
                          <a:ext uri="{FF2B5EF4-FFF2-40B4-BE49-F238E27FC236}">
                            <a16:creationId xmlns:a16="http://schemas.microsoft.com/office/drawing/2014/main" id="{432BF9C9-1500-50DE-41CB-D910F8592940}"/>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81338" y="4622800"/>
                        <a:ext cx="2411412"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2641" name="Text Box 17">
            <a:extLst>
              <a:ext uri="{FF2B5EF4-FFF2-40B4-BE49-F238E27FC236}">
                <a16:creationId xmlns:a16="http://schemas.microsoft.com/office/drawing/2014/main" id="{211AFC8B-8A6A-D59D-B774-5C1DFCD9BCDC}"/>
              </a:ext>
            </a:extLst>
          </p:cNvPr>
          <p:cNvSpPr txBox="1">
            <a:spLocks noChangeArrowheads="1"/>
          </p:cNvSpPr>
          <p:nvPr/>
        </p:nvSpPr>
        <p:spPr bwMode="auto">
          <a:xfrm>
            <a:off x="971550" y="3933825"/>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en-US" altLang="zh-CN">
                <a:ea typeface="楷体_GB2312" pitchFamily="49" charset="-122"/>
              </a:rPr>
              <a:t>(3)</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2626"/>
                                        </p:tgtEl>
                                        <p:attrNameLst>
                                          <p:attrName>style.visibility</p:attrName>
                                        </p:attrNameLst>
                                      </p:cBhvr>
                                      <p:to>
                                        <p:strVal val="visible"/>
                                      </p:to>
                                    </p:set>
                                    <p:animEffect transition="in" filter="wipe(left)">
                                      <p:cBhvr>
                                        <p:cTn id="7" dur="2000"/>
                                        <p:tgtEl>
                                          <p:spTgt spid="2826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2628"/>
                                        </p:tgtEl>
                                        <p:attrNameLst>
                                          <p:attrName>style.visibility</p:attrName>
                                        </p:attrNameLst>
                                      </p:cBhvr>
                                      <p:to>
                                        <p:strVal val="visible"/>
                                      </p:to>
                                    </p:set>
                                    <p:animEffect transition="in" filter="wipe(left)">
                                      <p:cBhvr>
                                        <p:cTn id="12" dur="500"/>
                                        <p:tgtEl>
                                          <p:spTgt spid="2826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82629"/>
                                        </p:tgtEl>
                                        <p:attrNameLst>
                                          <p:attrName>style.visibility</p:attrName>
                                        </p:attrNameLst>
                                      </p:cBhvr>
                                      <p:to>
                                        <p:strVal val="visible"/>
                                      </p:to>
                                    </p:set>
                                    <p:animEffect transition="in" filter="wipe(left)">
                                      <p:cBhvr>
                                        <p:cTn id="17" dur="500"/>
                                        <p:tgtEl>
                                          <p:spTgt spid="2826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2630"/>
                                        </p:tgtEl>
                                        <p:attrNameLst>
                                          <p:attrName>style.visibility</p:attrName>
                                        </p:attrNameLst>
                                      </p:cBhvr>
                                      <p:to>
                                        <p:strVal val="visible"/>
                                      </p:to>
                                    </p:set>
                                    <p:animEffect transition="in" filter="wipe(left)">
                                      <p:cBhvr>
                                        <p:cTn id="22" dur="500"/>
                                        <p:tgtEl>
                                          <p:spTgt spid="2826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82631"/>
                                        </p:tgtEl>
                                        <p:attrNameLst>
                                          <p:attrName>style.visibility</p:attrName>
                                        </p:attrNameLst>
                                      </p:cBhvr>
                                      <p:to>
                                        <p:strVal val="visible"/>
                                      </p:to>
                                    </p:set>
                                    <p:animEffect transition="in" filter="wipe(left)">
                                      <p:cBhvr>
                                        <p:cTn id="27" dur="500"/>
                                        <p:tgtEl>
                                          <p:spTgt spid="2826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82632"/>
                                        </p:tgtEl>
                                        <p:attrNameLst>
                                          <p:attrName>style.visibility</p:attrName>
                                        </p:attrNameLst>
                                      </p:cBhvr>
                                      <p:to>
                                        <p:strVal val="visible"/>
                                      </p:to>
                                    </p:set>
                                    <p:animEffect transition="in" filter="wipe(left)">
                                      <p:cBhvr>
                                        <p:cTn id="32" dur="500"/>
                                        <p:tgtEl>
                                          <p:spTgt spid="2826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82633"/>
                                        </p:tgtEl>
                                        <p:attrNameLst>
                                          <p:attrName>style.visibility</p:attrName>
                                        </p:attrNameLst>
                                      </p:cBhvr>
                                      <p:to>
                                        <p:strVal val="visible"/>
                                      </p:to>
                                    </p:set>
                                    <p:animEffect transition="in" filter="wipe(left)">
                                      <p:cBhvr>
                                        <p:cTn id="37" dur="500"/>
                                        <p:tgtEl>
                                          <p:spTgt spid="28263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82634"/>
                                        </p:tgtEl>
                                        <p:attrNameLst>
                                          <p:attrName>style.visibility</p:attrName>
                                        </p:attrNameLst>
                                      </p:cBhvr>
                                      <p:to>
                                        <p:strVal val="visible"/>
                                      </p:to>
                                    </p:set>
                                    <p:animEffect transition="in" filter="wipe(left)">
                                      <p:cBhvr>
                                        <p:cTn id="42" dur="500"/>
                                        <p:tgtEl>
                                          <p:spTgt spid="28263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82635"/>
                                        </p:tgtEl>
                                        <p:attrNameLst>
                                          <p:attrName>style.visibility</p:attrName>
                                        </p:attrNameLst>
                                      </p:cBhvr>
                                      <p:to>
                                        <p:strVal val="visible"/>
                                      </p:to>
                                    </p:set>
                                    <p:animEffect transition="in" filter="wipe(left)">
                                      <p:cBhvr>
                                        <p:cTn id="47" dur="500"/>
                                        <p:tgtEl>
                                          <p:spTgt spid="28263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82636"/>
                                        </p:tgtEl>
                                        <p:attrNameLst>
                                          <p:attrName>style.visibility</p:attrName>
                                        </p:attrNameLst>
                                      </p:cBhvr>
                                      <p:to>
                                        <p:strVal val="visible"/>
                                      </p:to>
                                    </p:set>
                                    <p:animEffect transition="in" filter="wipe(left)">
                                      <p:cBhvr>
                                        <p:cTn id="52" dur="500"/>
                                        <p:tgtEl>
                                          <p:spTgt spid="282636"/>
                                        </p:tgtEl>
                                      </p:cBhvr>
                                    </p:animEffect>
                                  </p:childTnLst>
                                </p:cTn>
                              </p:par>
                              <p:par>
                                <p:cTn id="53" presetID="9" presetClass="entr" presetSubtype="0" fill="hold" nodeType="withEffect">
                                  <p:stCondLst>
                                    <p:cond delay="0"/>
                                  </p:stCondLst>
                                  <p:childTnLst>
                                    <p:set>
                                      <p:cBhvr>
                                        <p:cTn id="54" dur="1" fill="hold">
                                          <p:stCondLst>
                                            <p:cond delay="0"/>
                                          </p:stCondLst>
                                        </p:cTn>
                                        <p:tgtEl>
                                          <p:spTgt spid="282627"/>
                                        </p:tgtEl>
                                        <p:attrNameLst>
                                          <p:attrName>style.visibility</p:attrName>
                                        </p:attrNameLst>
                                      </p:cBhvr>
                                      <p:to>
                                        <p:strVal val="visible"/>
                                      </p:to>
                                    </p:set>
                                    <p:animEffect transition="in" filter="dissolve">
                                      <p:cBhvr>
                                        <p:cTn id="55" dur="2000"/>
                                        <p:tgtEl>
                                          <p:spTgt spid="28262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iterate type="wd">
                                    <p:tmPct val="41000"/>
                                  </p:iterate>
                                  <p:childTnLst>
                                    <p:set>
                                      <p:cBhvr>
                                        <p:cTn id="59" dur="1" fill="hold">
                                          <p:stCondLst>
                                            <p:cond delay="0"/>
                                          </p:stCondLst>
                                        </p:cTn>
                                        <p:tgtEl>
                                          <p:spTgt spid="282637"/>
                                        </p:tgtEl>
                                        <p:attrNameLst>
                                          <p:attrName>style.visibility</p:attrName>
                                        </p:attrNameLst>
                                      </p:cBhvr>
                                      <p:to>
                                        <p:strVal val="visible"/>
                                      </p:to>
                                    </p:set>
                                    <p:animEffect transition="in" filter="wipe(left)">
                                      <p:cBhvr>
                                        <p:cTn id="60" dur="500"/>
                                        <p:tgtEl>
                                          <p:spTgt spid="28263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82641"/>
                                        </p:tgtEl>
                                        <p:attrNameLst>
                                          <p:attrName>style.visibility</p:attrName>
                                        </p:attrNameLst>
                                      </p:cBhvr>
                                      <p:to>
                                        <p:strVal val="visible"/>
                                      </p:to>
                                    </p:set>
                                    <p:animEffect transition="in" filter="wipe(left)">
                                      <p:cBhvr>
                                        <p:cTn id="65" dur="500"/>
                                        <p:tgtEl>
                                          <p:spTgt spid="28264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82638"/>
                                        </p:tgtEl>
                                        <p:attrNameLst>
                                          <p:attrName>style.visibility</p:attrName>
                                        </p:attrNameLst>
                                      </p:cBhvr>
                                      <p:to>
                                        <p:strVal val="visible"/>
                                      </p:to>
                                    </p:set>
                                    <p:animEffect transition="in" filter="wipe(left)">
                                      <p:cBhvr>
                                        <p:cTn id="70" dur="2000"/>
                                        <p:tgtEl>
                                          <p:spTgt spid="28263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82639"/>
                                        </p:tgtEl>
                                        <p:attrNameLst>
                                          <p:attrName>style.visibility</p:attrName>
                                        </p:attrNameLst>
                                      </p:cBhvr>
                                      <p:to>
                                        <p:strVal val="visible"/>
                                      </p:to>
                                    </p:set>
                                    <p:animEffect transition="in" filter="wipe(left)">
                                      <p:cBhvr>
                                        <p:cTn id="75" dur="500"/>
                                        <p:tgtEl>
                                          <p:spTgt spid="28263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82640"/>
                                        </p:tgtEl>
                                        <p:attrNameLst>
                                          <p:attrName>style.visibility</p:attrName>
                                        </p:attrNameLst>
                                      </p:cBhvr>
                                      <p:to>
                                        <p:strVal val="visible"/>
                                      </p:to>
                                    </p:set>
                                    <p:animEffect transition="in" filter="wipe(left)">
                                      <p:cBhvr>
                                        <p:cTn id="80" dur="2000"/>
                                        <p:tgtEl>
                                          <p:spTgt spid="282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6" grpId="0" autoUpdateAnimBg="0"/>
      <p:bldP spid="282627" grpId="0" animBg="1"/>
      <p:bldP spid="282629" grpId="0" animBg="1"/>
      <p:bldP spid="282632" grpId="0" autoUpdateAnimBg="0"/>
      <p:bldP spid="282637" grpId="0" autoUpdateAnimBg="0"/>
      <p:bldP spid="282639" grpId="0" autoUpdateAnimBg="0"/>
      <p:bldP spid="28264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834" name="Text Box 42">
            <a:extLst>
              <a:ext uri="{FF2B5EF4-FFF2-40B4-BE49-F238E27FC236}">
                <a16:creationId xmlns:a16="http://schemas.microsoft.com/office/drawing/2014/main" id="{F4D0AC3E-0AE3-32E3-FF6D-B28261479F73}"/>
              </a:ext>
            </a:extLst>
          </p:cNvPr>
          <p:cNvSpPr txBox="1">
            <a:spLocks noChangeArrowheads="1"/>
          </p:cNvSpPr>
          <p:nvPr/>
        </p:nvSpPr>
        <p:spPr bwMode="auto">
          <a:xfrm>
            <a:off x="838200" y="304800"/>
            <a:ext cx="8001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t>一无限长载流直导线，其外包围一层磁介质，相对磁导率</a:t>
            </a:r>
          </a:p>
        </p:txBody>
      </p:sp>
      <p:graphicFrame>
        <p:nvGraphicFramePr>
          <p:cNvPr id="289835" name="Object 2">
            <a:extLst>
              <a:ext uri="{FF2B5EF4-FFF2-40B4-BE49-F238E27FC236}">
                <a16:creationId xmlns:a16="http://schemas.microsoft.com/office/drawing/2014/main" id="{C9FDEBB9-36FE-1927-4DA7-A3204CD063D6}"/>
              </a:ext>
            </a:extLst>
          </p:cNvPr>
          <p:cNvGraphicFramePr>
            <a:graphicFrameLocks/>
          </p:cNvGraphicFramePr>
          <p:nvPr/>
        </p:nvGraphicFramePr>
        <p:xfrm>
          <a:off x="990600" y="846138"/>
          <a:ext cx="863600" cy="419100"/>
        </p:xfrm>
        <a:graphic>
          <a:graphicData uri="http://schemas.openxmlformats.org/presentationml/2006/ole">
            <mc:AlternateContent xmlns:mc="http://schemas.openxmlformats.org/markup-compatibility/2006">
              <mc:Choice xmlns:v="urn:schemas-microsoft-com:vml" Requires="v">
                <p:oleObj name="Equation" r:id="rId2" imgW="830549" imgH="388537" progId="Equation.3">
                  <p:embed/>
                </p:oleObj>
              </mc:Choice>
              <mc:Fallback>
                <p:oleObj name="Equation" r:id="rId2" imgW="830549" imgH="388537" progId="Equation.3">
                  <p:embed/>
                  <p:pic>
                    <p:nvPicPr>
                      <p:cNvPr id="289835" name="Object 2">
                        <a:extLst>
                          <a:ext uri="{FF2B5EF4-FFF2-40B4-BE49-F238E27FC236}">
                            <a16:creationId xmlns:a16="http://schemas.microsoft.com/office/drawing/2014/main" id="{C9FDEBB9-36FE-1927-4DA7-A3204CD063D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846138"/>
                        <a:ext cx="863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836" name="Text Box 44">
            <a:extLst>
              <a:ext uri="{FF2B5EF4-FFF2-40B4-BE49-F238E27FC236}">
                <a16:creationId xmlns:a16="http://schemas.microsoft.com/office/drawing/2014/main" id="{CD8A1DD0-08E6-2A2F-9B76-937C15067735}"/>
              </a:ext>
            </a:extLst>
          </p:cNvPr>
          <p:cNvSpPr txBox="1">
            <a:spLocks noChangeArrowheads="1"/>
          </p:cNvSpPr>
          <p:nvPr/>
        </p:nvSpPr>
        <p:spPr bwMode="auto">
          <a:xfrm>
            <a:off x="762000" y="1806575"/>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(2) </a:t>
            </a:r>
            <a:r>
              <a:rPr lang="zh-CN" altLang="en-US"/>
              <a:t>介质内外界面上的束缚电流密度</a:t>
            </a:r>
          </a:p>
        </p:txBody>
      </p:sp>
      <p:sp>
        <p:nvSpPr>
          <p:cNvPr id="289837" name="Rectangle 45">
            <a:extLst>
              <a:ext uri="{FF2B5EF4-FFF2-40B4-BE49-F238E27FC236}">
                <a16:creationId xmlns:a16="http://schemas.microsoft.com/office/drawing/2014/main" id="{295971C3-E063-67C0-1A42-08E6CC8C9BD3}"/>
              </a:ext>
            </a:extLst>
          </p:cNvPr>
          <p:cNvSpPr>
            <a:spLocks noChangeArrowheads="1"/>
          </p:cNvSpPr>
          <p:nvPr/>
        </p:nvSpPr>
        <p:spPr bwMode="auto">
          <a:xfrm>
            <a:off x="304800" y="38893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zh-CN" altLang="en-US">
                <a:solidFill>
                  <a:srgbClr val="FFFF00"/>
                </a:solidFill>
              </a:rPr>
              <a:t>例</a:t>
            </a:r>
          </a:p>
        </p:txBody>
      </p:sp>
      <p:sp>
        <p:nvSpPr>
          <p:cNvPr id="289838" name="Rectangle 46">
            <a:extLst>
              <a:ext uri="{FF2B5EF4-FFF2-40B4-BE49-F238E27FC236}">
                <a16:creationId xmlns:a16="http://schemas.microsoft.com/office/drawing/2014/main" id="{4D12B468-1556-05D1-3B6E-BBE658412598}"/>
              </a:ext>
            </a:extLst>
          </p:cNvPr>
          <p:cNvSpPr>
            <a:spLocks noChangeArrowheads="1"/>
          </p:cNvSpPr>
          <p:nvPr/>
        </p:nvSpPr>
        <p:spPr bwMode="auto">
          <a:xfrm>
            <a:off x="304800" y="133191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zh-CN" altLang="en-US">
                <a:solidFill>
                  <a:srgbClr val="FFFF00"/>
                </a:solidFill>
              </a:rPr>
              <a:t>求</a:t>
            </a:r>
          </a:p>
        </p:txBody>
      </p:sp>
      <p:sp>
        <p:nvSpPr>
          <p:cNvPr id="289839" name="Text Box 47">
            <a:extLst>
              <a:ext uri="{FF2B5EF4-FFF2-40B4-BE49-F238E27FC236}">
                <a16:creationId xmlns:a16="http://schemas.microsoft.com/office/drawing/2014/main" id="{73FF52AC-BB1B-F09F-65C8-10531651A31F}"/>
              </a:ext>
            </a:extLst>
          </p:cNvPr>
          <p:cNvSpPr txBox="1">
            <a:spLocks noChangeArrowheads="1"/>
          </p:cNvSpPr>
          <p:nvPr/>
        </p:nvSpPr>
        <p:spPr bwMode="auto">
          <a:xfrm>
            <a:off x="304800" y="22526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FFFF00"/>
                </a:solidFill>
              </a:rPr>
              <a:t>解</a:t>
            </a:r>
          </a:p>
        </p:txBody>
      </p:sp>
      <p:sp>
        <p:nvSpPr>
          <p:cNvPr id="289840" name="Text Box 48">
            <a:extLst>
              <a:ext uri="{FF2B5EF4-FFF2-40B4-BE49-F238E27FC236}">
                <a16:creationId xmlns:a16="http://schemas.microsoft.com/office/drawing/2014/main" id="{986D7203-8300-F839-D37A-3F8AC474D0A8}"/>
              </a:ext>
            </a:extLst>
          </p:cNvPr>
          <p:cNvSpPr txBox="1">
            <a:spLocks noChangeArrowheads="1"/>
          </p:cNvSpPr>
          <p:nvPr/>
        </p:nvSpPr>
        <p:spPr bwMode="auto">
          <a:xfrm>
            <a:off x="768350" y="2252663"/>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根据磁介质的安培环路定理</a:t>
            </a:r>
          </a:p>
        </p:txBody>
      </p:sp>
      <p:graphicFrame>
        <p:nvGraphicFramePr>
          <p:cNvPr id="289841" name="Object 3">
            <a:extLst>
              <a:ext uri="{FF2B5EF4-FFF2-40B4-BE49-F238E27FC236}">
                <a16:creationId xmlns:a16="http://schemas.microsoft.com/office/drawing/2014/main" id="{8A80A70B-3527-A792-6507-6E86F04322A0}"/>
              </a:ext>
            </a:extLst>
          </p:cNvPr>
          <p:cNvGraphicFramePr>
            <a:graphicFrameLocks/>
          </p:cNvGraphicFramePr>
          <p:nvPr/>
        </p:nvGraphicFramePr>
        <p:xfrm>
          <a:off x="901700" y="2773363"/>
          <a:ext cx="2817813" cy="608012"/>
        </p:xfrm>
        <a:graphic>
          <a:graphicData uri="http://schemas.openxmlformats.org/presentationml/2006/ole">
            <mc:AlternateContent xmlns:mc="http://schemas.openxmlformats.org/markup-compatibility/2006">
              <mc:Choice xmlns:v="urn:schemas-microsoft-com:vml" Requires="v">
                <p:oleObj name="Equation" r:id="rId4" imgW="2788733" imgH="579065" progId="Equation.3">
                  <p:embed/>
                </p:oleObj>
              </mc:Choice>
              <mc:Fallback>
                <p:oleObj name="Equation" r:id="rId4" imgW="2788733" imgH="579065" progId="Equation.3">
                  <p:embed/>
                  <p:pic>
                    <p:nvPicPr>
                      <p:cNvPr id="289841" name="Object 3">
                        <a:extLst>
                          <a:ext uri="{FF2B5EF4-FFF2-40B4-BE49-F238E27FC236}">
                            <a16:creationId xmlns:a16="http://schemas.microsoft.com/office/drawing/2014/main" id="{8A80A70B-3527-A792-6507-6E86F04322A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700" y="2773363"/>
                        <a:ext cx="2817813"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842" name="AutoShape 50">
            <a:extLst>
              <a:ext uri="{FF2B5EF4-FFF2-40B4-BE49-F238E27FC236}">
                <a16:creationId xmlns:a16="http://schemas.microsoft.com/office/drawing/2014/main" id="{991D94CB-98D0-558B-FC83-4B42DD140192}"/>
              </a:ext>
            </a:extLst>
          </p:cNvPr>
          <p:cNvSpPr>
            <a:spLocks noChangeArrowheads="1"/>
          </p:cNvSpPr>
          <p:nvPr/>
        </p:nvSpPr>
        <p:spPr bwMode="auto">
          <a:xfrm>
            <a:off x="3886200" y="2901950"/>
            <a:ext cx="533400" cy="304800"/>
          </a:xfrm>
          <a:prstGeom prst="rightArrow">
            <a:avLst>
              <a:gd name="adj1" fmla="val 50000"/>
              <a:gd name="adj2" fmla="val 43750"/>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aphicFrame>
        <p:nvGraphicFramePr>
          <p:cNvPr id="289843" name="Object 4">
            <a:extLst>
              <a:ext uri="{FF2B5EF4-FFF2-40B4-BE49-F238E27FC236}">
                <a16:creationId xmlns:a16="http://schemas.microsoft.com/office/drawing/2014/main" id="{963A0F92-7298-C147-2558-E2E85DFF76F8}"/>
              </a:ext>
            </a:extLst>
          </p:cNvPr>
          <p:cNvGraphicFramePr>
            <a:graphicFrameLocks/>
          </p:cNvGraphicFramePr>
          <p:nvPr/>
        </p:nvGraphicFramePr>
        <p:xfrm>
          <a:off x="4565650" y="2884488"/>
          <a:ext cx="1601788" cy="315912"/>
        </p:xfrm>
        <a:graphic>
          <a:graphicData uri="http://schemas.openxmlformats.org/presentationml/2006/ole">
            <mc:AlternateContent xmlns:mc="http://schemas.openxmlformats.org/markup-compatibility/2006">
              <mc:Choice xmlns:v="urn:schemas-microsoft-com:vml" Requires="v">
                <p:oleObj name="Equation" r:id="rId6" imgW="1569533" imgH="289782" progId="Equation.3">
                  <p:embed/>
                </p:oleObj>
              </mc:Choice>
              <mc:Fallback>
                <p:oleObj name="Equation" r:id="rId6" imgW="1569533" imgH="289782" progId="Equation.3">
                  <p:embed/>
                  <p:pic>
                    <p:nvPicPr>
                      <p:cNvPr id="289843" name="Object 4">
                        <a:extLst>
                          <a:ext uri="{FF2B5EF4-FFF2-40B4-BE49-F238E27FC236}">
                            <a16:creationId xmlns:a16="http://schemas.microsoft.com/office/drawing/2014/main" id="{963A0F92-7298-C147-2558-E2E85DFF76F8}"/>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5650" y="2884488"/>
                        <a:ext cx="1601788"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844" name="Text Box 52">
            <a:extLst>
              <a:ext uri="{FF2B5EF4-FFF2-40B4-BE49-F238E27FC236}">
                <a16:creationId xmlns:a16="http://schemas.microsoft.com/office/drawing/2014/main" id="{5D50267F-38CB-4BFB-39F8-D312EF613DCC}"/>
              </a:ext>
            </a:extLst>
          </p:cNvPr>
          <p:cNvSpPr txBox="1">
            <a:spLocks noChangeArrowheads="1"/>
          </p:cNvSpPr>
          <p:nvPr/>
        </p:nvSpPr>
        <p:spPr bwMode="auto">
          <a:xfrm>
            <a:off x="762000" y="1349375"/>
            <a:ext cx="609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(1) </a:t>
            </a:r>
            <a:r>
              <a:rPr lang="zh-CN" altLang="en-US"/>
              <a:t>磁介质中的磁化强度和磁感应强度</a:t>
            </a:r>
          </a:p>
        </p:txBody>
      </p:sp>
      <p:graphicFrame>
        <p:nvGraphicFramePr>
          <p:cNvPr id="289845" name="Object 5">
            <a:extLst>
              <a:ext uri="{FF2B5EF4-FFF2-40B4-BE49-F238E27FC236}">
                <a16:creationId xmlns:a16="http://schemas.microsoft.com/office/drawing/2014/main" id="{62758D87-D479-1BBD-EE12-00C13E9D09B8}"/>
              </a:ext>
            </a:extLst>
          </p:cNvPr>
          <p:cNvGraphicFramePr>
            <a:graphicFrameLocks noChangeAspect="1"/>
          </p:cNvGraphicFramePr>
          <p:nvPr/>
        </p:nvGraphicFramePr>
        <p:xfrm>
          <a:off x="6940550" y="3622675"/>
          <a:ext cx="476250" cy="533400"/>
        </p:xfrm>
        <a:graphic>
          <a:graphicData uri="http://schemas.openxmlformats.org/presentationml/2006/ole">
            <mc:AlternateContent xmlns:mc="http://schemas.openxmlformats.org/markup-compatibility/2006">
              <mc:Choice xmlns:v="urn:schemas-microsoft-com:vml" Requires="v">
                <p:oleObj name="Equation" r:id="rId8" imgW="160238" imgH="183046" progId="Equation.3">
                  <p:embed/>
                </p:oleObj>
              </mc:Choice>
              <mc:Fallback>
                <p:oleObj name="Equation" r:id="rId8" imgW="160238" imgH="183046" progId="Equation.3">
                  <p:embed/>
                  <p:pic>
                    <p:nvPicPr>
                      <p:cNvPr id="289845" name="Object 5">
                        <a:extLst>
                          <a:ext uri="{FF2B5EF4-FFF2-40B4-BE49-F238E27FC236}">
                            <a16:creationId xmlns:a16="http://schemas.microsoft.com/office/drawing/2014/main" id="{62758D87-D479-1BBD-EE12-00C13E9D09B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40550" y="3622675"/>
                        <a:ext cx="4762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4">
            <a:extLst>
              <a:ext uri="{FF2B5EF4-FFF2-40B4-BE49-F238E27FC236}">
                <a16:creationId xmlns:a16="http://schemas.microsoft.com/office/drawing/2014/main" id="{9D4F588A-563B-D21C-65E2-CC24A261DFBA}"/>
              </a:ext>
            </a:extLst>
          </p:cNvPr>
          <p:cNvGrpSpPr>
            <a:grpSpLocks/>
          </p:cNvGrpSpPr>
          <p:nvPr/>
        </p:nvGrpSpPr>
        <p:grpSpPr bwMode="auto">
          <a:xfrm>
            <a:off x="6858000" y="1489075"/>
            <a:ext cx="1752600" cy="3114675"/>
            <a:chOff x="4176" y="1398"/>
            <a:chExt cx="1440" cy="2778"/>
          </a:xfrm>
        </p:grpSpPr>
        <p:sp>
          <p:nvSpPr>
            <p:cNvPr id="16428" name="Line 55">
              <a:extLst>
                <a:ext uri="{FF2B5EF4-FFF2-40B4-BE49-F238E27FC236}">
                  <a16:creationId xmlns:a16="http://schemas.microsoft.com/office/drawing/2014/main" id="{67F27E83-1DEB-25FC-92E4-865332B91BE2}"/>
                </a:ext>
              </a:extLst>
            </p:cNvPr>
            <p:cNvSpPr>
              <a:spLocks noChangeShapeType="1"/>
            </p:cNvSpPr>
            <p:nvPr/>
          </p:nvSpPr>
          <p:spPr bwMode="auto">
            <a:xfrm>
              <a:off x="4176" y="1684"/>
              <a:ext cx="0" cy="22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29" name="Line 56">
              <a:extLst>
                <a:ext uri="{FF2B5EF4-FFF2-40B4-BE49-F238E27FC236}">
                  <a16:creationId xmlns:a16="http://schemas.microsoft.com/office/drawing/2014/main" id="{BE40674E-639F-5D47-69E7-2EF7730EC3AE}"/>
                </a:ext>
              </a:extLst>
            </p:cNvPr>
            <p:cNvSpPr>
              <a:spLocks noChangeShapeType="1"/>
            </p:cNvSpPr>
            <p:nvPr/>
          </p:nvSpPr>
          <p:spPr bwMode="auto">
            <a:xfrm>
              <a:off x="5616" y="1684"/>
              <a:ext cx="0" cy="2248"/>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0" name="Oval 57">
              <a:extLst>
                <a:ext uri="{FF2B5EF4-FFF2-40B4-BE49-F238E27FC236}">
                  <a16:creationId xmlns:a16="http://schemas.microsoft.com/office/drawing/2014/main" id="{95DF96B2-61CD-C90C-FD68-613B4F86F082}"/>
                </a:ext>
              </a:extLst>
            </p:cNvPr>
            <p:cNvSpPr>
              <a:spLocks noChangeArrowheads="1"/>
            </p:cNvSpPr>
            <p:nvPr/>
          </p:nvSpPr>
          <p:spPr bwMode="auto">
            <a:xfrm>
              <a:off x="4176" y="3737"/>
              <a:ext cx="1440" cy="391"/>
            </a:xfrm>
            <a:prstGeom prst="ellipse">
              <a:avLst/>
            </a:prstGeom>
            <a:noFill/>
            <a:ln w="381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6431" name="AutoShape 58">
              <a:extLst>
                <a:ext uri="{FF2B5EF4-FFF2-40B4-BE49-F238E27FC236}">
                  <a16:creationId xmlns:a16="http://schemas.microsoft.com/office/drawing/2014/main" id="{243ABAA8-032E-34F1-96F8-01F7AAC130E4}"/>
                </a:ext>
              </a:extLst>
            </p:cNvPr>
            <p:cNvSpPr>
              <a:spLocks noChangeArrowheads="1"/>
            </p:cNvSpPr>
            <p:nvPr/>
          </p:nvSpPr>
          <p:spPr bwMode="auto">
            <a:xfrm>
              <a:off x="4656" y="1584"/>
              <a:ext cx="480" cy="2421"/>
            </a:xfrm>
            <a:prstGeom prst="can">
              <a:avLst>
                <a:gd name="adj" fmla="val 36264"/>
              </a:avLst>
            </a:prstGeom>
            <a:gradFill rotWithShape="0">
              <a:gsLst>
                <a:gs pos="0">
                  <a:srgbClr val="185E5E"/>
                </a:gs>
                <a:gs pos="50000">
                  <a:srgbClr val="33CCCC"/>
                </a:gs>
                <a:gs pos="100000">
                  <a:srgbClr val="185E5E"/>
                </a:gs>
              </a:gsLst>
              <a:lin ang="0" scaled="1"/>
            </a:gradFill>
            <a:ln w="9525">
              <a:solidFill>
                <a:schemeClr val="tx1"/>
              </a:solidFill>
              <a:round/>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6432" name="Line 59">
              <a:extLst>
                <a:ext uri="{FF2B5EF4-FFF2-40B4-BE49-F238E27FC236}">
                  <a16:creationId xmlns:a16="http://schemas.microsoft.com/office/drawing/2014/main" id="{DA423EE0-1949-E7BD-CD52-C9F4018E6610}"/>
                </a:ext>
              </a:extLst>
            </p:cNvPr>
            <p:cNvSpPr>
              <a:spLocks noChangeShapeType="1"/>
            </p:cNvSpPr>
            <p:nvPr/>
          </p:nvSpPr>
          <p:spPr bwMode="auto">
            <a:xfrm>
              <a:off x="4896" y="1398"/>
              <a:ext cx="0" cy="2778"/>
            </a:xfrm>
            <a:prstGeom prst="line">
              <a:avLst/>
            </a:prstGeom>
            <a:noFill/>
            <a:ln w="28575">
              <a:solidFill>
                <a:srgbClr val="FFFF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3" name="Oval 60">
              <a:extLst>
                <a:ext uri="{FF2B5EF4-FFF2-40B4-BE49-F238E27FC236}">
                  <a16:creationId xmlns:a16="http://schemas.microsoft.com/office/drawing/2014/main" id="{AAF422DF-E526-9B53-C05A-438BF3168FB2}"/>
                </a:ext>
              </a:extLst>
            </p:cNvPr>
            <p:cNvSpPr>
              <a:spLocks noChangeArrowheads="1"/>
            </p:cNvSpPr>
            <p:nvPr/>
          </p:nvSpPr>
          <p:spPr bwMode="auto">
            <a:xfrm>
              <a:off x="4176" y="1488"/>
              <a:ext cx="1440" cy="391"/>
            </a:xfrm>
            <a:prstGeom prst="ellipse">
              <a:avLst/>
            </a:prstGeom>
            <a:noFill/>
            <a:ln w="381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grpSp>
      <p:grpSp>
        <p:nvGrpSpPr>
          <p:cNvPr id="3" name="Group 61">
            <a:extLst>
              <a:ext uri="{FF2B5EF4-FFF2-40B4-BE49-F238E27FC236}">
                <a16:creationId xmlns:a16="http://schemas.microsoft.com/office/drawing/2014/main" id="{AB4FDCA6-6CAD-FCB6-7677-761244AC77B4}"/>
              </a:ext>
            </a:extLst>
          </p:cNvPr>
          <p:cNvGrpSpPr>
            <a:grpSpLocks/>
          </p:cNvGrpSpPr>
          <p:nvPr/>
        </p:nvGrpSpPr>
        <p:grpSpPr bwMode="auto">
          <a:xfrm>
            <a:off x="6840538" y="2327275"/>
            <a:ext cx="914400" cy="533400"/>
            <a:chOff x="4309" y="2352"/>
            <a:chExt cx="576" cy="336"/>
          </a:xfrm>
        </p:grpSpPr>
        <p:graphicFrame>
          <p:nvGraphicFramePr>
            <p:cNvPr id="16426" name="Object 18">
              <a:extLst>
                <a:ext uri="{FF2B5EF4-FFF2-40B4-BE49-F238E27FC236}">
                  <a16:creationId xmlns:a16="http://schemas.microsoft.com/office/drawing/2014/main" id="{D0FCD3BE-688C-5E16-F5E7-24E8216BD560}"/>
                </a:ext>
              </a:extLst>
            </p:cNvPr>
            <p:cNvGraphicFramePr>
              <a:graphicFrameLocks noChangeAspect="1"/>
            </p:cNvGraphicFramePr>
            <p:nvPr/>
          </p:nvGraphicFramePr>
          <p:xfrm>
            <a:off x="4378" y="2352"/>
            <a:ext cx="278" cy="288"/>
          </p:xfrm>
          <a:graphic>
            <a:graphicData uri="http://schemas.openxmlformats.org/presentationml/2006/ole">
              <mc:AlternateContent xmlns:mc="http://schemas.openxmlformats.org/markup-compatibility/2006">
                <mc:Choice xmlns:v="urn:schemas-microsoft-com:vml" Requires="v">
                  <p:oleObj name="Equation" r:id="rId10" imgW="160238" imgH="183046" progId="Equation.3">
                    <p:embed/>
                  </p:oleObj>
                </mc:Choice>
                <mc:Fallback>
                  <p:oleObj name="Equation" r:id="rId10" imgW="160238" imgH="183046" progId="Equation.3">
                    <p:embed/>
                    <p:pic>
                      <p:nvPicPr>
                        <p:cNvPr id="16426" name="Object 18">
                          <a:extLst>
                            <a:ext uri="{FF2B5EF4-FFF2-40B4-BE49-F238E27FC236}">
                              <a16:creationId xmlns:a16="http://schemas.microsoft.com/office/drawing/2014/main" id="{D0FCD3BE-688C-5E16-F5E7-24E8216BD56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78" y="2352"/>
                          <a:ext cx="27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7" name="Line 63">
              <a:extLst>
                <a:ext uri="{FF2B5EF4-FFF2-40B4-BE49-F238E27FC236}">
                  <a16:creationId xmlns:a16="http://schemas.microsoft.com/office/drawing/2014/main" id="{A007C0E1-7519-87B5-76FF-B738163C80A2}"/>
                </a:ext>
              </a:extLst>
            </p:cNvPr>
            <p:cNvSpPr>
              <a:spLocks noChangeShapeType="1"/>
            </p:cNvSpPr>
            <p:nvPr/>
          </p:nvSpPr>
          <p:spPr bwMode="auto">
            <a:xfrm>
              <a:off x="4309" y="2688"/>
              <a:ext cx="576" cy="0"/>
            </a:xfrm>
            <a:prstGeom prst="line">
              <a:avLst/>
            </a:prstGeom>
            <a:noFill/>
            <a:ln w="28575">
              <a:solidFill>
                <a:srgbClr val="FF99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64">
            <a:extLst>
              <a:ext uri="{FF2B5EF4-FFF2-40B4-BE49-F238E27FC236}">
                <a16:creationId xmlns:a16="http://schemas.microsoft.com/office/drawing/2014/main" id="{82969E27-1EA6-F515-EBC9-E3FFEB86EBCA}"/>
              </a:ext>
            </a:extLst>
          </p:cNvPr>
          <p:cNvGrpSpPr>
            <a:grpSpLocks/>
          </p:cNvGrpSpPr>
          <p:nvPr/>
        </p:nvGrpSpPr>
        <p:grpSpPr bwMode="auto">
          <a:xfrm>
            <a:off x="7737475" y="1547813"/>
            <a:ext cx="700088" cy="457200"/>
            <a:chOff x="4874" y="1861"/>
            <a:chExt cx="441" cy="288"/>
          </a:xfrm>
        </p:grpSpPr>
        <p:graphicFrame>
          <p:nvGraphicFramePr>
            <p:cNvPr id="16424" name="Object 17">
              <a:extLst>
                <a:ext uri="{FF2B5EF4-FFF2-40B4-BE49-F238E27FC236}">
                  <a16:creationId xmlns:a16="http://schemas.microsoft.com/office/drawing/2014/main" id="{5D11F7B0-D1A3-7042-143B-20CAFD4C0C0B}"/>
                </a:ext>
              </a:extLst>
            </p:cNvPr>
            <p:cNvGraphicFramePr>
              <a:graphicFrameLocks noChangeAspect="1"/>
            </p:cNvGraphicFramePr>
            <p:nvPr/>
          </p:nvGraphicFramePr>
          <p:xfrm>
            <a:off x="5055" y="1861"/>
            <a:ext cx="260" cy="288"/>
          </p:xfrm>
          <a:graphic>
            <a:graphicData uri="http://schemas.openxmlformats.org/presentationml/2006/ole">
              <mc:AlternateContent xmlns:mc="http://schemas.openxmlformats.org/markup-compatibility/2006">
                <mc:Choice xmlns:v="urn:schemas-microsoft-com:vml" Requires="v">
                  <p:oleObj name="Equation" r:id="rId12" imgW="144811" imgH="183046" progId="Equation.3">
                    <p:embed/>
                  </p:oleObj>
                </mc:Choice>
                <mc:Fallback>
                  <p:oleObj name="Equation" r:id="rId12" imgW="144811" imgH="183046" progId="Equation.3">
                    <p:embed/>
                    <p:pic>
                      <p:nvPicPr>
                        <p:cNvPr id="16424" name="Object 17">
                          <a:extLst>
                            <a:ext uri="{FF2B5EF4-FFF2-40B4-BE49-F238E27FC236}">
                              <a16:creationId xmlns:a16="http://schemas.microsoft.com/office/drawing/2014/main" id="{5D11F7B0-D1A3-7042-143B-20CAFD4C0C0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55" y="1861"/>
                          <a:ext cx="26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5" name="Line 66">
              <a:extLst>
                <a:ext uri="{FF2B5EF4-FFF2-40B4-BE49-F238E27FC236}">
                  <a16:creationId xmlns:a16="http://schemas.microsoft.com/office/drawing/2014/main" id="{7F4A4521-4474-1F6F-ABFB-D8335DB15131}"/>
                </a:ext>
              </a:extLst>
            </p:cNvPr>
            <p:cNvSpPr>
              <a:spLocks noChangeShapeType="1"/>
            </p:cNvSpPr>
            <p:nvPr/>
          </p:nvSpPr>
          <p:spPr bwMode="auto">
            <a:xfrm>
              <a:off x="4874" y="2016"/>
              <a:ext cx="192" cy="0"/>
            </a:xfrm>
            <a:prstGeom prst="line">
              <a:avLst/>
            </a:prstGeom>
            <a:noFill/>
            <a:ln w="28575">
              <a:solidFill>
                <a:srgbClr val="FF99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67">
            <a:extLst>
              <a:ext uri="{FF2B5EF4-FFF2-40B4-BE49-F238E27FC236}">
                <a16:creationId xmlns:a16="http://schemas.microsoft.com/office/drawing/2014/main" id="{63169EAE-83A4-E9CC-9AF6-34577AB21DE4}"/>
              </a:ext>
            </a:extLst>
          </p:cNvPr>
          <p:cNvGrpSpPr>
            <a:grpSpLocks/>
          </p:cNvGrpSpPr>
          <p:nvPr/>
        </p:nvGrpSpPr>
        <p:grpSpPr bwMode="auto">
          <a:xfrm>
            <a:off x="7731125" y="1066800"/>
            <a:ext cx="319088" cy="762000"/>
            <a:chOff x="4870" y="1558"/>
            <a:chExt cx="201" cy="480"/>
          </a:xfrm>
        </p:grpSpPr>
        <p:graphicFrame>
          <p:nvGraphicFramePr>
            <p:cNvPr id="16422" name="Object 16">
              <a:extLst>
                <a:ext uri="{FF2B5EF4-FFF2-40B4-BE49-F238E27FC236}">
                  <a16:creationId xmlns:a16="http://schemas.microsoft.com/office/drawing/2014/main" id="{411FA280-89E1-092E-A462-39DD0ED74761}"/>
                </a:ext>
              </a:extLst>
            </p:cNvPr>
            <p:cNvGraphicFramePr>
              <a:graphicFrameLocks/>
            </p:cNvGraphicFramePr>
            <p:nvPr/>
          </p:nvGraphicFramePr>
          <p:xfrm>
            <a:off x="4944" y="1584"/>
            <a:ext cx="127" cy="184"/>
          </p:xfrm>
          <a:graphic>
            <a:graphicData uri="http://schemas.openxmlformats.org/presentationml/2006/ole">
              <mc:AlternateContent xmlns:mc="http://schemas.openxmlformats.org/markup-compatibility/2006">
                <mc:Choice xmlns:v="urn:schemas-microsoft-com:vml" Requires="v">
                  <p:oleObj name="Equation" r:id="rId14" imgW="175167" imgH="258858" progId="Equation.3">
                    <p:embed/>
                  </p:oleObj>
                </mc:Choice>
                <mc:Fallback>
                  <p:oleObj name="Equation" r:id="rId14" imgW="175167" imgH="258858" progId="Equation.3">
                    <p:embed/>
                    <p:pic>
                      <p:nvPicPr>
                        <p:cNvPr id="16422" name="Object 16">
                          <a:extLst>
                            <a:ext uri="{FF2B5EF4-FFF2-40B4-BE49-F238E27FC236}">
                              <a16:creationId xmlns:a16="http://schemas.microsoft.com/office/drawing/2014/main" id="{411FA280-89E1-092E-A462-39DD0ED74761}"/>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44" y="1584"/>
                          <a:ext cx="12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3" name="Line 69">
              <a:extLst>
                <a:ext uri="{FF2B5EF4-FFF2-40B4-BE49-F238E27FC236}">
                  <a16:creationId xmlns:a16="http://schemas.microsoft.com/office/drawing/2014/main" id="{D3110B11-8FB0-7CF6-5E7B-3259A5AFEC6D}"/>
                </a:ext>
              </a:extLst>
            </p:cNvPr>
            <p:cNvSpPr>
              <a:spLocks noChangeShapeType="1"/>
            </p:cNvSpPr>
            <p:nvPr/>
          </p:nvSpPr>
          <p:spPr bwMode="auto">
            <a:xfrm flipV="1">
              <a:off x="4870" y="1558"/>
              <a:ext cx="0" cy="48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9862" name="Oval 70">
            <a:extLst>
              <a:ext uri="{FF2B5EF4-FFF2-40B4-BE49-F238E27FC236}">
                <a16:creationId xmlns:a16="http://schemas.microsoft.com/office/drawing/2014/main" id="{264A563A-C20C-AC11-B593-A6D496CD49D1}"/>
              </a:ext>
            </a:extLst>
          </p:cNvPr>
          <p:cNvSpPr>
            <a:spLocks noChangeArrowheads="1"/>
          </p:cNvSpPr>
          <p:nvPr/>
        </p:nvSpPr>
        <p:spPr bwMode="auto">
          <a:xfrm>
            <a:off x="7086600" y="3089275"/>
            <a:ext cx="1295400" cy="381000"/>
          </a:xfrm>
          <a:prstGeom prst="ellipse">
            <a:avLst/>
          </a:prstGeom>
          <a:noFill/>
          <a:ln w="28575">
            <a:solidFill>
              <a:srgbClr val="66FF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9863" name="Line 71">
            <a:extLst>
              <a:ext uri="{FF2B5EF4-FFF2-40B4-BE49-F238E27FC236}">
                <a16:creationId xmlns:a16="http://schemas.microsoft.com/office/drawing/2014/main" id="{7CD2017B-C413-29C3-3C24-BB86379B19A8}"/>
              </a:ext>
            </a:extLst>
          </p:cNvPr>
          <p:cNvSpPr>
            <a:spLocks noChangeShapeType="1"/>
          </p:cNvSpPr>
          <p:nvPr/>
        </p:nvSpPr>
        <p:spPr bwMode="auto">
          <a:xfrm>
            <a:off x="7761288" y="3300413"/>
            <a:ext cx="62071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89864" name="Object 6">
            <a:extLst>
              <a:ext uri="{FF2B5EF4-FFF2-40B4-BE49-F238E27FC236}">
                <a16:creationId xmlns:a16="http://schemas.microsoft.com/office/drawing/2014/main" id="{73EC266F-A2AF-FDFD-8101-8F3DAF93BD7A}"/>
              </a:ext>
            </a:extLst>
          </p:cNvPr>
          <p:cNvGraphicFramePr>
            <a:graphicFrameLocks/>
          </p:cNvGraphicFramePr>
          <p:nvPr/>
        </p:nvGraphicFramePr>
        <p:xfrm>
          <a:off x="8343900" y="2949575"/>
          <a:ext cx="190500" cy="215900"/>
        </p:xfrm>
        <a:graphic>
          <a:graphicData uri="http://schemas.openxmlformats.org/presentationml/2006/ole">
            <mc:AlternateContent xmlns:mc="http://schemas.openxmlformats.org/markup-compatibility/2006">
              <mc:Choice xmlns:v="urn:schemas-microsoft-com:vml" Requires="v">
                <p:oleObj name="Equation" r:id="rId16" imgW="160238" imgH="183046" progId="Equation.3">
                  <p:embed/>
                </p:oleObj>
              </mc:Choice>
              <mc:Fallback>
                <p:oleObj name="Equation" r:id="rId16" imgW="160238" imgH="183046" progId="Equation.3">
                  <p:embed/>
                  <p:pic>
                    <p:nvPicPr>
                      <p:cNvPr id="289864" name="Object 6">
                        <a:extLst>
                          <a:ext uri="{FF2B5EF4-FFF2-40B4-BE49-F238E27FC236}">
                            <a16:creationId xmlns:a16="http://schemas.microsoft.com/office/drawing/2014/main" id="{73EC266F-A2AF-FDFD-8101-8F3DAF93BD7A}"/>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43900" y="2949575"/>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865" name="Line 73">
            <a:extLst>
              <a:ext uri="{FF2B5EF4-FFF2-40B4-BE49-F238E27FC236}">
                <a16:creationId xmlns:a16="http://schemas.microsoft.com/office/drawing/2014/main" id="{E2509636-DC1B-2D5B-7D12-B81581D061DC}"/>
              </a:ext>
            </a:extLst>
          </p:cNvPr>
          <p:cNvSpPr>
            <a:spLocks noChangeShapeType="1"/>
          </p:cNvSpPr>
          <p:nvPr/>
        </p:nvSpPr>
        <p:spPr bwMode="auto">
          <a:xfrm flipV="1">
            <a:off x="7747000" y="3487738"/>
            <a:ext cx="5588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89866" name="Object 7">
            <a:extLst>
              <a:ext uri="{FF2B5EF4-FFF2-40B4-BE49-F238E27FC236}">
                <a16:creationId xmlns:a16="http://schemas.microsoft.com/office/drawing/2014/main" id="{543A1073-9127-67B0-FCEB-D97C7EB2A1B1}"/>
              </a:ext>
            </a:extLst>
          </p:cNvPr>
          <p:cNvGraphicFramePr>
            <a:graphicFrameLocks/>
          </p:cNvGraphicFramePr>
          <p:nvPr/>
        </p:nvGraphicFramePr>
        <p:xfrm>
          <a:off x="8094663" y="3622675"/>
          <a:ext cx="355600" cy="341313"/>
        </p:xfrm>
        <a:graphic>
          <a:graphicData uri="http://schemas.openxmlformats.org/presentationml/2006/ole">
            <mc:AlternateContent xmlns:mc="http://schemas.openxmlformats.org/markup-compatibility/2006">
              <mc:Choice xmlns:v="urn:schemas-microsoft-com:vml" Requires="v">
                <p:oleObj name="Equation" r:id="rId18" imgW="327442" imgH="312226" progId="Equation.3">
                  <p:embed/>
                </p:oleObj>
              </mc:Choice>
              <mc:Fallback>
                <p:oleObj name="Equation" r:id="rId18" imgW="327442" imgH="312226" progId="Equation.3">
                  <p:embed/>
                  <p:pic>
                    <p:nvPicPr>
                      <p:cNvPr id="289866" name="Object 7">
                        <a:extLst>
                          <a:ext uri="{FF2B5EF4-FFF2-40B4-BE49-F238E27FC236}">
                            <a16:creationId xmlns:a16="http://schemas.microsoft.com/office/drawing/2014/main" id="{543A1073-9127-67B0-FCEB-D97C7EB2A1B1}"/>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94663" y="3622675"/>
                        <a:ext cx="3556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867" name="Object 8">
            <a:extLst>
              <a:ext uri="{FF2B5EF4-FFF2-40B4-BE49-F238E27FC236}">
                <a16:creationId xmlns:a16="http://schemas.microsoft.com/office/drawing/2014/main" id="{D9CCD3A7-8BEE-F65F-172A-C5FAD85BA0EB}"/>
              </a:ext>
            </a:extLst>
          </p:cNvPr>
          <p:cNvGraphicFramePr>
            <a:graphicFrameLocks/>
          </p:cNvGraphicFramePr>
          <p:nvPr/>
        </p:nvGraphicFramePr>
        <p:xfrm>
          <a:off x="906463" y="4406900"/>
          <a:ext cx="3211512" cy="430213"/>
        </p:xfrm>
        <a:graphic>
          <a:graphicData uri="http://schemas.openxmlformats.org/presentationml/2006/ole">
            <mc:AlternateContent xmlns:mc="http://schemas.openxmlformats.org/markup-compatibility/2006">
              <mc:Choice xmlns:v="urn:schemas-microsoft-com:vml" Requires="v">
                <p:oleObj name="Equation" r:id="rId20" imgW="3185347" imgH="403999" progId="Equation.3">
                  <p:embed/>
                </p:oleObj>
              </mc:Choice>
              <mc:Fallback>
                <p:oleObj name="Equation" r:id="rId20" imgW="3185347" imgH="403999" progId="Equation.3">
                  <p:embed/>
                  <p:pic>
                    <p:nvPicPr>
                      <p:cNvPr id="289867" name="Object 8">
                        <a:extLst>
                          <a:ext uri="{FF2B5EF4-FFF2-40B4-BE49-F238E27FC236}">
                            <a16:creationId xmlns:a16="http://schemas.microsoft.com/office/drawing/2014/main" id="{D9CCD3A7-8BEE-F65F-172A-C5FAD85BA0EB}"/>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06463" y="4406900"/>
                        <a:ext cx="32115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868" name="Object 9">
            <a:extLst>
              <a:ext uri="{FF2B5EF4-FFF2-40B4-BE49-F238E27FC236}">
                <a16:creationId xmlns:a16="http://schemas.microsoft.com/office/drawing/2014/main" id="{E5C17D1A-D468-1BC8-701A-561C5B4DAA81}"/>
              </a:ext>
            </a:extLst>
          </p:cNvPr>
          <p:cNvGraphicFramePr>
            <a:graphicFrameLocks/>
          </p:cNvGraphicFramePr>
          <p:nvPr/>
        </p:nvGraphicFramePr>
        <p:xfrm>
          <a:off x="4167188" y="4191000"/>
          <a:ext cx="1547812" cy="825500"/>
        </p:xfrm>
        <a:graphic>
          <a:graphicData uri="http://schemas.openxmlformats.org/presentationml/2006/ole">
            <mc:AlternateContent xmlns:mc="http://schemas.openxmlformats.org/markup-compatibility/2006">
              <mc:Choice xmlns:v="urn:schemas-microsoft-com:vml" Requires="v">
                <p:oleObj name="Equation" r:id="rId22" imgW="1516287" imgH="792535" progId="Equation.3">
                  <p:embed/>
                </p:oleObj>
              </mc:Choice>
              <mc:Fallback>
                <p:oleObj name="Equation" r:id="rId22" imgW="1516287" imgH="792535" progId="Equation.3">
                  <p:embed/>
                  <p:pic>
                    <p:nvPicPr>
                      <p:cNvPr id="289868" name="Object 9">
                        <a:extLst>
                          <a:ext uri="{FF2B5EF4-FFF2-40B4-BE49-F238E27FC236}">
                            <a16:creationId xmlns:a16="http://schemas.microsoft.com/office/drawing/2014/main" id="{E5C17D1A-D468-1BC8-701A-561C5B4DAA81}"/>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67188" y="4191000"/>
                        <a:ext cx="1547812"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869" name="Object 10">
            <a:extLst>
              <a:ext uri="{FF2B5EF4-FFF2-40B4-BE49-F238E27FC236}">
                <a16:creationId xmlns:a16="http://schemas.microsoft.com/office/drawing/2014/main" id="{BCAF6991-F535-2155-B44D-66262D1F9D71}"/>
              </a:ext>
            </a:extLst>
          </p:cNvPr>
          <p:cNvGraphicFramePr>
            <a:graphicFrameLocks/>
          </p:cNvGraphicFramePr>
          <p:nvPr/>
        </p:nvGraphicFramePr>
        <p:xfrm>
          <a:off x="925513" y="3336925"/>
          <a:ext cx="3263900" cy="823913"/>
        </p:xfrm>
        <a:graphic>
          <a:graphicData uri="http://schemas.openxmlformats.org/presentationml/2006/ole">
            <mc:AlternateContent xmlns:mc="http://schemas.openxmlformats.org/markup-compatibility/2006">
              <mc:Choice xmlns:v="urn:schemas-microsoft-com:vml" Requires="v">
                <p:oleObj name="Equation" r:id="rId24" imgW="3231129" imgH="792535" progId="Equation.3">
                  <p:embed/>
                </p:oleObj>
              </mc:Choice>
              <mc:Fallback>
                <p:oleObj name="Equation" r:id="rId24" imgW="3231129" imgH="792535" progId="Equation.3">
                  <p:embed/>
                  <p:pic>
                    <p:nvPicPr>
                      <p:cNvPr id="289869" name="Object 10">
                        <a:extLst>
                          <a:ext uri="{FF2B5EF4-FFF2-40B4-BE49-F238E27FC236}">
                            <a16:creationId xmlns:a16="http://schemas.microsoft.com/office/drawing/2014/main" id="{BCAF6991-F535-2155-B44D-66262D1F9D71}"/>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25513" y="3336925"/>
                        <a:ext cx="32639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870" name="Text Box 78">
            <a:extLst>
              <a:ext uri="{FF2B5EF4-FFF2-40B4-BE49-F238E27FC236}">
                <a16:creationId xmlns:a16="http://schemas.microsoft.com/office/drawing/2014/main" id="{4431A424-D50D-F7C0-8DDC-2A4B00800480}"/>
              </a:ext>
            </a:extLst>
          </p:cNvPr>
          <p:cNvSpPr txBox="1">
            <a:spLocks noChangeArrowheads="1"/>
          </p:cNvSpPr>
          <p:nvPr/>
        </p:nvSpPr>
        <p:spPr bwMode="auto">
          <a:xfrm>
            <a:off x="762000" y="508635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由磁化强度与束缚电流密度的关系</a:t>
            </a:r>
          </a:p>
        </p:txBody>
      </p:sp>
      <p:graphicFrame>
        <p:nvGraphicFramePr>
          <p:cNvPr id="289871" name="Object 11">
            <a:extLst>
              <a:ext uri="{FF2B5EF4-FFF2-40B4-BE49-F238E27FC236}">
                <a16:creationId xmlns:a16="http://schemas.microsoft.com/office/drawing/2014/main" id="{F939EEF1-1C10-9E74-6065-85DB28CCF42F}"/>
              </a:ext>
            </a:extLst>
          </p:cNvPr>
          <p:cNvGraphicFramePr>
            <a:graphicFrameLocks/>
          </p:cNvGraphicFramePr>
          <p:nvPr/>
        </p:nvGraphicFramePr>
        <p:xfrm>
          <a:off x="5753100" y="5130800"/>
          <a:ext cx="1411288" cy="355600"/>
        </p:xfrm>
        <a:graphic>
          <a:graphicData uri="http://schemas.openxmlformats.org/presentationml/2006/ole">
            <mc:AlternateContent xmlns:mc="http://schemas.openxmlformats.org/markup-compatibility/2006">
              <mc:Choice xmlns:v="urn:schemas-microsoft-com:vml" Requires="v">
                <p:oleObj name="Equation" r:id="rId26" imgW="1379438" imgH="327688" progId="Equation.3">
                  <p:embed/>
                </p:oleObj>
              </mc:Choice>
              <mc:Fallback>
                <p:oleObj name="Equation" r:id="rId26" imgW="1379438" imgH="327688" progId="Equation.3">
                  <p:embed/>
                  <p:pic>
                    <p:nvPicPr>
                      <p:cNvPr id="289871" name="Object 11">
                        <a:extLst>
                          <a:ext uri="{FF2B5EF4-FFF2-40B4-BE49-F238E27FC236}">
                            <a16:creationId xmlns:a16="http://schemas.microsoft.com/office/drawing/2014/main" id="{F939EEF1-1C10-9E74-6065-85DB28CCF42F}"/>
                          </a:ext>
                        </a:extLst>
                      </p:cNvPr>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753100" y="5130800"/>
                        <a:ext cx="1411288"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872" name="Text Box 80">
            <a:extLst>
              <a:ext uri="{FF2B5EF4-FFF2-40B4-BE49-F238E27FC236}">
                <a16:creationId xmlns:a16="http://schemas.microsoft.com/office/drawing/2014/main" id="{AADCDD95-3A8B-733F-94C8-08CD1E72C6F5}"/>
              </a:ext>
            </a:extLst>
          </p:cNvPr>
          <p:cNvSpPr txBox="1">
            <a:spLocks noChangeArrowheads="1"/>
          </p:cNvSpPr>
          <p:nvPr/>
        </p:nvSpPr>
        <p:spPr bwMode="auto">
          <a:xfrm>
            <a:off x="742950" y="581025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内界面</a:t>
            </a:r>
            <a:r>
              <a:rPr lang="en-US" altLang="zh-CN"/>
              <a:t>:</a:t>
            </a:r>
          </a:p>
        </p:txBody>
      </p:sp>
      <p:graphicFrame>
        <p:nvGraphicFramePr>
          <p:cNvPr id="289873" name="Object 12">
            <a:extLst>
              <a:ext uri="{FF2B5EF4-FFF2-40B4-BE49-F238E27FC236}">
                <a16:creationId xmlns:a16="http://schemas.microsoft.com/office/drawing/2014/main" id="{1FAA3E5B-2388-5619-3CBB-90060157FC69}"/>
              </a:ext>
            </a:extLst>
          </p:cNvPr>
          <p:cNvGraphicFramePr>
            <a:graphicFrameLocks/>
          </p:cNvGraphicFramePr>
          <p:nvPr/>
        </p:nvGraphicFramePr>
        <p:xfrm>
          <a:off x="2001838" y="5640388"/>
          <a:ext cx="2641600" cy="914400"/>
        </p:xfrm>
        <a:graphic>
          <a:graphicData uri="http://schemas.openxmlformats.org/presentationml/2006/ole">
            <mc:AlternateContent xmlns:mc="http://schemas.openxmlformats.org/markup-compatibility/2006">
              <mc:Choice xmlns:v="urn:schemas-microsoft-com:vml" Requires="v">
                <p:oleObj name="Equation" r:id="rId28" imgW="2613567" imgH="883809" progId="Equation.3">
                  <p:embed/>
                </p:oleObj>
              </mc:Choice>
              <mc:Fallback>
                <p:oleObj name="Equation" r:id="rId28" imgW="2613567" imgH="883809" progId="Equation.3">
                  <p:embed/>
                  <p:pic>
                    <p:nvPicPr>
                      <p:cNvPr id="289873" name="Object 12">
                        <a:extLst>
                          <a:ext uri="{FF2B5EF4-FFF2-40B4-BE49-F238E27FC236}">
                            <a16:creationId xmlns:a16="http://schemas.microsoft.com/office/drawing/2014/main" id="{1FAA3E5B-2388-5619-3CBB-90060157FC69}"/>
                          </a:ext>
                        </a:extLst>
                      </p:cNvPr>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001838" y="5640388"/>
                        <a:ext cx="2641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874" name="Text Box 82">
            <a:extLst>
              <a:ext uri="{FF2B5EF4-FFF2-40B4-BE49-F238E27FC236}">
                <a16:creationId xmlns:a16="http://schemas.microsoft.com/office/drawing/2014/main" id="{DB23F6D9-D1B6-A1DF-BCE9-ACF448C96F89}"/>
              </a:ext>
            </a:extLst>
          </p:cNvPr>
          <p:cNvSpPr txBox="1">
            <a:spLocks noChangeArrowheads="1"/>
          </p:cNvSpPr>
          <p:nvPr/>
        </p:nvSpPr>
        <p:spPr bwMode="auto">
          <a:xfrm>
            <a:off x="5257800" y="57912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外界面</a:t>
            </a:r>
            <a:r>
              <a:rPr lang="en-US" altLang="zh-CN"/>
              <a:t>:</a:t>
            </a:r>
          </a:p>
        </p:txBody>
      </p:sp>
      <p:graphicFrame>
        <p:nvGraphicFramePr>
          <p:cNvPr id="289875" name="Object 13">
            <a:extLst>
              <a:ext uri="{FF2B5EF4-FFF2-40B4-BE49-F238E27FC236}">
                <a16:creationId xmlns:a16="http://schemas.microsoft.com/office/drawing/2014/main" id="{7D0CCEA4-6A1F-9882-0CE8-56F316C9768D}"/>
              </a:ext>
            </a:extLst>
          </p:cNvPr>
          <p:cNvGraphicFramePr>
            <a:graphicFrameLocks/>
          </p:cNvGraphicFramePr>
          <p:nvPr/>
        </p:nvGraphicFramePr>
        <p:xfrm>
          <a:off x="6527800" y="5614988"/>
          <a:ext cx="1892300" cy="914400"/>
        </p:xfrm>
        <a:graphic>
          <a:graphicData uri="http://schemas.openxmlformats.org/presentationml/2006/ole">
            <mc:AlternateContent xmlns:mc="http://schemas.openxmlformats.org/markup-compatibility/2006">
              <mc:Choice xmlns:v="urn:schemas-microsoft-com:vml" Requires="v">
                <p:oleObj name="Equation" r:id="rId30" imgW="1859156" imgH="883809" progId="Equation.3">
                  <p:embed/>
                </p:oleObj>
              </mc:Choice>
              <mc:Fallback>
                <p:oleObj name="Equation" r:id="rId30" imgW="1859156" imgH="883809" progId="Equation.3">
                  <p:embed/>
                  <p:pic>
                    <p:nvPicPr>
                      <p:cNvPr id="289875" name="Object 13">
                        <a:extLst>
                          <a:ext uri="{FF2B5EF4-FFF2-40B4-BE49-F238E27FC236}">
                            <a16:creationId xmlns:a16="http://schemas.microsoft.com/office/drawing/2014/main" id="{7D0CCEA4-6A1F-9882-0CE8-56F316C9768D}"/>
                          </a:ext>
                        </a:extLst>
                      </p:cNvPr>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527800" y="5614988"/>
                        <a:ext cx="1892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84">
            <a:extLst>
              <a:ext uri="{FF2B5EF4-FFF2-40B4-BE49-F238E27FC236}">
                <a16:creationId xmlns:a16="http://schemas.microsoft.com/office/drawing/2014/main" id="{222ADE18-171B-71E5-B689-AD47C0962E3F}"/>
              </a:ext>
            </a:extLst>
          </p:cNvPr>
          <p:cNvGrpSpPr>
            <a:grpSpLocks/>
          </p:cNvGrpSpPr>
          <p:nvPr/>
        </p:nvGrpSpPr>
        <p:grpSpPr bwMode="auto">
          <a:xfrm>
            <a:off x="8001000" y="2286000"/>
            <a:ext cx="381000" cy="609600"/>
            <a:chOff x="5040" y="1056"/>
            <a:chExt cx="240" cy="384"/>
          </a:xfrm>
        </p:grpSpPr>
        <p:graphicFrame>
          <p:nvGraphicFramePr>
            <p:cNvPr id="16420" name="Object 15">
              <a:extLst>
                <a:ext uri="{FF2B5EF4-FFF2-40B4-BE49-F238E27FC236}">
                  <a16:creationId xmlns:a16="http://schemas.microsoft.com/office/drawing/2014/main" id="{529BDAFA-47FA-47F1-FC4A-2221E9A33D02}"/>
                </a:ext>
              </a:extLst>
            </p:cNvPr>
            <p:cNvGraphicFramePr>
              <a:graphicFrameLocks/>
            </p:cNvGraphicFramePr>
            <p:nvPr/>
          </p:nvGraphicFramePr>
          <p:xfrm>
            <a:off x="5103" y="1129"/>
            <a:ext cx="177" cy="263"/>
          </p:xfrm>
          <a:graphic>
            <a:graphicData uri="http://schemas.openxmlformats.org/presentationml/2006/ole">
              <mc:AlternateContent xmlns:mc="http://schemas.openxmlformats.org/markup-compatibility/2006">
                <mc:Choice xmlns:v="urn:schemas-microsoft-com:vml" Requires="v">
                  <p:oleObj name="Equation" r:id="rId32" imgW="251304" imgH="388537" progId="Equation.3">
                    <p:embed/>
                  </p:oleObj>
                </mc:Choice>
                <mc:Fallback>
                  <p:oleObj name="Equation" r:id="rId32" imgW="251304" imgH="388537" progId="Equation.3">
                    <p:embed/>
                    <p:pic>
                      <p:nvPicPr>
                        <p:cNvPr id="16420" name="Object 15">
                          <a:extLst>
                            <a:ext uri="{FF2B5EF4-FFF2-40B4-BE49-F238E27FC236}">
                              <a16:creationId xmlns:a16="http://schemas.microsoft.com/office/drawing/2014/main" id="{529BDAFA-47FA-47F1-FC4A-2221E9A33D02}"/>
                            </a:ext>
                          </a:extLst>
                        </p:cNvPr>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103" y="1129"/>
                          <a:ext cx="177"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1" name="Line 86">
              <a:extLst>
                <a:ext uri="{FF2B5EF4-FFF2-40B4-BE49-F238E27FC236}">
                  <a16:creationId xmlns:a16="http://schemas.microsoft.com/office/drawing/2014/main" id="{71348497-B5D6-B3D9-41D4-91E03339E229}"/>
                </a:ext>
              </a:extLst>
            </p:cNvPr>
            <p:cNvSpPr>
              <a:spLocks noChangeShapeType="1"/>
            </p:cNvSpPr>
            <p:nvPr/>
          </p:nvSpPr>
          <p:spPr bwMode="auto">
            <a:xfrm flipV="1">
              <a:off x="5040" y="1056"/>
              <a:ext cx="0" cy="38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87">
            <a:extLst>
              <a:ext uri="{FF2B5EF4-FFF2-40B4-BE49-F238E27FC236}">
                <a16:creationId xmlns:a16="http://schemas.microsoft.com/office/drawing/2014/main" id="{CE20218B-AB63-EDEF-DE77-436A8E2004C8}"/>
              </a:ext>
            </a:extLst>
          </p:cNvPr>
          <p:cNvGrpSpPr>
            <a:grpSpLocks/>
          </p:cNvGrpSpPr>
          <p:nvPr/>
        </p:nvGrpSpPr>
        <p:grpSpPr bwMode="auto">
          <a:xfrm>
            <a:off x="6427788" y="3200400"/>
            <a:ext cx="427037" cy="609600"/>
            <a:chOff x="4049" y="2016"/>
            <a:chExt cx="269" cy="384"/>
          </a:xfrm>
        </p:grpSpPr>
        <p:graphicFrame>
          <p:nvGraphicFramePr>
            <p:cNvPr id="16418" name="Object 14">
              <a:extLst>
                <a:ext uri="{FF2B5EF4-FFF2-40B4-BE49-F238E27FC236}">
                  <a16:creationId xmlns:a16="http://schemas.microsoft.com/office/drawing/2014/main" id="{61CFBAF5-CD37-C91A-AEE1-6876766F8368}"/>
                </a:ext>
              </a:extLst>
            </p:cNvPr>
            <p:cNvGraphicFramePr>
              <a:graphicFrameLocks/>
            </p:cNvGraphicFramePr>
            <p:nvPr/>
          </p:nvGraphicFramePr>
          <p:xfrm>
            <a:off x="4049" y="2041"/>
            <a:ext cx="199" cy="263"/>
          </p:xfrm>
          <a:graphic>
            <a:graphicData uri="http://schemas.openxmlformats.org/presentationml/2006/ole">
              <mc:AlternateContent xmlns:mc="http://schemas.openxmlformats.org/markup-compatibility/2006">
                <mc:Choice xmlns:v="urn:schemas-microsoft-com:vml" Requires="v">
                  <p:oleObj name="Equation" r:id="rId34" imgW="289622" imgH="388537" progId="Equation.3">
                    <p:embed/>
                  </p:oleObj>
                </mc:Choice>
                <mc:Fallback>
                  <p:oleObj name="Equation" r:id="rId34" imgW="289622" imgH="388537" progId="Equation.3">
                    <p:embed/>
                    <p:pic>
                      <p:nvPicPr>
                        <p:cNvPr id="16418" name="Object 14">
                          <a:extLst>
                            <a:ext uri="{FF2B5EF4-FFF2-40B4-BE49-F238E27FC236}">
                              <a16:creationId xmlns:a16="http://schemas.microsoft.com/office/drawing/2014/main" id="{61CFBAF5-CD37-C91A-AEE1-6876766F8368}"/>
                            </a:ext>
                          </a:extLst>
                        </p:cNvPr>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049" y="2041"/>
                          <a:ext cx="19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19" name="Line 89">
              <a:extLst>
                <a:ext uri="{FF2B5EF4-FFF2-40B4-BE49-F238E27FC236}">
                  <a16:creationId xmlns:a16="http://schemas.microsoft.com/office/drawing/2014/main" id="{A3CDE5A3-C1BA-BED7-2CD9-72C8FC3F8C03}"/>
                </a:ext>
              </a:extLst>
            </p:cNvPr>
            <p:cNvSpPr>
              <a:spLocks noChangeShapeType="1"/>
            </p:cNvSpPr>
            <p:nvPr/>
          </p:nvSpPr>
          <p:spPr bwMode="auto">
            <a:xfrm>
              <a:off x="4318" y="2016"/>
              <a:ext cx="0" cy="38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9837"/>
                                        </p:tgtEl>
                                        <p:attrNameLst>
                                          <p:attrName>style.visibility</p:attrName>
                                        </p:attrNameLst>
                                      </p:cBhvr>
                                      <p:to>
                                        <p:strVal val="visible"/>
                                      </p:to>
                                    </p:set>
                                    <p:animEffect transition="in" filter="wipe(left)">
                                      <p:cBhvr>
                                        <p:cTn id="7" dur="500"/>
                                        <p:tgtEl>
                                          <p:spTgt spid="2898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9834"/>
                                        </p:tgtEl>
                                        <p:attrNameLst>
                                          <p:attrName>style.visibility</p:attrName>
                                        </p:attrNameLst>
                                      </p:cBhvr>
                                      <p:to>
                                        <p:strVal val="visible"/>
                                      </p:to>
                                    </p:set>
                                    <p:animEffect transition="in" filter="wipe(left)">
                                      <p:cBhvr>
                                        <p:cTn id="12" dur="500"/>
                                        <p:tgtEl>
                                          <p:spTgt spid="28983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89835"/>
                                        </p:tgtEl>
                                        <p:attrNameLst>
                                          <p:attrName>style.visibility</p:attrName>
                                        </p:attrNameLst>
                                      </p:cBhvr>
                                      <p:to>
                                        <p:strVal val="visible"/>
                                      </p:to>
                                    </p:set>
                                    <p:animEffect transition="in" filter="wipe(left)">
                                      <p:cBhvr>
                                        <p:cTn id="16" dur="500"/>
                                        <p:tgtEl>
                                          <p:spTgt spid="28983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89845"/>
                                        </p:tgtEl>
                                        <p:attrNameLst>
                                          <p:attrName>style.visibility</p:attrName>
                                        </p:attrNameLst>
                                      </p:cBhvr>
                                      <p:to>
                                        <p:strVal val="visible"/>
                                      </p:to>
                                    </p:set>
                                    <p:animEffect transition="in" filter="wipe(left)">
                                      <p:cBhvr>
                                        <p:cTn id="26" dur="500"/>
                                        <p:tgtEl>
                                          <p:spTgt spid="28984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2"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right)">
                                      <p:cBhvr>
                                        <p:cTn id="36" dur="500"/>
                                        <p:tgtEl>
                                          <p:spTgt spid="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89838"/>
                                        </p:tgtEl>
                                        <p:attrNameLst>
                                          <p:attrName>style.visibility</p:attrName>
                                        </p:attrNameLst>
                                      </p:cBhvr>
                                      <p:to>
                                        <p:strVal val="visible"/>
                                      </p:to>
                                    </p:set>
                                    <p:animEffect transition="in" filter="wipe(left)">
                                      <p:cBhvr>
                                        <p:cTn id="46" dur="500"/>
                                        <p:tgtEl>
                                          <p:spTgt spid="28983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89844"/>
                                        </p:tgtEl>
                                        <p:attrNameLst>
                                          <p:attrName>style.visibility</p:attrName>
                                        </p:attrNameLst>
                                      </p:cBhvr>
                                      <p:to>
                                        <p:strVal val="visible"/>
                                      </p:to>
                                    </p:set>
                                    <p:animEffect transition="in" filter="wipe(left)">
                                      <p:cBhvr>
                                        <p:cTn id="51" dur="500"/>
                                        <p:tgtEl>
                                          <p:spTgt spid="28984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89836"/>
                                        </p:tgtEl>
                                        <p:attrNameLst>
                                          <p:attrName>style.visibility</p:attrName>
                                        </p:attrNameLst>
                                      </p:cBhvr>
                                      <p:to>
                                        <p:strVal val="visible"/>
                                      </p:to>
                                    </p:set>
                                    <p:animEffect transition="in" filter="wipe(left)">
                                      <p:cBhvr>
                                        <p:cTn id="56" dur="500"/>
                                        <p:tgtEl>
                                          <p:spTgt spid="28983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89839"/>
                                        </p:tgtEl>
                                        <p:attrNameLst>
                                          <p:attrName>style.visibility</p:attrName>
                                        </p:attrNameLst>
                                      </p:cBhvr>
                                      <p:to>
                                        <p:strVal val="visible"/>
                                      </p:to>
                                    </p:set>
                                    <p:animEffect transition="in" filter="wipe(left)">
                                      <p:cBhvr>
                                        <p:cTn id="61" dur="500"/>
                                        <p:tgtEl>
                                          <p:spTgt spid="28983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89840"/>
                                        </p:tgtEl>
                                        <p:attrNameLst>
                                          <p:attrName>style.visibility</p:attrName>
                                        </p:attrNameLst>
                                      </p:cBhvr>
                                      <p:to>
                                        <p:strVal val="visible"/>
                                      </p:to>
                                    </p:set>
                                    <p:animEffect transition="in" filter="wipe(left)">
                                      <p:cBhvr>
                                        <p:cTn id="66" dur="500"/>
                                        <p:tgtEl>
                                          <p:spTgt spid="28984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2" presetClass="entr" presetSubtype="8" fill="hold" nodeType="clickEffect">
                                  <p:stCondLst>
                                    <p:cond delay="0"/>
                                  </p:stCondLst>
                                  <p:childTnLst>
                                    <p:set>
                                      <p:cBhvr>
                                        <p:cTn id="70" dur="1" fill="hold">
                                          <p:stCondLst>
                                            <p:cond delay="0"/>
                                          </p:stCondLst>
                                        </p:cTn>
                                        <p:tgtEl>
                                          <p:spTgt spid="289863"/>
                                        </p:tgtEl>
                                        <p:attrNameLst>
                                          <p:attrName>style.visibility</p:attrName>
                                        </p:attrNameLst>
                                      </p:cBhvr>
                                      <p:to>
                                        <p:strVal val="visible"/>
                                      </p:to>
                                    </p:set>
                                    <p:animEffect transition="in" filter="slide(fromLeft)">
                                      <p:cBhvr>
                                        <p:cTn id="71" dur="500"/>
                                        <p:tgtEl>
                                          <p:spTgt spid="289863"/>
                                        </p:tgtEl>
                                      </p:cBhvr>
                                    </p:animEffect>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289864"/>
                                        </p:tgtEl>
                                        <p:attrNameLst>
                                          <p:attrName>style.visibility</p:attrName>
                                        </p:attrNameLst>
                                      </p:cBhvr>
                                      <p:to>
                                        <p:strVal val="visible"/>
                                      </p:to>
                                    </p:set>
                                  </p:childTnLst>
                                </p:cTn>
                              </p:par>
                            </p:childTnLst>
                          </p:cTn>
                        </p:par>
                        <p:par>
                          <p:cTn id="75" fill="hold" nodeType="afterGroup">
                            <p:stCondLst>
                              <p:cond delay="1000"/>
                            </p:stCondLst>
                            <p:childTnLst>
                              <p:par>
                                <p:cTn id="76" presetID="23" presetClass="entr" presetSubtype="16" fill="hold" nodeType="afterEffect">
                                  <p:stCondLst>
                                    <p:cond delay="0"/>
                                  </p:stCondLst>
                                  <p:childTnLst>
                                    <p:set>
                                      <p:cBhvr>
                                        <p:cTn id="77" dur="1" fill="hold">
                                          <p:stCondLst>
                                            <p:cond delay="0"/>
                                          </p:stCondLst>
                                        </p:cTn>
                                        <p:tgtEl>
                                          <p:spTgt spid="289862"/>
                                        </p:tgtEl>
                                        <p:attrNameLst>
                                          <p:attrName>style.visibility</p:attrName>
                                        </p:attrNameLst>
                                      </p:cBhvr>
                                      <p:to>
                                        <p:strVal val="visible"/>
                                      </p:to>
                                    </p:set>
                                    <p:anim calcmode="lin" valueType="num">
                                      <p:cBhvr>
                                        <p:cTn id="78" dur="500" fill="hold"/>
                                        <p:tgtEl>
                                          <p:spTgt spid="289862"/>
                                        </p:tgtEl>
                                        <p:attrNameLst>
                                          <p:attrName>ppt_w</p:attrName>
                                        </p:attrNameLst>
                                      </p:cBhvr>
                                      <p:tavLst>
                                        <p:tav tm="0">
                                          <p:val>
                                            <p:fltVal val="0"/>
                                          </p:val>
                                        </p:tav>
                                        <p:tav tm="100000">
                                          <p:val>
                                            <p:strVal val="#ppt_w"/>
                                          </p:val>
                                        </p:tav>
                                      </p:tavLst>
                                    </p:anim>
                                    <p:anim calcmode="lin" valueType="num">
                                      <p:cBhvr>
                                        <p:cTn id="79" dur="500" fill="hold"/>
                                        <p:tgtEl>
                                          <p:spTgt spid="289862"/>
                                        </p:tgtEl>
                                        <p:attrNameLst>
                                          <p:attrName>ppt_h</p:attrName>
                                        </p:attrNameLst>
                                      </p:cBhvr>
                                      <p:tavLst>
                                        <p:tav tm="0">
                                          <p:val>
                                            <p:fltVal val="0"/>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289841"/>
                                        </p:tgtEl>
                                        <p:attrNameLst>
                                          <p:attrName>style.visibility</p:attrName>
                                        </p:attrNameLst>
                                      </p:cBhvr>
                                      <p:to>
                                        <p:strVal val="visible"/>
                                      </p:to>
                                    </p:set>
                                    <p:animEffect transition="in" filter="wipe(left)">
                                      <p:cBhvr>
                                        <p:cTn id="84" dur="500"/>
                                        <p:tgtEl>
                                          <p:spTgt spid="28984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289842"/>
                                        </p:tgtEl>
                                        <p:attrNameLst>
                                          <p:attrName>style.visibility</p:attrName>
                                        </p:attrNameLst>
                                      </p:cBhvr>
                                      <p:to>
                                        <p:strVal val="visible"/>
                                      </p:to>
                                    </p:set>
                                    <p:animEffect transition="in" filter="wipe(left)">
                                      <p:cBhvr>
                                        <p:cTn id="89" dur="500"/>
                                        <p:tgtEl>
                                          <p:spTgt spid="28984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289843"/>
                                        </p:tgtEl>
                                        <p:attrNameLst>
                                          <p:attrName>style.visibility</p:attrName>
                                        </p:attrNameLst>
                                      </p:cBhvr>
                                      <p:to>
                                        <p:strVal val="visible"/>
                                      </p:to>
                                    </p:set>
                                    <p:animEffect transition="in" filter="wipe(left)">
                                      <p:cBhvr>
                                        <p:cTn id="94" dur="500"/>
                                        <p:tgtEl>
                                          <p:spTgt spid="289843"/>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2" presetClass="entr" presetSubtype="8" fill="hold" nodeType="clickEffect">
                                  <p:stCondLst>
                                    <p:cond delay="0"/>
                                  </p:stCondLst>
                                  <p:childTnLst>
                                    <p:set>
                                      <p:cBhvr>
                                        <p:cTn id="98" dur="1" fill="hold">
                                          <p:stCondLst>
                                            <p:cond delay="0"/>
                                          </p:stCondLst>
                                        </p:cTn>
                                        <p:tgtEl>
                                          <p:spTgt spid="289865"/>
                                        </p:tgtEl>
                                        <p:attrNameLst>
                                          <p:attrName>style.visibility</p:attrName>
                                        </p:attrNameLst>
                                      </p:cBhvr>
                                      <p:to>
                                        <p:strVal val="visible"/>
                                      </p:to>
                                    </p:set>
                                    <p:animEffect transition="in" filter="slide(fromLeft)">
                                      <p:cBhvr>
                                        <p:cTn id="99" dur="500"/>
                                        <p:tgtEl>
                                          <p:spTgt spid="289865"/>
                                        </p:tgtEl>
                                      </p:cBhvr>
                                    </p:animEffect>
                                  </p:childTnLst>
                                </p:cTn>
                              </p:par>
                            </p:childTnLst>
                          </p:cTn>
                        </p:par>
                        <p:par>
                          <p:cTn id="100" fill="hold" nodeType="afterGroup">
                            <p:stCondLst>
                              <p:cond delay="500"/>
                            </p:stCondLst>
                            <p:childTnLst>
                              <p:par>
                                <p:cTn id="101" presetID="1" presetClass="entr" presetSubtype="0" fill="hold" nodeType="afterEffect">
                                  <p:stCondLst>
                                    <p:cond delay="0"/>
                                  </p:stCondLst>
                                  <p:childTnLst>
                                    <p:set>
                                      <p:cBhvr>
                                        <p:cTn id="102" dur="1" fill="hold">
                                          <p:stCondLst>
                                            <p:cond delay="499"/>
                                          </p:stCondLst>
                                        </p:cTn>
                                        <p:tgtEl>
                                          <p:spTgt spid="289866"/>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289869"/>
                                        </p:tgtEl>
                                        <p:attrNameLst>
                                          <p:attrName>style.visibility</p:attrName>
                                        </p:attrNameLst>
                                      </p:cBhvr>
                                      <p:to>
                                        <p:strVal val="visible"/>
                                      </p:to>
                                    </p:set>
                                    <p:animEffect transition="in" filter="wipe(left)">
                                      <p:cBhvr>
                                        <p:cTn id="107" dur="500"/>
                                        <p:tgtEl>
                                          <p:spTgt spid="28986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289867"/>
                                        </p:tgtEl>
                                        <p:attrNameLst>
                                          <p:attrName>style.visibility</p:attrName>
                                        </p:attrNameLst>
                                      </p:cBhvr>
                                      <p:to>
                                        <p:strVal val="visible"/>
                                      </p:to>
                                    </p:set>
                                    <p:animEffect transition="in" filter="wipe(left)">
                                      <p:cBhvr>
                                        <p:cTn id="112" dur="500"/>
                                        <p:tgtEl>
                                          <p:spTgt spid="289867"/>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289868"/>
                                        </p:tgtEl>
                                        <p:attrNameLst>
                                          <p:attrName>style.visibility</p:attrName>
                                        </p:attrNameLst>
                                      </p:cBhvr>
                                      <p:to>
                                        <p:strVal val="visible"/>
                                      </p:to>
                                    </p:set>
                                    <p:animEffect transition="in" filter="wipe(left)">
                                      <p:cBhvr>
                                        <p:cTn id="117" dur="500"/>
                                        <p:tgtEl>
                                          <p:spTgt spid="28986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289870"/>
                                        </p:tgtEl>
                                        <p:attrNameLst>
                                          <p:attrName>style.visibility</p:attrName>
                                        </p:attrNameLst>
                                      </p:cBhvr>
                                      <p:to>
                                        <p:strVal val="visible"/>
                                      </p:to>
                                    </p:set>
                                    <p:animEffect transition="in" filter="wipe(left)">
                                      <p:cBhvr>
                                        <p:cTn id="122" dur="500"/>
                                        <p:tgtEl>
                                          <p:spTgt spid="289870"/>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289871"/>
                                        </p:tgtEl>
                                        <p:attrNameLst>
                                          <p:attrName>style.visibility</p:attrName>
                                        </p:attrNameLst>
                                      </p:cBhvr>
                                      <p:to>
                                        <p:strVal val="visible"/>
                                      </p:to>
                                    </p:set>
                                    <p:animEffect transition="in" filter="wipe(left)">
                                      <p:cBhvr>
                                        <p:cTn id="127" dur="500"/>
                                        <p:tgtEl>
                                          <p:spTgt spid="289871"/>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289872"/>
                                        </p:tgtEl>
                                        <p:attrNameLst>
                                          <p:attrName>style.visibility</p:attrName>
                                        </p:attrNameLst>
                                      </p:cBhvr>
                                      <p:to>
                                        <p:strVal val="visible"/>
                                      </p:to>
                                    </p:set>
                                    <p:animEffect transition="in" filter="wipe(left)">
                                      <p:cBhvr>
                                        <p:cTn id="132" dur="500"/>
                                        <p:tgtEl>
                                          <p:spTgt spid="289872"/>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289873"/>
                                        </p:tgtEl>
                                        <p:attrNameLst>
                                          <p:attrName>style.visibility</p:attrName>
                                        </p:attrNameLst>
                                      </p:cBhvr>
                                      <p:to>
                                        <p:strVal val="visible"/>
                                      </p:to>
                                    </p:set>
                                    <p:animEffect transition="in" filter="wipe(left)">
                                      <p:cBhvr>
                                        <p:cTn id="137" dur="500"/>
                                        <p:tgtEl>
                                          <p:spTgt spid="28987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4" fill="hold" nodeType="clickEffect">
                                  <p:stCondLst>
                                    <p:cond delay="0"/>
                                  </p:stCondLst>
                                  <p:childTnLst>
                                    <p:set>
                                      <p:cBhvr>
                                        <p:cTn id="141" dur="1" fill="hold">
                                          <p:stCondLst>
                                            <p:cond delay="0"/>
                                          </p:stCondLst>
                                        </p:cTn>
                                        <p:tgtEl>
                                          <p:spTgt spid="6"/>
                                        </p:tgtEl>
                                        <p:attrNameLst>
                                          <p:attrName>style.visibility</p:attrName>
                                        </p:attrNameLst>
                                      </p:cBhvr>
                                      <p:to>
                                        <p:strVal val="visible"/>
                                      </p:to>
                                    </p:set>
                                    <p:animEffect transition="in" filter="wipe(down)">
                                      <p:cBhvr>
                                        <p:cTn id="142" dur="500"/>
                                        <p:tgtEl>
                                          <p:spTgt spid="6"/>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289874"/>
                                        </p:tgtEl>
                                        <p:attrNameLst>
                                          <p:attrName>style.visibility</p:attrName>
                                        </p:attrNameLst>
                                      </p:cBhvr>
                                      <p:to>
                                        <p:strVal val="visible"/>
                                      </p:to>
                                    </p:set>
                                    <p:animEffect transition="in" filter="wipe(left)">
                                      <p:cBhvr>
                                        <p:cTn id="147" dur="500"/>
                                        <p:tgtEl>
                                          <p:spTgt spid="28987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289875"/>
                                        </p:tgtEl>
                                        <p:attrNameLst>
                                          <p:attrName>style.visibility</p:attrName>
                                        </p:attrNameLst>
                                      </p:cBhvr>
                                      <p:to>
                                        <p:strVal val="visible"/>
                                      </p:to>
                                    </p:set>
                                    <p:animEffect transition="in" filter="wipe(left)">
                                      <p:cBhvr>
                                        <p:cTn id="152" dur="500"/>
                                        <p:tgtEl>
                                          <p:spTgt spid="289875"/>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1" fill="hold" nodeType="clickEffect">
                                  <p:stCondLst>
                                    <p:cond delay="0"/>
                                  </p:stCondLst>
                                  <p:childTnLst>
                                    <p:set>
                                      <p:cBhvr>
                                        <p:cTn id="156" dur="1" fill="hold">
                                          <p:stCondLst>
                                            <p:cond delay="0"/>
                                          </p:stCondLst>
                                        </p:cTn>
                                        <p:tgtEl>
                                          <p:spTgt spid="7"/>
                                        </p:tgtEl>
                                        <p:attrNameLst>
                                          <p:attrName>style.visibility</p:attrName>
                                        </p:attrNameLst>
                                      </p:cBhvr>
                                      <p:to>
                                        <p:strVal val="visible"/>
                                      </p:to>
                                    </p:set>
                                    <p:animEffect transition="in" filter="wipe(up)">
                                      <p:cBhvr>
                                        <p:cTn id="15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34" grpId="0" autoUpdateAnimBg="0"/>
      <p:bldP spid="289836" grpId="0" autoUpdateAnimBg="0"/>
      <p:bldP spid="289837" grpId="0" autoUpdateAnimBg="0"/>
      <p:bldP spid="289838" grpId="0" autoUpdateAnimBg="0"/>
      <p:bldP spid="289839" grpId="0" autoUpdateAnimBg="0"/>
      <p:bldP spid="289840" grpId="0" autoUpdateAnimBg="0"/>
      <p:bldP spid="289842" grpId="0" animBg="1"/>
      <p:bldP spid="289844" grpId="0" autoUpdateAnimBg="0"/>
      <p:bldP spid="289862" grpId="0" animBg="1"/>
      <p:bldP spid="289870" grpId="0" autoUpdateAnimBg="0"/>
      <p:bldP spid="289872" grpId="0" autoUpdateAnimBg="0"/>
      <p:bldP spid="28987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Text Box 2">
            <a:extLst>
              <a:ext uri="{FF2B5EF4-FFF2-40B4-BE49-F238E27FC236}">
                <a16:creationId xmlns:a16="http://schemas.microsoft.com/office/drawing/2014/main" id="{7FF212CC-92BD-B68E-3BA7-64225823304D}"/>
              </a:ext>
            </a:extLst>
          </p:cNvPr>
          <p:cNvSpPr txBox="1">
            <a:spLocks noChangeArrowheads="1"/>
          </p:cNvSpPr>
          <p:nvPr/>
        </p:nvSpPr>
        <p:spPr bwMode="auto">
          <a:xfrm>
            <a:off x="228600" y="260350"/>
            <a:ext cx="243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sz="2800">
                <a:solidFill>
                  <a:srgbClr val="FFFF00"/>
                </a:solidFill>
                <a:latin typeface="宋体" panose="02010600030101010101" pitchFamily="2" charset="-122"/>
              </a:rPr>
              <a:t>五</a:t>
            </a:r>
            <a:r>
              <a:rPr lang="en-US" altLang="zh-CN" sz="2800">
                <a:solidFill>
                  <a:srgbClr val="FFFF00"/>
                </a:solidFill>
                <a:latin typeface="宋体" panose="02010600030101010101" pitchFamily="2" charset="-122"/>
              </a:rPr>
              <a:t>.</a:t>
            </a:r>
            <a:r>
              <a:rPr lang="zh-CN" altLang="en-US" sz="2800">
                <a:solidFill>
                  <a:srgbClr val="FFFF00"/>
                </a:solidFill>
                <a:latin typeface="宋体" panose="02010600030101010101" pitchFamily="2" charset="-122"/>
              </a:rPr>
              <a:t>铁磁质</a:t>
            </a:r>
          </a:p>
        </p:txBody>
      </p:sp>
      <p:sp>
        <p:nvSpPr>
          <p:cNvPr id="288771" name="Text Box 3">
            <a:extLst>
              <a:ext uri="{FF2B5EF4-FFF2-40B4-BE49-F238E27FC236}">
                <a16:creationId xmlns:a16="http://schemas.microsoft.com/office/drawing/2014/main" id="{CE4B2563-B8E9-8F93-076F-9A7A409A2C30}"/>
              </a:ext>
            </a:extLst>
          </p:cNvPr>
          <p:cNvSpPr txBox="1">
            <a:spLocks noChangeArrowheads="1"/>
          </p:cNvSpPr>
          <p:nvPr/>
        </p:nvSpPr>
        <p:spPr bwMode="auto">
          <a:xfrm>
            <a:off x="762000" y="914400"/>
            <a:ext cx="308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66FFFF"/>
                </a:solidFill>
              </a:rPr>
              <a:t>最主要特征：</a:t>
            </a:r>
          </a:p>
        </p:txBody>
      </p:sp>
      <p:sp>
        <p:nvSpPr>
          <p:cNvPr id="288772" name="Text Box 4">
            <a:extLst>
              <a:ext uri="{FF2B5EF4-FFF2-40B4-BE49-F238E27FC236}">
                <a16:creationId xmlns:a16="http://schemas.microsoft.com/office/drawing/2014/main" id="{FA3DBACB-A8EB-BD00-69F5-AFDDB0745619}"/>
              </a:ext>
            </a:extLst>
          </p:cNvPr>
          <p:cNvSpPr txBox="1">
            <a:spLocks noChangeArrowheads="1"/>
          </p:cNvSpPr>
          <p:nvPr/>
        </p:nvSpPr>
        <p:spPr bwMode="auto">
          <a:xfrm>
            <a:off x="2895600" y="333375"/>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在外场中，铁磁质可使原磁场大大增强。</a:t>
            </a:r>
          </a:p>
        </p:txBody>
      </p:sp>
      <p:sp>
        <p:nvSpPr>
          <p:cNvPr id="288773" name="Text Box 5">
            <a:extLst>
              <a:ext uri="{FF2B5EF4-FFF2-40B4-BE49-F238E27FC236}">
                <a16:creationId xmlns:a16="http://schemas.microsoft.com/office/drawing/2014/main" id="{1F6A63CB-B9DB-0062-6F74-B4D876199BA9}"/>
              </a:ext>
            </a:extLst>
          </p:cNvPr>
          <p:cNvSpPr txBox="1">
            <a:spLocks noChangeArrowheads="1"/>
          </p:cNvSpPr>
          <p:nvPr/>
        </p:nvSpPr>
        <p:spPr bwMode="auto">
          <a:xfrm>
            <a:off x="2819400" y="1219200"/>
            <a:ext cx="632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撤去外磁场后，铁磁质仍能保留部分磁性。</a:t>
            </a:r>
          </a:p>
        </p:txBody>
      </p:sp>
      <p:sp>
        <p:nvSpPr>
          <p:cNvPr id="288774" name="AutoShape 6">
            <a:extLst>
              <a:ext uri="{FF2B5EF4-FFF2-40B4-BE49-F238E27FC236}">
                <a16:creationId xmlns:a16="http://schemas.microsoft.com/office/drawing/2014/main" id="{5BD875ED-1EA3-C707-E209-A19FFFC49962}"/>
              </a:ext>
            </a:extLst>
          </p:cNvPr>
          <p:cNvSpPr>
            <a:spLocks/>
          </p:cNvSpPr>
          <p:nvPr/>
        </p:nvSpPr>
        <p:spPr bwMode="auto">
          <a:xfrm>
            <a:off x="2597150" y="838200"/>
            <a:ext cx="228600" cy="685800"/>
          </a:xfrm>
          <a:prstGeom prst="leftBrace">
            <a:avLst>
              <a:gd name="adj1" fmla="val 25000"/>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775" name="Text Box 7">
            <a:extLst>
              <a:ext uri="{FF2B5EF4-FFF2-40B4-BE49-F238E27FC236}">
                <a16:creationId xmlns:a16="http://schemas.microsoft.com/office/drawing/2014/main" id="{0813F13A-2E04-582C-ACD2-8F99E4442ABF}"/>
              </a:ext>
            </a:extLst>
          </p:cNvPr>
          <p:cNvSpPr txBox="1">
            <a:spLocks noChangeArrowheads="1"/>
          </p:cNvSpPr>
          <p:nvPr/>
        </p:nvSpPr>
        <p:spPr bwMode="auto">
          <a:xfrm>
            <a:off x="468313" y="2133600"/>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solidFill>
                  <a:srgbClr val="66FFFF"/>
                </a:solidFill>
                <a:cs typeface="Times New Roman" panose="02020603050405020304" pitchFamily="18" charset="0"/>
              </a:rPr>
              <a:t>1. </a:t>
            </a:r>
            <a:r>
              <a:rPr lang="zh-CN" altLang="en-US">
                <a:solidFill>
                  <a:srgbClr val="66FFFF"/>
                </a:solidFill>
              </a:rPr>
              <a:t>磁畴 </a:t>
            </a:r>
            <a:r>
              <a:rPr lang="en-US" altLang="zh-CN">
                <a:solidFill>
                  <a:srgbClr val="66FFFF"/>
                </a:solidFill>
              </a:rPr>
              <a:t>—— </a:t>
            </a:r>
            <a:r>
              <a:rPr lang="zh-CN" altLang="en-US">
                <a:solidFill>
                  <a:srgbClr val="66FFFF"/>
                </a:solidFill>
              </a:rPr>
              <a:t>磁化微观机理</a:t>
            </a:r>
          </a:p>
        </p:txBody>
      </p:sp>
      <p:grpSp>
        <p:nvGrpSpPr>
          <p:cNvPr id="2" name="Group 8">
            <a:extLst>
              <a:ext uri="{FF2B5EF4-FFF2-40B4-BE49-F238E27FC236}">
                <a16:creationId xmlns:a16="http://schemas.microsoft.com/office/drawing/2014/main" id="{80140E70-676D-84D0-8173-C8846560FB72}"/>
              </a:ext>
            </a:extLst>
          </p:cNvPr>
          <p:cNvGrpSpPr>
            <a:grpSpLocks/>
          </p:cNvGrpSpPr>
          <p:nvPr/>
        </p:nvGrpSpPr>
        <p:grpSpPr bwMode="auto">
          <a:xfrm>
            <a:off x="6616700" y="3427413"/>
            <a:ext cx="1981200" cy="1524000"/>
            <a:chOff x="864" y="2304"/>
            <a:chExt cx="1392" cy="1152"/>
          </a:xfrm>
        </p:grpSpPr>
        <p:sp>
          <p:nvSpPr>
            <p:cNvPr id="17450" name="Rectangle 9">
              <a:extLst>
                <a:ext uri="{FF2B5EF4-FFF2-40B4-BE49-F238E27FC236}">
                  <a16:creationId xmlns:a16="http://schemas.microsoft.com/office/drawing/2014/main" id="{7643E67A-5441-A0C5-8859-B3F91840C64C}"/>
                </a:ext>
              </a:extLst>
            </p:cNvPr>
            <p:cNvSpPr>
              <a:spLocks noChangeArrowheads="1"/>
            </p:cNvSpPr>
            <p:nvPr/>
          </p:nvSpPr>
          <p:spPr bwMode="auto">
            <a:xfrm>
              <a:off x="864" y="2304"/>
              <a:ext cx="1392" cy="1152"/>
            </a:xfrm>
            <a:prstGeom prst="rect">
              <a:avLst/>
            </a:prstGeom>
            <a:solidFill>
              <a:srgbClr val="969696"/>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7451" name="Line 10">
              <a:extLst>
                <a:ext uri="{FF2B5EF4-FFF2-40B4-BE49-F238E27FC236}">
                  <a16:creationId xmlns:a16="http://schemas.microsoft.com/office/drawing/2014/main" id="{02107746-1B19-5864-1F67-F7C0713DF4BC}"/>
                </a:ext>
              </a:extLst>
            </p:cNvPr>
            <p:cNvSpPr>
              <a:spLocks noChangeShapeType="1"/>
            </p:cNvSpPr>
            <p:nvPr/>
          </p:nvSpPr>
          <p:spPr bwMode="auto">
            <a:xfrm>
              <a:off x="864" y="2304"/>
              <a:ext cx="1392" cy="1152"/>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52" name="Line 11">
              <a:extLst>
                <a:ext uri="{FF2B5EF4-FFF2-40B4-BE49-F238E27FC236}">
                  <a16:creationId xmlns:a16="http://schemas.microsoft.com/office/drawing/2014/main" id="{808F679B-A7D2-7B15-104D-3B287470C770}"/>
                </a:ext>
              </a:extLst>
            </p:cNvPr>
            <p:cNvSpPr>
              <a:spLocks noChangeShapeType="1"/>
            </p:cNvSpPr>
            <p:nvPr/>
          </p:nvSpPr>
          <p:spPr bwMode="auto">
            <a:xfrm flipV="1">
              <a:off x="864" y="2304"/>
              <a:ext cx="1392" cy="1152"/>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88780" name="AutoShape 12">
            <a:extLst>
              <a:ext uri="{FF2B5EF4-FFF2-40B4-BE49-F238E27FC236}">
                <a16:creationId xmlns:a16="http://schemas.microsoft.com/office/drawing/2014/main" id="{1688F837-D4DA-613C-4C2A-5B66E1AD02A2}"/>
              </a:ext>
            </a:extLst>
          </p:cNvPr>
          <p:cNvSpPr>
            <a:spLocks noChangeArrowheads="1"/>
          </p:cNvSpPr>
          <p:nvPr/>
        </p:nvSpPr>
        <p:spPr bwMode="auto">
          <a:xfrm>
            <a:off x="7302500" y="3656013"/>
            <a:ext cx="533400" cy="152400"/>
          </a:xfrm>
          <a:prstGeom prst="rightArrow">
            <a:avLst>
              <a:gd name="adj1" fmla="val 50000"/>
              <a:gd name="adj2" fmla="val 87500"/>
            </a:avLst>
          </a:prstGeom>
          <a:solidFill>
            <a:srgbClr val="FF0000"/>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781" name="AutoShape 13">
            <a:extLst>
              <a:ext uri="{FF2B5EF4-FFF2-40B4-BE49-F238E27FC236}">
                <a16:creationId xmlns:a16="http://schemas.microsoft.com/office/drawing/2014/main" id="{04EE7823-2D29-421C-7BF1-7F2477BE4F56}"/>
              </a:ext>
            </a:extLst>
          </p:cNvPr>
          <p:cNvSpPr>
            <a:spLocks noChangeArrowheads="1"/>
          </p:cNvSpPr>
          <p:nvPr/>
        </p:nvSpPr>
        <p:spPr bwMode="auto">
          <a:xfrm>
            <a:off x="6845300" y="3960813"/>
            <a:ext cx="152400" cy="457200"/>
          </a:xfrm>
          <a:prstGeom prst="upArrow">
            <a:avLst>
              <a:gd name="adj1" fmla="val 50000"/>
              <a:gd name="adj2" fmla="val 75000"/>
            </a:avLst>
          </a:prstGeom>
          <a:solidFill>
            <a:srgbClr val="FF0000"/>
          </a:solidFill>
          <a:ln w="9525">
            <a:solidFill>
              <a:schemeClr val="tx1"/>
            </a:solidFill>
            <a:miter lim="800000"/>
            <a:headEnd/>
            <a:tailEnd/>
          </a:ln>
        </p:spPr>
        <p:txBody>
          <a:bodyPr vert="eaVert"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782" name="AutoShape 14">
            <a:extLst>
              <a:ext uri="{FF2B5EF4-FFF2-40B4-BE49-F238E27FC236}">
                <a16:creationId xmlns:a16="http://schemas.microsoft.com/office/drawing/2014/main" id="{BDA7740A-D4BF-E687-A59E-3542E9DDF068}"/>
              </a:ext>
            </a:extLst>
          </p:cNvPr>
          <p:cNvSpPr>
            <a:spLocks noChangeArrowheads="1"/>
          </p:cNvSpPr>
          <p:nvPr/>
        </p:nvSpPr>
        <p:spPr bwMode="auto">
          <a:xfrm>
            <a:off x="8216900" y="3960813"/>
            <a:ext cx="152400" cy="457200"/>
          </a:xfrm>
          <a:prstGeom prst="downArrow">
            <a:avLst>
              <a:gd name="adj1" fmla="val 50000"/>
              <a:gd name="adj2" fmla="val 75000"/>
            </a:avLst>
          </a:prstGeom>
          <a:solidFill>
            <a:srgbClr val="FF0000"/>
          </a:solidFill>
          <a:ln w="9525">
            <a:solidFill>
              <a:schemeClr val="tx1"/>
            </a:solidFill>
            <a:miter lim="800000"/>
            <a:headEnd/>
            <a:tailEnd/>
          </a:ln>
        </p:spPr>
        <p:txBody>
          <a:bodyPr vert="eaVert"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783" name="AutoShape 15">
            <a:extLst>
              <a:ext uri="{FF2B5EF4-FFF2-40B4-BE49-F238E27FC236}">
                <a16:creationId xmlns:a16="http://schemas.microsoft.com/office/drawing/2014/main" id="{1A8A5572-642F-5A0D-9EC0-79334CACCA00}"/>
              </a:ext>
            </a:extLst>
          </p:cNvPr>
          <p:cNvSpPr>
            <a:spLocks noChangeArrowheads="1"/>
          </p:cNvSpPr>
          <p:nvPr/>
        </p:nvSpPr>
        <p:spPr bwMode="auto">
          <a:xfrm>
            <a:off x="7302500" y="4570413"/>
            <a:ext cx="533400" cy="152400"/>
          </a:xfrm>
          <a:prstGeom prst="leftArrow">
            <a:avLst>
              <a:gd name="adj1" fmla="val 50000"/>
              <a:gd name="adj2" fmla="val 87500"/>
            </a:avLst>
          </a:prstGeom>
          <a:solidFill>
            <a:srgbClr val="FF0000"/>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784" name="Text Box 16">
            <a:extLst>
              <a:ext uri="{FF2B5EF4-FFF2-40B4-BE49-F238E27FC236}">
                <a16:creationId xmlns:a16="http://schemas.microsoft.com/office/drawing/2014/main" id="{31A7B8E2-4AB3-7466-7015-AE1C5825C7AA}"/>
              </a:ext>
            </a:extLst>
          </p:cNvPr>
          <p:cNvSpPr txBox="1">
            <a:spLocks noChangeArrowheads="1"/>
          </p:cNvSpPr>
          <p:nvPr/>
        </p:nvSpPr>
        <p:spPr bwMode="auto">
          <a:xfrm>
            <a:off x="755650" y="2565400"/>
            <a:ext cx="5181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t>磁畴中分子磁矩自发地磁化达到饱和状态</a:t>
            </a:r>
          </a:p>
        </p:txBody>
      </p:sp>
      <p:sp>
        <p:nvSpPr>
          <p:cNvPr id="288785" name="Text Box 17">
            <a:extLst>
              <a:ext uri="{FF2B5EF4-FFF2-40B4-BE49-F238E27FC236}">
                <a16:creationId xmlns:a16="http://schemas.microsoft.com/office/drawing/2014/main" id="{9F27F8E3-529B-3AF3-0D60-52AC05BA7B0A}"/>
              </a:ext>
            </a:extLst>
          </p:cNvPr>
          <p:cNvSpPr txBox="1">
            <a:spLocks noChangeArrowheads="1"/>
          </p:cNvSpPr>
          <p:nvPr/>
        </p:nvSpPr>
        <p:spPr bwMode="auto">
          <a:xfrm>
            <a:off x="739775" y="35004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无</a:t>
            </a:r>
          </a:p>
        </p:txBody>
      </p:sp>
      <p:graphicFrame>
        <p:nvGraphicFramePr>
          <p:cNvPr id="288786" name="Object 2">
            <a:extLst>
              <a:ext uri="{FF2B5EF4-FFF2-40B4-BE49-F238E27FC236}">
                <a16:creationId xmlns:a16="http://schemas.microsoft.com/office/drawing/2014/main" id="{F4B5F616-F487-2501-CEC5-AEDB050F4DD2}"/>
              </a:ext>
            </a:extLst>
          </p:cNvPr>
          <p:cNvGraphicFramePr>
            <a:graphicFrameLocks/>
          </p:cNvGraphicFramePr>
          <p:nvPr/>
        </p:nvGraphicFramePr>
        <p:xfrm>
          <a:off x="1200150" y="3559175"/>
          <a:ext cx="366713" cy="444500"/>
        </p:xfrm>
        <a:graphic>
          <a:graphicData uri="http://schemas.openxmlformats.org/presentationml/2006/ole">
            <mc:AlternateContent xmlns:mc="http://schemas.openxmlformats.org/markup-compatibility/2006">
              <mc:Choice xmlns:v="urn:schemas-microsoft-com:vml" Requires="v">
                <p:oleObj name="Equation" r:id="rId2" imgW="335404" imgH="411480" progId="Equation.3">
                  <p:embed/>
                </p:oleObj>
              </mc:Choice>
              <mc:Fallback>
                <p:oleObj name="Equation" r:id="rId2" imgW="335404" imgH="411480" progId="Equation.3">
                  <p:embed/>
                  <p:pic>
                    <p:nvPicPr>
                      <p:cNvPr id="288786" name="Object 2">
                        <a:extLst>
                          <a:ext uri="{FF2B5EF4-FFF2-40B4-BE49-F238E27FC236}">
                            <a16:creationId xmlns:a16="http://schemas.microsoft.com/office/drawing/2014/main" id="{F4B5F616-F487-2501-CEC5-AEDB050F4DD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3559175"/>
                        <a:ext cx="3667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8787" name="Text Box 19">
            <a:extLst>
              <a:ext uri="{FF2B5EF4-FFF2-40B4-BE49-F238E27FC236}">
                <a16:creationId xmlns:a16="http://schemas.microsoft.com/office/drawing/2014/main" id="{A95C6DD8-375E-0113-99A1-83FFCD6E8E2E}"/>
              </a:ext>
            </a:extLst>
          </p:cNvPr>
          <p:cNvSpPr txBox="1">
            <a:spLocks noChangeArrowheads="1"/>
          </p:cNvSpPr>
          <p:nvPr/>
        </p:nvSpPr>
        <p:spPr bwMode="auto">
          <a:xfrm>
            <a:off x="1747838" y="4017963"/>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磁化方向与</a:t>
            </a:r>
          </a:p>
        </p:txBody>
      </p:sp>
      <p:sp>
        <p:nvSpPr>
          <p:cNvPr id="288788" name="Text Box 20">
            <a:extLst>
              <a:ext uri="{FF2B5EF4-FFF2-40B4-BE49-F238E27FC236}">
                <a16:creationId xmlns:a16="http://schemas.microsoft.com/office/drawing/2014/main" id="{69FD63FC-ED35-4B16-0B97-62521A9DEF9F}"/>
              </a:ext>
            </a:extLst>
          </p:cNvPr>
          <p:cNvSpPr txBox="1">
            <a:spLocks noChangeArrowheads="1"/>
          </p:cNvSpPr>
          <p:nvPr/>
        </p:nvSpPr>
        <p:spPr bwMode="auto">
          <a:xfrm>
            <a:off x="755650" y="424656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有</a:t>
            </a:r>
          </a:p>
        </p:txBody>
      </p:sp>
      <p:graphicFrame>
        <p:nvGraphicFramePr>
          <p:cNvPr id="288789" name="Object 3">
            <a:extLst>
              <a:ext uri="{FF2B5EF4-FFF2-40B4-BE49-F238E27FC236}">
                <a16:creationId xmlns:a16="http://schemas.microsoft.com/office/drawing/2014/main" id="{A3C3879B-4411-F2A4-8028-CC039A2CD7FA}"/>
              </a:ext>
            </a:extLst>
          </p:cNvPr>
          <p:cNvGraphicFramePr>
            <a:graphicFrameLocks/>
          </p:cNvGraphicFramePr>
          <p:nvPr/>
        </p:nvGraphicFramePr>
        <p:xfrm>
          <a:off x="1187450" y="4298950"/>
          <a:ext cx="366713" cy="444500"/>
        </p:xfrm>
        <a:graphic>
          <a:graphicData uri="http://schemas.openxmlformats.org/presentationml/2006/ole">
            <mc:AlternateContent xmlns:mc="http://schemas.openxmlformats.org/markup-compatibility/2006">
              <mc:Choice xmlns:v="urn:schemas-microsoft-com:vml" Requires="v">
                <p:oleObj name="Equation" r:id="rId4" imgW="335404" imgH="411480" progId="Equation.3">
                  <p:embed/>
                </p:oleObj>
              </mc:Choice>
              <mc:Fallback>
                <p:oleObj name="Equation" r:id="rId4" imgW="335404" imgH="411480" progId="Equation.3">
                  <p:embed/>
                  <p:pic>
                    <p:nvPicPr>
                      <p:cNvPr id="288789" name="Object 3">
                        <a:extLst>
                          <a:ext uri="{FF2B5EF4-FFF2-40B4-BE49-F238E27FC236}">
                            <a16:creationId xmlns:a16="http://schemas.microsoft.com/office/drawing/2014/main" id="{A3C3879B-4411-F2A4-8028-CC039A2CD7F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298950"/>
                        <a:ext cx="3667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8790" name="Text Box 22">
            <a:extLst>
              <a:ext uri="{FF2B5EF4-FFF2-40B4-BE49-F238E27FC236}">
                <a16:creationId xmlns:a16="http://schemas.microsoft.com/office/drawing/2014/main" id="{F2F57FB3-7119-76B1-16FE-E52DC3AC8F71}"/>
              </a:ext>
            </a:extLst>
          </p:cNvPr>
          <p:cNvSpPr txBox="1">
            <a:spLocks noChangeArrowheads="1"/>
          </p:cNvSpPr>
          <p:nvPr/>
        </p:nvSpPr>
        <p:spPr bwMode="auto">
          <a:xfrm>
            <a:off x="1619250" y="3500438"/>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t>——  </a:t>
            </a:r>
            <a:r>
              <a:rPr lang="zh-CN" altLang="en-US"/>
              <a:t>整个铁磁质的总磁矩为零</a:t>
            </a:r>
          </a:p>
        </p:txBody>
      </p:sp>
      <p:sp>
        <p:nvSpPr>
          <p:cNvPr id="288791" name="Rectangle 23">
            <a:extLst>
              <a:ext uri="{FF2B5EF4-FFF2-40B4-BE49-F238E27FC236}">
                <a16:creationId xmlns:a16="http://schemas.microsoft.com/office/drawing/2014/main" id="{C416B8AA-4F07-1AD0-0C47-455C50CE2A99}"/>
              </a:ext>
            </a:extLst>
          </p:cNvPr>
          <p:cNvSpPr>
            <a:spLocks noChangeArrowheads="1"/>
          </p:cNvSpPr>
          <p:nvPr/>
        </p:nvSpPr>
        <p:spPr bwMode="auto">
          <a:xfrm>
            <a:off x="3770313" y="4017963"/>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同向的磁畴扩大</a:t>
            </a:r>
          </a:p>
        </p:txBody>
      </p:sp>
      <p:graphicFrame>
        <p:nvGraphicFramePr>
          <p:cNvPr id="288792" name="Object 4">
            <a:extLst>
              <a:ext uri="{FF2B5EF4-FFF2-40B4-BE49-F238E27FC236}">
                <a16:creationId xmlns:a16="http://schemas.microsoft.com/office/drawing/2014/main" id="{D5E852A4-B8A6-2B5D-C2DF-653FE2C63465}"/>
              </a:ext>
            </a:extLst>
          </p:cNvPr>
          <p:cNvGraphicFramePr>
            <a:graphicFrameLocks/>
          </p:cNvGraphicFramePr>
          <p:nvPr/>
        </p:nvGraphicFramePr>
        <p:xfrm>
          <a:off x="3424238" y="4052888"/>
          <a:ext cx="366712" cy="444500"/>
        </p:xfrm>
        <a:graphic>
          <a:graphicData uri="http://schemas.openxmlformats.org/presentationml/2006/ole">
            <mc:AlternateContent xmlns:mc="http://schemas.openxmlformats.org/markup-compatibility/2006">
              <mc:Choice xmlns:v="urn:schemas-microsoft-com:vml" Requires="v">
                <p:oleObj name="Equation" r:id="rId6" imgW="335404" imgH="411480" progId="Equation.3">
                  <p:embed/>
                </p:oleObj>
              </mc:Choice>
              <mc:Fallback>
                <p:oleObj name="Equation" r:id="rId6" imgW="335404" imgH="411480" progId="Equation.3">
                  <p:embed/>
                  <p:pic>
                    <p:nvPicPr>
                      <p:cNvPr id="288792" name="Object 4">
                        <a:extLst>
                          <a:ext uri="{FF2B5EF4-FFF2-40B4-BE49-F238E27FC236}">
                            <a16:creationId xmlns:a16="http://schemas.microsoft.com/office/drawing/2014/main" id="{D5E852A4-B8A6-2B5D-C2DF-653FE2C63465}"/>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4238" y="4052888"/>
                        <a:ext cx="366712"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8793" name="AutoShape 25">
            <a:extLst>
              <a:ext uri="{FF2B5EF4-FFF2-40B4-BE49-F238E27FC236}">
                <a16:creationId xmlns:a16="http://schemas.microsoft.com/office/drawing/2014/main" id="{536AF0C7-6AEC-DA55-6E83-F4D37C0C4D5B}"/>
              </a:ext>
            </a:extLst>
          </p:cNvPr>
          <p:cNvSpPr>
            <a:spLocks noChangeArrowheads="1"/>
          </p:cNvSpPr>
          <p:nvPr/>
        </p:nvSpPr>
        <p:spPr bwMode="auto">
          <a:xfrm>
            <a:off x="6921500" y="5332413"/>
            <a:ext cx="1524000" cy="914400"/>
          </a:xfrm>
          <a:prstGeom prst="wedgeRectCallout">
            <a:avLst>
              <a:gd name="adj1" fmla="val -3333"/>
              <a:gd name="adj2" fmla="val -121875"/>
            </a:avLst>
          </a:prstGeom>
          <a:solidFill>
            <a:srgbClr val="006699"/>
          </a:solidFill>
          <a:ln w="19050">
            <a:solidFill>
              <a:srgbClr val="66FFFF"/>
            </a:solidFill>
            <a:miter lim="800000"/>
            <a:headEnd/>
            <a:tailEnd/>
          </a:ln>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磁畴的磁化方向</a:t>
            </a:r>
          </a:p>
        </p:txBody>
      </p:sp>
      <p:grpSp>
        <p:nvGrpSpPr>
          <p:cNvPr id="3" name="Group 26">
            <a:extLst>
              <a:ext uri="{FF2B5EF4-FFF2-40B4-BE49-F238E27FC236}">
                <a16:creationId xmlns:a16="http://schemas.microsoft.com/office/drawing/2014/main" id="{54C6D488-BC17-D39F-ED2E-1C1C06A7A39A}"/>
              </a:ext>
            </a:extLst>
          </p:cNvPr>
          <p:cNvGrpSpPr>
            <a:grpSpLocks/>
          </p:cNvGrpSpPr>
          <p:nvPr/>
        </p:nvGrpSpPr>
        <p:grpSpPr bwMode="auto">
          <a:xfrm>
            <a:off x="6623050" y="3427413"/>
            <a:ext cx="1981200" cy="1524000"/>
            <a:chOff x="3999" y="1728"/>
            <a:chExt cx="1248" cy="960"/>
          </a:xfrm>
        </p:grpSpPr>
        <p:sp>
          <p:nvSpPr>
            <p:cNvPr id="17447" name="Rectangle 27">
              <a:extLst>
                <a:ext uri="{FF2B5EF4-FFF2-40B4-BE49-F238E27FC236}">
                  <a16:creationId xmlns:a16="http://schemas.microsoft.com/office/drawing/2014/main" id="{4B5C2993-649A-423E-478F-610CB4DCEA2D}"/>
                </a:ext>
              </a:extLst>
            </p:cNvPr>
            <p:cNvSpPr>
              <a:spLocks noChangeArrowheads="1"/>
            </p:cNvSpPr>
            <p:nvPr/>
          </p:nvSpPr>
          <p:spPr bwMode="auto">
            <a:xfrm>
              <a:off x="3999" y="1728"/>
              <a:ext cx="1248" cy="960"/>
            </a:xfrm>
            <a:prstGeom prst="rect">
              <a:avLst/>
            </a:prstGeom>
            <a:solidFill>
              <a:srgbClr val="969696"/>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17448" name="Line 28">
              <a:extLst>
                <a:ext uri="{FF2B5EF4-FFF2-40B4-BE49-F238E27FC236}">
                  <a16:creationId xmlns:a16="http://schemas.microsoft.com/office/drawing/2014/main" id="{CFA8DF51-F563-0096-9719-57F1B2DCC645}"/>
                </a:ext>
              </a:extLst>
            </p:cNvPr>
            <p:cNvSpPr>
              <a:spLocks noChangeShapeType="1"/>
            </p:cNvSpPr>
            <p:nvPr/>
          </p:nvSpPr>
          <p:spPr bwMode="auto">
            <a:xfrm>
              <a:off x="4431" y="1728"/>
              <a:ext cx="816" cy="864"/>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9" name="Line 29">
              <a:extLst>
                <a:ext uri="{FF2B5EF4-FFF2-40B4-BE49-F238E27FC236}">
                  <a16:creationId xmlns:a16="http://schemas.microsoft.com/office/drawing/2014/main" id="{920FBDBE-F4E8-D095-4D30-1BC85F331F6F}"/>
                </a:ext>
              </a:extLst>
            </p:cNvPr>
            <p:cNvSpPr>
              <a:spLocks noChangeShapeType="1"/>
            </p:cNvSpPr>
            <p:nvPr/>
          </p:nvSpPr>
          <p:spPr bwMode="auto">
            <a:xfrm flipV="1">
              <a:off x="4239" y="1787"/>
              <a:ext cx="1008" cy="864"/>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88798" name="AutoShape 30">
            <a:extLst>
              <a:ext uri="{FF2B5EF4-FFF2-40B4-BE49-F238E27FC236}">
                <a16:creationId xmlns:a16="http://schemas.microsoft.com/office/drawing/2014/main" id="{90224AEA-288D-A310-FF9A-EB28490EE88E}"/>
              </a:ext>
            </a:extLst>
          </p:cNvPr>
          <p:cNvSpPr>
            <a:spLocks noChangeArrowheads="1"/>
          </p:cNvSpPr>
          <p:nvPr/>
        </p:nvSpPr>
        <p:spPr bwMode="auto">
          <a:xfrm>
            <a:off x="7173913" y="3960813"/>
            <a:ext cx="152400" cy="457200"/>
          </a:xfrm>
          <a:prstGeom prst="upArrow">
            <a:avLst>
              <a:gd name="adj1" fmla="val 50000"/>
              <a:gd name="adj2" fmla="val 75000"/>
            </a:avLst>
          </a:prstGeom>
          <a:solidFill>
            <a:srgbClr val="FF0000"/>
          </a:solidFill>
          <a:ln w="9525">
            <a:solidFill>
              <a:schemeClr val="tx1"/>
            </a:solidFill>
            <a:miter lim="800000"/>
            <a:headEnd/>
            <a:tailEnd/>
          </a:ln>
        </p:spPr>
        <p:txBody>
          <a:bodyPr vert="eaVert"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799" name="Text Box 31">
            <a:extLst>
              <a:ext uri="{FF2B5EF4-FFF2-40B4-BE49-F238E27FC236}">
                <a16:creationId xmlns:a16="http://schemas.microsoft.com/office/drawing/2014/main" id="{5FD6339E-7868-A149-9BF8-D4BD64CB8C2D}"/>
              </a:ext>
            </a:extLst>
          </p:cNvPr>
          <p:cNvSpPr txBox="1">
            <a:spLocks noChangeArrowheads="1"/>
          </p:cNvSpPr>
          <p:nvPr/>
        </p:nvSpPr>
        <p:spPr bwMode="auto">
          <a:xfrm>
            <a:off x="1747838" y="4586288"/>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磁化方向转向</a:t>
            </a:r>
          </a:p>
        </p:txBody>
      </p:sp>
      <p:graphicFrame>
        <p:nvGraphicFramePr>
          <p:cNvPr id="288800" name="Object 5">
            <a:extLst>
              <a:ext uri="{FF2B5EF4-FFF2-40B4-BE49-F238E27FC236}">
                <a16:creationId xmlns:a16="http://schemas.microsoft.com/office/drawing/2014/main" id="{1B1A43E5-B983-4B51-9A77-44320970A88F}"/>
              </a:ext>
            </a:extLst>
          </p:cNvPr>
          <p:cNvGraphicFramePr>
            <a:graphicFrameLocks/>
          </p:cNvGraphicFramePr>
          <p:nvPr/>
        </p:nvGraphicFramePr>
        <p:xfrm>
          <a:off x="3711575" y="4643438"/>
          <a:ext cx="366713" cy="444500"/>
        </p:xfrm>
        <a:graphic>
          <a:graphicData uri="http://schemas.openxmlformats.org/presentationml/2006/ole">
            <mc:AlternateContent xmlns:mc="http://schemas.openxmlformats.org/markup-compatibility/2006">
              <mc:Choice xmlns:v="urn:schemas-microsoft-com:vml" Requires="v">
                <p:oleObj name="Equation" r:id="rId8" imgW="335404" imgH="411480" progId="Equation.3">
                  <p:embed/>
                </p:oleObj>
              </mc:Choice>
              <mc:Fallback>
                <p:oleObj name="Equation" r:id="rId8" imgW="335404" imgH="411480" progId="Equation.3">
                  <p:embed/>
                  <p:pic>
                    <p:nvPicPr>
                      <p:cNvPr id="288800" name="Object 5">
                        <a:extLst>
                          <a:ext uri="{FF2B5EF4-FFF2-40B4-BE49-F238E27FC236}">
                            <a16:creationId xmlns:a16="http://schemas.microsoft.com/office/drawing/2014/main" id="{1B1A43E5-B983-4B51-9A77-44320970A88F}"/>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11575" y="4643438"/>
                        <a:ext cx="3667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8801" name="Text Box 33">
            <a:extLst>
              <a:ext uri="{FF2B5EF4-FFF2-40B4-BE49-F238E27FC236}">
                <a16:creationId xmlns:a16="http://schemas.microsoft.com/office/drawing/2014/main" id="{997E8035-F934-D0A6-47BF-2BEBBCA17179}"/>
              </a:ext>
            </a:extLst>
          </p:cNvPr>
          <p:cNvSpPr txBox="1">
            <a:spLocks noChangeArrowheads="1"/>
          </p:cNvSpPr>
          <p:nvPr/>
        </p:nvSpPr>
        <p:spPr bwMode="auto">
          <a:xfrm>
            <a:off x="4092575" y="45751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的方向</a:t>
            </a:r>
          </a:p>
        </p:txBody>
      </p:sp>
      <p:sp>
        <p:nvSpPr>
          <p:cNvPr id="288802" name="AutoShape 34">
            <a:extLst>
              <a:ext uri="{FF2B5EF4-FFF2-40B4-BE49-F238E27FC236}">
                <a16:creationId xmlns:a16="http://schemas.microsoft.com/office/drawing/2014/main" id="{4F7E4ACD-8888-2377-732E-B8C9E70ACAA5}"/>
              </a:ext>
            </a:extLst>
          </p:cNvPr>
          <p:cNvSpPr>
            <a:spLocks/>
          </p:cNvSpPr>
          <p:nvPr/>
        </p:nvSpPr>
        <p:spPr bwMode="auto">
          <a:xfrm>
            <a:off x="1636713" y="4164013"/>
            <a:ext cx="152400" cy="762000"/>
          </a:xfrm>
          <a:prstGeom prst="leftBrace">
            <a:avLst>
              <a:gd name="adj1" fmla="val 41667"/>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803" name="AutoShape 35">
            <a:extLst>
              <a:ext uri="{FF2B5EF4-FFF2-40B4-BE49-F238E27FC236}">
                <a16:creationId xmlns:a16="http://schemas.microsoft.com/office/drawing/2014/main" id="{988E2C43-2DE9-31C9-F41A-C5CD6FC27ACC}"/>
              </a:ext>
            </a:extLst>
          </p:cNvPr>
          <p:cNvSpPr>
            <a:spLocks noChangeArrowheads="1"/>
          </p:cNvSpPr>
          <p:nvPr/>
        </p:nvSpPr>
        <p:spPr bwMode="auto">
          <a:xfrm rot="-7722946">
            <a:off x="7745413" y="4532313"/>
            <a:ext cx="533400" cy="152400"/>
          </a:xfrm>
          <a:prstGeom prst="rightArrow">
            <a:avLst>
              <a:gd name="adj1" fmla="val 50000"/>
              <a:gd name="adj2" fmla="val 87500"/>
            </a:avLst>
          </a:prstGeom>
          <a:solidFill>
            <a:srgbClr val="FF0000"/>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804" name="AutoShape 36">
            <a:extLst>
              <a:ext uri="{FF2B5EF4-FFF2-40B4-BE49-F238E27FC236}">
                <a16:creationId xmlns:a16="http://schemas.microsoft.com/office/drawing/2014/main" id="{2CA643B9-6013-280E-481D-6214FE8480DE}"/>
              </a:ext>
            </a:extLst>
          </p:cNvPr>
          <p:cNvSpPr>
            <a:spLocks noChangeArrowheads="1"/>
          </p:cNvSpPr>
          <p:nvPr/>
        </p:nvSpPr>
        <p:spPr bwMode="auto">
          <a:xfrm rot="-3761646">
            <a:off x="7745413" y="3617913"/>
            <a:ext cx="533400" cy="152400"/>
          </a:xfrm>
          <a:prstGeom prst="rightArrow">
            <a:avLst>
              <a:gd name="adj1" fmla="val 50000"/>
              <a:gd name="adj2" fmla="val 87500"/>
            </a:avLst>
          </a:prstGeom>
          <a:solidFill>
            <a:srgbClr val="FF0000"/>
          </a:solidFill>
          <a:ln w="9525">
            <a:solidFill>
              <a:schemeClr val="tx1"/>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805" name="AutoShape 37">
            <a:extLst>
              <a:ext uri="{FF2B5EF4-FFF2-40B4-BE49-F238E27FC236}">
                <a16:creationId xmlns:a16="http://schemas.microsoft.com/office/drawing/2014/main" id="{D265F0F8-E040-43EA-5D8A-5E2550C56FF4}"/>
              </a:ext>
            </a:extLst>
          </p:cNvPr>
          <p:cNvSpPr>
            <a:spLocks noChangeArrowheads="1"/>
          </p:cNvSpPr>
          <p:nvPr/>
        </p:nvSpPr>
        <p:spPr bwMode="auto">
          <a:xfrm rot="6573939">
            <a:off x="8240713" y="3960813"/>
            <a:ext cx="152400" cy="457200"/>
          </a:xfrm>
          <a:prstGeom prst="downArrow">
            <a:avLst>
              <a:gd name="adj1" fmla="val 50000"/>
              <a:gd name="adj2" fmla="val 75000"/>
            </a:avLst>
          </a:prstGeom>
          <a:solidFill>
            <a:srgbClr val="FF0000"/>
          </a:solidFill>
          <a:ln w="9525">
            <a:solidFill>
              <a:schemeClr val="tx1"/>
            </a:solidFill>
            <a:miter lim="800000"/>
            <a:headEnd/>
            <a:tailEnd/>
          </a:ln>
        </p:spPr>
        <p:txBody>
          <a:bodyPr vert="eaVert"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806" name="Line 38">
            <a:extLst>
              <a:ext uri="{FF2B5EF4-FFF2-40B4-BE49-F238E27FC236}">
                <a16:creationId xmlns:a16="http://schemas.microsoft.com/office/drawing/2014/main" id="{2E80F676-B00A-A616-9D96-B91232D6762C}"/>
              </a:ext>
            </a:extLst>
          </p:cNvPr>
          <p:cNvSpPr>
            <a:spLocks noChangeShapeType="1"/>
          </p:cNvSpPr>
          <p:nvPr/>
        </p:nvSpPr>
        <p:spPr bwMode="auto">
          <a:xfrm flipV="1">
            <a:off x="7531100" y="3070225"/>
            <a:ext cx="0" cy="205740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88807" name="Object 6">
            <a:extLst>
              <a:ext uri="{FF2B5EF4-FFF2-40B4-BE49-F238E27FC236}">
                <a16:creationId xmlns:a16="http://schemas.microsoft.com/office/drawing/2014/main" id="{AEA064A4-5112-8232-3E57-EE79ABAEC12A}"/>
              </a:ext>
            </a:extLst>
          </p:cNvPr>
          <p:cNvGraphicFramePr>
            <a:graphicFrameLocks/>
          </p:cNvGraphicFramePr>
          <p:nvPr/>
        </p:nvGraphicFramePr>
        <p:xfrm>
          <a:off x="7683500" y="2817813"/>
          <a:ext cx="366713" cy="444500"/>
        </p:xfrm>
        <a:graphic>
          <a:graphicData uri="http://schemas.openxmlformats.org/presentationml/2006/ole">
            <mc:AlternateContent xmlns:mc="http://schemas.openxmlformats.org/markup-compatibility/2006">
              <mc:Choice xmlns:v="urn:schemas-microsoft-com:vml" Requires="v">
                <p:oleObj name="Equation" r:id="rId10" imgW="335404" imgH="411480" progId="Equation.3">
                  <p:embed/>
                </p:oleObj>
              </mc:Choice>
              <mc:Fallback>
                <p:oleObj name="Equation" r:id="rId10" imgW="335404" imgH="411480" progId="Equation.3">
                  <p:embed/>
                  <p:pic>
                    <p:nvPicPr>
                      <p:cNvPr id="288807" name="Object 6">
                        <a:extLst>
                          <a:ext uri="{FF2B5EF4-FFF2-40B4-BE49-F238E27FC236}">
                            <a16:creationId xmlns:a16="http://schemas.microsoft.com/office/drawing/2014/main" id="{AEA064A4-5112-8232-3E57-EE79ABAEC12A}"/>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83500" y="2817813"/>
                        <a:ext cx="3667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8808" name="AutoShape 40">
            <a:extLst>
              <a:ext uri="{FF2B5EF4-FFF2-40B4-BE49-F238E27FC236}">
                <a16:creationId xmlns:a16="http://schemas.microsoft.com/office/drawing/2014/main" id="{4373DF71-BF10-6540-FAEF-6F77177F62C7}"/>
              </a:ext>
            </a:extLst>
          </p:cNvPr>
          <p:cNvSpPr>
            <a:spLocks noChangeArrowheads="1"/>
          </p:cNvSpPr>
          <p:nvPr/>
        </p:nvSpPr>
        <p:spPr bwMode="auto">
          <a:xfrm>
            <a:off x="850900" y="5334000"/>
            <a:ext cx="685800" cy="109538"/>
          </a:xfrm>
          <a:prstGeom prst="rightArrow">
            <a:avLst>
              <a:gd name="adj1" fmla="val 50000"/>
              <a:gd name="adj2" fmla="val 156521"/>
            </a:avLst>
          </a:prstGeom>
          <a:gradFill rotWithShape="1">
            <a:gsLst>
              <a:gs pos="0">
                <a:srgbClr val="765E76"/>
              </a:gs>
              <a:gs pos="50000">
                <a:srgbClr val="FFCCFF"/>
              </a:gs>
              <a:gs pos="100000">
                <a:srgbClr val="765E76"/>
              </a:gs>
            </a:gsLst>
            <a:lin ang="5400000" scaled="1"/>
          </a:gradFill>
          <a:ln w="9525">
            <a:solidFill>
              <a:srgbClr val="FFCCFF"/>
            </a:solidFill>
            <a:miter lim="800000"/>
            <a:headEnd/>
            <a:tailEnd/>
          </a:ln>
        </p:spPr>
        <p:txBody>
          <a:bodyPr wrap="none" anchor="ct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a:p>
        </p:txBody>
      </p:sp>
      <p:sp>
        <p:nvSpPr>
          <p:cNvPr id="288809" name="Text Box 41">
            <a:extLst>
              <a:ext uri="{FF2B5EF4-FFF2-40B4-BE49-F238E27FC236}">
                <a16:creationId xmlns:a16="http://schemas.microsoft.com/office/drawing/2014/main" id="{ED7F2D23-3A2B-CCCF-0A26-5671934E4F9D}"/>
              </a:ext>
            </a:extLst>
          </p:cNvPr>
          <p:cNvSpPr txBox="1">
            <a:spLocks noChangeArrowheads="1"/>
          </p:cNvSpPr>
          <p:nvPr/>
        </p:nvSpPr>
        <p:spPr bwMode="auto">
          <a:xfrm>
            <a:off x="1692275" y="5157788"/>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FFFF66"/>
                </a:solidFill>
              </a:rPr>
              <a:t>使磁场大大增强</a:t>
            </a:r>
          </a:p>
        </p:txBody>
      </p:sp>
      <p:sp>
        <p:nvSpPr>
          <p:cNvPr id="288810" name="Text Box 42">
            <a:extLst>
              <a:ext uri="{FF2B5EF4-FFF2-40B4-BE49-F238E27FC236}">
                <a16:creationId xmlns:a16="http://schemas.microsoft.com/office/drawing/2014/main" id="{090E299D-437E-202C-D33C-27DF3E743069}"/>
              </a:ext>
            </a:extLst>
          </p:cNvPr>
          <p:cNvSpPr txBox="1">
            <a:spLocks noChangeArrowheads="1"/>
          </p:cNvSpPr>
          <p:nvPr/>
        </p:nvSpPr>
        <p:spPr bwMode="auto">
          <a:xfrm>
            <a:off x="611188" y="5516563"/>
            <a:ext cx="61039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t>当外场撤去，被磁化的铁磁质受体内杂质和内应力的阻碍，并不能恢复磁化前的状态。</a:t>
            </a:r>
          </a:p>
        </p:txBody>
      </p:sp>
      <p:sp>
        <p:nvSpPr>
          <p:cNvPr id="288811" name="Text Box 43">
            <a:extLst>
              <a:ext uri="{FF2B5EF4-FFF2-40B4-BE49-F238E27FC236}">
                <a16:creationId xmlns:a16="http://schemas.microsoft.com/office/drawing/2014/main" id="{9CE55B05-23F3-A4ED-CFC2-C91C43ABA73E}"/>
              </a:ext>
            </a:extLst>
          </p:cNvPr>
          <p:cNvSpPr txBox="1">
            <a:spLocks noChangeArrowheads="1"/>
          </p:cNvSpPr>
          <p:nvPr/>
        </p:nvSpPr>
        <p:spPr bwMode="auto">
          <a:xfrm>
            <a:off x="2987675" y="836613"/>
            <a:ext cx="5256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相对磁导率很大，且不为一个常数</a:t>
            </a:r>
          </a:p>
        </p:txBody>
      </p:sp>
      <p:sp>
        <p:nvSpPr>
          <p:cNvPr id="288812" name="Text Box 44">
            <a:extLst>
              <a:ext uri="{FF2B5EF4-FFF2-40B4-BE49-F238E27FC236}">
                <a16:creationId xmlns:a16="http://schemas.microsoft.com/office/drawing/2014/main" id="{E022CA42-1F2B-76AE-D294-7B91A5BC49DE}"/>
              </a:ext>
            </a:extLst>
          </p:cNvPr>
          <p:cNvSpPr txBox="1">
            <a:spLocks noChangeArrowheads="1"/>
          </p:cNvSpPr>
          <p:nvPr/>
        </p:nvSpPr>
        <p:spPr bwMode="auto">
          <a:xfrm>
            <a:off x="2916238" y="1628775"/>
            <a:ext cx="6227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存在一个临界温度</a:t>
            </a:r>
            <a:r>
              <a:rPr lang="en-US" altLang="zh-CN"/>
              <a:t>——</a:t>
            </a:r>
            <a:r>
              <a:rPr lang="zh-CN" altLang="en-US"/>
              <a:t>居里点。</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8770"/>
                                        </p:tgtEl>
                                        <p:attrNameLst>
                                          <p:attrName>style.visibility</p:attrName>
                                        </p:attrNameLst>
                                      </p:cBhvr>
                                      <p:to>
                                        <p:strVal val="visible"/>
                                      </p:to>
                                    </p:set>
                                    <p:animEffect transition="in" filter="wipe(left)">
                                      <p:cBhvr>
                                        <p:cTn id="7" dur="500"/>
                                        <p:tgtEl>
                                          <p:spTgt spid="288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8771"/>
                                        </p:tgtEl>
                                        <p:attrNameLst>
                                          <p:attrName>style.visibility</p:attrName>
                                        </p:attrNameLst>
                                      </p:cBhvr>
                                      <p:to>
                                        <p:strVal val="visible"/>
                                      </p:to>
                                    </p:set>
                                    <p:animEffect transition="in" filter="wipe(left)">
                                      <p:cBhvr>
                                        <p:cTn id="12" dur="500"/>
                                        <p:tgtEl>
                                          <p:spTgt spid="2887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288774"/>
                                        </p:tgtEl>
                                        <p:attrNameLst>
                                          <p:attrName>style.visibility</p:attrName>
                                        </p:attrNameLst>
                                      </p:cBhvr>
                                      <p:to>
                                        <p:strVal val="visible"/>
                                      </p:to>
                                    </p:set>
                                    <p:animEffect transition="in" filter="barn(outHorizontal)">
                                      <p:cBhvr>
                                        <p:cTn id="17" dur="500"/>
                                        <p:tgtEl>
                                          <p:spTgt spid="2887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8772"/>
                                        </p:tgtEl>
                                        <p:attrNameLst>
                                          <p:attrName>style.visibility</p:attrName>
                                        </p:attrNameLst>
                                      </p:cBhvr>
                                      <p:to>
                                        <p:strVal val="visible"/>
                                      </p:to>
                                    </p:set>
                                    <p:animEffect transition="in" filter="wipe(left)">
                                      <p:cBhvr>
                                        <p:cTn id="22" dur="2000"/>
                                        <p:tgtEl>
                                          <p:spTgt spid="2887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88811"/>
                                        </p:tgtEl>
                                        <p:attrNameLst>
                                          <p:attrName>style.visibility</p:attrName>
                                        </p:attrNameLst>
                                      </p:cBhvr>
                                      <p:to>
                                        <p:strVal val="visible"/>
                                      </p:to>
                                    </p:set>
                                    <p:animEffect transition="in" filter="wipe(left)">
                                      <p:cBhvr>
                                        <p:cTn id="27" dur="2000"/>
                                        <p:tgtEl>
                                          <p:spTgt spid="2888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88773"/>
                                        </p:tgtEl>
                                        <p:attrNameLst>
                                          <p:attrName>style.visibility</p:attrName>
                                        </p:attrNameLst>
                                      </p:cBhvr>
                                      <p:to>
                                        <p:strVal val="visible"/>
                                      </p:to>
                                    </p:set>
                                    <p:animEffect transition="in" filter="wipe(left)">
                                      <p:cBhvr>
                                        <p:cTn id="32" dur="2000"/>
                                        <p:tgtEl>
                                          <p:spTgt spid="2887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88812"/>
                                        </p:tgtEl>
                                        <p:attrNameLst>
                                          <p:attrName>style.visibility</p:attrName>
                                        </p:attrNameLst>
                                      </p:cBhvr>
                                      <p:to>
                                        <p:strVal val="visible"/>
                                      </p:to>
                                    </p:set>
                                    <p:animEffect transition="in" filter="wipe(left)">
                                      <p:cBhvr>
                                        <p:cTn id="37" dur="2000"/>
                                        <p:tgtEl>
                                          <p:spTgt spid="2888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88775"/>
                                        </p:tgtEl>
                                        <p:attrNameLst>
                                          <p:attrName>style.visibility</p:attrName>
                                        </p:attrNameLst>
                                      </p:cBhvr>
                                      <p:to>
                                        <p:strVal val="visible"/>
                                      </p:to>
                                    </p:set>
                                    <p:animEffect transition="in" filter="wipe(left)">
                                      <p:cBhvr>
                                        <p:cTn id="42" dur="500"/>
                                        <p:tgtEl>
                                          <p:spTgt spid="2887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ox(out)">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88784"/>
                                        </p:tgtEl>
                                        <p:attrNameLst>
                                          <p:attrName>style.visibility</p:attrName>
                                        </p:attrNameLst>
                                      </p:cBhvr>
                                      <p:to>
                                        <p:strVal val="visible"/>
                                      </p:to>
                                    </p:set>
                                    <p:animEffect transition="in" filter="wipe(left)">
                                      <p:cBhvr>
                                        <p:cTn id="52" dur="2000"/>
                                        <p:tgtEl>
                                          <p:spTgt spid="28878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88780"/>
                                        </p:tgtEl>
                                        <p:attrNameLst>
                                          <p:attrName>style.visibility</p:attrName>
                                        </p:attrNameLst>
                                      </p:cBhvr>
                                      <p:to>
                                        <p:strVal val="visible"/>
                                      </p:to>
                                    </p:set>
                                    <p:animEffect transition="in" filter="wipe(left)">
                                      <p:cBhvr>
                                        <p:cTn id="57" dur="500"/>
                                        <p:tgtEl>
                                          <p:spTgt spid="28878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288781"/>
                                        </p:tgtEl>
                                        <p:attrNameLst>
                                          <p:attrName>style.visibility</p:attrName>
                                        </p:attrNameLst>
                                      </p:cBhvr>
                                      <p:to>
                                        <p:strVal val="visible"/>
                                      </p:to>
                                    </p:set>
                                    <p:animEffect transition="in" filter="wipe(down)">
                                      <p:cBhvr>
                                        <p:cTn id="62" dur="500"/>
                                        <p:tgtEl>
                                          <p:spTgt spid="28878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2" fill="hold" nodeType="clickEffect">
                                  <p:stCondLst>
                                    <p:cond delay="0"/>
                                  </p:stCondLst>
                                  <p:childTnLst>
                                    <p:set>
                                      <p:cBhvr>
                                        <p:cTn id="66" dur="1" fill="hold">
                                          <p:stCondLst>
                                            <p:cond delay="0"/>
                                          </p:stCondLst>
                                        </p:cTn>
                                        <p:tgtEl>
                                          <p:spTgt spid="288783"/>
                                        </p:tgtEl>
                                        <p:attrNameLst>
                                          <p:attrName>style.visibility</p:attrName>
                                        </p:attrNameLst>
                                      </p:cBhvr>
                                      <p:to>
                                        <p:strVal val="visible"/>
                                      </p:to>
                                    </p:set>
                                    <p:animEffect transition="in" filter="wipe(right)">
                                      <p:cBhvr>
                                        <p:cTn id="67" dur="500"/>
                                        <p:tgtEl>
                                          <p:spTgt spid="28878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nodeType="clickEffect">
                                  <p:stCondLst>
                                    <p:cond delay="0"/>
                                  </p:stCondLst>
                                  <p:childTnLst>
                                    <p:set>
                                      <p:cBhvr>
                                        <p:cTn id="71" dur="1" fill="hold">
                                          <p:stCondLst>
                                            <p:cond delay="0"/>
                                          </p:stCondLst>
                                        </p:cTn>
                                        <p:tgtEl>
                                          <p:spTgt spid="288782"/>
                                        </p:tgtEl>
                                        <p:attrNameLst>
                                          <p:attrName>style.visibility</p:attrName>
                                        </p:attrNameLst>
                                      </p:cBhvr>
                                      <p:to>
                                        <p:strVal val="visible"/>
                                      </p:to>
                                    </p:set>
                                    <p:animEffect transition="in" filter="wipe(up)">
                                      <p:cBhvr>
                                        <p:cTn id="72" dur="500"/>
                                        <p:tgtEl>
                                          <p:spTgt spid="28878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nodeType="clickEffect">
                                  <p:stCondLst>
                                    <p:cond delay="0"/>
                                  </p:stCondLst>
                                  <p:childTnLst>
                                    <p:set>
                                      <p:cBhvr>
                                        <p:cTn id="76" dur="1" fill="hold">
                                          <p:stCondLst>
                                            <p:cond delay="0"/>
                                          </p:stCondLst>
                                        </p:cTn>
                                        <p:tgtEl>
                                          <p:spTgt spid="288793"/>
                                        </p:tgtEl>
                                        <p:attrNameLst>
                                          <p:attrName>style.visibility</p:attrName>
                                        </p:attrNameLst>
                                      </p:cBhvr>
                                      <p:to>
                                        <p:strVal val="visible"/>
                                      </p:to>
                                    </p:set>
                                    <p:animEffect transition="in" filter="box(out)">
                                      <p:cBhvr>
                                        <p:cTn id="77" dur="500"/>
                                        <p:tgtEl>
                                          <p:spTgt spid="28879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288785"/>
                                        </p:tgtEl>
                                        <p:attrNameLst>
                                          <p:attrName>style.visibility</p:attrName>
                                        </p:attrNameLst>
                                      </p:cBhvr>
                                      <p:to>
                                        <p:strVal val="visible"/>
                                      </p:to>
                                    </p:set>
                                    <p:animEffect transition="in" filter="wipe(left)">
                                      <p:cBhvr>
                                        <p:cTn id="82" dur="500"/>
                                        <p:tgtEl>
                                          <p:spTgt spid="288785"/>
                                        </p:tgtEl>
                                      </p:cBhvr>
                                    </p:animEffect>
                                  </p:childTnLst>
                                </p:cTn>
                              </p:par>
                            </p:childTnLst>
                          </p:cTn>
                        </p:par>
                        <p:par>
                          <p:cTn id="83" fill="hold" nodeType="afterGroup">
                            <p:stCondLst>
                              <p:cond delay="500"/>
                            </p:stCondLst>
                            <p:childTnLst>
                              <p:par>
                                <p:cTn id="84" presetID="22" presetClass="entr" presetSubtype="8" fill="hold" nodeType="afterEffect">
                                  <p:stCondLst>
                                    <p:cond delay="0"/>
                                  </p:stCondLst>
                                  <p:childTnLst>
                                    <p:set>
                                      <p:cBhvr>
                                        <p:cTn id="85" dur="1" fill="hold">
                                          <p:stCondLst>
                                            <p:cond delay="0"/>
                                          </p:stCondLst>
                                        </p:cTn>
                                        <p:tgtEl>
                                          <p:spTgt spid="288786"/>
                                        </p:tgtEl>
                                        <p:attrNameLst>
                                          <p:attrName>style.visibility</p:attrName>
                                        </p:attrNameLst>
                                      </p:cBhvr>
                                      <p:to>
                                        <p:strVal val="visible"/>
                                      </p:to>
                                    </p:set>
                                    <p:animEffect transition="in" filter="wipe(left)">
                                      <p:cBhvr>
                                        <p:cTn id="86" dur="500"/>
                                        <p:tgtEl>
                                          <p:spTgt spid="288786"/>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88790"/>
                                        </p:tgtEl>
                                        <p:attrNameLst>
                                          <p:attrName>style.visibility</p:attrName>
                                        </p:attrNameLst>
                                      </p:cBhvr>
                                      <p:to>
                                        <p:strVal val="visible"/>
                                      </p:to>
                                    </p:set>
                                    <p:animEffect transition="in" filter="wipe(left)">
                                      <p:cBhvr>
                                        <p:cTn id="91" dur="2000"/>
                                        <p:tgtEl>
                                          <p:spTgt spid="288790"/>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88788"/>
                                        </p:tgtEl>
                                        <p:attrNameLst>
                                          <p:attrName>style.visibility</p:attrName>
                                        </p:attrNameLst>
                                      </p:cBhvr>
                                      <p:to>
                                        <p:strVal val="visible"/>
                                      </p:to>
                                    </p:set>
                                    <p:animEffect transition="in" filter="wipe(left)">
                                      <p:cBhvr>
                                        <p:cTn id="96" dur="500"/>
                                        <p:tgtEl>
                                          <p:spTgt spid="288788"/>
                                        </p:tgtEl>
                                      </p:cBhvr>
                                    </p:animEffect>
                                  </p:childTnLst>
                                </p:cTn>
                              </p:par>
                            </p:childTnLst>
                          </p:cTn>
                        </p:par>
                        <p:par>
                          <p:cTn id="97" fill="hold" nodeType="afterGroup">
                            <p:stCondLst>
                              <p:cond delay="500"/>
                            </p:stCondLst>
                            <p:childTnLst>
                              <p:par>
                                <p:cTn id="98" presetID="22" presetClass="entr" presetSubtype="8" fill="hold" nodeType="afterEffect">
                                  <p:stCondLst>
                                    <p:cond delay="0"/>
                                  </p:stCondLst>
                                  <p:childTnLst>
                                    <p:set>
                                      <p:cBhvr>
                                        <p:cTn id="99" dur="1" fill="hold">
                                          <p:stCondLst>
                                            <p:cond delay="0"/>
                                          </p:stCondLst>
                                        </p:cTn>
                                        <p:tgtEl>
                                          <p:spTgt spid="288789"/>
                                        </p:tgtEl>
                                        <p:attrNameLst>
                                          <p:attrName>style.visibility</p:attrName>
                                        </p:attrNameLst>
                                      </p:cBhvr>
                                      <p:to>
                                        <p:strVal val="visible"/>
                                      </p:to>
                                    </p:set>
                                    <p:animEffect transition="in" filter="wipe(left)">
                                      <p:cBhvr>
                                        <p:cTn id="100" dur="500"/>
                                        <p:tgtEl>
                                          <p:spTgt spid="288789"/>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2" presetClass="entr" presetSubtype="4" fill="hold" nodeType="clickEffect">
                                  <p:stCondLst>
                                    <p:cond delay="0"/>
                                  </p:stCondLst>
                                  <p:childTnLst>
                                    <p:set>
                                      <p:cBhvr>
                                        <p:cTn id="104" dur="1" fill="hold">
                                          <p:stCondLst>
                                            <p:cond delay="0"/>
                                          </p:stCondLst>
                                        </p:cTn>
                                        <p:tgtEl>
                                          <p:spTgt spid="288806"/>
                                        </p:tgtEl>
                                        <p:attrNameLst>
                                          <p:attrName>style.visibility</p:attrName>
                                        </p:attrNameLst>
                                      </p:cBhvr>
                                      <p:to>
                                        <p:strVal val="visible"/>
                                      </p:to>
                                    </p:set>
                                    <p:animEffect transition="in" filter="slide(fromBottom)">
                                      <p:cBhvr>
                                        <p:cTn id="105" dur="500"/>
                                        <p:tgtEl>
                                          <p:spTgt spid="288806"/>
                                        </p:tgtEl>
                                      </p:cBhvr>
                                    </p:animEffect>
                                  </p:childTnLst>
                                </p:cTn>
                              </p:par>
                            </p:childTnLst>
                          </p:cTn>
                        </p:par>
                        <p:par>
                          <p:cTn id="106" fill="hold" nodeType="afterGroup">
                            <p:stCondLst>
                              <p:cond delay="500"/>
                            </p:stCondLst>
                            <p:childTnLst>
                              <p:par>
                                <p:cTn id="107" presetID="1" presetClass="entr" presetSubtype="0" fill="hold" nodeType="afterEffect">
                                  <p:stCondLst>
                                    <p:cond delay="0"/>
                                  </p:stCondLst>
                                  <p:childTnLst>
                                    <p:set>
                                      <p:cBhvr>
                                        <p:cTn id="108" dur="1" fill="hold">
                                          <p:stCondLst>
                                            <p:cond delay="499"/>
                                          </p:stCondLst>
                                        </p:cTn>
                                        <p:tgtEl>
                                          <p:spTgt spid="288807"/>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9" presetClass="entr" presetSubtype="0" fill="hold" nodeType="clickEffect">
                                  <p:stCondLst>
                                    <p:cond delay="0"/>
                                  </p:stCondLst>
                                  <p:childTnLst>
                                    <p:set>
                                      <p:cBhvr>
                                        <p:cTn id="112" dur="1" fill="hold">
                                          <p:stCondLst>
                                            <p:cond delay="0"/>
                                          </p:stCondLst>
                                        </p:cTn>
                                        <p:tgtEl>
                                          <p:spTgt spid="3"/>
                                        </p:tgtEl>
                                        <p:attrNameLst>
                                          <p:attrName>style.visibility</p:attrName>
                                        </p:attrNameLst>
                                      </p:cBhvr>
                                      <p:to>
                                        <p:strVal val="visible"/>
                                      </p:to>
                                    </p:set>
                                    <p:animEffect transition="in" filter="dissolve">
                                      <p:cBhvr>
                                        <p:cTn id="113" dur="500"/>
                                        <p:tgtEl>
                                          <p:spTgt spid="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6" presetClass="entr" presetSubtype="42" fill="hold" nodeType="clickEffect">
                                  <p:stCondLst>
                                    <p:cond delay="0"/>
                                  </p:stCondLst>
                                  <p:childTnLst>
                                    <p:set>
                                      <p:cBhvr>
                                        <p:cTn id="117" dur="1" fill="hold">
                                          <p:stCondLst>
                                            <p:cond delay="0"/>
                                          </p:stCondLst>
                                        </p:cTn>
                                        <p:tgtEl>
                                          <p:spTgt spid="288802"/>
                                        </p:tgtEl>
                                        <p:attrNameLst>
                                          <p:attrName>style.visibility</p:attrName>
                                        </p:attrNameLst>
                                      </p:cBhvr>
                                      <p:to>
                                        <p:strVal val="visible"/>
                                      </p:to>
                                    </p:set>
                                    <p:animEffect transition="in" filter="barn(outHorizontal)">
                                      <p:cBhvr>
                                        <p:cTn id="118" dur="500"/>
                                        <p:tgtEl>
                                          <p:spTgt spid="288802"/>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288787"/>
                                        </p:tgtEl>
                                        <p:attrNameLst>
                                          <p:attrName>style.visibility</p:attrName>
                                        </p:attrNameLst>
                                      </p:cBhvr>
                                      <p:to>
                                        <p:strVal val="visible"/>
                                      </p:to>
                                    </p:set>
                                    <p:animEffect transition="in" filter="wipe(left)">
                                      <p:cBhvr>
                                        <p:cTn id="123" dur="500"/>
                                        <p:tgtEl>
                                          <p:spTgt spid="288787"/>
                                        </p:tgtEl>
                                      </p:cBhvr>
                                    </p:animEffect>
                                  </p:childTnLst>
                                </p:cTn>
                              </p:par>
                            </p:childTnLst>
                          </p:cTn>
                        </p:par>
                        <p:par>
                          <p:cTn id="124" fill="hold" nodeType="afterGroup">
                            <p:stCondLst>
                              <p:cond delay="500"/>
                            </p:stCondLst>
                            <p:childTnLst>
                              <p:par>
                                <p:cTn id="125" presetID="22" presetClass="entr" presetSubtype="8" fill="hold" nodeType="afterEffect">
                                  <p:stCondLst>
                                    <p:cond delay="0"/>
                                  </p:stCondLst>
                                  <p:childTnLst>
                                    <p:set>
                                      <p:cBhvr>
                                        <p:cTn id="126" dur="1" fill="hold">
                                          <p:stCondLst>
                                            <p:cond delay="0"/>
                                          </p:stCondLst>
                                        </p:cTn>
                                        <p:tgtEl>
                                          <p:spTgt spid="288792"/>
                                        </p:tgtEl>
                                        <p:attrNameLst>
                                          <p:attrName>style.visibility</p:attrName>
                                        </p:attrNameLst>
                                      </p:cBhvr>
                                      <p:to>
                                        <p:strVal val="visible"/>
                                      </p:to>
                                    </p:set>
                                    <p:animEffect transition="in" filter="wipe(left)">
                                      <p:cBhvr>
                                        <p:cTn id="127" dur="500"/>
                                        <p:tgtEl>
                                          <p:spTgt spid="288792"/>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288791"/>
                                        </p:tgtEl>
                                        <p:attrNameLst>
                                          <p:attrName>style.visibility</p:attrName>
                                        </p:attrNameLst>
                                      </p:cBhvr>
                                      <p:to>
                                        <p:strVal val="visible"/>
                                      </p:to>
                                    </p:set>
                                    <p:animEffect transition="in" filter="wipe(left)">
                                      <p:cBhvr>
                                        <p:cTn id="132" dur="2000"/>
                                        <p:tgtEl>
                                          <p:spTgt spid="288791"/>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4" fill="hold" nodeType="clickEffect">
                                  <p:stCondLst>
                                    <p:cond delay="0"/>
                                  </p:stCondLst>
                                  <p:childTnLst>
                                    <p:set>
                                      <p:cBhvr>
                                        <p:cTn id="136" dur="1" fill="hold">
                                          <p:stCondLst>
                                            <p:cond delay="0"/>
                                          </p:stCondLst>
                                        </p:cTn>
                                        <p:tgtEl>
                                          <p:spTgt spid="288798"/>
                                        </p:tgtEl>
                                        <p:attrNameLst>
                                          <p:attrName>style.visibility</p:attrName>
                                        </p:attrNameLst>
                                      </p:cBhvr>
                                      <p:to>
                                        <p:strVal val="visible"/>
                                      </p:to>
                                    </p:set>
                                    <p:animEffect transition="in" filter="wipe(down)">
                                      <p:cBhvr>
                                        <p:cTn id="137" dur="500"/>
                                        <p:tgtEl>
                                          <p:spTgt spid="288798"/>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288799"/>
                                        </p:tgtEl>
                                        <p:attrNameLst>
                                          <p:attrName>style.visibility</p:attrName>
                                        </p:attrNameLst>
                                      </p:cBhvr>
                                      <p:to>
                                        <p:strVal val="visible"/>
                                      </p:to>
                                    </p:set>
                                    <p:animEffect transition="in" filter="wipe(left)">
                                      <p:cBhvr>
                                        <p:cTn id="142" dur="500"/>
                                        <p:tgtEl>
                                          <p:spTgt spid="288799"/>
                                        </p:tgtEl>
                                      </p:cBhvr>
                                    </p:animEffect>
                                  </p:childTnLst>
                                </p:cTn>
                              </p:par>
                            </p:childTnLst>
                          </p:cTn>
                        </p:par>
                        <p:par>
                          <p:cTn id="143" fill="hold" nodeType="afterGroup">
                            <p:stCondLst>
                              <p:cond delay="500"/>
                            </p:stCondLst>
                            <p:childTnLst>
                              <p:par>
                                <p:cTn id="144" presetID="22" presetClass="entr" presetSubtype="8" fill="hold" nodeType="afterEffect">
                                  <p:stCondLst>
                                    <p:cond delay="0"/>
                                  </p:stCondLst>
                                  <p:childTnLst>
                                    <p:set>
                                      <p:cBhvr>
                                        <p:cTn id="145" dur="1" fill="hold">
                                          <p:stCondLst>
                                            <p:cond delay="0"/>
                                          </p:stCondLst>
                                        </p:cTn>
                                        <p:tgtEl>
                                          <p:spTgt spid="288800"/>
                                        </p:tgtEl>
                                        <p:attrNameLst>
                                          <p:attrName>style.visibility</p:attrName>
                                        </p:attrNameLst>
                                      </p:cBhvr>
                                      <p:to>
                                        <p:strVal val="visible"/>
                                      </p:to>
                                    </p:set>
                                    <p:animEffect transition="in" filter="wipe(left)">
                                      <p:cBhvr>
                                        <p:cTn id="146" dur="500"/>
                                        <p:tgtEl>
                                          <p:spTgt spid="288800"/>
                                        </p:tgtEl>
                                      </p:cBhvr>
                                    </p:animEffect>
                                  </p:childTnLst>
                                </p:cTn>
                              </p:par>
                            </p:childTnLst>
                          </p:cTn>
                        </p:par>
                        <p:par>
                          <p:cTn id="147" fill="hold" nodeType="afterGroup">
                            <p:stCondLst>
                              <p:cond delay="1000"/>
                            </p:stCondLst>
                            <p:childTnLst>
                              <p:par>
                                <p:cTn id="148" presetID="22" presetClass="entr" presetSubtype="8" fill="hold" nodeType="afterEffect">
                                  <p:stCondLst>
                                    <p:cond delay="0"/>
                                  </p:stCondLst>
                                  <p:childTnLst>
                                    <p:set>
                                      <p:cBhvr>
                                        <p:cTn id="149" dur="1" fill="hold">
                                          <p:stCondLst>
                                            <p:cond delay="0"/>
                                          </p:stCondLst>
                                        </p:cTn>
                                        <p:tgtEl>
                                          <p:spTgt spid="288801"/>
                                        </p:tgtEl>
                                        <p:attrNameLst>
                                          <p:attrName>style.visibility</p:attrName>
                                        </p:attrNameLst>
                                      </p:cBhvr>
                                      <p:to>
                                        <p:strVal val="visible"/>
                                      </p:to>
                                    </p:set>
                                    <p:animEffect transition="in" filter="wipe(left)">
                                      <p:cBhvr>
                                        <p:cTn id="150" dur="500"/>
                                        <p:tgtEl>
                                          <p:spTgt spid="288801"/>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4" fill="hold" nodeType="clickEffect">
                                  <p:stCondLst>
                                    <p:cond delay="0"/>
                                  </p:stCondLst>
                                  <p:childTnLst>
                                    <p:set>
                                      <p:cBhvr>
                                        <p:cTn id="154" dur="1" fill="hold">
                                          <p:stCondLst>
                                            <p:cond delay="0"/>
                                          </p:stCondLst>
                                        </p:cTn>
                                        <p:tgtEl>
                                          <p:spTgt spid="288804"/>
                                        </p:tgtEl>
                                        <p:attrNameLst>
                                          <p:attrName>style.visibility</p:attrName>
                                        </p:attrNameLst>
                                      </p:cBhvr>
                                      <p:to>
                                        <p:strVal val="visible"/>
                                      </p:to>
                                    </p:set>
                                    <p:animEffect transition="in" filter="wipe(down)">
                                      <p:cBhvr>
                                        <p:cTn id="155" dur="500"/>
                                        <p:tgtEl>
                                          <p:spTgt spid="288804"/>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4" fill="hold" nodeType="clickEffect">
                                  <p:stCondLst>
                                    <p:cond delay="0"/>
                                  </p:stCondLst>
                                  <p:childTnLst>
                                    <p:set>
                                      <p:cBhvr>
                                        <p:cTn id="159" dur="1" fill="hold">
                                          <p:stCondLst>
                                            <p:cond delay="0"/>
                                          </p:stCondLst>
                                        </p:cTn>
                                        <p:tgtEl>
                                          <p:spTgt spid="288803"/>
                                        </p:tgtEl>
                                        <p:attrNameLst>
                                          <p:attrName>style.visibility</p:attrName>
                                        </p:attrNameLst>
                                      </p:cBhvr>
                                      <p:to>
                                        <p:strVal val="visible"/>
                                      </p:to>
                                    </p:set>
                                    <p:animEffect transition="in" filter="wipe(down)">
                                      <p:cBhvr>
                                        <p:cTn id="160" dur="500"/>
                                        <p:tgtEl>
                                          <p:spTgt spid="288803"/>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1" fill="hold" nodeType="clickEffect">
                                  <p:stCondLst>
                                    <p:cond delay="0"/>
                                  </p:stCondLst>
                                  <p:childTnLst>
                                    <p:set>
                                      <p:cBhvr>
                                        <p:cTn id="164" dur="1" fill="hold">
                                          <p:stCondLst>
                                            <p:cond delay="0"/>
                                          </p:stCondLst>
                                        </p:cTn>
                                        <p:tgtEl>
                                          <p:spTgt spid="288805"/>
                                        </p:tgtEl>
                                        <p:attrNameLst>
                                          <p:attrName>style.visibility</p:attrName>
                                        </p:attrNameLst>
                                      </p:cBhvr>
                                      <p:to>
                                        <p:strVal val="visible"/>
                                      </p:to>
                                    </p:set>
                                    <p:animEffect transition="in" filter="wipe(up)">
                                      <p:cBhvr>
                                        <p:cTn id="165" dur="500"/>
                                        <p:tgtEl>
                                          <p:spTgt spid="288805"/>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nodeType="clickEffect">
                                  <p:stCondLst>
                                    <p:cond delay="0"/>
                                  </p:stCondLst>
                                  <p:childTnLst>
                                    <p:set>
                                      <p:cBhvr>
                                        <p:cTn id="169" dur="1" fill="hold">
                                          <p:stCondLst>
                                            <p:cond delay="0"/>
                                          </p:stCondLst>
                                        </p:cTn>
                                        <p:tgtEl>
                                          <p:spTgt spid="288808"/>
                                        </p:tgtEl>
                                        <p:attrNameLst>
                                          <p:attrName>style.visibility</p:attrName>
                                        </p:attrNameLst>
                                      </p:cBhvr>
                                      <p:to>
                                        <p:strVal val="visible"/>
                                      </p:to>
                                    </p:set>
                                    <p:animEffect transition="in" filter="wipe(left)">
                                      <p:cBhvr>
                                        <p:cTn id="170" dur="500"/>
                                        <p:tgtEl>
                                          <p:spTgt spid="288808"/>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8" fill="hold" nodeType="clickEffect">
                                  <p:stCondLst>
                                    <p:cond delay="0"/>
                                  </p:stCondLst>
                                  <p:childTnLst>
                                    <p:set>
                                      <p:cBhvr>
                                        <p:cTn id="174" dur="1" fill="hold">
                                          <p:stCondLst>
                                            <p:cond delay="0"/>
                                          </p:stCondLst>
                                        </p:cTn>
                                        <p:tgtEl>
                                          <p:spTgt spid="288809"/>
                                        </p:tgtEl>
                                        <p:attrNameLst>
                                          <p:attrName>style.visibility</p:attrName>
                                        </p:attrNameLst>
                                      </p:cBhvr>
                                      <p:to>
                                        <p:strVal val="visible"/>
                                      </p:to>
                                    </p:set>
                                    <p:animEffect transition="in" filter="wipe(left)">
                                      <p:cBhvr>
                                        <p:cTn id="175" dur="2000"/>
                                        <p:tgtEl>
                                          <p:spTgt spid="288809"/>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8" fill="hold" nodeType="clickEffect">
                                  <p:stCondLst>
                                    <p:cond delay="0"/>
                                  </p:stCondLst>
                                  <p:iterate type="wd">
                                    <p:tmPct val="42000"/>
                                  </p:iterate>
                                  <p:childTnLst>
                                    <p:set>
                                      <p:cBhvr>
                                        <p:cTn id="179" dur="1" fill="hold">
                                          <p:stCondLst>
                                            <p:cond delay="0"/>
                                          </p:stCondLst>
                                        </p:cTn>
                                        <p:tgtEl>
                                          <p:spTgt spid="288810"/>
                                        </p:tgtEl>
                                        <p:attrNameLst>
                                          <p:attrName>style.visibility</p:attrName>
                                        </p:attrNameLst>
                                      </p:cBhvr>
                                      <p:to>
                                        <p:strVal val="visible"/>
                                      </p:to>
                                    </p:set>
                                    <p:animEffect transition="in" filter="wipe(left)">
                                      <p:cBhvr>
                                        <p:cTn id="180" dur="500"/>
                                        <p:tgtEl>
                                          <p:spTgt spid="288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0" grpId="0" autoUpdateAnimBg="0"/>
      <p:bldP spid="288771" grpId="0" autoUpdateAnimBg="0"/>
      <p:bldP spid="288772" grpId="0" autoUpdateAnimBg="0"/>
      <p:bldP spid="288773" grpId="0" autoUpdateAnimBg="0"/>
      <p:bldP spid="288774" grpId="0" animBg="1"/>
      <p:bldP spid="288775" grpId="0" autoUpdateAnimBg="0"/>
      <p:bldP spid="288780" grpId="0" animBg="1"/>
      <p:bldP spid="288781" grpId="0" animBg="1"/>
      <p:bldP spid="288782" grpId="0" animBg="1"/>
      <p:bldP spid="288783" grpId="0" animBg="1"/>
      <p:bldP spid="288784" grpId="0" autoUpdateAnimBg="0"/>
      <p:bldP spid="288785" grpId="0" autoUpdateAnimBg="0"/>
      <p:bldP spid="288787" grpId="0" autoUpdateAnimBg="0"/>
      <p:bldP spid="288788" grpId="0" autoUpdateAnimBg="0"/>
      <p:bldP spid="288790" grpId="0" autoUpdateAnimBg="0"/>
      <p:bldP spid="288791" grpId="0" autoUpdateAnimBg="0"/>
      <p:bldP spid="288793" grpId="0" animBg="1" autoUpdateAnimBg="0"/>
      <p:bldP spid="288798" grpId="0" animBg="1"/>
      <p:bldP spid="288799" grpId="0" autoUpdateAnimBg="0"/>
      <p:bldP spid="288801" grpId="0" autoUpdateAnimBg="0"/>
      <p:bldP spid="288802" grpId="0" animBg="1"/>
      <p:bldP spid="288803" grpId="0" animBg="1"/>
      <p:bldP spid="288804" grpId="0" animBg="1"/>
      <p:bldP spid="288805" grpId="0" animBg="1"/>
      <p:bldP spid="288808" grpId="0" animBg="1"/>
      <p:bldP spid="288809" grpId="0" autoUpdateAnimBg="0"/>
      <p:bldP spid="288810" grpId="0" autoUpdateAnimBg="0"/>
      <p:bldP spid="288811" grpId="0" autoUpdateAnimBg="0"/>
      <p:bldP spid="28881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Text Box 2">
            <a:extLst>
              <a:ext uri="{FF2B5EF4-FFF2-40B4-BE49-F238E27FC236}">
                <a16:creationId xmlns:a16="http://schemas.microsoft.com/office/drawing/2014/main" id="{3BDC4168-1491-D7DF-FD11-2BE0C802B7CB}"/>
              </a:ext>
            </a:extLst>
          </p:cNvPr>
          <p:cNvSpPr txBox="1">
            <a:spLocks noChangeArrowheads="1"/>
          </p:cNvSpPr>
          <p:nvPr/>
        </p:nvSpPr>
        <p:spPr bwMode="auto">
          <a:xfrm>
            <a:off x="450850" y="304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solidFill>
                  <a:srgbClr val="66FFFF"/>
                </a:solidFill>
                <a:cs typeface="Times New Roman" panose="02020603050405020304" pitchFamily="18" charset="0"/>
              </a:rPr>
              <a:t>2. </a:t>
            </a:r>
            <a:r>
              <a:rPr lang="zh-CN" altLang="en-US">
                <a:solidFill>
                  <a:srgbClr val="66FFFF"/>
                </a:solidFill>
              </a:rPr>
              <a:t>宏观磁化现象 </a:t>
            </a:r>
            <a:r>
              <a:rPr lang="en-US" altLang="zh-CN">
                <a:solidFill>
                  <a:srgbClr val="66FFFF"/>
                </a:solidFill>
              </a:rPr>
              <a:t>—— </a:t>
            </a:r>
            <a:r>
              <a:rPr lang="zh-CN" altLang="en-US">
                <a:solidFill>
                  <a:srgbClr val="66FFFF"/>
                </a:solidFill>
              </a:rPr>
              <a:t>磁滞回线</a:t>
            </a:r>
          </a:p>
        </p:txBody>
      </p:sp>
      <p:sp>
        <p:nvSpPr>
          <p:cNvPr id="287747" name="Text Box 3">
            <a:extLst>
              <a:ext uri="{FF2B5EF4-FFF2-40B4-BE49-F238E27FC236}">
                <a16:creationId xmlns:a16="http://schemas.microsoft.com/office/drawing/2014/main" id="{081D1A57-055B-AF92-A18E-1D08116491FF}"/>
              </a:ext>
            </a:extLst>
          </p:cNvPr>
          <p:cNvSpPr txBox="1">
            <a:spLocks noChangeArrowheads="1"/>
          </p:cNvSpPr>
          <p:nvPr/>
        </p:nvSpPr>
        <p:spPr bwMode="auto">
          <a:xfrm>
            <a:off x="768350" y="7620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铁磁质中</a:t>
            </a:r>
          </a:p>
        </p:txBody>
      </p:sp>
      <p:graphicFrame>
        <p:nvGraphicFramePr>
          <p:cNvPr id="287748" name="Object 2">
            <a:extLst>
              <a:ext uri="{FF2B5EF4-FFF2-40B4-BE49-F238E27FC236}">
                <a16:creationId xmlns:a16="http://schemas.microsoft.com/office/drawing/2014/main" id="{413B47C3-4EC1-30C8-6A95-8B003222CEBC}"/>
              </a:ext>
            </a:extLst>
          </p:cNvPr>
          <p:cNvGraphicFramePr>
            <a:graphicFrameLocks/>
          </p:cNvGraphicFramePr>
          <p:nvPr/>
        </p:nvGraphicFramePr>
        <p:xfrm>
          <a:off x="2152650" y="838200"/>
          <a:ext cx="1130300" cy="306388"/>
        </p:xfrm>
        <a:graphic>
          <a:graphicData uri="http://schemas.openxmlformats.org/presentationml/2006/ole">
            <mc:AlternateContent xmlns:mc="http://schemas.openxmlformats.org/markup-compatibility/2006">
              <mc:Choice xmlns:v="urn:schemas-microsoft-com:vml" Requires="v">
                <p:oleObj name="Equation" r:id="rId2" imgW="1097280" imgH="274320" progId="Equation.3">
                  <p:embed/>
                </p:oleObj>
              </mc:Choice>
              <mc:Fallback>
                <p:oleObj name="Equation" r:id="rId2" imgW="1097280" imgH="274320" progId="Equation.3">
                  <p:embed/>
                  <p:pic>
                    <p:nvPicPr>
                      <p:cNvPr id="287748" name="Object 2">
                        <a:extLst>
                          <a:ext uri="{FF2B5EF4-FFF2-40B4-BE49-F238E27FC236}">
                            <a16:creationId xmlns:a16="http://schemas.microsoft.com/office/drawing/2014/main" id="{413B47C3-4EC1-30C8-6A95-8B003222CEB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650" y="838200"/>
                        <a:ext cx="1130300"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749" name="Text Box 5">
            <a:extLst>
              <a:ext uri="{FF2B5EF4-FFF2-40B4-BE49-F238E27FC236}">
                <a16:creationId xmlns:a16="http://schemas.microsoft.com/office/drawing/2014/main" id="{856BB097-2FA3-8CEF-2A36-023F0D521536}"/>
              </a:ext>
            </a:extLst>
          </p:cNvPr>
          <p:cNvSpPr txBox="1">
            <a:spLocks noChangeArrowheads="1"/>
          </p:cNvSpPr>
          <p:nvPr/>
        </p:nvSpPr>
        <p:spPr bwMode="auto">
          <a:xfrm>
            <a:off x="3282950" y="7620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不是线性关系</a:t>
            </a:r>
          </a:p>
        </p:txBody>
      </p:sp>
      <p:sp>
        <p:nvSpPr>
          <p:cNvPr id="287750" name="Freeform 6">
            <a:extLst>
              <a:ext uri="{FF2B5EF4-FFF2-40B4-BE49-F238E27FC236}">
                <a16:creationId xmlns:a16="http://schemas.microsoft.com/office/drawing/2014/main" id="{ADD1F431-D5E0-AC2E-FF3C-15DCC7631BFA}"/>
              </a:ext>
            </a:extLst>
          </p:cNvPr>
          <p:cNvSpPr>
            <a:spLocks/>
          </p:cNvSpPr>
          <p:nvPr/>
        </p:nvSpPr>
        <p:spPr bwMode="auto">
          <a:xfrm>
            <a:off x="1277938" y="2057400"/>
            <a:ext cx="2640012" cy="1862138"/>
          </a:xfrm>
          <a:custGeom>
            <a:avLst/>
            <a:gdLst>
              <a:gd name="T0" fmla="*/ 0 w 1872"/>
              <a:gd name="T1" fmla="*/ 2147483646 h 1536"/>
              <a:gd name="T2" fmla="*/ 2147483646 w 1872"/>
              <a:gd name="T3" fmla="*/ 2147483646 h 1536"/>
              <a:gd name="T4" fmla="*/ 2147483646 w 1872"/>
              <a:gd name="T5" fmla="*/ 2147483646 h 1536"/>
              <a:gd name="T6" fmla="*/ 2147483646 w 1872"/>
              <a:gd name="T7" fmla="*/ 2147483646 h 1536"/>
              <a:gd name="T8" fmla="*/ 2147483646 w 1872"/>
              <a:gd name="T9" fmla="*/ 0 h 1536"/>
              <a:gd name="T10" fmla="*/ 0 60000 65536"/>
              <a:gd name="T11" fmla="*/ 0 60000 65536"/>
              <a:gd name="T12" fmla="*/ 0 60000 65536"/>
              <a:gd name="T13" fmla="*/ 0 60000 65536"/>
              <a:gd name="T14" fmla="*/ 0 60000 65536"/>
              <a:gd name="T15" fmla="*/ 0 w 1872"/>
              <a:gd name="T16" fmla="*/ 0 h 1536"/>
              <a:gd name="T17" fmla="*/ 1872 w 1872"/>
              <a:gd name="T18" fmla="*/ 1536 h 1536"/>
            </a:gdLst>
            <a:ahLst/>
            <a:cxnLst>
              <a:cxn ang="T10">
                <a:pos x="T0" y="T1"/>
              </a:cxn>
              <a:cxn ang="T11">
                <a:pos x="T2" y="T3"/>
              </a:cxn>
              <a:cxn ang="T12">
                <a:pos x="T4" y="T5"/>
              </a:cxn>
              <a:cxn ang="T13">
                <a:pos x="T6" y="T7"/>
              </a:cxn>
              <a:cxn ang="T14">
                <a:pos x="T8" y="T9"/>
              </a:cxn>
            </a:cxnLst>
            <a:rect l="T15" t="T16" r="T17" b="T18"/>
            <a:pathLst>
              <a:path w="1872" h="1536">
                <a:moveTo>
                  <a:pt x="0" y="1536"/>
                </a:moveTo>
                <a:cubicBezTo>
                  <a:pt x="104" y="1496"/>
                  <a:pt x="208" y="1456"/>
                  <a:pt x="288" y="1296"/>
                </a:cubicBezTo>
                <a:cubicBezTo>
                  <a:pt x="368" y="1136"/>
                  <a:pt x="328" y="768"/>
                  <a:pt x="480" y="576"/>
                </a:cubicBezTo>
                <a:cubicBezTo>
                  <a:pt x="632" y="384"/>
                  <a:pt x="968" y="240"/>
                  <a:pt x="1200" y="144"/>
                </a:cubicBezTo>
                <a:cubicBezTo>
                  <a:pt x="1432" y="48"/>
                  <a:pt x="1652" y="24"/>
                  <a:pt x="1872" y="0"/>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87751" name="Object 3">
            <a:extLst>
              <a:ext uri="{FF2B5EF4-FFF2-40B4-BE49-F238E27FC236}">
                <a16:creationId xmlns:a16="http://schemas.microsoft.com/office/drawing/2014/main" id="{1DB6F3F3-A379-A64E-9FA9-0AA6D1F7F6B3}"/>
              </a:ext>
            </a:extLst>
          </p:cNvPr>
          <p:cNvGraphicFramePr>
            <a:graphicFrameLocks/>
          </p:cNvGraphicFramePr>
          <p:nvPr/>
        </p:nvGraphicFramePr>
        <p:xfrm>
          <a:off x="2282825" y="1765300"/>
          <a:ext cx="949325" cy="292100"/>
        </p:xfrm>
        <a:graphic>
          <a:graphicData uri="http://schemas.openxmlformats.org/presentationml/2006/ole">
            <mc:AlternateContent xmlns:mc="http://schemas.openxmlformats.org/markup-compatibility/2006">
              <mc:Choice xmlns:v="urn:schemas-microsoft-com:vml" Requires="v">
                <p:oleObj name="Equation" r:id="rId4" imgW="922113" imgH="258858" progId="Equation.3">
                  <p:embed/>
                </p:oleObj>
              </mc:Choice>
              <mc:Fallback>
                <p:oleObj name="Equation" r:id="rId4" imgW="922113" imgH="258858" progId="Equation.3">
                  <p:embed/>
                  <p:pic>
                    <p:nvPicPr>
                      <p:cNvPr id="287751" name="Object 3">
                        <a:extLst>
                          <a:ext uri="{FF2B5EF4-FFF2-40B4-BE49-F238E27FC236}">
                            <a16:creationId xmlns:a16="http://schemas.microsoft.com/office/drawing/2014/main" id="{1DB6F3F3-A379-A64E-9FA9-0AA6D1F7F6B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2825" y="1765300"/>
                        <a:ext cx="94932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752" name="Freeform 8">
            <a:extLst>
              <a:ext uri="{FF2B5EF4-FFF2-40B4-BE49-F238E27FC236}">
                <a16:creationId xmlns:a16="http://schemas.microsoft.com/office/drawing/2014/main" id="{4562D83F-B72C-882E-18AF-0C8E10C0B162}"/>
              </a:ext>
            </a:extLst>
          </p:cNvPr>
          <p:cNvSpPr>
            <a:spLocks/>
          </p:cNvSpPr>
          <p:nvPr/>
        </p:nvSpPr>
        <p:spPr bwMode="auto">
          <a:xfrm>
            <a:off x="1243013" y="2286000"/>
            <a:ext cx="2144712" cy="1608138"/>
          </a:xfrm>
          <a:custGeom>
            <a:avLst/>
            <a:gdLst>
              <a:gd name="T0" fmla="*/ 0 w 1632"/>
              <a:gd name="T1" fmla="*/ 2147483646 h 1440"/>
              <a:gd name="T2" fmla="*/ 2147483646 w 1632"/>
              <a:gd name="T3" fmla="*/ 2147483646 h 1440"/>
              <a:gd name="T4" fmla="*/ 2147483646 w 1632"/>
              <a:gd name="T5" fmla="*/ 2147483646 h 1440"/>
              <a:gd name="T6" fmla="*/ 2147483646 w 1632"/>
              <a:gd name="T7" fmla="*/ 2147483646 h 1440"/>
              <a:gd name="T8" fmla="*/ 2147483646 w 1632"/>
              <a:gd name="T9" fmla="*/ 2147483646 h 1440"/>
              <a:gd name="T10" fmla="*/ 2147483646 w 1632"/>
              <a:gd name="T11" fmla="*/ 2147483646 h 1440"/>
              <a:gd name="T12" fmla="*/ 2147483646 w 1632"/>
              <a:gd name="T13" fmla="*/ 2147483646 h 1440"/>
              <a:gd name="T14" fmla="*/ 0 60000 65536"/>
              <a:gd name="T15" fmla="*/ 0 60000 65536"/>
              <a:gd name="T16" fmla="*/ 0 60000 65536"/>
              <a:gd name="T17" fmla="*/ 0 60000 65536"/>
              <a:gd name="T18" fmla="*/ 0 60000 65536"/>
              <a:gd name="T19" fmla="*/ 0 60000 65536"/>
              <a:gd name="T20" fmla="*/ 0 60000 65536"/>
              <a:gd name="T21" fmla="*/ 0 w 1632"/>
              <a:gd name="T22" fmla="*/ 0 h 1440"/>
              <a:gd name="T23" fmla="*/ 1632 w 1632"/>
              <a:gd name="T24" fmla="*/ 1440 h 14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2" h="1440">
                <a:moveTo>
                  <a:pt x="0" y="1440"/>
                </a:moveTo>
                <a:cubicBezTo>
                  <a:pt x="52" y="1424"/>
                  <a:pt x="104" y="1408"/>
                  <a:pt x="144" y="1200"/>
                </a:cubicBezTo>
                <a:cubicBezTo>
                  <a:pt x="184" y="992"/>
                  <a:pt x="208" y="384"/>
                  <a:pt x="240" y="192"/>
                </a:cubicBezTo>
                <a:cubicBezTo>
                  <a:pt x="272" y="0"/>
                  <a:pt x="296" y="24"/>
                  <a:pt x="336" y="48"/>
                </a:cubicBezTo>
                <a:cubicBezTo>
                  <a:pt x="376" y="72"/>
                  <a:pt x="400" y="184"/>
                  <a:pt x="480" y="336"/>
                </a:cubicBezTo>
                <a:cubicBezTo>
                  <a:pt x="560" y="488"/>
                  <a:pt x="624" y="808"/>
                  <a:pt x="816" y="960"/>
                </a:cubicBezTo>
                <a:cubicBezTo>
                  <a:pt x="1008" y="1112"/>
                  <a:pt x="1320" y="1180"/>
                  <a:pt x="1632" y="1248"/>
                </a:cubicBezTo>
              </a:path>
            </a:pathLst>
          </a:custGeom>
          <a:noFill/>
          <a:ln w="38100">
            <a:solidFill>
              <a:schemeClr val="bg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87753" name="Object 4">
            <a:extLst>
              <a:ext uri="{FF2B5EF4-FFF2-40B4-BE49-F238E27FC236}">
                <a16:creationId xmlns:a16="http://schemas.microsoft.com/office/drawing/2014/main" id="{D1B66D65-125E-E12E-9B60-624D61A8260A}"/>
              </a:ext>
            </a:extLst>
          </p:cNvPr>
          <p:cNvGraphicFramePr>
            <a:graphicFrameLocks noChangeAspect="1"/>
          </p:cNvGraphicFramePr>
          <p:nvPr/>
        </p:nvGraphicFramePr>
        <p:xfrm>
          <a:off x="2268538" y="2743200"/>
          <a:ext cx="969962" cy="493713"/>
        </p:xfrm>
        <a:graphic>
          <a:graphicData uri="http://schemas.openxmlformats.org/presentationml/2006/ole">
            <mc:AlternateContent xmlns:mc="http://schemas.openxmlformats.org/markup-compatibility/2006">
              <mc:Choice xmlns:v="urn:schemas-microsoft-com:vml" Requires="v">
                <p:oleObj name="Equation" r:id="rId6" imgW="464789" imgH="183046" progId="Equation.3">
                  <p:embed/>
                </p:oleObj>
              </mc:Choice>
              <mc:Fallback>
                <p:oleObj name="Equation" r:id="rId6" imgW="464789" imgH="183046" progId="Equation.3">
                  <p:embed/>
                  <p:pic>
                    <p:nvPicPr>
                      <p:cNvPr id="287753" name="Object 4">
                        <a:extLst>
                          <a:ext uri="{FF2B5EF4-FFF2-40B4-BE49-F238E27FC236}">
                            <a16:creationId xmlns:a16="http://schemas.microsoft.com/office/drawing/2014/main" id="{D1B66D65-125E-E12E-9B60-624D61A826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2743200"/>
                        <a:ext cx="969962"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0">
            <a:extLst>
              <a:ext uri="{FF2B5EF4-FFF2-40B4-BE49-F238E27FC236}">
                <a16:creationId xmlns:a16="http://schemas.microsoft.com/office/drawing/2014/main" id="{2B14B9AC-8B4D-E13B-84E0-D130372DD178}"/>
              </a:ext>
            </a:extLst>
          </p:cNvPr>
          <p:cNvGrpSpPr>
            <a:grpSpLocks/>
          </p:cNvGrpSpPr>
          <p:nvPr/>
        </p:nvGrpSpPr>
        <p:grpSpPr bwMode="auto">
          <a:xfrm>
            <a:off x="820738" y="1828800"/>
            <a:ext cx="3217862" cy="2286000"/>
            <a:chOff x="240" y="1104"/>
            <a:chExt cx="2400" cy="1741"/>
          </a:xfrm>
        </p:grpSpPr>
        <p:sp>
          <p:nvSpPr>
            <p:cNvPr id="18478" name="Line 11">
              <a:extLst>
                <a:ext uri="{FF2B5EF4-FFF2-40B4-BE49-F238E27FC236}">
                  <a16:creationId xmlns:a16="http://schemas.microsoft.com/office/drawing/2014/main" id="{82721589-6CEC-ABFA-D7BA-5FE2A2ADADD7}"/>
                </a:ext>
              </a:extLst>
            </p:cNvPr>
            <p:cNvSpPr>
              <a:spLocks noChangeShapeType="1"/>
            </p:cNvSpPr>
            <p:nvPr/>
          </p:nvSpPr>
          <p:spPr bwMode="auto">
            <a:xfrm>
              <a:off x="576" y="2736"/>
              <a:ext cx="2016" cy="0"/>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79" name="Line 12">
              <a:extLst>
                <a:ext uri="{FF2B5EF4-FFF2-40B4-BE49-F238E27FC236}">
                  <a16:creationId xmlns:a16="http://schemas.microsoft.com/office/drawing/2014/main" id="{BA15B5E9-D90F-CC02-FDC5-C46ADAB499E3}"/>
                </a:ext>
              </a:extLst>
            </p:cNvPr>
            <p:cNvSpPr>
              <a:spLocks noChangeShapeType="1"/>
            </p:cNvSpPr>
            <p:nvPr/>
          </p:nvSpPr>
          <p:spPr bwMode="auto">
            <a:xfrm flipV="1">
              <a:off x="576" y="1104"/>
              <a:ext cx="0" cy="1632"/>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480" name="Object 16">
              <a:extLst>
                <a:ext uri="{FF2B5EF4-FFF2-40B4-BE49-F238E27FC236}">
                  <a16:creationId xmlns:a16="http://schemas.microsoft.com/office/drawing/2014/main" id="{C004F0A4-5C79-1FDA-4C4F-CA0B09548DD7}"/>
                </a:ext>
              </a:extLst>
            </p:cNvPr>
            <p:cNvGraphicFramePr>
              <a:graphicFrameLocks noChangeAspect="1"/>
            </p:cNvGraphicFramePr>
            <p:nvPr/>
          </p:nvGraphicFramePr>
          <p:xfrm>
            <a:off x="240" y="1104"/>
            <a:ext cx="288" cy="254"/>
          </p:xfrm>
          <a:graphic>
            <a:graphicData uri="http://schemas.openxmlformats.org/presentationml/2006/ole">
              <mc:AlternateContent xmlns:mc="http://schemas.openxmlformats.org/markup-compatibility/2006">
                <mc:Choice xmlns:v="urn:schemas-microsoft-com:vml" Requires="v">
                  <p:oleObj name="Equation" r:id="rId8" imgW="121920" imgH="137160" progId="Equation.3">
                    <p:embed/>
                  </p:oleObj>
                </mc:Choice>
                <mc:Fallback>
                  <p:oleObj name="Equation" r:id="rId8" imgW="121920" imgH="137160" progId="Equation.3">
                    <p:embed/>
                    <p:pic>
                      <p:nvPicPr>
                        <p:cNvPr id="18480" name="Object 16">
                          <a:extLst>
                            <a:ext uri="{FF2B5EF4-FFF2-40B4-BE49-F238E27FC236}">
                              <a16:creationId xmlns:a16="http://schemas.microsoft.com/office/drawing/2014/main" id="{C004F0A4-5C79-1FDA-4C4F-CA0B09548DD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 y="1104"/>
                          <a:ext cx="288"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81" name="Object 17">
              <a:extLst>
                <a:ext uri="{FF2B5EF4-FFF2-40B4-BE49-F238E27FC236}">
                  <a16:creationId xmlns:a16="http://schemas.microsoft.com/office/drawing/2014/main" id="{FB13CACA-621D-10C4-5214-1262FDCAE7C9}"/>
                </a:ext>
              </a:extLst>
            </p:cNvPr>
            <p:cNvGraphicFramePr>
              <a:graphicFrameLocks noChangeAspect="1"/>
            </p:cNvGraphicFramePr>
            <p:nvPr/>
          </p:nvGraphicFramePr>
          <p:xfrm>
            <a:off x="2304" y="2400"/>
            <a:ext cx="336" cy="254"/>
          </p:xfrm>
          <a:graphic>
            <a:graphicData uri="http://schemas.openxmlformats.org/presentationml/2006/ole">
              <mc:AlternateContent xmlns:mc="http://schemas.openxmlformats.org/markup-compatibility/2006">
                <mc:Choice xmlns:v="urn:schemas-microsoft-com:vml" Requires="v">
                  <p:oleObj name="Equation" r:id="rId10" imgW="144811" imgH="137160" progId="Equation.3">
                    <p:embed/>
                  </p:oleObj>
                </mc:Choice>
                <mc:Fallback>
                  <p:oleObj name="Equation" r:id="rId10" imgW="144811" imgH="137160" progId="Equation.3">
                    <p:embed/>
                    <p:pic>
                      <p:nvPicPr>
                        <p:cNvPr id="18481" name="Object 17">
                          <a:extLst>
                            <a:ext uri="{FF2B5EF4-FFF2-40B4-BE49-F238E27FC236}">
                              <a16:creationId xmlns:a16="http://schemas.microsoft.com/office/drawing/2014/main" id="{FB13CACA-621D-10C4-5214-1262FDCAE7C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04" y="2400"/>
                          <a:ext cx="336"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82" name="Object 18">
              <a:extLst>
                <a:ext uri="{FF2B5EF4-FFF2-40B4-BE49-F238E27FC236}">
                  <a16:creationId xmlns:a16="http://schemas.microsoft.com/office/drawing/2014/main" id="{A3FEF5F3-BDAD-5821-BE0C-280CD68860F1}"/>
                </a:ext>
              </a:extLst>
            </p:cNvPr>
            <p:cNvGraphicFramePr>
              <a:graphicFrameLocks noChangeAspect="1"/>
            </p:cNvGraphicFramePr>
            <p:nvPr/>
          </p:nvGraphicFramePr>
          <p:xfrm>
            <a:off x="288" y="2592"/>
            <a:ext cx="283" cy="253"/>
          </p:xfrm>
          <a:graphic>
            <a:graphicData uri="http://schemas.openxmlformats.org/presentationml/2006/ole">
              <mc:AlternateContent xmlns:mc="http://schemas.openxmlformats.org/markup-compatibility/2006">
                <mc:Choice xmlns:v="urn:schemas-microsoft-com:vml" Requires="v">
                  <p:oleObj name="Equation" r:id="rId12" imgW="99029" imgH="106735" progId="Equation.3">
                    <p:embed/>
                  </p:oleObj>
                </mc:Choice>
                <mc:Fallback>
                  <p:oleObj name="Equation" r:id="rId12" imgW="99029" imgH="106735" progId="Equation.3">
                    <p:embed/>
                    <p:pic>
                      <p:nvPicPr>
                        <p:cNvPr id="18482" name="Object 18">
                          <a:extLst>
                            <a:ext uri="{FF2B5EF4-FFF2-40B4-BE49-F238E27FC236}">
                              <a16:creationId xmlns:a16="http://schemas.microsoft.com/office/drawing/2014/main" id="{A3FEF5F3-BDAD-5821-BE0C-280CD68860F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8" y="2592"/>
                          <a:ext cx="283"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7760" name="Freeform 16">
            <a:extLst>
              <a:ext uri="{FF2B5EF4-FFF2-40B4-BE49-F238E27FC236}">
                <a16:creationId xmlns:a16="http://schemas.microsoft.com/office/drawing/2014/main" id="{C06263DE-FAC5-3924-9716-009E0234D251}"/>
              </a:ext>
            </a:extLst>
          </p:cNvPr>
          <p:cNvSpPr>
            <a:spLocks/>
          </p:cNvSpPr>
          <p:nvPr/>
        </p:nvSpPr>
        <p:spPr bwMode="auto">
          <a:xfrm>
            <a:off x="6958013" y="2239963"/>
            <a:ext cx="742950" cy="908050"/>
          </a:xfrm>
          <a:custGeom>
            <a:avLst/>
            <a:gdLst>
              <a:gd name="T0" fmla="*/ 0 w 1104"/>
              <a:gd name="T1" fmla="*/ 2147483646 h 1152"/>
              <a:gd name="T2" fmla="*/ 2147483646 w 1104"/>
              <a:gd name="T3" fmla="*/ 2147483646 h 1152"/>
              <a:gd name="T4" fmla="*/ 2147483646 w 1104"/>
              <a:gd name="T5" fmla="*/ 2147483646 h 1152"/>
              <a:gd name="T6" fmla="*/ 2147483646 w 1104"/>
              <a:gd name="T7" fmla="*/ 2147483646 h 1152"/>
              <a:gd name="T8" fmla="*/ 2147483646 w 1104"/>
              <a:gd name="T9" fmla="*/ 0 h 1152"/>
              <a:gd name="T10" fmla="*/ 0 60000 65536"/>
              <a:gd name="T11" fmla="*/ 0 60000 65536"/>
              <a:gd name="T12" fmla="*/ 0 60000 65536"/>
              <a:gd name="T13" fmla="*/ 0 60000 65536"/>
              <a:gd name="T14" fmla="*/ 0 60000 65536"/>
              <a:gd name="T15" fmla="*/ 0 w 1104"/>
              <a:gd name="T16" fmla="*/ 0 h 1152"/>
              <a:gd name="T17" fmla="*/ 1104 w 1104"/>
              <a:gd name="T18" fmla="*/ 1152 h 1152"/>
            </a:gdLst>
            <a:ahLst/>
            <a:cxnLst>
              <a:cxn ang="T10">
                <a:pos x="T0" y="T1"/>
              </a:cxn>
              <a:cxn ang="T11">
                <a:pos x="T2" y="T3"/>
              </a:cxn>
              <a:cxn ang="T12">
                <a:pos x="T4" y="T5"/>
              </a:cxn>
              <a:cxn ang="T13">
                <a:pos x="T6" y="T7"/>
              </a:cxn>
              <a:cxn ang="T14">
                <a:pos x="T8" y="T9"/>
              </a:cxn>
            </a:cxnLst>
            <a:rect l="T15" t="T16" r="T17" b="T18"/>
            <a:pathLst>
              <a:path w="1104" h="1152">
                <a:moveTo>
                  <a:pt x="0" y="1152"/>
                </a:moveTo>
                <a:cubicBezTo>
                  <a:pt x="80" y="1140"/>
                  <a:pt x="160" y="1128"/>
                  <a:pt x="240" y="1008"/>
                </a:cubicBezTo>
                <a:cubicBezTo>
                  <a:pt x="320" y="888"/>
                  <a:pt x="392" y="584"/>
                  <a:pt x="480" y="432"/>
                </a:cubicBezTo>
                <a:cubicBezTo>
                  <a:pt x="568" y="280"/>
                  <a:pt x="664" y="168"/>
                  <a:pt x="768" y="96"/>
                </a:cubicBezTo>
                <a:cubicBezTo>
                  <a:pt x="872" y="24"/>
                  <a:pt x="988" y="12"/>
                  <a:pt x="1104" y="0"/>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61" name="Freeform 17">
            <a:extLst>
              <a:ext uri="{FF2B5EF4-FFF2-40B4-BE49-F238E27FC236}">
                <a16:creationId xmlns:a16="http://schemas.microsoft.com/office/drawing/2014/main" id="{386CA21C-F7F5-B9F3-23B6-664F8A3DB4C0}"/>
              </a:ext>
            </a:extLst>
          </p:cNvPr>
          <p:cNvSpPr>
            <a:spLocks/>
          </p:cNvSpPr>
          <p:nvPr/>
        </p:nvSpPr>
        <p:spPr bwMode="auto">
          <a:xfrm>
            <a:off x="6424613" y="2239963"/>
            <a:ext cx="1484312" cy="908050"/>
          </a:xfrm>
          <a:custGeom>
            <a:avLst/>
            <a:gdLst>
              <a:gd name="T0" fmla="*/ 2147483646 w 1200"/>
              <a:gd name="T1" fmla="*/ 2147483646 h 1160"/>
              <a:gd name="T2" fmla="*/ 2147483646 w 1200"/>
              <a:gd name="T3" fmla="*/ 2147483646 h 1160"/>
              <a:gd name="T4" fmla="*/ 2147483646 w 1200"/>
              <a:gd name="T5" fmla="*/ 2147483646 h 1160"/>
              <a:gd name="T6" fmla="*/ 2147483646 w 1200"/>
              <a:gd name="T7" fmla="*/ 2147483646 h 1160"/>
              <a:gd name="T8" fmla="*/ 2147483646 w 1200"/>
              <a:gd name="T9" fmla="*/ 2147483646 h 1160"/>
              <a:gd name="T10" fmla="*/ 2147483646 w 1200"/>
              <a:gd name="T11" fmla="*/ 2147483646 h 1160"/>
              <a:gd name="T12" fmla="*/ 0 w 1200"/>
              <a:gd name="T13" fmla="*/ 2147483646 h 1160"/>
              <a:gd name="T14" fmla="*/ 0 60000 65536"/>
              <a:gd name="T15" fmla="*/ 0 60000 65536"/>
              <a:gd name="T16" fmla="*/ 0 60000 65536"/>
              <a:gd name="T17" fmla="*/ 0 60000 65536"/>
              <a:gd name="T18" fmla="*/ 0 60000 65536"/>
              <a:gd name="T19" fmla="*/ 0 60000 65536"/>
              <a:gd name="T20" fmla="*/ 0 60000 65536"/>
              <a:gd name="T21" fmla="*/ 0 w 1200"/>
              <a:gd name="T22" fmla="*/ 0 h 1160"/>
              <a:gd name="T23" fmla="*/ 1200 w 1200"/>
              <a:gd name="T24" fmla="*/ 1160 h 11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0" h="1160">
                <a:moveTo>
                  <a:pt x="1200" y="8"/>
                </a:moveTo>
                <a:cubicBezTo>
                  <a:pt x="1088" y="4"/>
                  <a:pt x="976" y="0"/>
                  <a:pt x="864" y="8"/>
                </a:cubicBezTo>
                <a:cubicBezTo>
                  <a:pt x="752" y="16"/>
                  <a:pt x="616" y="24"/>
                  <a:pt x="528" y="56"/>
                </a:cubicBezTo>
                <a:cubicBezTo>
                  <a:pt x="440" y="88"/>
                  <a:pt x="400" y="120"/>
                  <a:pt x="336" y="200"/>
                </a:cubicBezTo>
                <a:cubicBezTo>
                  <a:pt x="272" y="280"/>
                  <a:pt x="192" y="416"/>
                  <a:pt x="144" y="536"/>
                </a:cubicBezTo>
                <a:cubicBezTo>
                  <a:pt x="96" y="656"/>
                  <a:pt x="72" y="816"/>
                  <a:pt x="48" y="920"/>
                </a:cubicBezTo>
                <a:cubicBezTo>
                  <a:pt x="24" y="1024"/>
                  <a:pt x="12" y="1092"/>
                  <a:pt x="0" y="1160"/>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62" name="Freeform 18">
            <a:extLst>
              <a:ext uri="{FF2B5EF4-FFF2-40B4-BE49-F238E27FC236}">
                <a16:creationId xmlns:a16="http://schemas.microsoft.com/office/drawing/2014/main" id="{D1A2B17E-3105-9206-D522-9912AC570FF3}"/>
              </a:ext>
            </a:extLst>
          </p:cNvPr>
          <p:cNvSpPr>
            <a:spLocks/>
          </p:cNvSpPr>
          <p:nvPr/>
        </p:nvSpPr>
        <p:spPr bwMode="auto">
          <a:xfrm>
            <a:off x="5575300" y="3136900"/>
            <a:ext cx="860425" cy="908050"/>
          </a:xfrm>
          <a:custGeom>
            <a:avLst/>
            <a:gdLst>
              <a:gd name="T0" fmla="*/ 2147483646 w 576"/>
              <a:gd name="T1" fmla="*/ 0 h 1152"/>
              <a:gd name="T2" fmla="*/ 2147483646 w 576"/>
              <a:gd name="T3" fmla="*/ 2147483646 h 1152"/>
              <a:gd name="T4" fmla="*/ 2147483646 w 576"/>
              <a:gd name="T5" fmla="*/ 2147483646 h 1152"/>
              <a:gd name="T6" fmla="*/ 2147483646 w 576"/>
              <a:gd name="T7" fmla="*/ 2147483646 h 1152"/>
              <a:gd name="T8" fmla="*/ 2147483646 w 576"/>
              <a:gd name="T9" fmla="*/ 2147483646 h 1152"/>
              <a:gd name="T10" fmla="*/ 0 w 576"/>
              <a:gd name="T11" fmla="*/ 2147483646 h 1152"/>
              <a:gd name="T12" fmla="*/ 0 60000 65536"/>
              <a:gd name="T13" fmla="*/ 0 60000 65536"/>
              <a:gd name="T14" fmla="*/ 0 60000 65536"/>
              <a:gd name="T15" fmla="*/ 0 60000 65536"/>
              <a:gd name="T16" fmla="*/ 0 60000 65536"/>
              <a:gd name="T17" fmla="*/ 0 60000 65536"/>
              <a:gd name="T18" fmla="*/ 0 w 576"/>
              <a:gd name="T19" fmla="*/ 0 h 1152"/>
              <a:gd name="T20" fmla="*/ 576 w 576"/>
              <a:gd name="T21" fmla="*/ 1152 h 1152"/>
            </a:gdLst>
            <a:ahLst/>
            <a:cxnLst>
              <a:cxn ang="T12">
                <a:pos x="T0" y="T1"/>
              </a:cxn>
              <a:cxn ang="T13">
                <a:pos x="T2" y="T3"/>
              </a:cxn>
              <a:cxn ang="T14">
                <a:pos x="T4" y="T5"/>
              </a:cxn>
              <a:cxn ang="T15">
                <a:pos x="T6" y="T7"/>
              </a:cxn>
              <a:cxn ang="T16">
                <a:pos x="T8" y="T9"/>
              </a:cxn>
              <a:cxn ang="T17">
                <a:pos x="T10" y="T11"/>
              </a:cxn>
            </a:cxnLst>
            <a:rect l="T18" t="T19" r="T20" b="T21"/>
            <a:pathLst>
              <a:path w="576" h="1152">
                <a:moveTo>
                  <a:pt x="576" y="0"/>
                </a:moveTo>
                <a:cubicBezTo>
                  <a:pt x="560" y="72"/>
                  <a:pt x="544" y="144"/>
                  <a:pt x="528" y="240"/>
                </a:cubicBezTo>
                <a:cubicBezTo>
                  <a:pt x="512" y="336"/>
                  <a:pt x="504" y="480"/>
                  <a:pt x="480" y="576"/>
                </a:cubicBezTo>
                <a:cubicBezTo>
                  <a:pt x="456" y="672"/>
                  <a:pt x="432" y="736"/>
                  <a:pt x="384" y="816"/>
                </a:cubicBezTo>
                <a:cubicBezTo>
                  <a:pt x="336" y="896"/>
                  <a:pt x="256" y="1000"/>
                  <a:pt x="192" y="1056"/>
                </a:cubicBezTo>
                <a:cubicBezTo>
                  <a:pt x="128" y="1112"/>
                  <a:pt x="64" y="1132"/>
                  <a:pt x="0" y="1152"/>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63" name="Freeform 19">
            <a:extLst>
              <a:ext uri="{FF2B5EF4-FFF2-40B4-BE49-F238E27FC236}">
                <a16:creationId xmlns:a16="http://schemas.microsoft.com/office/drawing/2014/main" id="{922807C1-8F66-EF8A-1D7B-9B6ACE993F34}"/>
              </a:ext>
            </a:extLst>
          </p:cNvPr>
          <p:cNvSpPr>
            <a:spLocks/>
          </p:cNvSpPr>
          <p:nvPr/>
        </p:nvSpPr>
        <p:spPr bwMode="auto">
          <a:xfrm flipH="1" flipV="1">
            <a:off x="7491413" y="2239963"/>
            <a:ext cx="685800" cy="908050"/>
          </a:xfrm>
          <a:custGeom>
            <a:avLst/>
            <a:gdLst>
              <a:gd name="T0" fmla="*/ 2147483646 w 576"/>
              <a:gd name="T1" fmla="*/ 0 h 1152"/>
              <a:gd name="T2" fmla="*/ 2147483646 w 576"/>
              <a:gd name="T3" fmla="*/ 2147483646 h 1152"/>
              <a:gd name="T4" fmla="*/ 2147483646 w 576"/>
              <a:gd name="T5" fmla="*/ 2147483646 h 1152"/>
              <a:gd name="T6" fmla="*/ 2147483646 w 576"/>
              <a:gd name="T7" fmla="*/ 2147483646 h 1152"/>
              <a:gd name="T8" fmla="*/ 2147483646 w 576"/>
              <a:gd name="T9" fmla="*/ 2147483646 h 1152"/>
              <a:gd name="T10" fmla="*/ 0 w 576"/>
              <a:gd name="T11" fmla="*/ 2147483646 h 1152"/>
              <a:gd name="T12" fmla="*/ 0 60000 65536"/>
              <a:gd name="T13" fmla="*/ 0 60000 65536"/>
              <a:gd name="T14" fmla="*/ 0 60000 65536"/>
              <a:gd name="T15" fmla="*/ 0 60000 65536"/>
              <a:gd name="T16" fmla="*/ 0 60000 65536"/>
              <a:gd name="T17" fmla="*/ 0 60000 65536"/>
              <a:gd name="T18" fmla="*/ 0 w 576"/>
              <a:gd name="T19" fmla="*/ 0 h 1152"/>
              <a:gd name="T20" fmla="*/ 576 w 576"/>
              <a:gd name="T21" fmla="*/ 1152 h 1152"/>
            </a:gdLst>
            <a:ahLst/>
            <a:cxnLst>
              <a:cxn ang="T12">
                <a:pos x="T0" y="T1"/>
              </a:cxn>
              <a:cxn ang="T13">
                <a:pos x="T2" y="T3"/>
              </a:cxn>
              <a:cxn ang="T14">
                <a:pos x="T4" y="T5"/>
              </a:cxn>
              <a:cxn ang="T15">
                <a:pos x="T6" y="T7"/>
              </a:cxn>
              <a:cxn ang="T16">
                <a:pos x="T8" y="T9"/>
              </a:cxn>
              <a:cxn ang="T17">
                <a:pos x="T10" y="T11"/>
              </a:cxn>
            </a:cxnLst>
            <a:rect l="T18" t="T19" r="T20" b="T21"/>
            <a:pathLst>
              <a:path w="576" h="1152">
                <a:moveTo>
                  <a:pt x="576" y="0"/>
                </a:moveTo>
                <a:cubicBezTo>
                  <a:pt x="560" y="72"/>
                  <a:pt x="544" y="144"/>
                  <a:pt x="528" y="240"/>
                </a:cubicBezTo>
                <a:cubicBezTo>
                  <a:pt x="512" y="336"/>
                  <a:pt x="504" y="480"/>
                  <a:pt x="480" y="576"/>
                </a:cubicBezTo>
                <a:cubicBezTo>
                  <a:pt x="456" y="672"/>
                  <a:pt x="432" y="736"/>
                  <a:pt x="384" y="816"/>
                </a:cubicBezTo>
                <a:cubicBezTo>
                  <a:pt x="336" y="896"/>
                  <a:pt x="256" y="1000"/>
                  <a:pt x="192" y="1056"/>
                </a:cubicBezTo>
                <a:cubicBezTo>
                  <a:pt x="128" y="1112"/>
                  <a:pt x="64" y="1132"/>
                  <a:pt x="0" y="1152"/>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64" name="Freeform 20">
            <a:extLst>
              <a:ext uri="{FF2B5EF4-FFF2-40B4-BE49-F238E27FC236}">
                <a16:creationId xmlns:a16="http://schemas.microsoft.com/office/drawing/2014/main" id="{D0A291D8-434D-CB44-7BCD-68401937563B}"/>
              </a:ext>
            </a:extLst>
          </p:cNvPr>
          <p:cNvSpPr>
            <a:spLocks/>
          </p:cNvSpPr>
          <p:nvPr/>
        </p:nvSpPr>
        <p:spPr bwMode="auto">
          <a:xfrm flipH="1" flipV="1">
            <a:off x="5627688" y="3154363"/>
            <a:ext cx="1863725" cy="914400"/>
          </a:xfrm>
          <a:custGeom>
            <a:avLst/>
            <a:gdLst>
              <a:gd name="T0" fmla="*/ 2147483646 w 1200"/>
              <a:gd name="T1" fmla="*/ 2147483646 h 1160"/>
              <a:gd name="T2" fmla="*/ 2147483646 w 1200"/>
              <a:gd name="T3" fmla="*/ 2147483646 h 1160"/>
              <a:gd name="T4" fmla="*/ 2147483646 w 1200"/>
              <a:gd name="T5" fmla="*/ 2147483646 h 1160"/>
              <a:gd name="T6" fmla="*/ 2147483646 w 1200"/>
              <a:gd name="T7" fmla="*/ 2147483646 h 1160"/>
              <a:gd name="T8" fmla="*/ 2147483646 w 1200"/>
              <a:gd name="T9" fmla="*/ 2147483646 h 1160"/>
              <a:gd name="T10" fmla="*/ 2147483646 w 1200"/>
              <a:gd name="T11" fmla="*/ 2147483646 h 1160"/>
              <a:gd name="T12" fmla="*/ 0 w 1200"/>
              <a:gd name="T13" fmla="*/ 2147483646 h 1160"/>
              <a:gd name="T14" fmla="*/ 0 60000 65536"/>
              <a:gd name="T15" fmla="*/ 0 60000 65536"/>
              <a:gd name="T16" fmla="*/ 0 60000 65536"/>
              <a:gd name="T17" fmla="*/ 0 60000 65536"/>
              <a:gd name="T18" fmla="*/ 0 60000 65536"/>
              <a:gd name="T19" fmla="*/ 0 60000 65536"/>
              <a:gd name="T20" fmla="*/ 0 60000 65536"/>
              <a:gd name="T21" fmla="*/ 0 w 1200"/>
              <a:gd name="T22" fmla="*/ 0 h 1160"/>
              <a:gd name="T23" fmla="*/ 1200 w 1200"/>
              <a:gd name="T24" fmla="*/ 1160 h 11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0" h="1160">
                <a:moveTo>
                  <a:pt x="1200" y="8"/>
                </a:moveTo>
                <a:cubicBezTo>
                  <a:pt x="1088" y="4"/>
                  <a:pt x="976" y="0"/>
                  <a:pt x="864" y="8"/>
                </a:cubicBezTo>
                <a:cubicBezTo>
                  <a:pt x="752" y="16"/>
                  <a:pt x="616" y="24"/>
                  <a:pt x="528" y="56"/>
                </a:cubicBezTo>
                <a:cubicBezTo>
                  <a:pt x="440" y="88"/>
                  <a:pt x="400" y="120"/>
                  <a:pt x="336" y="200"/>
                </a:cubicBezTo>
                <a:cubicBezTo>
                  <a:pt x="272" y="280"/>
                  <a:pt x="192" y="416"/>
                  <a:pt x="144" y="536"/>
                </a:cubicBezTo>
                <a:cubicBezTo>
                  <a:pt x="96" y="656"/>
                  <a:pt x="72" y="816"/>
                  <a:pt x="48" y="920"/>
                </a:cubicBezTo>
                <a:cubicBezTo>
                  <a:pt x="24" y="1024"/>
                  <a:pt x="12" y="1092"/>
                  <a:pt x="0" y="1160"/>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65" name="Line 21">
            <a:extLst>
              <a:ext uri="{FF2B5EF4-FFF2-40B4-BE49-F238E27FC236}">
                <a16:creationId xmlns:a16="http://schemas.microsoft.com/office/drawing/2014/main" id="{1F6110F1-B642-AD35-7A4F-97233532BEA6}"/>
              </a:ext>
            </a:extLst>
          </p:cNvPr>
          <p:cNvSpPr>
            <a:spLocks noChangeShapeType="1"/>
          </p:cNvSpPr>
          <p:nvPr/>
        </p:nvSpPr>
        <p:spPr bwMode="auto">
          <a:xfrm>
            <a:off x="7686675" y="2239963"/>
            <a:ext cx="404813" cy="1587"/>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87766" name="Object 5">
            <a:extLst>
              <a:ext uri="{FF2B5EF4-FFF2-40B4-BE49-F238E27FC236}">
                <a16:creationId xmlns:a16="http://schemas.microsoft.com/office/drawing/2014/main" id="{6F46ACA8-27D5-94E7-BBEB-83B9893D9E4E}"/>
              </a:ext>
            </a:extLst>
          </p:cNvPr>
          <p:cNvGraphicFramePr>
            <a:graphicFrameLocks/>
          </p:cNvGraphicFramePr>
          <p:nvPr/>
        </p:nvGraphicFramePr>
        <p:xfrm>
          <a:off x="8229600" y="2133600"/>
          <a:ext cx="230188" cy="230188"/>
        </p:xfrm>
        <a:graphic>
          <a:graphicData uri="http://schemas.openxmlformats.org/presentationml/2006/ole">
            <mc:AlternateContent xmlns:mc="http://schemas.openxmlformats.org/markup-compatibility/2006">
              <mc:Choice xmlns:v="urn:schemas-microsoft-com:vml" Requires="v">
                <p:oleObj name="Equation" r:id="rId14" imgW="198058" imgH="198009" progId="Equation.3">
                  <p:embed/>
                </p:oleObj>
              </mc:Choice>
              <mc:Fallback>
                <p:oleObj name="Equation" r:id="rId14" imgW="198058" imgH="198009" progId="Equation.3">
                  <p:embed/>
                  <p:pic>
                    <p:nvPicPr>
                      <p:cNvPr id="287766" name="Object 5">
                        <a:extLst>
                          <a:ext uri="{FF2B5EF4-FFF2-40B4-BE49-F238E27FC236}">
                            <a16:creationId xmlns:a16="http://schemas.microsoft.com/office/drawing/2014/main" id="{6F46ACA8-27D5-94E7-BBEB-83B9893D9E4E}"/>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29600" y="2133600"/>
                        <a:ext cx="230188"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67" name="Object 6">
            <a:extLst>
              <a:ext uri="{FF2B5EF4-FFF2-40B4-BE49-F238E27FC236}">
                <a16:creationId xmlns:a16="http://schemas.microsoft.com/office/drawing/2014/main" id="{0019B70F-1C2E-F2D5-CC2D-E8502B4F6D35}"/>
              </a:ext>
            </a:extLst>
          </p:cNvPr>
          <p:cNvGraphicFramePr>
            <a:graphicFrameLocks/>
          </p:cNvGraphicFramePr>
          <p:nvPr/>
        </p:nvGraphicFramePr>
        <p:xfrm>
          <a:off x="7037388" y="1893888"/>
          <a:ext cx="201612" cy="315912"/>
        </p:xfrm>
        <a:graphic>
          <a:graphicData uri="http://schemas.openxmlformats.org/presentationml/2006/ole">
            <mc:AlternateContent xmlns:mc="http://schemas.openxmlformats.org/markup-compatibility/2006">
              <mc:Choice xmlns:v="urn:schemas-microsoft-com:vml" Requires="v">
                <p:oleObj name="Equation" r:id="rId16" imgW="175167" imgH="289782" progId="Equation.3">
                  <p:embed/>
                </p:oleObj>
              </mc:Choice>
              <mc:Fallback>
                <p:oleObj name="Equation" r:id="rId16" imgW="175167" imgH="289782" progId="Equation.3">
                  <p:embed/>
                  <p:pic>
                    <p:nvPicPr>
                      <p:cNvPr id="287767" name="Object 6">
                        <a:extLst>
                          <a:ext uri="{FF2B5EF4-FFF2-40B4-BE49-F238E27FC236}">
                            <a16:creationId xmlns:a16="http://schemas.microsoft.com/office/drawing/2014/main" id="{0019B70F-1C2E-F2D5-CC2D-E8502B4F6D35}"/>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37388" y="1893888"/>
                        <a:ext cx="201612"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68" name="Object 7">
            <a:extLst>
              <a:ext uri="{FF2B5EF4-FFF2-40B4-BE49-F238E27FC236}">
                <a16:creationId xmlns:a16="http://schemas.microsoft.com/office/drawing/2014/main" id="{0A84DAFE-CDEB-4166-08CA-25575073B5C2}"/>
              </a:ext>
            </a:extLst>
          </p:cNvPr>
          <p:cNvGraphicFramePr>
            <a:graphicFrameLocks/>
          </p:cNvGraphicFramePr>
          <p:nvPr/>
        </p:nvGraphicFramePr>
        <p:xfrm>
          <a:off x="6057900" y="3217863"/>
          <a:ext cx="190500" cy="230187"/>
        </p:xfrm>
        <a:graphic>
          <a:graphicData uri="http://schemas.openxmlformats.org/presentationml/2006/ole">
            <mc:AlternateContent xmlns:mc="http://schemas.openxmlformats.org/markup-compatibility/2006">
              <mc:Choice xmlns:v="urn:schemas-microsoft-com:vml" Requires="v">
                <p:oleObj name="Equation" r:id="rId18" imgW="160238" imgH="198009" progId="Equation.3">
                  <p:embed/>
                </p:oleObj>
              </mc:Choice>
              <mc:Fallback>
                <p:oleObj name="Equation" r:id="rId18" imgW="160238" imgH="198009" progId="Equation.3">
                  <p:embed/>
                  <p:pic>
                    <p:nvPicPr>
                      <p:cNvPr id="287768" name="Object 7">
                        <a:extLst>
                          <a:ext uri="{FF2B5EF4-FFF2-40B4-BE49-F238E27FC236}">
                            <a16:creationId xmlns:a16="http://schemas.microsoft.com/office/drawing/2014/main" id="{0A84DAFE-CDEB-4166-08CA-25575073B5C2}"/>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57900" y="3217863"/>
                        <a:ext cx="190500"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69" name="Object 8">
            <a:extLst>
              <a:ext uri="{FF2B5EF4-FFF2-40B4-BE49-F238E27FC236}">
                <a16:creationId xmlns:a16="http://schemas.microsoft.com/office/drawing/2014/main" id="{74991730-8FD7-8304-876C-BF81813D9241}"/>
              </a:ext>
            </a:extLst>
          </p:cNvPr>
          <p:cNvGraphicFramePr>
            <a:graphicFrameLocks/>
          </p:cNvGraphicFramePr>
          <p:nvPr/>
        </p:nvGraphicFramePr>
        <p:xfrm>
          <a:off x="5307013" y="3868738"/>
          <a:ext cx="255587" cy="315912"/>
        </p:xfrm>
        <a:graphic>
          <a:graphicData uri="http://schemas.openxmlformats.org/presentationml/2006/ole">
            <mc:AlternateContent xmlns:mc="http://schemas.openxmlformats.org/markup-compatibility/2006">
              <mc:Choice xmlns:v="urn:schemas-microsoft-com:vml" Requires="v">
                <p:oleObj name="Equation" r:id="rId20" imgW="220949" imgH="289782" progId="Equation.3">
                  <p:embed/>
                </p:oleObj>
              </mc:Choice>
              <mc:Fallback>
                <p:oleObj name="Equation" r:id="rId20" imgW="220949" imgH="289782" progId="Equation.3">
                  <p:embed/>
                  <p:pic>
                    <p:nvPicPr>
                      <p:cNvPr id="287769" name="Object 8">
                        <a:extLst>
                          <a:ext uri="{FF2B5EF4-FFF2-40B4-BE49-F238E27FC236}">
                            <a16:creationId xmlns:a16="http://schemas.microsoft.com/office/drawing/2014/main" id="{74991730-8FD7-8304-876C-BF81813D9241}"/>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07013" y="3868738"/>
                        <a:ext cx="25558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70" name="Object 9">
            <a:extLst>
              <a:ext uri="{FF2B5EF4-FFF2-40B4-BE49-F238E27FC236}">
                <a16:creationId xmlns:a16="http://schemas.microsoft.com/office/drawing/2014/main" id="{A821217D-E007-DFDF-6B37-70801E6C624C}"/>
              </a:ext>
            </a:extLst>
          </p:cNvPr>
          <p:cNvGraphicFramePr>
            <a:graphicFrameLocks/>
          </p:cNvGraphicFramePr>
          <p:nvPr/>
        </p:nvGraphicFramePr>
        <p:xfrm>
          <a:off x="7048500" y="3960813"/>
          <a:ext cx="190500" cy="230187"/>
        </p:xfrm>
        <a:graphic>
          <a:graphicData uri="http://schemas.openxmlformats.org/presentationml/2006/ole">
            <mc:AlternateContent xmlns:mc="http://schemas.openxmlformats.org/markup-compatibility/2006">
              <mc:Choice xmlns:v="urn:schemas-microsoft-com:vml" Requires="v">
                <p:oleObj name="Equation" r:id="rId22" imgW="160238" imgH="198009" progId="Equation.3">
                  <p:embed/>
                </p:oleObj>
              </mc:Choice>
              <mc:Fallback>
                <p:oleObj name="Equation" r:id="rId22" imgW="160238" imgH="198009" progId="Equation.3">
                  <p:embed/>
                  <p:pic>
                    <p:nvPicPr>
                      <p:cNvPr id="287770" name="Object 9">
                        <a:extLst>
                          <a:ext uri="{FF2B5EF4-FFF2-40B4-BE49-F238E27FC236}">
                            <a16:creationId xmlns:a16="http://schemas.microsoft.com/office/drawing/2014/main" id="{A821217D-E007-DFDF-6B37-70801E6C624C}"/>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048500" y="3960813"/>
                        <a:ext cx="190500"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71" name="Object 10">
            <a:extLst>
              <a:ext uri="{FF2B5EF4-FFF2-40B4-BE49-F238E27FC236}">
                <a16:creationId xmlns:a16="http://schemas.microsoft.com/office/drawing/2014/main" id="{6DBD1D7E-8C46-3B13-BD3E-43F8425F45DE}"/>
              </a:ext>
            </a:extLst>
          </p:cNvPr>
          <p:cNvGraphicFramePr>
            <a:graphicFrameLocks/>
          </p:cNvGraphicFramePr>
          <p:nvPr/>
        </p:nvGraphicFramePr>
        <p:xfrm>
          <a:off x="7720013" y="2713038"/>
          <a:ext cx="280987" cy="392112"/>
        </p:xfrm>
        <a:graphic>
          <a:graphicData uri="http://schemas.openxmlformats.org/presentationml/2006/ole">
            <mc:AlternateContent xmlns:mc="http://schemas.openxmlformats.org/markup-compatibility/2006">
              <mc:Choice xmlns:v="urn:schemas-microsoft-com:vml" Requires="v">
                <p:oleObj name="Equation" r:id="rId24" imgW="251304" imgH="365594" progId="Equation.3">
                  <p:embed/>
                </p:oleObj>
              </mc:Choice>
              <mc:Fallback>
                <p:oleObj name="Equation" r:id="rId24" imgW="251304" imgH="365594" progId="Equation.3">
                  <p:embed/>
                  <p:pic>
                    <p:nvPicPr>
                      <p:cNvPr id="287771" name="Object 10">
                        <a:extLst>
                          <a:ext uri="{FF2B5EF4-FFF2-40B4-BE49-F238E27FC236}">
                            <a16:creationId xmlns:a16="http://schemas.microsoft.com/office/drawing/2014/main" id="{6DBD1D7E-8C46-3B13-BD3E-43F8425F45DE}"/>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720013" y="2713038"/>
                        <a:ext cx="280987"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772" name="Line 28">
            <a:extLst>
              <a:ext uri="{FF2B5EF4-FFF2-40B4-BE49-F238E27FC236}">
                <a16:creationId xmlns:a16="http://schemas.microsoft.com/office/drawing/2014/main" id="{235EE434-332B-9DDF-FAAB-EA508F5E0E4F}"/>
              </a:ext>
            </a:extLst>
          </p:cNvPr>
          <p:cNvSpPr>
            <a:spLocks noChangeShapeType="1"/>
          </p:cNvSpPr>
          <p:nvPr/>
        </p:nvSpPr>
        <p:spPr bwMode="auto">
          <a:xfrm flipV="1">
            <a:off x="7169150" y="2544763"/>
            <a:ext cx="169863" cy="381000"/>
          </a:xfrm>
          <a:prstGeom prst="line">
            <a:avLst/>
          </a:prstGeom>
          <a:noFill/>
          <a:ln w="476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773" name="Line 29">
            <a:extLst>
              <a:ext uri="{FF2B5EF4-FFF2-40B4-BE49-F238E27FC236}">
                <a16:creationId xmlns:a16="http://schemas.microsoft.com/office/drawing/2014/main" id="{48D6B33D-C0F3-6F4F-D44C-0DDA448205B6}"/>
              </a:ext>
            </a:extLst>
          </p:cNvPr>
          <p:cNvSpPr>
            <a:spLocks noChangeShapeType="1"/>
          </p:cNvSpPr>
          <p:nvPr/>
        </p:nvSpPr>
        <p:spPr bwMode="auto">
          <a:xfrm flipH="1">
            <a:off x="7034213" y="2239963"/>
            <a:ext cx="381000" cy="76200"/>
          </a:xfrm>
          <a:prstGeom prst="line">
            <a:avLst/>
          </a:prstGeom>
          <a:noFill/>
          <a:ln w="412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774" name="Line 30">
            <a:extLst>
              <a:ext uri="{FF2B5EF4-FFF2-40B4-BE49-F238E27FC236}">
                <a16:creationId xmlns:a16="http://schemas.microsoft.com/office/drawing/2014/main" id="{06F94A42-F9DC-D3BE-7CCA-34BA5C4A692C}"/>
              </a:ext>
            </a:extLst>
          </p:cNvPr>
          <p:cNvSpPr>
            <a:spLocks noChangeShapeType="1"/>
          </p:cNvSpPr>
          <p:nvPr/>
        </p:nvSpPr>
        <p:spPr bwMode="auto">
          <a:xfrm flipH="1">
            <a:off x="6518275" y="2509838"/>
            <a:ext cx="152400" cy="3048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775" name="Line 31">
            <a:extLst>
              <a:ext uri="{FF2B5EF4-FFF2-40B4-BE49-F238E27FC236}">
                <a16:creationId xmlns:a16="http://schemas.microsoft.com/office/drawing/2014/main" id="{B1510280-7CCE-AB41-E4FC-FD6948121A42}"/>
              </a:ext>
            </a:extLst>
          </p:cNvPr>
          <p:cNvSpPr>
            <a:spLocks noChangeShapeType="1"/>
          </p:cNvSpPr>
          <p:nvPr/>
        </p:nvSpPr>
        <p:spPr bwMode="auto">
          <a:xfrm flipH="1">
            <a:off x="6272213" y="3306763"/>
            <a:ext cx="76200" cy="3810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776" name="Line 32">
            <a:extLst>
              <a:ext uri="{FF2B5EF4-FFF2-40B4-BE49-F238E27FC236}">
                <a16:creationId xmlns:a16="http://schemas.microsoft.com/office/drawing/2014/main" id="{F3B7DCF5-4E77-3F94-06FC-8E3C7EE41A71}"/>
              </a:ext>
            </a:extLst>
          </p:cNvPr>
          <p:cNvSpPr>
            <a:spLocks noChangeShapeType="1"/>
          </p:cNvSpPr>
          <p:nvPr/>
        </p:nvSpPr>
        <p:spPr bwMode="auto">
          <a:xfrm flipV="1">
            <a:off x="7262813" y="3382963"/>
            <a:ext cx="152400" cy="304800"/>
          </a:xfrm>
          <a:prstGeom prst="line">
            <a:avLst/>
          </a:prstGeom>
          <a:noFill/>
          <a:ln w="476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777" name="Line 33">
            <a:extLst>
              <a:ext uri="{FF2B5EF4-FFF2-40B4-BE49-F238E27FC236}">
                <a16:creationId xmlns:a16="http://schemas.microsoft.com/office/drawing/2014/main" id="{D74F09AB-DC20-32C3-1A8B-C6F39E567A32}"/>
              </a:ext>
            </a:extLst>
          </p:cNvPr>
          <p:cNvSpPr>
            <a:spLocks noChangeShapeType="1"/>
          </p:cNvSpPr>
          <p:nvPr/>
        </p:nvSpPr>
        <p:spPr bwMode="auto">
          <a:xfrm flipV="1">
            <a:off x="7567613" y="2620963"/>
            <a:ext cx="76200" cy="304800"/>
          </a:xfrm>
          <a:prstGeom prst="line">
            <a:avLst/>
          </a:prstGeom>
          <a:noFill/>
          <a:ln w="476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Group 34">
            <a:extLst>
              <a:ext uri="{FF2B5EF4-FFF2-40B4-BE49-F238E27FC236}">
                <a16:creationId xmlns:a16="http://schemas.microsoft.com/office/drawing/2014/main" id="{373B37AB-6101-5232-1F9C-E8222656B65E}"/>
              </a:ext>
            </a:extLst>
          </p:cNvPr>
          <p:cNvGrpSpPr>
            <a:grpSpLocks/>
          </p:cNvGrpSpPr>
          <p:nvPr/>
        </p:nvGrpSpPr>
        <p:grpSpPr bwMode="auto">
          <a:xfrm>
            <a:off x="4797425" y="1401763"/>
            <a:ext cx="1450975" cy="522287"/>
            <a:chOff x="3022" y="883"/>
            <a:chExt cx="914" cy="329"/>
          </a:xfrm>
        </p:grpSpPr>
        <p:sp>
          <p:nvSpPr>
            <p:cNvPr id="18476" name="AutoShape 35">
              <a:extLst>
                <a:ext uri="{FF2B5EF4-FFF2-40B4-BE49-F238E27FC236}">
                  <a16:creationId xmlns:a16="http://schemas.microsoft.com/office/drawing/2014/main" id="{0B113C4A-11BE-2E9A-49AA-37F3E55A975E}"/>
                </a:ext>
              </a:extLst>
            </p:cNvPr>
            <p:cNvSpPr>
              <a:spLocks noChangeArrowheads="1"/>
            </p:cNvSpPr>
            <p:nvPr/>
          </p:nvSpPr>
          <p:spPr bwMode="auto">
            <a:xfrm>
              <a:off x="3024" y="883"/>
              <a:ext cx="912" cy="329"/>
            </a:xfrm>
            <a:prstGeom prst="wedgeRectCallout">
              <a:avLst>
                <a:gd name="adj1" fmla="val 93750"/>
                <a:gd name="adj2" fmla="val 124468"/>
              </a:avLst>
            </a:prstGeom>
            <a:solidFill>
              <a:srgbClr val="006699"/>
            </a:solidFill>
            <a:ln w="9525">
              <a:solidFill>
                <a:srgbClr val="66FFFF"/>
              </a:solidFill>
              <a:miter lim="800000"/>
              <a:headEnd/>
              <a:tailEnd/>
            </a:ln>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en-US" altLang="zh-CN" i="1"/>
                <a:t>    </a:t>
              </a:r>
              <a:r>
                <a:rPr lang="zh-CN" altLang="en-US" i="1"/>
                <a:t>  </a:t>
              </a:r>
              <a:r>
                <a:rPr lang="zh-CN" altLang="en-US"/>
                <a:t>剩磁</a:t>
              </a:r>
            </a:p>
          </p:txBody>
        </p:sp>
        <p:graphicFrame>
          <p:nvGraphicFramePr>
            <p:cNvPr id="18477" name="Object 15">
              <a:extLst>
                <a:ext uri="{FF2B5EF4-FFF2-40B4-BE49-F238E27FC236}">
                  <a16:creationId xmlns:a16="http://schemas.microsoft.com/office/drawing/2014/main" id="{1F2E6905-EA7A-FF5A-1BEE-6CA8B6B4369E}"/>
                </a:ext>
              </a:extLst>
            </p:cNvPr>
            <p:cNvGraphicFramePr>
              <a:graphicFrameLocks noChangeAspect="1"/>
            </p:cNvGraphicFramePr>
            <p:nvPr/>
          </p:nvGraphicFramePr>
          <p:xfrm>
            <a:off x="3022" y="906"/>
            <a:ext cx="274" cy="264"/>
          </p:xfrm>
          <a:graphic>
            <a:graphicData uri="http://schemas.openxmlformats.org/presentationml/2006/ole">
              <mc:AlternateContent xmlns:mc="http://schemas.openxmlformats.org/markup-compatibility/2006">
                <mc:Choice xmlns:v="urn:schemas-microsoft-com:vml" Requires="v">
                  <p:oleObj name="Equation" r:id="rId26" imgW="327442" imgH="388537" progId="Equation.3">
                    <p:embed/>
                  </p:oleObj>
                </mc:Choice>
                <mc:Fallback>
                  <p:oleObj name="Equation" r:id="rId26" imgW="327442" imgH="388537" progId="Equation.3">
                    <p:embed/>
                    <p:pic>
                      <p:nvPicPr>
                        <p:cNvPr id="18477" name="Object 15">
                          <a:extLst>
                            <a:ext uri="{FF2B5EF4-FFF2-40B4-BE49-F238E27FC236}">
                              <a16:creationId xmlns:a16="http://schemas.microsoft.com/office/drawing/2014/main" id="{1F2E6905-EA7A-FF5A-1BEE-6CA8B6B4369E}"/>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022" y="906"/>
                          <a:ext cx="274" cy="264"/>
                        </a:xfrm>
                        <a:prstGeom prst="rect">
                          <a:avLst/>
                        </a:prstGeom>
                        <a:noFill/>
                        <a:ln>
                          <a:noFill/>
                        </a:ln>
                        <a:effectLst/>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37">
            <a:extLst>
              <a:ext uri="{FF2B5EF4-FFF2-40B4-BE49-F238E27FC236}">
                <a16:creationId xmlns:a16="http://schemas.microsoft.com/office/drawing/2014/main" id="{139ADEE6-B083-3A35-1CC5-298997D8FDD8}"/>
              </a:ext>
            </a:extLst>
          </p:cNvPr>
          <p:cNvGrpSpPr>
            <a:grpSpLocks/>
          </p:cNvGrpSpPr>
          <p:nvPr/>
        </p:nvGrpSpPr>
        <p:grpSpPr bwMode="auto">
          <a:xfrm>
            <a:off x="4343400" y="2316163"/>
            <a:ext cx="1752600" cy="533400"/>
            <a:chOff x="2736" y="1440"/>
            <a:chExt cx="1104" cy="336"/>
          </a:xfrm>
        </p:grpSpPr>
        <p:sp>
          <p:nvSpPr>
            <p:cNvPr id="18474" name="AutoShape 38">
              <a:extLst>
                <a:ext uri="{FF2B5EF4-FFF2-40B4-BE49-F238E27FC236}">
                  <a16:creationId xmlns:a16="http://schemas.microsoft.com/office/drawing/2014/main" id="{E61839C0-4C14-B8C1-3005-C3043305658E}"/>
                </a:ext>
              </a:extLst>
            </p:cNvPr>
            <p:cNvSpPr>
              <a:spLocks noChangeArrowheads="1"/>
            </p:cNvSpPr>
            <p:nvPr/>
          </p:nvSpPr>
          <p:spPr bwMode="auto">
            <a:xfrm>
              <a:off x="2736" y="1440"/>
              <a:ext cx="1104" cy="336"/>
            </a:xfrm>
            <a:prstGeom prst="wedgeRectCallout">
              <a:avLst>
                <a:gd name="adj1" fmla="val 67120"/>
                <a:gd name="adj2" fmla="val 105356"/>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矫顽力</a:t>
              </a:r>
            </a:p>
          </p:txBody>
        </p:sp>
        <p:graphicFrame>
          <p:nvGraphicFramePr>
            <p:cNvPr id="18475" name="Object 14">
              <a:extLst>
                <a:ext uri="{FF2B5EF4-FFF2-40B4-BE49-F238E27FC236}">
                  <a16:creationId xmlns:a16="http://schemas.microsoft.com/office/drawing/2014/main" id="{597F4507-F71A-FA50-EEF8-7A303214EC21}"/>
                </a:ext>
              </a:extLst>
            </p:cNvPr>
            <p:cNvGraphicFramePr>
              <a:graphicFrameLocks noChangeAspect="1"/>
            </p:cNvGraphicFramePr>
            <p:nvPr/>
          </p:nvGraphicFramePr>
          <p:xfrm>
            <a:off x="3408" y="1488"/>
            <a:ext cx="374" cy="273"/>
          </p:xfrm>
          <a:graphic>
            <a:graphicData uri="http://schemas.openxmlformats.org/presentationml/2006/ole">
              <mc:AlternateContent xmlns:mc="http://schemas.openxmlformats.org/markup-compatibility/2006">
                <mc:Choice xmlns:v="urn:schemas-microsoft-com:vml" Requires="v">
                  <p:oleObj name="Equation" r:id="rId28" imgW="449362" imgH="403999" progId="Equation.3">
                    <p:embed/>
                  </p:oleObj>
                </mc:Choice>
                <mc:Fallback>
                  <p:oleObj name="Equation" r:id="rId28" imgW="449362" imgH="403999" progId="Equation.3">
                    <p:embed/>
                    <p:pic>
                      <p:nvPicPr>
                        <p:cNvPr id="18475" name="Object 14">
                          <a:extLst>
                            <a:ext uri="{FF2B5EF4-FFF2-40B4-BE49-F238E27FC236}">
                              <a16:creationId xmlns:a16="http://schemas.microsoft.com/office/drawing/2014/main" id="{597F4507-F71A-FA50-EEF8-7A303214EC21}"/>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408" y="1488"/>
                          <a:ext cx="374"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40">
            <a:extLst>
              <a:ext uri="{FF2B5EF4-FFF2-40B4-BE49-F238E27FC236}">
                <a16:creationId xmlns:a16="http://schemas.microsoft.com/office/drawing/2014/main" id="{10463348-D60A-CB67-FBE1-E0314D541903}"/>
              </a:ext>
            </a:extLst>
          </p:cNvPr>
          <p:cNvGrpSpPr>
            <a:grpSpLocks/>
          </p:cNvGrpSpPr>
          <p:nvPr/>
        </p:nvGrpSpPr>
        <p:grpSpPr bwMode="auto">
          <a:xfrm>
            <a:off x="5129213" y="1612900"/>
            <a:ext cx="3633787" cy="2989263"/>
            <a:chOff x="3231" y="1016"/>
            <a:chExt cx="2289" cy="1883"/>
          </a:xfrm>
        </p:grpSpPr>
        <p:sp>
          <p:nvSpPr>
            <p:cNvPr id="18469" name="Line 41">
              <a:extLst>
                <a:ext uri="{FF2B5EF4-FFF2-40B4-BE49-F238E27FC236}">
                  <a16:creationId xmlns:a16="http://schemas.microsoft.com/office/drawing/2014/main" id="{D393D50B-AA02-A99F-4303-4DA721F34755}"/>
                </a:ext>
              </a:extLst>
            </p:cNvPr>
            <p:cNvSpPr>
              <a:spLocks noChangeShapeType="1"/>
            </p:cNvSpPr>
            <p:nvPr/>
          </p:nvSpPr>
          <p:spPr bwMode="auto">
            <a:xfrm>
              <a:off x="3231" y="1993"/>
              <a:ext cx="2289" cy="0"/>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70" name="Line 42">
              <a:extLst>
                <a:ext uri="{FF2B5EF4-FFF2-40B4-BE49-F238E27FC236}">
                  <a16:creationId xmlns:a16="http://schemas.microsoft.com/office/drawing/2014/main" id="{E904F114-CD61-4502-B9B7-68010AB7EFB6}"/>
                </a:ext>
              </a:extLst>
            </p:cNvPr>
            <p:cNvSpPr>
              <a:spLocks noChangeShapeType="1"/>
            </p:cNvSpPr>
            <p:nvPr/>
          </p:nvSpPr>
          <p:spPr bwMode="auto">
            <a:xfrm flipV="1">
              <a:off x="4376" y="1020"/>
              <a:ext cx="0" cy="1879"/>
            </a:xfrm>
            <a:prstGeom prst="line">
              <a:avLst/>
            </a:prstGeom>
            <a:noFill/>
            <a:ln w="38100">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471" name="Object 11">
              <a:extLst>
                <a:ext uri="{FF2B5EF4-FFF2-40B4-BE49-F238E27FC236}">
                  <a16:creationId xmlns:a16="http://schemas.microsoft.com/office/drawing/2014/main" id="{F0BCCC86-CC10-FD91-EF09-65E175B39B33}"/>
                </a:ext>
              </a:extLst>
            </p:cNvPr>
            <p:cNvGraphicFramePr>
              <a:graphicFrameLocks/>
            </p:cNvGraphicFramePr>
            <p:nvPr/>
          </p:nvGraphicFramePr>
          <p:xfrm>
            <a:off x="5272" y="1712"/>
            <a:ext cx="224" cy="184"/>
          </p:xfrm>
          <a:graphic>
            <a:graphicData uri="http://schemas.openxmlformats.org/presentationml/2006/ole">
              <mc:AlternateContent xmlns:mc="http://schemas.openxmlformats.org/markup-compatibility/2006">
                <mc:Choice xmlns:v="urn:schemas-microsoft-com:vml" Requires="v">
                  <p:oleObj name="Equation" r:id="rId30" imgW="327442" imgH="258858" progId="Equation.3">
                    <p:embed/>
                  </p:oleObj>
                </mc:Choice>
                <mc:Fallback>
                  <p:oleObj name="Equation" r:id="rId30" imgW="327442" imgH="258858" progId="Equation.3">
                    <p:embed/>
                    <p:pic>
                      <p:nvPicPr>
                        <p:cNvPr id="18471" name="Object 11">
                          <a:extLst>
                            <a:ext uri="{FF2B5EF4-FFF2-40B4-BE49-F238E27FC236}">
                              <a16:creationId xmlns:a16="http://schemas.microsoft.com/office/drawing/2014/main" id="{F0BCCC86-CC10-FD91-EF09-65E175B39B33}"/>
                            </a:ext>
                          </a:extLst>
                        </p:cNvPr>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272" y="1712"/>
                          <a:ext cx="22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72" name="Object 12">
              <a:extLst>
                <a:ext uri="{FF2B5EF4-FFF2-40B4-BE49-F238E27FC236}">
                  <a16:creationId xmlns:a16="http://schemas.microsoft.com/office/drawing/2014/main" id="{DAB3F5FD-7464-F5E9-D2CE-A059C8C28AEF}"/>
                </a:ext>
              </a:extLst>
            </p:cNvPr>
            <p:cNvGraphicFramePr>
              <a:graphicFrameLocks/>
            </p:cNvGraphicFramePr>
            <p:nvPr/>
          </p:nvGraphicFramePr>
          <p:xfrm>
            <a:off x="4104" y="1016"/>
            <a:ext cx="177" cy="184"/>
          </p:xfrm>
          <a:graphic>
            <a:graphicData uri="http://schemas.openxmlformats.org/presentationml/2006/ole">
              <mc:AlternateContent xmlns:mc="http://schemas.openxmlformats.org/markup-compatibility/2006">
                <mc:Choice xmlns:v="urn:schemas-microsoft-com:vml" Requires="v">
                  <p:oleObj name="Equation" r:id="rId32" imgW="251304" imgH="258858" progId="Equation.3">
                    <p:embed/>
                  </p:oleObj>
                </mc:Choice>
                <mc:Fallback>
                  <p:oleObj name="Equation" r:id="rId32" imgW="251304" imgH="258858" progId="Equation.3">
                    <p:embed/>
                    <p:pic>
                      <p:nvPicPr>
                        <p:cNvPr id="18472" name="Object 12">
                          <a:extLst>
                            <a:ext uri="{FF2B5EF4-FFF2-40B4-BE49-F238E27FC236}">
                              <a16:creationId xmlns:a16="http://schemas.microsoft.com/office/drawing/2014/main" id="{DAB3F5FD-7464-F5E9-D2CE-A059C8C28AEF}"/>
                            </a:ext>
                          </a:extLst>
                        </p:cNvPr>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104" y="1016"/>
                          <a:ext cx="17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73" name="Object 13">
              <a:extLst>
                <a:ext uri="{FF2B5EF4-FFF2-40B4-BE49-F238E27FC236}">
                  <a16:creationId xmlns:a16="http://schemas.microsoft.com/office/drawing/2014/main" id="{DF4DBA97-60C0-0CE7-136B-FE4F6257BD6B}"/>
                </a:ext>
              </a:extLst>
            </p:cNvPr>
            <p:cNvGraphicFramePr>
              <a:graphicFrameLocks noChangeAspect="1"/>
            </p:cNvGraphicFramePr>
            <p:nvPr/>
          </p:nvGraphicFramePr>
          <p:xfrm>
            <a:off x="4124" y="1987"/>
            <a:ext cx="328" cy="250"/>
          </p:xfrm>
          <a:graphic>
            <a:graphicData uri="http://schemas.openxmlformats.org/presentationml/2006/ole">
              <mc:AlternateContent xmlns:mc="http://schemas.openxmlformats.org/markup-compatibility/2006">
                <mc:Choice xmlns:v="urn:schemas-microsoft-com:vml" Requires="v">
                  <p:oleObj name="Equation" r:id="rId34" imgW="99029" imgH="106735" progId="Equation.3">
                    <p:embed/>
                  </p:oleObj>
                </mc:Choice>
                <mc:Fallback>
                  <p:oleObj name="Equation" r:id="rId34" imgW="99029" imgH="106735" progId="Equation.3">
                    <p:embed/>
                    <p:pic>
                      <p:nvPicPr>
                        <p:cNvPr id="18473" name="Object 13">
                          <a:extLst>
                            <a:ext uri="{FF2B5EF4-FFF2-40B4-BE49-F238E27FC236}">
                              <a16:creationId xmlns:a16="http://schemas.microsoft.com/office/drawing/2014/main" id="{DF4DBA97-60C0-0CE7-136B-FE4F6257BD6B}"/>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124" y="1987"/>
                          <a:ext cx="32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7790" name="Text Box 46">
            <a:extLst>
              <a:ext uri="{FF2B5EF4-FFF2-40B4-BE49-F238E27FC236}">
                <a16:creationId xmlns:a16="http://schemas.microsoft.com/office/drawing/2014/main" id="{A48C2A4C-CE82-FD39-C788-D49C44495343}"/>
              </a:ext>
            </a:extLst>
          </p:cNvPr>
          <p:cNvSpPr txBox="1">
            <a:spLocks noChangeArrowheads="1"/>
          </p:cNvSpPr>
          <p:nvPr/>
        </p:nvSpPr>
        <p:spPr bwMode="auto">
          <a:xfrm>
            <a:off x="808038" y="4706938"/>
            <a:ext cx="8001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76250" indent="-476250">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en-US" altLang="zh-CN">
                <a:ea typeface="楷体_GB2312" pitchFamily="49" charset="-122"/>
              </a:rPr>
              <a:t>(1) </a:t>
            </a:r>
            <a:r>
              <a:rPr lang="zh-CN" altLang="en-US">
                <a:latin typeface="楷体_GB2312" pitchFamily="49" charset="-122"/>
                <a:ea typeface="楷体_GB2312" pitchFamily="49" charset="-122"/>
              </a:rPr>
              <a:t>实验证明：各种铁磁质的起始磁化曲线都是</a:t>
            </a:r>
            <a:r>
              <a:rPr lang="zh-CN" altLang="en-US">
                <a:ea typeface="楷体_GB2312" pitchFamily="49" charset="-122"/>
              </a:rPr>
              <a:t>“</a:t>
            </a:r>
            <a:r>
              <a:rPr lang="zh-CN" altLang="en-US">
                <a:latin typeface="楷体_GB2312" pitchFamily="49" charset="-122"/>
                <a:ea typeface="楷体_GB2312" pitchFamily="49" charset="-122"/>
              </a:rPr>
              <a:t>不可逆</a:t>
            </a:r>
            <a:r>
              <a:rPr lang="zh-CN" altLang="en-US">
                <a:ea typeface="楷体_GB2312" pitchFamily="49" charset="-122"/>
              </a:rPr>
              <a:t>”</a:t>
            </a:r>
            <a:r>
              <a:rPr lang="zh-CN" altLang="en-US">
                <a:latin typeface="楷体_GB2312" pitchFamily="49" charset="-122"/>
                <a:ea typeface="楷体_GB2312" pitchFamily="49" charset="-122"/>
              </a:rPr>
              <a:t>的， </a:t>
            </a:r>
            <a:r>
              <a:rPr lang="zh-CN" altLang="en-US">
                <a:solidFill>
                  <a:srgbClr val="66FFFF"/>
                </a:solidFill>
                <a:latin typeface="楷体_GB2312" pitchFamily="49" charset="-122"/>
                <a:ea typeface="楷体_GB2312" pitchFamily="49" charset="-122"/>
              </a:rPr>
              <a:t>磁滞现象</a:t>
            </a:r>
          </a:p>
        </p:txBody>
      </p:sp>
      <p:sp>
        <p:nvSpPr>
          <p:cNvPr id="287791" name="Text Box 47">
            <a:extLst>
              <a:ext uri="{FF2B5EF4-FFF2-40B4-BE49-F238E27FC236}">
                <a16:creationId xmlns:a16="http://schemas.microsoft.com/office/drawing/2014/main" id="{430EDCF5-A094-DD97-DDBC-EFC9853DD47F}"/>
              </a:ext>
            </a:extLst>
          </p:cNvPr>
          <p:cNvSpPr txBox="1">
            <a:spLocks noChangeArrowheads="1"/>
          </p:cNvSpPr>
          <p:nvPr/>
        </p:nvSpPr>
        <p:spPr bwMode="auto">
          <a:xfrm>
            <a:off x="814388" y="4278313"/>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FFFF00"/>
                </a:solidFill>
                <a:latin typeface="宋体" panose="02010600030101010101" pitchFamily="2" charset="-122"/>
              </a:rPr>
              <a:t>讨论</a:t>
            </a:r>
          </a:p>
        </p:txBody>
      </p:sp>
      <p:sp>
        <p:nvSpPr>
          <p:cNvPr id="287792" name="Text Box 48">
            <a:extLst>
              <a:ext uri="{FF2B5EF4-FFF2-40B4-BE49-F238E27FC236}">
                <a16:creationId xmlns:a16="http://schemas.microsoft.com/office/drawing/2014/main" id="{48940102-0D92-551A-9BD8-CB896D042A87}"/>
              </a:ext>
            </a:extLst>
          </p:cNvPr>
          <p:cNvSpPr txBox="1">
            <a:spLocks noChangeArrowheads="1"/>
          </p:cNvSpPr>
          <p:nvPr/>
        </p:nvSpPr>
        <p:spPr bwMode="auto">
          <a:xfrm>
            <a:off x="835025" y="5618163"/>
            <a:ext cx="685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ea typeface="楷体_GB2312" pitchFamily="49" charset="-122"/>
              </a:rPr>
              <a:t>(2) </a:t>
            </a:r>
            <a:r>
              <a:rPr lang="zh-CN" altLang="en-US">
                <a:latin typeface="楷体_GB2312" pitchFamily="49" charset="-122"/>
                <a:ea typeface="楷体_GB2312" pitchFamily="49" charset="-122"/>
              </a:rPr>
              <a:t>要消除剩磁，要依靠铁磁质的矫顽力</a:t>
            </a:r>
          </a:p>
        </p:txBody>
      </p:sp>
      <p:sp>
        <p:nvSpPr>
          <p:cNvPr id="287793" name="AutoShape 49">
            <a:extLst>
              <a:ext uri="{FF2B5EF4-FFF2-40B4-BE49-F238E27FC236}">
                <a16:creationId xmlns:a16="http://schemas.microsoft.com/office/drawing/2014/main" id="{263AC479-F549-E063-6708-0B034F371E2A}"/>
              </a:ext>
            </a:extLst>
          </p:cNvPr>
          <p:cNvSpPr>
            <a:spLocks noChangeAspect="1" noChangeArrowheads="1"/>
          </p:cNvSpPr>
          <p:nvPr/>
        </p:nvSpPr>
        <p:spPr bwMode="auto">
          <a:xfrm>
            <a:off x="412750" y="4248150"/>
            <a:ext cx="460375" cy="403225"/>
          </a:xfrm>
          <a:prstGeom prst="star5">
            <a:avLst/>
          </a:prstGeom>
          <a:solidFill>
            <a:srgbClr val="FF3300"/>
          </a:solidFill>
          <a:ln w="9525">
            <a:solidFill>
              <a:srgbClr val="FFFFFF"/>
            </a:solidFill>
            <a:miter lim="800000"/>
            <a:headEnd/>
            <a:tailEnd/>
          </a:ln>
          <a:effectLst/>
        </p:spPr>
        <p:txBody>
          <a:bodyPr wrap="none" anchor="ctr"/>
          <a:lstStyle/>
          <a:p>
            <a:pPr algn="just">
              <a:defRPr/>
            </a:pPr>
            <a:endParaRPr lang="zh-CN" altLang="en-US"/>
          </a:p>
        </p:txBody>
      </p:sp>
      <p:sp>
        <p:nvSpPr>
          <p:cNvPr id="50" name="Text Box 30">
            <a:extLst>
              <a:ext uri="{FF2B5EF4-FFF2-40B4-BE49-F238E27FC236}">
                <a16:creationId xmlns:a16="http://schemas.microsoft.com/office/drawing/2014/main" id="{3507C9DE-F83E-C938-9932-5C4047313595}"/>
              </a:ext>
            </a:extLst>
          </p:cNvPr>
          <p:cNvSpPr txBox="1">
            <a:spLocks noChangeArrowheads="1"/>
          </p:cNvSpPr>
          <p:nvPr/>
        </p:nvSpPr>
        <p:spPr bwMode="auto">
          <a:xfrm>
            <a:off x="1671638" y="6116638"/>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solidFill>
                  <a:srgbClr val="66FFFF"/>
                </a:solidFill>
                <a:ea typeface="楷体_GB2312" pitchFamily="49" charset="-122"/>
              </a:rPr>
              <a:t>不同材料，矫顽力不同</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7746"/>
                                        </p:tgtEl>
                                        <p:attrNameLst>
                                          <p:attrName>style.visibility</p:attrName>
                                        </p:attrNameLst>
                                      </p:cBhvr>
                                      <p:to>
                                        <p:strVal val="visible"/>
                                      </p:to>
                                    </p:set>
                                    <p:animEffect transition="in" filter="wipe(left)">
                                      <p:cBhvr>
                                        <p:cTn id="7" dur="500"/>
                                        <p:tgtEl>
                                          <p:spTgt spid="287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7747"/>
                                        </p:tgtEl>
                                        <p:attrNameLst>
                                          <p:attrName>style.visibility</p:attrName>
                                        </p:attrNameLst>
                                      </p:cBhvr>
                                      <p:to>
                                        <p:strVal val="visible"/>
                                      </p:to>
                                    </p:set>
                                    <p:animEffect transition="in" filter="wipe(left)">
                                      <p:cBhvr>
                                        <p:cTn id="12" dur="2000"/>
                                        <p:tgtEl>
                                          <p:spTgt spid="2877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87748"/>
                                        </p:tgtEl>
                                        <p:attrNameLst>
                                          <p:attrName>style.visibility</p:attrName>
                                        </p:attrNameLst>
                                      </p:cBhvr>
                                      <p:to>
                                        <p:strVal val="visible"/>
                                      </p:to>
                                    </p:set>
                                    <p:animEffect transition="in" filter="wipe(left)">
                                      <p:cBhvr>
                                        <p:cTn id="17" dur="500"/>
                                        <p:tgtEl>
                                          <p:spTgt spid="2877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7749"/>
                                        </p:tgtEl>
                                        <p:attrNameLst>
                                          <p:attrName>style.visibility</p:attrName>
                                        </p:attrNameLst>
                                      </p:cBhvr>
                                      <p:to>
                                        <p:strVal val="visible"/>
                                      </p:to>
                                    </p:set>
                                    <p:animEffect transition="in" filter="wipe(left)">
                                      <p:cBhvr>
                                        <p:cTn id="22" dur="2000"/>
                                        <p:tgtEl>
                                          <p:spTgt spid="2877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ou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87750"/>
                                        </p:tgtEl>
                                        <p:attrNameLst>
                                          <p:attrName>style.visibility</p:attrName>
                                        </p:attrNameLst>
                                      </p:cBhvr>
                                      <p:to>
                                        <p:strVal val="visible"/>
                                      </p:to>
                                    </p:set>
                                    <p:animEffect transition="in" filter="wipe(left)">
                                      <p:cBhvr>
                                        <p:cTn id="32" dur="2000"/>
                                        <p:tgtEl>
                                          <p:spTgt spid="287750"/>
                                        </p:tgtEl>
                                      </p:cBhvr>
                                    </p:animEffect>
                                  </p:childTnLst>
                                </p:cTn>
                              </p:par>
                            </p:childTnLst>
                          </p:cTn>
                        </p:par>
                        <p:par>
                          <p:cTn id="33" fill="hold" nodeType="afterGroup">
                            <p:stCondLst>
                              <p:cond delay="2000"/>
                            </p:stCondLst>
                            <p:childTnLst>
                              <p:par>
                                <p:cTn id="34" presetID="1" presetClass="entr" presetSubtype="0" fill="hold" nodeType="afterEffect">
                                  <p:stCondLst>
                                    <p:cond delay="0"/>
                                  </p:stCondLst>
                                  <p:childTnLst>
                                    <p:set>
                                      <p:cBhvr>
                                        <p:cTn id="35" dur="1" fill="hold">
                                          <p:stCondLst>
                                            <p:cond delay="499"/>
                                          </p:stCondLst>
                                        </p:cTn>
                                        <p:tgtEl>
                                          <p:spTgt spid="28775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87752"/>
                                        </p:tgtEl>
                                        <p:attrNameLst>
                                          <p:attrName>style.visibility</p:attrName>
                                        </p:attrNameLst>
                                      </p:cBhvr>
                                      <p:to>
                                        <p:strVal val="visible"/>
                                      </p:to>
                                    </p:set>
                                    <p:animEffect transition="in" filter="wipe(left)">
                                      <p:cBhvr>
                                        <p:cTn id="40" dur="2000"/>
                                        <p:tgtEl>
                                          <p:spTgt spid="287752"/>
                                        </p:tgtEl>
                                      </p:cBhvr>
                                    </p:animEffect>
                                  </p:childTnLst>
                                </p:cTn>
                              </p:par>
                            </p:childTnLst>
                          </p:cTn>
                        </p:par>
                        <p:par>
                          <p:cTn id="41" fill="hold" nodeType="afterGroup">
                            <p:stCondLst>
                              <p:cond delay="2000"/>
                            </p:stCondLst>
                            <p:childTnLst>
                              <p:par>
                                <p:cTn id="42" presetID="1" presetClass="entr" presetSubtype="0" fill="hold" nodeType="afterEffect">
                                  <p:stCondLst>
                                    <p:cond delay="0"/>
                                  </p:stCondLst>
                                  <p:childTnLst>
                                    <p:set>
                                      <p:cBhvr>
                                        <p:cTn id="43" dur="1" fill="hold">
                                          <p:stCondLst>
                                            <p:cond delay="499"/>
                                          </p:stCondLst>
                                        </p:cTn>
                                        <p:tgtEl>
                                          <p:spTgt spid="287753"/>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32"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ox(out)">
                                      <p:cBhvr>
                                        <p:cTn id="48" dur="500"/>
                                        <p:tgtEl>
                                          <p:spTgt spid="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87760"/>
                                        </p:tgtEl>
                                        <p:attrNameLst>
                                          <p:attrName>style.visibility</p:attrName>
                                        </p:attrNameLst>
                                      </p:cBhvr>
                                      <p:to>
                                        <p:strVal val="visible"/>
                                      </p:to>
                                    </p:set>
                                    <p:animEffect transition="in" filter="wipe(left)">
                                      <p:cBhvr>
                                        <p:cTn id="53" dur="500"/>
                                        <p:tgtEl>
                                          <p:spTgt spid="287760"/>
                                        </p:tgtEl>
                                      </p:cBhvr>
                                    </p:animEffect>
                                  </p:childTnLst>
                                </p:cTn>
                              </p:par>
                            </p:childTnLst>
                          </p:cTn>
                        </p:par>
                        <p:par>
                          <p:cTn id="54" fill="hold" nodeType="afterGroup">
                            <p:stCondLst>
                              <p:cond delay="500"/>
                            </p:stCondLst>
                            <p:childTnLst>
                              <p:par>
                                <p:cTn id="55" presetID="1" presetClass="entr" presetSubtype="0" fill="hold" nodeType="afterEffect">
                                  <p:stCondLst>
                                    <p:cond delay="0"/>
                                  </p:stCondLst>
                                  <p:childTnLst>
                                    <p:set>
                                      <p:cBhvr>
                                        <p:cTn id="56" dur="1" fill="hold">
                                          <p:stCondLst>
                                            <p:cond delay="499"/>
                                          </p:stCondLst>
                                        </p:cTn>
                                        <p:tgtEl>
                                          <p:spTgt spid="287772"/>
                                        </p:tgtEl>
                                        <p:attrNameLst>
                                          <p:attrName>style.visibility</p:attrName>
                                        </p:attrNameLst>
                                      </p:cBhvr>
                                      <p:to>
                                        <p:strVal val="visible"/>
                                      </p:to>
                                    </p:set>
                                  </p:childTnLst>
                                </p:cTn>
                              </p:par>
                            </p:childTnLst>
                          </p:cTn>
                        </p:par>
                        <p:par>
                          <p:cTn id="57" fill="hold" nodeType="afterGroup">
                            <p:stCondLst>
                              <p:cond delay="1000"/>
                            </p:stCondLst>
                            <p:childTnLst>
                              <p:par>
                                <p:cTn id="58" presetID="22" presetClass="entr" presetSubtype="8" fill="hold" nodeType="afterEffect">
                                  <p:stCondLst>
                                    <p:cond delay="1000"/>
                                  </p:stCondLst>
                                  <p:childTnLst>
                                    <p:set>
                                      <p:cBhvr>
                                        <p:cTn id="59" dur="1" fill="hold">
                                          <p:stCondLst>
                                            <p:cond delay="0"/>
                                          </p:stCondLst>
                                        </p:cTn>
                                        <p:tgtEl>
                                          <p:spTgt spid="287765"/>
                                        </p:tgtEl>
                                        <p:attrNameLst>
                                          <p:attrName>style.visibility</p:attrName>
                                        </p:attrNameLst>
                                      </p:cBhvr>
                                      <p:to>
                                        <p:strVal val="visible"/>
                                      </p:to>
                                    </p:set>
                                    <p:animEffect transition="in" filter="wipe(left)">
                                      <p:cBhvr>
                                        <p:cTn id="60" dur="500"/>
                                        <p:tgtEl>
                                          <p:spTgt spid="287765"/>
                                        </p:tgtEl>
                                      </p:cBhvr>
                                    </p:animEffect>
                                  </p:childTnLst>
                                </p:cTn>
                              </p:par>
                            </p:childTnLst>
                          </p:cTn>
                        </p:par>
                        <p:par>
                          <p:cTn id="61" fill="hold" nodeType="afterGroup">
                            <p:stCondLst>
                              <p:cond delay="2500"/>
                            </p:stCondLst>
                            <p:childTnLst>
                              <p:par>
                                <p:cTn id="62" presetID="1" presetClass="entr" presetSubtype="0" fill="hold" nodeType="afterEffect">
                                  <p:stCondLst>
                                    <p:cond delay="0"/>
                                  </p:stCondLst>
                                  <p:childTnLst>
                                    <p:set>
                                      <p:cBhvr>
                                        <p:cTn id="63" dur="1" fill="hold">
                                          <p:stCondLst>
                                            <p:cond delay="499"/>
                                          </p:stCondLst>
                                        </p:cTn>
                                        <p:tgtEl>
                                          <p:spTgt spid="287766"/>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2" fill="hold" nodeType="clickEffect">
                                  <p:stCondLst>
                                    <p:cond delay="0"/>
                                  </p:stCondLst>
                                  <p:childTnLst>
                                    <p:set>
                                      <p:cBhvr>
                                        <p:cTn id="67" dur="1" fill="hold">
                                          <p:stCondLst>
                                            <p:cond delay="0"/>
                                          </p:stCondLst>
                                        </p:cTn>
                                        <p:tgtEl>
                                          <p:spTgt spid="287761"/>
                                        </p:tgtEl>
                                        <p:attrNameLst>
                                          <p:attrName>style.visibility</p:attrName>
                                        </p:attrNameLst>
                                      </p:cBhvr>
                                      <p:to>
                                        <p:strVal val="visible"/>
                                      </p:to>
                                    </p:set>
                                    <p:animEffect transition="in" filter="wipe(right)">
                                      <p:cBhvr>
                                        <p:cTn id="68" dur="2000"/>
                                        <p:tgtEl>
                                          <p:spTgt spid="287761"/>
                                        </p:tgtEl>
                                      </p:cBhvr>
                                    </p:animEffect>
                                  </p:childTnLst>
                                </p:cTn>
                              </p:par>
                            </p:childTnLst>
                          </p:cTn>
                        </p:par>
                        <p:par>
                          <p:cTn id="69" fill="hold" nodeType="afterGroup">
                            <p:stCondLst>
                              <p:cond delay="2000"/>
                            </p:stCondLst>
                            <p:childTnLst>
                              <p:par>
                                <p:cTn id="70" presetID="1" presetClass="entr" presetSubtype="0" fill="hold" nodeType="afterEffect">
                                  <p:stCondLst>
                                    <p:cond delay="0"/>
                                  </p:stCondLst>
                                  <p:childTnLst>
                                    <p:set>
                                      <p:cBhvr>
                                        <p:cTn id="71" dur="1" fill="hold">
                                          <p:stCondLst>
                                            <p:cond delay="499"/>
                                          </p:stCondLst>
                                        </p:cTn>
                                        <p:tgtEl>
                                          <p:spTgt spid="287773"/>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499"/>
                                          </p:stCondLst>
                                        </p:cTn>
                                        <p:tgtEl>
                                          <p:spTgt spid="287767"/>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4" presetClass="entr" presetSubtype="32" fill="hold" nodeType="clickEffect">
                                  <p:stCondLst>
                                    <p:cond delay="0"/>
                                  </p:stCondLst>
                                  <p:childTnLst>
                                    <p:set>
                                      <p:cBhvr>
                                        <p:cTn id="79" dur="1" fill="hold">
                                          <p:stCondLst>
                                            <p:cond delay="0"/>
                                          </p:stCondLst>
                                        </p:cTn>
                                        <p:tgtEl>
                                          <p:spTgt spid="3"/>
                                        </p:tgtEl>
                                        <p:attrNameLst>
                                          <p:attrName>style.visibility</p:attrName>
                                        </p:attrNameLst>
                                      </p:cBhvr>
                                      <p:to>
                                        <p:strVal val="visible"/>
                                      </p:to>
                                    </p:set>
                                    <p:animEffect transition="in" filter="box(out)">
                                      <p:cBhvr>
                                        <p:cTn id="80" dur="500"/>
                                        <p:tgtEl>
                                          <p:spTgt spid="3"/>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499"/>
                                          </p:stCondLst>
                                        </p:cTn>
                                        <p:tgtEl>
                                          <p:spTgt spid="287774"/>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499"/>
                                          </p:stCondLst>
                                        </p:cTn>
                                        <p:tgtEl>
                                          <p:spTgt spid="287768"/>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4" presetClass="entr" presetSubtype="32" fill="hold" nodeType="clickEffect">
                                  <p:stCondLst>
                                    <p:cond delay="0"/>
                                  </p:stCondLst>
                                  <p:childTnLst>
                                    <p:set>
                                      <p:cBhvr>
                                        <p:cTn id="92" dur="1" fill="hold">
                                          <p:stCondLst>
                                            <p:cond delay="0"/>
                                          </p:stCondLst>
                                        </p:cTn>
                                        <p:tgtEl>
                                          <p:spTgt spid="4"/>
                                        </p:tgtEl>
                                        <p:attrNameLst>
                                          <p:attrName>style.visibility</p:attrName>
                                        </p:attrNameLst>
                                      </p:cBhvr>
                                      <p:to>
                                        <p:strVal val="visible"/>
                                      </p:to>
                                    </p:set>
                                    <p:animEffect transition="in" filter="box(out)">
                                      <p:cBhvr>
                                        <p:cTn id="93" dur="500"/>
                                        <p:tgtEl>
                                          <p:spTgt spid="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2" fill="hold" nodeType="clickEffect">
                                  <p:stCondLst>
                                    <p:cond delay="0"/>
                                  </p:stCondLst>
                                  <p:childTnLst>
                                    <p:set>
                                      <p:cBhvr>
                                        <p:cTn id="97" dur="1" fill="hold">
                                          <p:stCondLst>
                                            <p:cond delay="0"/>
                                          </p:stCondLst>
                                        </p:cTn>
                                        <p:tgtEl>
                                          <p:spTgt spid="287762"/>
                                        </p:tgtEl>
                                        <p:attrNameLst>
                                          <p:attrName>style.visibility</p:attrName>
                                        </p:attrNameLst>
                                      </p:cBhvr>
                                      <p:to>
                                        <p:strVal val="visible"/>
                                      </p:to>
                                    </p:set>
                                    <p:animEffect transition="in" filter="wipe(right)">
                                      <p:cBhvr>
                                        <p:cTn id="98" dur="500"/>
                                        <p:tgtEl>
                                          <p:spTgt spid="287762"/>
                                        </p:tgtEl>
                                      </p:cBhvr>
                                    </p:animEffect>
                                  </p:childTnLst>
                                </p:cTn>
                              </p:par>
                            </p:childTnLst>
                          </p:cTn>
                        </p:par>
                        <p:par>
                          <p:cTn id="99" fill="hold" nodeType="afterGroup">
                            <p:stCondLst>
                              <p:cond delay="500"/>
                            </p:stCondLst>
                            <p:childTnLst>
                              <p:par>
                                <p:cTn id="100" presetID="1" presetClass="entr" presetSubtype="0" fill="hold" nodeType="afterEffect">
                                  <p:stCondLst>
                                    <p:cond delay="0"/>
                                  </p:stCondLst>
                                  <p:childTnLst>
                                    <p:set>
                                      <p:cBhvr>
                                        <p:cTn id="101" dur="1" fill="hold">
                                          <p:stCondLst>
                                            <p:cond delay="499"/>
                                          </p:stCondLst>
                                        </p:cTn>
                                        <p:tgtEl>
                                          <p:spTgt spid="287775"/>
                                        </p:tgtEl>
                                        <p:attrNameLst>
                                          <p:attrName>style.visibility</p:attrName>
                                        </p:attrNameLst>
                                      </p:cBhvr>
                                      <p:to>
                                        <p:strVal val="visible"/>
                                      </p:to>
                                    </p:set>
                                  </p:childTnLst>
                                </p:cTn>
                              </p:par>
                            </p:childTnLst>
                          </p:cTn>
                        </p:par>
                        <p:par>
                          <p:cTn id="102" fill="hold" nodeType="afterGroup">
                            <p:stCondLst>
                              <p:cond delay="1000"/>
                            </p:stCondLst>
                            <p:childTnLst>
                              <p:par>
                                <p:cTn id="103" presetID="1" presetClass="entr" presetSubtype="0" fill="hold" nodeType="afterEffect">
                                  <p:stCondLst>
                                    <p:cond delay="2000"/>
                                  </p:stCondLst>
                                  <p:childTnLst>
                                    <p:set>
                                      <p:cBhvr>
                                        <p:cTn id="104" dur="1" fill="hold">
                                          <p:stCondLst>
                                            <p:cond delay="499"/>
                                          </p:stCondLst>
                                        </p:cTn>
                                        <p:tgtEl>
                                          <p:spTgt spid="287769"/>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287764"/>
                                        </p:tgtEl>
                                        <p:attrNameLst>
                                          <p:attrName>style.visibility</p:attrName>
                                        </p:attrNameLst>
                                      </p:cBhvr>
                                      <p:to>
                                        <p:strVal val="visible"/>
                                      </p:to>
                                    </p:set>
                                    <p:animEffect transition="in" filter="wipe(left)">
                                      <p:cBhvr>
                                        <p:cTn id="109" dur="500"/>
                                        <p:tgtEl>
                                          <p:spTgt spid="287764"/>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nodeType="clickEffect">
                                  <p:stCondLst>
                                    <p:cond delay="0"/>
                                  </p:stCondLst>
                                  <p:childTnLst>
                                    <p:set>
                                      <p:cBhvr>
                                        <p:cTn id="113" dur="1" fill="hold">
                                          <p:stCondLst>
                                            <p:cond delay="499"/>
                                          </p:stCondLst>
                                        </p:cTn>
                                        <p:tgtEl>
                                          <p:spTgt spid="287770"/>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nodeType="clickEffect">
                                  <p:stCondLst>
                                    <p:cond delay="0"/>
                                  </p:stCondLst>
                                  <p:childTnLst>
                                    <p:set>
                                      <p:cBhvr>
                                        <p:cTn id="117" dur="1" fill="hold">
                                          <p:stCondLst>
                                            <p:cond delay="499"/>
                                          </p:stCondLst>
                                        </p:cTn>
                                        <p:tgtEl>
                                          <p:spTgt spid="287771"/>
                                        </p:tgtEl>
                                        <p:attrNameLst>
                                          <p:attrName>style.visibility</p:attrName>
                                        </p:attrNameLst>
                                      </p:cBhvr>
                                      <p:to>
                                        <p:strVal val="visible"/>
                                      </p:to>
                                    </p:set>
                                  </p:childTnLst>
                                </p:cTn>
                              </p:par>
                            </p:childTnLst>
                          </p:cTn>
                        </p:par>
                        <p:par>
                          <p:cTn id="118" fill="hold" nodeType="afterGroup">
                            <p:stCondLst>
                              <p:cond delay="500"/>
                            </p:stCondLst>
                            <p:childTnLst>
                              <p:par>
                                <p:cTn id="119" presetID="1" presetClass="entr" presetSubtype="0" fill="hold" nodeType="afterEffect">
                                  <p:stCondLst>
                                    <p:cond delay="0"/>
                                  </p:stCondLst>
                                  <p:childTnLst>
                                    <p:set>
                                      <p:cBhvr>
                                        <p:cTn id="120" dur="1" fill="hold">
                                          <p:stCondLst>
                                            <p:cond delay="499"/>
                                          </p:stCondLst>
                                        </p:cTn>
                                        <p:tgtEl>
                                          <p:spTgt spid="287776"/>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287763"/>
                                        </p:tgtEl>
                                        <p:attrNameLst>
                                          <p:attrName>style.visibility</p:attrName>
                                        </p:attrNameLst>
                                      </p:cBhvr>
                                      <p:to>
                                        <p:strVal val="visible"/>
                                      </p:to>
                                    </p:set>
                                    <p:animEffect transition="in" filter="wipe(left)">
                                      <p:cBhvr>
                                        <p:cTn id="125" dur="500"/>
                                        <p:tgtEl>
                                          <p:spTgt spid="287763"/>
                                        </p:tgtEl>
                                      </p:cBhvr>
                                    </p:animEffect>
                                  </p:childTnLst>
                                </p:cTn>
                              </p:par>
                            </p:childTnLst>
                          </p:cTn>
                        </p:par>
                        <p:par>
                          <p:cTn id="126" fill="hold" nodeType="afterGroup">
                            <p:stCondLst>
                              <p:cond delay="500"/>
                            </p:stCondLst>
                            <p:childTnLst>
                              <p:par>
                                <p:cTn id="127" presetID="1" presetClass="entr" presetSubtype="0" fill="hold" nodeType="afterEffect">
                                  <p:stCondLst>
                                    <p:cond delay="0"/>
                                  </p:stCondLst>
                                  <p:childTnLst>
                                    <p:set>
                                      <p:cBhvr>
                                        <p:cTn id="128" dur="1" fill="hold">
                                          <p:stCondLst>
                                            <p:cond delay="499"/>
                                          </p:stCondLst>
                                        </p:cTn>
                                        <p:tgtEl>
                                          <p:spTgt spid="287777"/>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287793"/>
                                        </p:tgtEl>
                                        <p:attrNameLst>
                                          <p:attrName>style.visibility</p:attrName>
                                        </p:attrNameLst>
                                      </p:cBhvr>
                                      <p:to>
                                        <p:strVal val="visible"/>
                                      </p:to>
                                    </p:set>
                                    <p:animEffect transition="in" filter="wipe(left)">
                                      <p:cBhvr>
                                        <p:cTn id="133" dur="500"/>
                                        <p:tgtEl>
                                          <p:spTgt spid="287793"/>
                                        </p:tgtEl>
                                      </p:cBhvr>
                                    </p:animEffect>
                                  </p:childTnLst>
                                </p:cTn>
                              </p:par>
                            </p:childTnLst>
                          </p:cTn>
                        </p:par>
                        <p:par>
                          <p:cTn id="134" fill="hold" nodeType="afterGroup">
                            <p:stCondLst>
                              <p:cond delay="500"/>
                            </p:stCondLst>
                            <p:childTnLst>
                              <p:par>
                                <p:cTn id="135" presetID="22" presetClass="entr" presetSubtype="8" fill="hold" nodeType="afterEffect">
                                  <p:stCondLst>
                                    <p:cond delay="0"/>
                                  </p:stCondLst>
                                  <p:childTnLst>
                                    <p:set>
                                      <p:cBhvr>
                                        <p:cTn id="136" dur="1" fill="hold">
                                          <p:stCondLst>
                                            <p:cond delay="0"/>
                                          </p:stCondLst>
                                        </p:cTn>
                                        <p:tgtEl>
                                          <p:spTgt spid="287791"/>
                                        </p:tgtEl>
                                        <p:attrNameLst>
                                          <p:attrName>style.visibility</p:attrName>
                                        </p:attrNameLst>
                                      </p:cBhvr>
                                      <p:to>
                                        <p:strVal val="visible"/>
                                      </p:to>
                                    </p:set>
                                    <p:animEffect transition="in" filter="wipe(left)">
                                      <p:cBhvr>
                                        <p:cTn id="137" dur="500"/>
                                        <p:tgtEl>
                                          <p:spTgt spid="287791"/>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iterate type="wd">
                                    <p:tmPct val="33000"/>
                                  </p:iterate>
                                  <p:childTnLst>
                                    <p:set>
                                      <p:cBhvr>
                                        <p:cTn id="141" dur="1" fill="hold">
                                          <p:stCondLst>
                                            <p:cond delay="0"/>
                                          </p:stCondLst>
                                        </p:cTn>
                                        <p:tgtEl>
                                          <p:spTgt spid="287790"/>
                                        </p:tgtEl>
                                        <p:attrNameLst>
                                          <p:attrName>style.visibility</p:attrName>
                                        </p:attrNameLst>
                                      </p:cBhvr>
                                      <p:to>
                                        <p:strVal val="visible"/>
                                      </p:to>
                                    </p:set>
                                    <p:animEffect transition="in" filter="wipe(left)">
                                      <p:cBhvr>
                                        <p:cTn id="142" dur="500"/>
                                        <p:tgtEl>
                                          <p:spTgt spid="287790"/>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287792"/>
                                        </p:tgtEl>
                                        <p:attrNameLst>
                                          <p:attrName>style.visibility</p:attrName>
                                        </p:attrNameLst>
                                      </p:cBhvr>
                                      <p:to>
                                        <p:strVal val="visible"/>
                                      </p:to>
                                    </p:set>
                                    <p:animEffect transition="in" filter="wipe(left)">
                                      <p:cBhvr>
                                        <p:cTn id="147" dur="2000"/>
                                        <p:tgtEl>
                                          <p:spTgt spid="28779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50"/>
                                        </p:tgtEl>
                                        <p:attrNameLst>
                                          <p:attrName>style.visibility</p:attrName>
                                        </p:attrNameLst>
                                      </p:cBhvr>
                                      <p:to>
                                        <p:strVal val="visible"/>
                                      </p:to>
                                    </p:set>
                                    <p:animEffect transition="in" filter="wipe(left)">
                                      <p:cBhvr>
                                        <p:cTn id="15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autoUpdateAnimBg="0"/>
      <p:bldP spid="287747" grpId="0" autoUpdateAnimBg="0"/>
      <p:bldP spid="287749" grpId="0" autoUpdateAnimBg="0"/>
      <p:bldP spid="287790" grpId="0" autoUpdateAnimBg="0"/>
      <p:bldP spid="287791" grpId="0" autoUpdateAnimBg="0"/>
      <p:bldP spid="287792" grpId="0" autoUpdateAnimBg="0"/>
      <p:bldP spid="50"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Text Box 2">
            <a:extLst>
              <a:ext uri="{FF2B5EF4-FFF2-40B4-BE49-F238E27FC236}">
                <a16:creationId xmlns:a16="http://schemas.microsoft.com/office/drawing/2014/main" id="{C6FF64FF-5EF6-9990-FA6C-666010E108BE}"/>
              </a:ext>
            </a:extLst>
          </p:cNvPr>
          <p:cNvSpPr txBox="1">
            <a:spLocks noChangeArrowheads="1"/>
          </p:cNvSpPr>
          <p:nvPr/>
        </p:nvSpPr>
        <p:spPr bwMode="auto">
          <a:xfrm>
            <a:off x="762000" y="1243013"/>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ea typeface="楷体_GB2312" pitchFamily="49" charset="-122"/>
              </a:rPr>
              <a:t>(4) </a:t>
            </a:r>
            <a:r>
              <a:rPr lang="zh-CN" altLang="en-US">
                <a:latin typeface="楷体_GB2312" pitchFamily="49" charset="-122"/>
                <a:ea typeface="楷体_GB2312" pitchFamily="49" charset="-122"/>
              </a:rPr>
              <a:t>铁磁材料的应用</a:t>
            </a:r>
          </a:p>
        </p:txBody>
      </p:sp>
      <p:grpSp>
        <p:nvGrpSpPr>
          <p:cNvPr id="2" name="Group 3">
            <a:extLst>
              <a:ext uri="{FF2B5EF4-FFF2-40B4-BE49-F238E27FC236}">
                <a16:creationId xmlns:a16="http://schemas.microsoft.com/office/drawing/2014/main" id="{212CE9C6-2845-564E-3CE3-6283E6CC7F43}"/>
              </a:ext>
            </a:extLst>
          </p:cNvPr>
          <p:cNvGrpSpPr>
            <a:grpSpLocks/>
          </p:cNvGrpSpPr>
          <p:nvPr/>
        </p:nvGrpSpPr>
        <p:grpSpPr bwMode="auto">
          <a:xfrm>
            <a:off x="1922463" y="2039938"/>
            <a:ext cx="1219200" cy="2209800"/>
            <a:chOff x="2943" y="302"/>
            <a:chExt cx="1410" cy="1610"/>
          </a:xfrm>
        </p:grpSpPr>
        <p:sp>
          <p:nvSpPr>
            <p:cNvPr id="19483" name="Freeform 4">
              <a:extLst>
                <a:ext uri="{FF2B5EF4-FFF2-40B4-BE49-F238E27FC236}">
                  <a16:creationId xmlns:a16="http://schemas.microsoft.com/office/drawing/2014/main" id="{D3B15C8F-67D3-BEA4-1EA7-33B82C0FF7EA}"/>
                </a:ext>
              </a:extLst>
            </p:cNvPr>
            <p:cNvSpPr>
              <a:spLocks/>
            </p:cNvSpPr>
            <p:nvPr/>
          </p:nvSpPr>
          <p:spPr bwMode="auto">
            <a:xfrm>
              <a:off x="3648" y="302"/>
              <a:ext cx="482" cy="802"/>
            </a:xfrm>
            <a:custGeom>
              <a:avLst/>
              <a:gdLst>
                <a:gd name="T0" fmla="*/ 0 w 1104"/>
                <a:gd name="T1" fmla="*/ 5 h 1152"/>
                <a:gd name="T2" fmla="*/ 0 w 1104"/>
                <a:gd name="T3" fmla="*/ 4 h 1152"/>
                <a:gd name="T4" fmla="*/ 0 w 1104"/>
                <a:gd name="T5" fmla="*/ 2 h 1152"/>
                <a:gd name="T6" fmla="*/ 0 w 1104"/>
                <a:gd name="T7" fmla="*/ 1 h 1152"/>
                <a:gd name="T8" fmla="*/ 0 w 1104"/>
                <a:gd name="T9" fmla="*/ 0 h 1152"/>
                <a:gd name="T10" fmla="*/ 0 60000 65536"/>
                <a:gd name="T11" fmla="*/ 0 60000 65536"/>
                <a:gd name="T12" fmla="*/ 0 60000 65536"/>
                <a:gd name="T13" fmla="*/ 0 60000 65536"/>
                <a:gd name="T14" fmla="*/ 0 60000 65536"/>
                <a:gd name="T15" fmla="*/ 0 w 1104"/>
                <a:gd name="T16" fmla="*/ 0 h 1152"/>
                <a:gd name="T17" fmla="*/ 1104 w 1104"/>
                <a:gd name="T18" fmla="*/ 1152 h 1152"/>
              </a:gdLst>
              <a:ahLst/>
              <a:cxnLst>
                <a:cxn ang="T10">
                  <a:pos x="T0" y="T1"/>
                </a:cxn>
                <a:cxn ang="T11">
                  <a:pos x="T2" y="T3"/>
                </a:cxn>
                <a:cxn ang="T12">
                  <a:pos x="T4" y="T5"/>
                </a:cxn>
                <a:cxn ang="T13">
                  <a:pos x="T6" y="T7"/>
                </a:cxn>
                <a:cxn ang="T14">
                  <a:pos x="T8" y="T9"/>
                </a:cxn>
              </a:cxnLst>
              <a:rect l="T15" t="T16" r="T17" b="T18"/>
              <a:pathLst>
                <a:path w="1104" h="1152">
                  <a:moveTo>
                    <a:pt x="0" y="1152"/>
                  </a:moveTo>
                  <a:cubicBezTo>
                    <a:pt x="80" y="1140"/>
                    <a:pt x="160" y="1128"/>
                    <a:pt x="240" y="1008"/>
                  </a:cubicBezTo>
                  <a:cubicBezTo>
                    <a:pt x="320" y="888"/>
                    <a:pt x="392" y="584"/>
                    <a:pt x="480" y="432"/>
                  </a:cubicBezTo>
                  <a:cubicBezTo>
                    <a:pt x="568" y="280"/>
                    <a:pt x="664" y="168"/>
                    <a:pt x="768" y="96"/>
                  </a:cubicBezTo>
                  <a:cubicBezTo>
                    <a:pt x="872" y="24"/>
                    <a:pt x="988" y="12"/>
                    <a:pt x="1104" y="0"/>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4" name="Freeform 5">
              <a:extLst>
                <a:ext uri="{FF2B5EF4-FFF2-40B4-BE49-F238E27FC236}">
                  <a16:creationId xmlns:a16="http://schemas.microsoft.com/office/drawing/2014/main" id="{904FD434-3FAC-3A7A-02AE-C89C563D6A5B}"/>
                </a:ext>
              </a:extLst>
            </p:cNvPr>
            <p:cNvSpPr>
              <a:spLocks/>
            </p:cNvSpPr>
            <p:nvPr/>
          </p:nvSpPr>
          <p:spPr bwMode="auto">
            <a:xfrm>
              <a:off x="3388" y="302"/>
              <a:ext cx="965" cy="802"/>
            </a:xfrm>
            <a:custGeom>
              <a:avLst/>
              <a:gdLst>
                <a:gd name="T0" fmla="*/ 46 w 1200"/>
                <a:gd name="T1" fmla="*/ 1 h 1160"/>
                <a:gd name="T2" fmla="*/ 33 w 1200"/>
                <a:gd name="T3" fmla="*/ 1 h 1160"/>
                <a:gd name="T4" fmla="*/ 20 w 1200"/>
                <a:gd name="T5" fmla="*/ 1 h 1160"/>
                <a:gd name="T6" fmla="*/ 13 w 1200"/>
                <a:gd name="T7" fmla="*/ 1 h 1160"/>
                <a:gd name="T8" fmla="*/ 5 w 1200"/>
                <a:gd name="T9" fmla="*/ 2 h 1160"/>
                <a:gd name="T10" fmla="*/ 2 w 1200"/>
                <a:gd name="T11" fmla="*/ 4 h 1160"/>
                <a:gd name="T12" fmla="*/ 0 w 1200"/>
                <a:gd name="T13" fmla="*/ 5 h 1160"/>
                <a:gd name="T14" fmla="*/ 0 60000 65536"/>
                <a:gd name="T15" fmla="*/ 0 60000 65536"/>
                <a:gd name="T16" fmla="*/ 0 60000 65536"/>
                <a:gd name="T17" fmla="*/ 0 60000 65536"/>
                <a:gd name="T18" fmla="*/ 0 60000 65536"/>
                <a:gd name="T19" fmla="*/ 0 60000 65536"/>
                <a:gd name="T20" fmla="*/ 0 60000 65536"/>
                <a:gd name="T21" fmla="*/ 0 w 1200"/>
                <a:gd name="T22" fmla="*/ 0 h 1160"/>
                <a:gd name="T23" fmla="*/ 1200 w 1200"/>
                <a:gd name="T24" fmla="*/ 1160 h 11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0" h="1160">
                  <a:moveTo>
                    <a:pt x="1200" y="8"/>
                  </a:moveTo>
                  <a:cubicBezTo>
                    <a:pt x="1088" y="4"/>
                    <a:pt x="976" y="0"/>
                    <a:pt x="864" y="8"/>
                  </a:cubicBezTo>
                  <a:cubicBezTo>
                    <a:pt x="752" y="16"/>
                    <a:pt x="616" y="24"/>
                    <a:pt x="528" y="56"/>
                  </a:cubicBezTo>
                  <a:cubicBezTo>
                    <a:pt x="440" y="88"/>
                    <a:pt x="400" y="120"/>
                    <a:pt x="336" y="200"/>
                  </a:cubicBezTo>
                  <a:cubicBezTo>
                    <a:pt x="272" y="280"/>
                    <a:pt x="192" y="416"/>
                    <a:pt x="144" y="536"/>
                  </a:cubicBezTo>
                  <a:cubicBezTo>
                    <a:pt x="96" y="656"/>
                    <a:pt x="72" y="816"/>
                    <a:pt x="48" y="920"/>
                  </a:cubicBezTo>
                  <a:cubicBezTo>
                    <a:pt x="24" y="1024"/>
                    <a:pt x="12" y="1092"/>
                    <a:pt x="0" y="1160"/>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5" name="Freeform 6">
              <a:extLst>
                <a:ext uri="{FF2B5EF4-FFF2-40B4-BE49-F238E27FC236}">
                  <a16:creationId xmlns:a16="http://schemas.microsoft.com/office/drawing/2014/main" id="{7A7E18F0-4E58-06AC-9BDE-ACAFC8BAE28A}"/>
                </a:ext>
              </a:extLst>
            </p:cNvPr>
            <p:cNvSpPr>
              <a:spLocks/>
            </p:cNvSpPr>
            <p:nvPr/>
          </p:nvSpPr>
          <p:spPr bwMode="auto">
            <a:xfrm>
              <a:off x="2943" y="1104"/>
              <a:ext cx="445" cy="803"/>
            </a:xfrm>
            <a:custGeom>
              <a:avLst/>
              <a:gdLst>
                <a:gd name="T0" fmla="*/ 12 w 576"/>
                <a:gd name="T1" fmla="*/ 0 h 1152"/>
                <a:gd name="T2" fmla="*/ 12 w 576"/>
                <a:gd name="T3" fmla="*/ 1 h 1152"/>
                <a:gd name="T4" fmla="*/ 10 w 576"/>
                <a:gd name="T5" fmla="*/ 2 h 1152"/>
                <a:gd name="T6" fmla="*/ 8 w 576"/>
                <a:gd name="T7" fmla="*/ 3 h 1152"/>
                <a:gd name="T8" fmla="*/ 4 w 576"/>
                <a:gd name="T9" fmla="*/ 5 h 1152"/>
                <a:gd name="T10" fmla="*/ 0 w 576"/>
                <a:gd name="T11" fmla="*/ 5 h 1152"/>
                <a:gd name="T12" fmla="*/ 0 60000 65536"/>
                <a:gd name="T13" fmla="*/ 0 60000 65536"/>
                <a:gd name="T14" fmla="*/ 0 60000 65536"/>
                <a:gd name="T15" fmla="*/ 0 60000 65536"/>
                <a:gd name="T16" fmla="*/ 0 60000 65536"/>
                <a:gd name="T17" fmla="*/ 0 60000 65536"/>
                <a:gd name="T18" fmla="*/ 0 w 576"/>
                <a:gd name="T19" fmla="*/ 0 h 1152"/>
                <a:gd name="T20" fmla="*/ 576 w 576"/>
                <a:gd name="T21" fmla="*/ 1152 h 1152"/>
              </a:gdLst>
              <a:ahLst/>
              <a:cxnLst>
                <a:cxn ang="T12">
                  <a:pos x="T0" y="T1"/>
                </a:cxn>
                <a:cxn ang="T13">
                  <a:pos x="T2" y="T3"/>
                </a:cxn>
                <a:cxn ang="T14">
                  <a:pos x="T4" y="T5"/>
                </a:cxn>
                <a:cxn ang="T15">
                  <a:pos x="T6" y="T7"/>
                </a:cxn>
                <a:cxn ang="T16">
                  <a:pos x="T8" y="T9"/>
                </a:cxn>
                <a:cxn ang="T17">
                  <a:pos x="T10" y="T11"/>
                </a:cxn>
              </a:cxnLst>
              <a:rect l="T18" t="T19" r="T20" b="T21"/>
              <a:pathLst>
                <a:path w="576" h="1152">
                  <a:moveTo>
                    <a:pt x="576" y="0"/>
                  </a:moveTo>
                  <a:cubicBezTo>
                    <a:pt x="560" y="72"/>
                    <a:pt x="544" y="144"/>
                    <a:pt x="528" y="240"/>
                  </a:cubicBezTo>
                  <a:cubicBezTo>
                    <a:pt x="512" y="336"/>
                    <a:pt x="504" y="480"/>
                    <a:pt x="480" y="576"/>
                  </a:cubicBezTo>
                  <a:cubicBezTo>
                    <a:pt x="456" y="672"/>
                    <a:pt x="432" y="736"/>
                    <a:pt x="384" y="816"/>
                  </a:cubicBezTo>
                  <a:cubicBezTo>
                    <a:pt x="336" y="896"/>
                    <a:pt x="256" y="1000"/>
                    <a:pt x="192" y="1056"/>
                  </a:cubicBezTo>
                  <a:cubicBezTo>
                    <a:pt x="128" y="1112"/>
                    <a:pt x="64" y="1132"/>
                    <a:pt x="0" y="1152"/>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6" name="Freeform 7">
              <a:extLst>
                <a:ext uri="{FF2B5EF4-FFF2-40B4-BE49-F238E27FC236}">
                  <a16:creationId xmlns:a16="http://schemas.microsoft.com/office/drawing/2014/main" id="{03F06594-86B5-0575-D51C-B78895A684E8}"/>
                </a:ext>
              </a:extLst>
            </p:cNvPr>
            <p:cNvSpPr>
              <a:spLocks/>
            </p:cNvSpPr>
            <p:nvPr/>
          </p:nvSpPr>
          <p:spPr bwMode="auto">
            <a:xfrm flipH="1" flipV="1">
              <a:off x="3907" y="302"/>
              <a:ext cx="446" cy="802"/>
            </a:xfrm>
            <a:custGeom>
              <a:avLst/>
              <a:gdLst>
                <a:gd name="T0" fmla="*/ 12 w 576"/>
                <a:gd name="T1" fmla="*/ 0 h 1152"/>
                <a:gd name="T2" fmla="*/ 12 w 576"/>
                <a:gd name="T3" fmla="*/ 1 h 1152"/>
                <a:gd name="T4" fmla="*/ 10 w 576"/>
                <a:gd name="T5" fmla="*/ 2 h 1152"/>
                <a:gd name="T6" fmla="*/ 9 w 576"/>
                <a:gd name="T7" fmla="*/ 3 h 1152"/>
                <a:gd name="T8" fmla="*/ 4 w 576"/>
                <a:gd name="T9" fmla="*/ 4 h 1152"/>
                <a:gd name="T10" fmla="*/ 0 w 576"/>
                <a:gd name="T11" fmla="*/ 5 h 1152"/>
                <a:gd name="T12" fmla="*/ 0 60000 65536"/>
                <a:gd name="T13" fmla="*/ 0 60000 65536"/>
                <a:gd name="T14" fmla="*/ 0 60000 65536"/>
                <a:gd name="T15" fmla="*/ 0 60000 65536"/>
                <a:gd name="T16" fmla="*/ 0 60000 65536"/>
                <a:gd name="T17" fmla="*/ 0 60000 65536"/>
                <a:gd name="T18" fmla="*/ 0 w 576"/>
                <a:gd name="T19" fmla="*/ 0 h 1152"/>
                <a:gd name="T20" fmla="*/ 576 w 576"/>
                <a:gd name="T21" fmla="*/ 1152 h 1152"/>
              </a:gdLst>
              <a:ahLst/>
              <a:cxnLst>
                <a:cxn ang="T12">
                  <a:pos x="T0" y="T1"/>
                </a:cxn>
                <a:cxn ang="T13">
                  <a:pos x="T2" y="T3"/>
                </a:cxn>
                <a:cxn ang="T14">
                  <a:pos x="T4" y="T5"/>
                </a:cxn>
                <a:cxn ang="T15">
                  <a:pos x="T6" y="T7"/>
                </a:cxn>
                <a:cxn ang="T16">
                  <a:pos x="T8" y="T9"/>
                </a:cxn>
                <a:cxn ang="T17">
                  <a:pos x="T10" y="T11"/>
                </a:cxn>
              </a:cxnLst>
              <a:rect l="T18" t="T19" r="T20" b="T21"/>
              <a:pathLst>
                <a:path w="576" h="1152">
                  <a:moveTo>
                    <a:pt x="576" y="0"/>
                  </a:moveTo>
                  <a:cubicBezTo>
                    <a:pt x="560" y="72"/>
                    <a:pt x="544" y="144"/>
                    <a:pt x="528" y="240"/>
                  </a:cubicBezTo>
                  <a:cubicBezTo>
                    <a:pt x="512" y="336"/>
                    <a:pt x="504" y="480"/>
                    <a:pt x="480" y="576"/>
                  </a:cubicBezTo>
                  <a:cubicBezTo>
                    <a:pt x="456" y="672"/>
                    <a:pt x="432" y="736"/>
                    <a:pt x="384" y="816"/>
                  </a:cubicBezTo>
                  <a:cubicBezTo>
                    <a:pt x="336" y="896"/>
                    <a:pt x="256" y="1000"/>
                    <a:pt x="192" y="1056"/>
                  </a:cubicBezTo>
                  <a:cubicBezTo>
                    <a:pt x="128" y="1112"/>
                    <a:pt x="64" y="1132"/>
                    <a:pt x="0" y="1152"/>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7" name="Freeform 8">
              <a:extLst>
                <a:ext uri="{FF2B5EF4-FFF2-40B4-BE49-F238E27FC236}">
                  <a16:creationId xmlns:a16="http://schemas.microsoft.com/office/drawing/2014/main" id="{EFC68864-0756-DD03-CECB-30624410D671}"/>
                </a:ext>
              </a:extLst>
            </p:cNvPr>
            <p:cNvSpPr>
              <a:spLocks/>
            </p:cNvSpPr>
            <p:nvPr/>
          </p:nvSpPr>
          <p:spPr bwMode="auto">
            <a:xfrm flipH="1" flipV="1">
              <a:off x="2943" y="1104"/>
              <a:ext cx="964" cy="808"/>
            </a:xfrm>
            <a:custGeom>
              <a:avLst/>
              <a:gdLst>
                <a:gd name="T0" fmla="*/ 45 w 1200"/>
                <a:gd name="T1" fmla="*/ 1 h 1160"/>
                <a:gd name="T2" fmla="*/ 32 w 1200"/>
                <a:gd name="T3" fmla="*/ 1 h 1160"/>
                <a:gd name="T4" fmla="*/ 20 w 1200"/>
                <a:gd name="T5" fmla="*/ 1 h 1160"/>
                <a:gd name="T6" fmla="*/ 13 w 1200"/>
                <a:gd name="T7" fmla="*/ 1 h 1160"/>
                <a:gd name="T8" fmla="*/ 5 w 1200"/>
                <a:gd name="T9" fmla="*/ 2 h 1160"/>
                <a:gd name="T10" fmla="*/ 2 w 1200"/>
                <a:gd name="T11" fmla="*/ 4 h 1160"/>
                <a:gd name="T12" fmla="*/ 0 w 1200"/>
                <a:gd name="T13" fmla="*/ 5 h 1160"/>
                <a:gd name="T14" fmla="*/ 0 60000 65536"/>
                <a:gd name="T15" fmla="*/ 0 60000 65536"/>
                <a:gd name="T16" fmla="*/ 0 60000 65536"/>
                <a:gd name="T17" fmla="*/ 0 60000 65536"/>
                <a:gd name="T18" fmla="*/ 0 60000 65536"/>
                <a:gd name="T19" fmla="*/ 0 60000 65536"/>
                <a:gd name="T20" fmla="*/ 0 60000 65536"/>
                <a:gd name="T21" fmla="*/ 0 w 1200"/>
                <a:gd name="T22" fmla="*/ 0 h 1160"/>
                <a:gd name="T23" fmla="*/ 1200 w 1200"/>
                <a:gd name="T24" fmla="*/ 1160 h 11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0" h="1160">
                  <a:moveTo>
                    <a:pt x="1200" y="8"/>
                  </a:moveTo>
                  <a:cubicBezTo>
                    <a:pt x="1088" y="4"/>
                    <a:pt x="976" y="0"/>
                    <a:pt x="864" y="8"/>
                  </a:cubicBezTo>
                  <a:cubicBezTo>
                    <a:pt x="752" y="16"/>
                    <a:pt x="616" y="24"/>
                    <a:pt x="528" y="56"/>
                  </a:cubicBezTo>
                  <a:cubicBezTo>
                    <a:pt x="440" y="88"/>
                    <a:pt x="400" y="120"/>
                    <a:pt x="336" y="200"/>
                  </a:cubicBezTo>
                  <a:cubicBezTo>
                    <a:pt x="272" y="280"/>
                    <a:pt x="192" y="416"/>
                    <a:pt x="144" y="536"/>
                  </a:cubicBezTo>
                  <a:cubicBezTo>
                    <a:pt x="96" y="656"/>
                    <a:pt x="72" y="816"/>
                    <a:pt x="48" y="920"/>
                  </a:cubicBezTo>
                  <a:cubicBezTo>
                    <a:pt x="24" y="1024"/>
                    <a:pt x="12" y="1092"/>
                    <a:pt x="0" y="1160"/>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8" name="Line 9">
              <a:extLst>
                <a:ext uri="{FF2B5EF4-FFF2-40B4-BE49-F238E27FC236}">
                  <a16:creationId xmlns:a16="http://schemas.microsoft.com/office/drawing/2014/main" id="{042DA7EA-2FDF-B3EE-F866-30B0E30A6852}"/>
                </a:ext>
              </a:extLst>
            </p:cNvPr>
            <p:cNvSpPr>
              <a:spLocks noChangeShapeType="1"/>
            </p:cNvSpPr>
            <p:nvPr/>
          </p:nvSpPr>
          <p:spPr bwMode="auto">
            <a:xfrm>
              <a:off x="4130" y="302"/>
              <a:ext cx="223" cy="0"/>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0">
            <a:extLst>
              <a:ext uri="{FF2B5EF4-FFF2-40B4-BE49-F238E27FC236}">
                <a16:creationId xmlns:a16="http://schemas.microsoft.com/office/drawing/2014/main" id="{777F25AE-A47F-F27D-C57B-25492922BC80}"/>
              </a:ext>
            </a:extLst>
          </p:cNvPr>
          <p:cNvGrpSpPr>
            <a:grpSpLocks/>
          </p:cNvGrpSpPr>
          <p:nvPr/>
        </p:nvGrpSpPr>
        <p:grpSpPr bwMode="auto">
          <a:xfrm>
            <a:off x="1354138" y="1839913"/>
            <a:ext cx="2790825" cy="2573337"/>
            <a:chOff x="413" y="1440"/>
            <a:chExt cx="1758" cy="1750"/>
          </a:xfrm>
        </p:grpSpPr>
        <p:graphicFrame>
          <p:nvGraphicFramePr>
            <p:cNvPr id="19477" name="Object 5">
              <a:extLst>
                <a:ext uri="{FF2B5EF4-FFF2-40B4-BE49-F238E27FC236}">
                  <a16:creationId xmlns:a16="http://schemas.microsoft.com/office/drawing/2014/main" id="{D44C66F0-B215-1B66-4346-1C1AF07F3B63}"/>
                </a:ext>
              </a:extLst>
            </p:cNvPr>
            <p:cNvGraphicFramePr>
              <a:graphicFrameLocks noChangeAspect="1"/>
            </p:cNvGraphicFramePr>
            <p:nvPr/>
          </p:nvGraphicFramePr>
          <p:xfrm>
            <a:off x="908" y="1440"/>
            <a:ext cx="240" cy="212"/>
          </p:xfrm>
          <a:graphic>
            <a:graphicData uri="http://schemas.openxmlformats.org/presentationml/2006/ole">
              <mc:AlternateContent xmlns:mc="http://schemas.openxmlformats.org/markup-compatibility/2006">
                <mc:Choice xmlns:v="urn:schemas-microsoft-com:vml" Requires="v">
                  <p:oleObj name="Equation" r:id="rId2" imgW="121920" imgH="137160" progId="Equation.3">
                    <p:embed/>
                  </p:oleObj>
                </mc:Choice>
                <mc:Fallback>
                  <p:oleObj name="Equation" r:id="rId2" imgW="121920" imgH="137160" progId="Equation.3">
                    <p:embed/>
                    <p:pic>
                      <p:nvPicPr>
                        <p:cNvPr id="19477" name="Object 5">
                          <a:extLst>
                            <a:ext uri="{FF2B5EF4-FFF2-40B4-BE49-F238E27FC236}">
                              <a16:creationId xmlns:a16="http://schemas.microsoft.com/office/drawing/2014/main" id="{D44C66F0-B215-1B66-4346-1C1AF07F3B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 y="1440"/>
                          <a:ext cx="2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8" name="Object 6">
              <a:extLst>
                <a:ext uri="{FF2B5EF4-FFF2-40B4-BE49-F238E27FC236}">
                  <a16:creationId xmlns:a16="http://schemas.microsoft.com/office/drawing/2014/main" id="{0885B5FC-FCFD-D641-91FD-227806A69A38}"/>
                </a:ext>
              </a:extLst>
            </p:cNvPr>
            <p:cNvGraphicFramePr>
              <a:graphicFrameLocks noChangeAspect="1"/>
            </p:cNvGraphicFramePr>
            <p:nvPr/>
          </p:nvGraphicFramePr>
          <p:xfrm>
            <a:off x="1979" y="2082"/>
            <a:ext cx="192" cy="192"/>
          </p:xfrm>
          <a:graphic>
            <a:graphicData uri="http://schemas.openxmlformats.org/presentationml/2006/ole">
              <mc:AlternateContent xmlns:mc="http://schemas.openxmlformats.org/markup-compatibility/2006">
                <mc:Choice xmlns:v="urn:schemas-microsoft-com:vml" Requires="v">
                  <p:oleObj name="Equation" r:id="rId4" imgW="144811" imgH="137160" progId="Equation.3">
                    <p:embed/>
                  </p:oleObj>
                </mc:Choice>
                <mc:Fallback>
                  <p:oleObj name="Equation" r:id="rId4" imgW="144811" imgH="137160" progId="Equation.3">
                    <p:embed/>
                    <p:pic>
                      <p:nvPicPr>
                        <p:cNvPr id="19478" name="Object 6">
                          <a:extLst>
                            <a:ext uri="{FF2B5EF4-FFF2-40B4-BE49-F238E27FC236}">
                              <a16:creationId xmlns:a16="http://schemas.microsoft.com/office/drawing/2014/main" id="{0885B5FC-FCFD-D641-91FD-227806A69A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 y="2082"/>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9" name="Object 7">
              <a:extLst>
                <a:ext uri="{FF2B5EF4-FFF2-40B4-BE49-F238E27FC236}">
                  <a16:creationId xmlns:a16="http://schemas.microsoft.com/office/drawing/2014/main" id="{84641B71-04A2-DDD2-FD8D-27E186CB9A0F}"/>
                </a:ext>
              </a:extLst>
            </p:cNvPr>
            <p:cNvGraphicFramePr>
              <a:graphicFrameLocks noChangeAspect="1"/>
            </p:cNvGraphicFramePr>
            <p:nvPr/>
          </p:nvGraphicFramePr>
          <p:xfrm>
            <a:off x="997" y="2315"/>
            <a:ext cx="143" cy="240"/>
          </p:xfrm>
          <a:graphic>
            <a:graphicData uri="http://schemas.openxmlformats.org/presentationml/2006/ole">
              <mc:AlternateContent xmlns:mc="http://schemas.openxmlformats.org/markup-compatibility/2006">
                <mc:Choice xmlns:v="urn:schemas-microsoft-com:vml" Requires="v">
                  <p:oleObj name="Equation" r:id="rId6" imgW="99029" imgH="106735" progId="Equation.3">
                    <p:embed/>
                  </p:oleObj>
                </mc:Choice>
                <mc:Fallback>
                  <p:oleObj name="Equation" r:id="rId6" imgW="99029" imgH="106735" progId="Equation.3">
                    <p:embed/>
                    <p:pic>
                      <p:nvPicPr>
                        <p:cNvPr id="19479" name="Object 7">
                          <a:extLst>
                            <a:ext uri="{FF2B5EF4-FFF2-40B4-BE49-F238E27FC236}">
                              <a16:creationId xmlns:a16="http://schemas.microsoft.com/office/drawing/2014/main" id="{84641B71-04A2-DDD2-FD8D-27E186CB9A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7" y="2315"/>
                          <a:ext cx="14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480" name="Group 14">
              <a:extLst>
                <a:ext uri="{FF2B5EF4-FFF2-40B4-BE49-F238E27FC236}">
                  <a16:creationId xmlns:a16="http://schemas.microsoft.com/office/drawing/2014/main" id="{5C79BC42-0B19-A916-0974-3781E9ADEA09}"/>
                </a:ext>
              </a:extLst>
            </p:cNvPr>
            <p:cNvGrpSpPr>
              <a:grpSpLocks/>
            </p:cNvGrpSpPr>
            <p:nvPr/>
          </p:nvGrpSpPr>
          <p:grpSpPr bwMode="auto">
            <a:xfrm>
              <a:off x="413" y="1496"/>
              <a:ext cx="1584" cy="1694"/>
              <a:chOff x="336" y="1474"/>
              <a:chExt cx="1728" cy="2016"/>
            </a:xfrm>
          </p:grpSpPr>
          <p:sp>
            <p:nvSpPr>
              <p:cNvPr id="19481" name="Line 15">
                <a:extLst>
                  <a:ext uri="{FF2B5EF4-FFF2-40B4-BE49-F238E27FC236}">
                    <a16:creationId xmlns:a16="http://schemas.microsoft.com/office/drawing/2014/main" id="{EE39493A-65ED-5A89-6F01-B126B5730F7A}"/>
                  </a:ext>
                </a:extLst>
              </p:cNvPr>
              <p:cNvSpPr>
                <a:spLocks noChangeShapeType="1"/>
              </p:cNvSpPr>
              <p:nvPr/>
            </p:nvSpPr>
            <p:spPr bwMode="auto">
              <a:xfrm flipV="1">
                <a:off x="1152" y="1474"/>
                <a:ext cx="0" cy="2016"/>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2" name="Line 16">
                <a:extLst>
                  <a:ext uri="{FF2B5EF4-FFF2-40B4-BE49-F238E27FC236}">
                    <a16:creationId xmlns:a16="http://schemas.microsoft.com/office/drawing/2014/main" id="{28F66BFB-225E-4E70-6A9E-4642264B7F11}"/>
                  </a:ext>
                </a:extLst>
              </p:cNvPr>
              <p:cNvSpPr>
                <a:spLocks noChangeShapeType="1"/>
              </p:cNvSpPr>
              <p:nvPr/>
            </p:nvSpPr>
            <p:spPr bwMode="auto">
              <a:xfrm>
                <a:off x="336" y="2434"/>
                <a:ext cx="172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286737" name="Object 2">
            <a:extLst>
              <a:ext uri="{FF2B5EF4-FFF2-40B4-BE49-F238E27FC236}">
                <a16:creationId xmlns:a16="http://schemas.microsoft.com/office/drawing/2014/main" id="{9F13324C-0742-169A-B125-D349A210C7A8}"/>
              </a:ext>
            </a:extLst>
          </p:cNvPr>
          <p:cNvGraphicFramePr>
            <a:graphicFrameLocks noChangeAspect="1"/>
          </p:cNvGraphicFramePr>
          <p:nvPr/>
        </p:nvGraphicFramePr>
        <p:xfrm>
          <a:off x="6205538" y="1828800"/>
          <a:ext cx="381000" cy="336550"/>
        </p:xfrm>
        <a:graphic>
          <a:graphicData uri="http://schemas.openxmlformats.org/presentationml/2006/ole">
            <mc:AlternateContent xmlns:mc="http://schemas.openxmlformats.org/markup-compatibility/2006">
              <mc:Choice xmlns:v="urn:schemas-microsoft-com:vml" Requires="v">
                <p:oleObj name="Equation" r:id="rId2" imgW="121920" imgH="137160" progId="Equation.3">
                  <p:embed/>
                </p:oleObj>
              </mc:Choice>
              <mc:Fallback>
                <p:oleObj name="Equation" r:id="rId2" imgW="121920" imgH="137160" progId="Equation.3">
                  <p:embed/>
                  <p:pic>
                    <p:nvPicPr>
                      <p:cNvPr id="286737" name="Object 2">
                        <a:extLst>
                          <a:ext uri="{FF2B5EF4-FFF2-40B4-BE49-F238E27FC236}">
                            <a16:creationId xmlns:a16="http://schemas.microsoft.com/office/drawing/2014/main" id="{9F13324C-0742-169A-B125-D349A210C7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05538" y="1828800"/>
                        <a:ext cx="3810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38" name="Object 3">
            <a:extLst>
              <a:ext uri="{FF2B5EF4-FFF2-40B4-BE49-F238E27FC236}">
                <a16:creationId xmlns:a16="http://schemas.microsoft.com/office/drawing/2014/main" id="{21B2DC34-D2D4-7D33-365D-B76C6A5BF34E}"/>
              </a:ext>
            </a:extLst>
          </p:cNvPr>
          <p:cNvGraphicFramePr>
            <a:graphicFrameLocks noChangeAspect="1"/>
          </p:cNvGraphicFramePr>
          <p:nvPr/>
        </p:nvGraphicFramePr>
        <p:xfrm>
          <a:off x="7881938" y="3200400"/>
          <a:ext cx="304800" cy="304800"/>
        </p:xfrm>
        <a:graphic>
          <a:graphicData uri="http://schemas.openxmlformats.org/presentationml/2006/ole">
            <mc:AlternateContent xmlns:mc="http://schemas.openxmlformats.org/markup-compatibility/2006">
              <mc:Choice xmlns:v="urn:schemas-microsoft-com:vml" Requires="v">
                <p:oleObj name="Equation" r:id="rId4" imgW="144811" imgH="137160" progId="Equation.3">
                  <p:embed/>
                </p:oleObj>
              </mc:Choice>
              <mc:Fallback>
                <p:oleObj name="Equation" r:id="rId4" imgW="144811" imgH="137160" progId="Equation.3">
                  <p:embed/>
                  <p:pic>
                    <p:nvPicPr>
                      <p:cNvPr id="286738" name="Object 3">
                        <a:extLst>
                          <a:ext uri="{FF2B5EF4-FFF2-40B4-BE49-F238E27FC236}">
                            <a16:creationId xmlns:a16="http://schemas.microsoft.com/office/drawing/2014/main" id="{21B2DC34-D2D4-7D33-365D-B76C6A5BF34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81938" y="3200400"/>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39" name="Object 4">
            <a:extLst>
              <a:ext uri="{FF2B5EF4-FFF2-40B4-BE49-F238E27FC236}">
                <a16:creationId xmlns:a16="http://schemas.microsoft.com/office/drawing/2014/main" id="{7A0C04FB-2B88-B00D-45CE-E96378A1288E}"/>
              </a:ext>
            </a:extLst>
          </p:cNvPr>
          <p:cNvGraphicFramePr>
            <a:graphicFrameLocks/>
          </p:cNvGraphicFramePr>
          <p:nvPr/>
        </p:nvGraphicFramePr>
        <p:xfrm>
          <a:off x="6324600" y="3179763"/>
          <a:ext cx="228600" cy="306387"/>
        </p:xfrm>
        <a:graphic>
          <a:graphicData uri="http://schemas.openxmlformats.org/presentationml/2006/ole">
            <mc:AlternateContent xmlns:mc="http://schemas.openxmlformats.org/markup-compatibility/2006">
              <mc:Choice xmlns:v="urn:schemas-microsoft-com:vml" Requires="v">
                <p:oleObj name="Equation" r:id="rId10" imgW="183129" imgH="198009" progId="Equation.3">
                  <p:embed/>
                </p:oleObj>
              </mc:Choice>
              <mc:Fallback>
                <p:oleObj name="Equation" r:id="rId10" imgW="183129" imgH="198009" progId="Equation.3">
                  <p:embed/>
                  <p:pic>
                    <p:nvPicPr>
                      <p:cNvPr id="286739" name="Object 4">
                        <a:extLst>
                          <a:ext uri="{FF2B5EF4-FFF2-40B4-BE49-F238E27FC236}">
                            <a16:creationId xmlns:a16="http://schemas.microsoft.com/office/drawing/2014/main" id="{7A0C04FB-2B88-B00D-45CE-E96378A1288E}"/>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24600" y="3179763"/>
                        <a:ext cx="228600"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20">
            <a:extLst>
              <a:ext uri="{FF2B5EF4-FFF2-40B4-BE49-F238E27FC236}">
                <a16:creationId xmlns:a16="http://schemas.microsoft.com/office/drawing/2014/main" id="{346C652D-EE85-F4A7-FB7F-AC3FCE23CBD7}"/>
              </a:ext>
            </a:extLst>
          </p:cNvPr>
          <p:cNvGrpSpPr>
            <a:grpSpLocks/>
          </p:cNvGrpSpPr>
          <p:nvPr/>
        </p:nvGrpSpPr>
        <p:grpSpPr bwMode="auto">
          <a:xfrm>
            <a:off x="5443538" y="1828800"/>
            <a:ext cx="2667000" cy="2590800"/>
            <a:chOff x="2880" y="1444"/>
            <a:chExt cx="1920" cy="2016"/>
          </a:xfrm>
        </p:grpSpPr>
        <p:sp>
          <p:nvSpPr>
            <p:cNvPr id="19475" name="Line 21">
              <a:extLst>
                <a:ext uri="{FF2B5EF4-FFF2-40B4-BE49-F238E27FC236}">
                  <a16:creationId xmlns:a16="http://schemas.microsoft.com/office/drawing/2014/main" id="{7E7405BD-95C2-61BC-8775-7A7DC9BA5F9E}"/>
                </a:ext>
              </a:extLst>
            </p:cNvPr>
            <p:cNvSpPr>
              <a:spLocks noChangeShapeType="1"/>
            </p:cNvSpPr>
            <p:nvPr/>
          </p:nvSpPr>
          <p:spPr bwMode="auto">
            <a:xfrm flipV="1">
              <a:off x="3744" y="1444"/>
              <a:ext cx="0" cy="2016"/>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476" name="Line 22">
              <a:extLst>
                <a:ext uri="{FF2B5EF4-FFF2-40B4-BE49-F238E27FC236}">
                  <a16:creationId xmlns:a16="http://schemas.microsoft.com/office/drawing/2014/main" id="{843B79C9-A602-BB73-D623-3508309026DC}"/>
                </a:ext>
              </a:extLst>
            </p:cNvPr>
            <p:cNvSpPr>
              <a:spLocks noChangeShapeType="1"/>
            </p:cNvSpPr>
            <p:nvPr/>
          </p:nvSpPr>
          <p:spPr bwMode="auto">
            <a:xfrm>
              <a:off x="2880" y="2448"/>
              <a:ext cx="1920" cy="0"/>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286743" name="Freeform 23">
            <a:extLst>
              <a:ext uri="{FF2B5EF4-FFF2-40B4-BE49-F238E27FC236}">
                <a16:creationId xmlns:a16="http://schemas.microsoft.com/office/drawing/2014/main" id="{357F7FF7-4AB6-A3D9-8CB0-124431DEC326}"/>
              </a:ext>
            </a:extLst>
          </p:cNvPr>
          <p:cNvSpPr>
            <a:spLocks/>
          </p:cNvSpPr>
          <p:nvPr/>
        </p:nvSpPr>
        <p:spPr bwMode="auto">
          <a:xfrm>
            <a:off x="5637213" y="2203450"/>
            <a:ext cx="1863725" cy="1911350"/>
          </a:xfrm>
          <a:custGeom>
            <a:avLst/>
            <a:gdLst>
              <a:gd name="T0" fmla="*/ 2147483646 w 1496"/>
              <a:gd name="T1" fmla="*/ 2147483646 h 1712"/>
              <a:gd name="T2" fmla="*/ 2147483646 w 1496"/>
              <a:gd name="T3" fmla="*/ 2147483646 h 1712"/>
              <a:gd name="T4" fmla="*/ 2147483646 w 1496"/>
              <a:gd name="T5" fmla="*/ 2147483646 h 1712"/>
              <a:gd name="T6" fmla="*/ 2147483646 w 1496"/>
              <a:gd name="T7" fmla="*/ 2147483646 h 1712"/>
              <a:gd name="T8" fmla="*/ 2147483646 w 1496"/>
              <a:gd name="T9" fmla="*/ 2147483646 h 1712"/>
              <a:gd name="T10" fmla="*/ 2147483646 w 1496"/>
              <a:gd name="T11" fmla="*/ 2147483646 h 1712"/>
              <a:gd name="T12" fmla="*/ 2147483646 w 1496"/>
              <a:gd name="T13" fmla="*/ 2147483646 h 1712"/>
              <a:gd name="T14" fmla="*/ 2147483646 w 1496"/>
              <a:gd name="T15" fmla="*/ 2147483646 h 1712"/>
              <a:gd name="T16" fmla="*/ 2147483646 w 1496"/>
              <a:gd name="T17" fmla="*/ 2147483646 h 1712"/>
              <a:gd name="T18" fmla="*/ 2147483646 w 1496"/>
              <a:gd name="T19" fmla="*/ 2147483646 h 1712"/>
              <a:gd name="T20" fmla="*/ 2147483646 w 1496"/>
              <a:gd name="T21" fmla="*/ 2147483646 h 1712"/>
              <a:gd name="T22" fmla="*/ 2147483646 w 1496"/>
              <a:gd name="T23" fmla="*/ 2147483646 h 1712"/>
              <a:gd name="T24" fmla="*/ 2147483646 w 1496"/>
              <a:gd name="T25" fmla="*/ 2147483646 h 1712"/>
              <a:gd name="T26" fmla="*/ 2147483646 w 1496"/>
              <a:gd name="T27" fmla="*/ 2147483646 h 1712"/>
              <a:gd name="T28" fmla="*/ 2147483646 w 1496"/>
              <a:gd name="T29" fmla="*/ 2147483646 h 1712"/>
              <a:gd name="T30" fmla="*/ 2147483646 w 1496"/>
              <a:gd name="T31" fmla="*/ 2147483646 h 1712"/>
              <a:gd name="T32" fmla="*/ 2147483646 w 1496"/>
              <a:gd name="T33" fmla="*/ 2147483646 h 1712"/>
              <a:gd name="T34" fmla="*/ 2147483646 w 1496"/>
              <a:gd name="T35" fmla="*/ 2147483646 h 1712"/>
              <a:gd name="T36" fmla="*/ 2147483646 w 1496"/>
              <a:gd name="T37" fmla="*/ 2147483646 h 1712"/>
              <a:gd name="T38" fmla="*/ 2147483646 w 1496"/>
              <a:gd name="T39" fmla="*/ 2147483646 h 1712"/>
              <a:gd name="T40" fmla="*/ 2147483646 w 1496"/>
              <a:gd name="T41" fmla="*/ 2147483646 h 1712"/>
              <a:gd name="T42" fmla="*/ 2147483646 w 1496"/>
              <a:gd name="T43" fmla="*/ 2147483646 h 17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96"/>
              <a:gd name="T67" fmla="*/ 0 h 1712"/>
              <a:gd name="T68" fmla="*/ 1496 w 1496"/>
              <a:gd name="T69" fmla="*/ 1712 h 171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96" h="1712">
                <a:moveTo>
                  <a:pt x="776" y="840"/>
                </a:moveTo>
                <a:cubicBezTo>
                  <a:pt x="788" y="848"/>
                  <a:pt x="800" y="856"/>
                  <a:pt x="824" y="840"/>
                </a:cubicBezTo>
                <a:cubicBezTo>
                  <a:pt x="848" y="824"/>
                  <a:pt x="880" y="824"/>
                  <a:pt x="920" y="744"/>
                </a:cubicBezTo>
                <a:cubicBezTo>
                  <a:pt x="960" y="664"/>
                  <a:pt x="1024" y="456"/>
                  <a:pt x="1064" y="360"/>
                </a:cubicBezTo>
                <a:cubicBezTo>
                  <a:pt x="1104" y="264"/>
                  <a:pt x="1104" y="224"/>
                  <a:pt x="1160" y="168"/>
                </a:cubicBezTo>
                <a:cubicBezTo>
                  <a:pt x="1216" y="112"/>
                  <a:pt x="1352" y="48"/>
                  <a:pt x="1400" y="24"/>
                </a:cubicBezTo>
                <a:cubicBezTo>
                  <a:pt x="1448" y="0"/>
                  <a:pt x="1496" y="24"/>
                  <a:pt x="1448" y="24"/>
                </a:cubicBezTo>
                <a:cubicBezTo>
                  <a:pt x="1400" y="24"/>
                  <a:pt x="1224" y="16"/>
                  <a:pt x="1112" y="24"/>
                </a:cubicBezTo>
                <a:cubicBezTo>
                  <a:pt x="1000" y="32"/>
                  <a:pt x="872" y="24"/>
                  <a:pt x="776" y="72"/>
                </a:cubicBezTo>
                <a:cubicBezTo>
                  <a:pt x="680" y="120"/>
                  <a:pt x="592" y="192"/>
                  <a:pt x="536" y="312"/>
                </a:cubicBezTo>
                <a:cubicBezTo>
                  <a:pt x="480" y="432"/>
                  <a:pt x="472" y="616"/>
                  <a:pt x="440" y="792"/>
                </a:cubicBezTo>
                <a:cubicBezTo>
                  <a:pt x="408" y="968"/>
                  <a:pt x="392" y="1224"/>
                  <a:pt x="344" y="1368"/>
                </a:cubicBezTo>
                <a:cubicBezTo>
                  <a:pt x="296" y="1512"/>
                  <a:pt x="200" y="1600"/>
                  <a:pt x="152" y="1656"/>
                </a:cubicBezTo>
                <a:cubicBezTo>
                  <a:pt x="104" y="1712"/>
                  <a:pt x="0" y="1696"/>
                  <a:pt x="56" y="1704"/>
                </a:cubicBezTo>
                <a:cubicBezTo>
                  <a:pt x="112" y="1712"/>
                  <a:pt x="368" y="1712"/>
                  <a:pt x="488" y="1704"/>
                </a:cubicBezTo>
                <a:cubicBezTo>
                  <a:pt x="608" y="1696"/>
                  <a:pt x="688" y="1688"/>
                  <a:pt x="776" y="1656"/>
                </a:cubicBezTo>
                <a:cubicBezTo>
                  <a:pt x="864" y="1624"/>
                  <a:pt x="952" y="1568"/>
                  <a:pt x="1016" y="1512"/>
                </a:cubicBezTo>
                <a:cubicBezTo>
                  <a:pt x="1080" y="1456"/>
                  <a:pt x="1120" y="1440"/>
                  <a:pt x="1160" y="1320"/>
                </a:cubicBezTo>
                <a:cubicBezTo>
                  <a:pt x="1200" y="1200"/>
                  <a:pt x="1232" y="944"/>
                  <a:pt x="1256" y="792"/>
                </a:cubicBezTo>
                <a:cubicBezTo>
                  <a:pt x="1280" y="640"/>
                  <a:pt x="1280" y="520"/>
                  <a:pt x="1304" y="408"/>
                </a:cubicBezTo>
                <a:cubicBezTo>
                  <a:pt x="1328" y="296"/>
                  <a:pt x="1368" y="184"/>
                  <a:pt x="1400" y="120"/>
                </a:cubicBezTo>
                <a:cubicBezTo>
                  <a:pt x="1432" y="56"/>
                  <a:pt x="1464" y="40"/>
                  <a:pt x="1496" y="24"/>
                </a:cubicBezTo>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744" name="Rectangle 24">
            <a:extLst>
              <a:ext uri="{FF2B5EF4-FFF2-40B4-BE49-F238E27FC236}">
                <a16:creationId xmlns:a16="http://schemas.microsoft.com/office/drawing/2014/main" id="{1A931F4A-3841-FEA3-5E1E-A708A040EC3F}"/>
              </a:ext>
            </a:extLst>
          </p:cNvPr>
          <p:cNvSpPr>
            <a:spLocks noChangeArrowheads="1"/>
          </p:cNvSpPr>
          <p:nvPr/>
        </p:nvSpPr>
        <p:spPr bwMode="auto">
          <a:xfrm>
            <a:off x="2897188" y="4678363"/>
            <a:ext cx="13700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i="1">
                <a:solidFill>
                  <a:srgbClr val="66FFFF"/>
                </a:solidFill>
              </a:rPr>
              <a:t>H</a:t>
            </a:r>
            <a:r>
              <a:rPr lang="en-US" altLang="zh-CN" baseline="-25000">
                <a:solidFill>
                  <a:srgbClr val="66FFFF"/>
                </a:solidFill>
              </a:rPr>
              <a:t>C</a:t>
            </a:r>
            <a:r>
              <a:rPr lang="en-US" altLang="zh-CN" baseline="-25000"/>
              <a:t> </a:t>
            </a:r>
            <a:r>
              <a:rPr lang="zh-CN" altLang="en-US">
                <a:latin typeface="楷体_GB2312" pitchFamily="49" charset="-122"/>
                <a:ea typeface="楷体_GB2312" pitchFamily="49" charset="-122"/>
              </a:rPr>
              <a:t>较小</a:t>
            </a:r>
          </a:p>
        </p:txBody>
      </p:sp>
      <p:sp>
        <p:nvSpPr>
          <p:cNvPr id="286745" name="Rectangle 25">
            <a:extLst>
              <a:ext uri="{FF2B5EF4-FFF2-40B4-BE49-F238E27FC236}">
                <a16:creationId xmlns:a16="http://schemas.microsoft.com/office/drawing/2014/main" id="{E906D1EC-430B-838D-C468-456AD3B78C3C}"/>
              </a:ext>
            </a:extLst>
          </p:cNvPr>
          <p:cNvSpPr>
            <a:spLocks noChangeArrowheads="1"/>
          </p:cNvSpPr>
          <p:nvPr/>
        </p:nvSpPr>
        <p:spPr bwMode="auto">
          <a:xfrm>
            <a:off x="6986588" y="4681538"/>
            <a:ext cx="1752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i="1">
                <a:solidFill>
                  <a:srgbClr val="66FFFF"/>
                </a:solidFill>
              </a:rPr>
              <a:t>H</a:t>
            </a:r>
            <a:r>
              <a:rPr lang="en-US" altLang="zh-CN" baseline="-25000">
                <a:solidFill>
                  <a:srgbClr val="66FFFF"/>
                </a:solidFill>
              </a:rPr>
              <a:t>C</a:t>
            </a:r>
            <a:r>
              <a:rPr lang="zh-CN" altLang="en-US">
                <a:latin typeface="楷体_GB2312" pitchFamily="49" charset="-122"/>
                <a:ea typeface="楷体_GB2312" pitchFamily="49" charset="-122"/>
              </a:rPr>
              <a:t>较大</a:t>
            </a:r>
          </a:p>
        </p:txBody>
      </p:sp>
      <p:sp>
        <p:nvSpPr>
          <p:cNvPr id="286746" name="Text Box 26">
            <a:extLst>
              <a:ext uri="{FF2B5EF4-FFF2-40B4-BE49-F238E27FC236}">
                <a16:creationId xmlns:a16="http://schemas.microsoft.com/office/drawing/2014/main" id="{F7A07A2E-A741-BF9D-752F-47AD46FE3946}"/>
              </a:ext>
            </a:extLst>
          </p:cNvPr>
          <p:cNvSpPr txBox="1">
            <a:spLocks noChangeArrowheads="1"/>
          </p:cNvSpPr>
          <p:nvPr/>
        </p:nvSpPr>
        <p:spPr bwMode="auto">
          <a:xfrm>
            <a:off x="1219200" y="5083175"/>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易磁化，易退磁</a:t>
            </a:r>
          </a:p>
        </p:txBody>
      </p:sp>
      <p:sp>
        <p:nvSpPr>
          <p:cNvPr id="286747" name="Text Box 27">
            <a:extLst>
              <a:ext uri="{FF2B5EF4-FFF2-40B4-BE49-F238E27FC236}">
                <a16:creationId xmlns:a16="http://schemas.microsoft.com/office/drawing/2014/main" id="{D9E242EE-0D37-46FD-A00B-8A3D9ECF1F64}"/>
              </a:ext>
            </a:extLst>
          </p:cNvPr>
          <p:cNvSpPr txBox="1">
            <a:spLocks noChangeArrowheads="1"/>
          </p:cNvSpPr>
          <p:nvPr/>
        </p:nvSpPr>
        <p:spPr bwMode="auto">
          <a:xfrm>
            <a:off x="5362575" y="5076825"/>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剩磁较强，不易退磁</a:t>
            </a:r>
          </a:p>
        </p:txBody>
      </p:sp>
      <p:sp>
        <p:nvSpPr>
          <p:cNvPr id="286748" name="Text Box 28">
            <a:extLst>
              <a:ext uri="{FF2B5EF4-FFF2-40B4-BE49-F238E27FC236}">
                <a16:creationId xmlns:a16="http://schemas.microsoft.com/office/drawing/2014/main" id="{DD5AD4E4-76F0-D827-BA5E-BD6EE6090994}"/>
              </a:ext>
            </a:extLst>
          </p:cNvPr>
          <p:cNvSpPr txBox="1">
            <a:spLocks noChangeArrowheads="1"/>
          </p:cNvSpPr>
          <p:nvPr/>
        </p:nvSpPr>
        <p:spPr bwMode="auto">
          <a:xfrm>
            <a:off x="1244600" y="5494338"/>
            <a:ext cx="29654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nSpc>
                <a:spcPct val="125000"/>
              </a:lnSpc>
            </a:pPr>
            <a:r>
              <a:rPr lang="zh-CN" altLang="en-US">
                <a:ea typeface="楷体_GB2312" pitchFamily="49" charset="-122"/>
              </a:rPr>
              <a:t>可作变压器、电机、电磁铁的铁芯</a:t>
            </a:r>
          </a:p>
        </p:txBody>
      </p:sp>
      <p:sp>
        <p:nvSpPr>
          <p:cNvPr id="286749" name="Text Box 29">
            <a:extLst>
              <a:ext uri="{FF2B5EF4-FFF2-40B4-BE49-F238E27FC236}">
                <a16:creationId xmlns:a16="http://schemas.microsoft.com/office/drawing/2014/main" id="{A2ACC3F5-4B66-C478-DB1E-36F2306A6BFA}"/>
              </a:ext>
            </a:extLst>
          </p:cNvPr>
          <p:cNvSpPr txBox="1">
            <a:spLocks noChangeArrowheads="1"/>
          </p:cNvSpPr>
          <p:nvPr/>
        </p:nvSpPr>
        <p:spPr bwMode="auto">
          <a:xfrm>
            <a:off x="5368925" y="5551488"/>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可作永久磁铁</a:t>
            </a:r>
          </a:p>
        </p:txBody>
      </p:sp>
      <p:sp>
        <p:nvSpPr>
          <p:cNvPr id="286751" name="Text Box 31">
            <a:extLst>
              <a:ext uri="{FF2B5EF4-FFF2-40B4-BE49-F238E27FC236}">
                <a16:creationId xmlns:a16="http://schemas.microsoft.com/office/drawing/2014/main" id="{12D8FB32-4CA7-6630-2615-25663EFC6297}"/>
              </a:ext>
            </a:extLst>
          </p:cNvPr>
          <p:cNvSpPr txBox="1">
            <a:spLocks noChangeArrowheads="1"/>
          </p:cNvSpPr>
          <p:nvPr/>
        </p:nvSpPr>
        <p:spPr bwMode="auto">
          <a:xfrm>
            <a:off x="762000" y="750888"/>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en-US" altLang="zh-CN">
                <a:ea typeface="楷体_GB2312" pitchFamily="49" charset="-122"/>
              </a:rPr>
              <a:t>(3) </a:t>
            </a:r>
            <a:r>
              <a:rPr lang="zh-CN" altLang="en-US">
                <a:latin typeface="楷体_GB2312" pitchFamily="49" charset="-122"/>
                <a:ea typeface="楷体_GB2312" pitchFamily="49" charset="-122"/>
              </a:rPr>
              <a:t>铁磁质的磁化状态取决于铁磁质此前的磁化历史</a:t>
            </a:r>
          </a:p>
        </p:txBody>
      </p:sp>
      <p:sp>
        <p:nvSpPr>
          <p:cNvPr id="286752" name="Rectangle 32">
            <a:extLst>
              <a:ext uri="{FF2B5EF4-FFF2-40B4-BE49-F238E27FC236}">
                <a16:creationId xmlns:a16="http://schemas.microsoft.com/office/drawing/2014/main" id="{71BFA801-BF67-B537-A42E-44FAEEF35A3C}"/>
              </a:ext>
            </a:extLst>
          </p:cNvPr>
          <p:cNvSpPr>
            <a:spLocks noChangeArrowheads="1"/>
          </p:cNvSpPr>
          <p:nvPr/>
        </p:nvSpPr>
        <p:spPr bwMode="auto">
          <a:xfrm>
            <a:off x="1225550" y="4614863"/>
            <a:ext cx="1416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zh-CN" altLang="en-US">
                <a:solidFill>
                  <a:srgbClr val="66FFFF"/>
                </a:solidFill>
                <a:ea typeface="楷体_GB2312" pitchFamily="49" charset="-122"/>
              </a:rPr>
              <a:t>软磁材料</a:t>
            </a:r>
          </a:p>
        </p:txBody>
      </p:sp>
      <p:sp>
        <p:nvSpPr>
          <p:cNvPr id="286753" name="Rectangle 33">
            <a:extLst>
              <a:ext uri="{FF2B5EF4-FFF2-40B4-BE49-F238E27FC236}">
                <a16:creationId xmlns:a16="http://schemas.microsoft.com/office/drawing/2014/main" id="{E35B0D2E-BBE0-F6FA-F5CC-8B5F4882E698}"/>
              </a:ext>
            </a:extLst>
          </p:cNvPr>
          <p:cNvSpPr>
            <a:spLocks noChangeArrowheads="1"/>
          </p:cNvSpPr>
          <p:nvPr/>
        </p:nvSpPr>
        <p:spPr bwMode="auto">
          <a:xfrm>
            <a:off x="5376863" y="4606925"/>
            <a:ext cx="1416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zh-CN" altLang="en-US">
                <a:solidFill>
                  <a:srgbClr val="66FFFF"/>
                </a:solidFill>
                <a:ea typeface="楷体_GB2312" pitchFamily="49" charset="-122"/>
              </a:rPr>
              <a:t>硬磁材料</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6751"/>
                                        </p:tgtEl>
                                        <p:attrNameLst>
                                          <p:attrName>style.visibility</p:attrName>
                                        </p:attrNameLst>
                                      </p:cBhvr>
                                      <p:to>
                                        <p:strVal val="visible"/>
                                      </p:to>
                                    </p:set>
                                    <p:animEffect transition="in" filter="wipe(left)">
                                      <p:cBhvr>
                                        <p:cTn id="7" dur="500"/>
                                        <p:tgtEl>
                                          <p:spTgt spid="2867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6722"/>
                                        </p:tgtEl>
                                        <p:attrNameLst>
                                          <p:attrName>style.visibility</p:attrName>
                                        </p:attrNameLst>
                                      </p:cBhvr>
                                      <p:to>
                                        <p:strVal val="visible"/>
                                      </p:to>
                                    </p:set>
                                    <p:animEffect transition="in" filter="wipe(left)">
                                      <p:cBhvr>
                                        <p:cTn id="12" dur="500"/>
                                        <p:tgtEl>
                                          <p:spTgt spid="2867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86752"/>
                                        </p:tgtEl>
                                        <p:attrNameLst>
                                          <p:attrName>style.visibility</p:attrName>
                                        </p:attrNameLst>
                                      </p:cBhvr>
                                      <p:to>
                                        <p:strVal val="visible"/>
                                      </p:to>
                                    </p:set>
                                    <p:animEffect transition="in" filter="wipe(left)">
                                      <p:cBhvr>
                                        <p:cTn id="28" dur="500"/>
                                        <p:tgtEl>
                                          <p:spTgt spid="28675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286744"/>
                                        </p:tgtEl>
                                        <p:attrNameLst>
                                          <p:attrName>style.visibility</p:attrName>
                                        </p:attrNameLst>
                                      </p:cBhvr>
                                      <p:to>
                                        <p:strVal val="visible"/>
                                      </p:to>
                                    </p:set>
                                    <p:animEffect transition="in" filter="wipe(left)">
                                      <p:cBhvr>
                                        <p:cTn id="33" dur="500"/>
                                        <p:tgtEl>
                                          <p:spTgt spid="28674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86746"/>
                                        </p:tgtEl>
                                        <p:attrNameLst>
                                          <p:attrName>style.visibility</p:attrName>
                                        </p:attrNameLst>
                                      </p:cBhvr>
                                      <p:to>
                                        <p:strVal val="visible"/>
                                      </p:to>
                                    </p:set>
                                    <p:animEffect transition="in" filter="wipe(left)">
                                      <p:cBhvr>
                                        <p:cTn id="38" dur="500"/>
                                        <p:tgtEl>
                                          <p:spTgt spid="28674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iterate type="wd">
                                    <p:tmPct val="38000"/>
                                  </p:iterate>
                                  <p:childTnLst>
                                    <p:set>
                                      <p:cBhvr>
                                        <p:cTn id="42" dur="1" fill="hold">
                                          <p:stCondLst>
                                            <p:cond delay="0"/>
                                          </p:stCondLst>
                                        </p:cTn>
                                        <p:tgtEl>
                                          <p:spTgt spid="286748"/>
                                        </p:tgtEl>
                                        <p:attrNameLst>
                                          <p:attrName>style.visibility</p:attrName>
                                        </p:attrNameLst>
                                      </p:cBhvr>
                                      <p:to>
                                        <p:strVal val="visible"/>
                                      </p:to>
                                    </p:set>
                                    <p:animEffect transition="in" filter="wipe(left)">
                                      <p:cBhvr>
                                        <p:cTn id="43" dur="500"/>
                                        <p:tgtEl>
                                          <p:spTgt spid="28674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32"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ox(out)">
                                      <p:cBhvr>
                                        <p:cTn id="48" dur="500"/>
                                        <p:tgtEl>
                                          <p:spTgt spid="5"/>
                                        </p:tgtEl>
                                      </p:cBhvr>
                                    </p:animEffect>
                                  </p:childTnLst>
                                </p:cTn>
                              </p:par>
                            </p:childTnLst>
                          </p:cTn>
                        </p:par>
                        <p:par>
                          <p:cTn id="49" fill="hold" nodeType="afterGroup">
                            <p:stCondLst>
                              <p:cond delay="500"/>
                            </p:stCondLst>
                            <p:childTnLst>
                              <p:par>
                                <p:cTn id="50" presetID="1" presetClass="entr" presetSubtype="0" fill="hold" nodeType="afterEffect">
                                  <p:stCondLst>
                                    <p:cond delay="0"/>
                                  </p:stCondLst>
                                  <p:childTnLst>
                                    <p:set>
                                      <p:cBhvr>
                                        <p:cTn id="51" dur="1" fill="hold">
                                          <p:stCondLst>
                                            <p:cond delay="499"/>
                                          </p:stCondLst>
                                        </p:cTn>
                                        <p:tgtEl>
                                          <p:spTgt spid="286739"/>
                                        </p:tgtEl>
                                        <p:attrNameLst>
                                          <p:attrName>style.visibility</p:attrName>
                                        </p:attrNameLst>
                                      </p:cBhvr>
                                      <p:to>
                                        <p:strVal val="visible"/>
                                      </p:to>
                                    </p:set>
                                  </p:childTnLst>
                                </p:cTn>
                              </p:par>
                            </p:childTnLst>
                          </p:cTn>
                        </p:par>
                        <p:par>
                          <p:cTn id="52" fill="hold" nodeType="afterGroup">
                            <p:stCondLst>
                              <p:cond delay="1000"/>
                            </p:stCondLst>
                            <p:childTnLst>
                              <p:par>
                                <p:cTn id="53" presetID="1" presetClass="entr" presetSubtype="0" fill="hold" nodeType="afterEffect">
                                  <p:stCondLst>
                                    <p:cond delay="0"/>
                                  </p:stCondLst>
                                  <p:childTnLst>
                                    <p:set>
                                      <p:cBhvr>
                                        <p:cTn id="54" dur="1" fill="hold">
                                          <p:stCondLst>
                                            <p:cond delay="499"/>
                                          </p:stCondLst>
                                        </p:cTn>
                                        <p:tgtEl>
                                          <p:spTgt spid="286738"/>
                                        </p:tgtEl>
                                        <p:attrNameLst>
                                          <p:attrName>style.visibility</p:attrName>
                                        </p:attrNameLst>
                                      </p:cBhvr>
                                      <p:to>
                                        <p:strVal val="visible"/>
                                      </p:to>
                                    </p:set>
                                  </p:childTnLst>
                                </p:cTn>
                              </p:par>
                            </p:childTnLst>
                          </p:cTn>
                        </p:par>
                        <p:par>
                          <p:cTn id="55" fill="hold" nodeType="afterGroup">
                            <p:stCondLst>
                              <p:cond delay="1500"/>
                            </p:stCondLst>
                            <p:childTnLst>
                              <p:par>
                                <p:cTn id="56" presetID="1" presetClass="entr" presetSubtype="0" fill="hold" nodeType="afterEffect">
                                  <p:stCondLst>
                                    <p:cond delay="0"/>
                                  </p:stCondLst>
                                  <p:childTnLst>
                                    <p:set>
                                      <p:cBhvr>
                                        <p:cTn id="57" dur="1" fill="hold">
                                          <p:stCondLst>
                                            <p:cond delay="499"/>
                                          </p:stCondLst>
                                        </p:cTn>
                                        <p:tgtEl>
                                          <p:spTgt spid="286737"/>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3" presetClass="entr" presetSubtype="16" fill="hold" nodeType="clickEffect">
                                  <p:stCondLst>
                                    <p:cond delay="0"/>
                                  </p:stCondLst>
                                  <p:childTnLst>
                                    <p:set>
                                      <p:cBhvr>
                                        <p:cTn id="61" dur="1" fill="hold">
                                          <p:stCondLst>
                                            <p:cond delay="0"/>
                                          </p:stCondLst>
                                        </p:cTn>
                                        <p:tgtEl>
                                          <p:spTgt spid="286743"/>
                                        </p:tgtEl>
                                        <p:attrNameLst>
                                          <p:attrName>style.visibility</p:attrName>
                                        </p:attrNameLst>
                                      </p:cBhvr>
                                      <p:to>
                                        <p:strVal val="visible"/>
                                      </p:to>
                                    </p:set>
                                    <p:anim calcmode="lin" valueType="num">
                                      <p:cBhvr>
                                        <p:cTn id="62" dur="500" fill="hold"/>
                                        <p:tgtEl>
                                          <p:spTgt spid="286743"/>
                                        </p:tgtEl>
                                        <p:attrNameLst>
                                          <p:attrName>ppt_w</p:attrName>
                                        </p:attrNameLst>
                                      </p:cBhvr>
                                      <p:tavLst>
                                        <p:tav tm="0">
                                          <p:val>
                                            <p:fltVal val="0"/>
                                          </p:val>
                                        </p:tav>
                                        <p:tav tm="100000">
                                          <p:val>
                                            <p:strVal val="#ppt_w"/>
                                          </p:val>
                                        </p:tav>
                                      </p:tavLst>
                                    </p:anim>
                                    <p:anim calcmode="lin" valueType="num">
                                      <p:cBhvr>
                                        <p:cTn id="63" dur="500" fill="hold"/>
                                        <p:tgtEl>
                                          <p:spTgt spid="286743"/>
                                        </p:tgtEl>
                                        <p:attrNameLst>
                                          <p:attrName>ppt_h</p:attrName>
                                        </p:attrNameLst>
                                      </p:cBhvr>
                                      <p:tavLst>
                                        <p:tav tm="0">
                                          <p:val>
                                            <p:fltVal val="0"/>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286753"/>
                                        </p:tgtEl>
                                        <p:attrNameLst>
                                          <p:attrName>style.visibility</p:attrName>
                                        </p:attrNameLst>
                                      </p:cBhvr>
                                      <p:to>
                                        <p:strVal val="visible"/>
                                      </p:to>
                                    </p:set>
                                    <p:animEffect transition="in" filter="wipe(left)">
                                      <p:cBhvr>
                                        <p:cTn id="68" dur="500"/>
                                        <p:tgtEl>
                                          <p:spTgt spid="28675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86745"/>
                                        </p:tgtEl>
                                        <p:attrNameLst>
                                          <p:attrName>style.visibility</p:attrName>
                                        </p:attrNameLst>
                                      </p:cBhvr>
                                      <p:to>
                                        <p:strVal val="visible"/>
                                      </p:to>
                                    </p:set>
                                    <p:animEffect transition="in" filter="wipe(left)">
                                      <p:cBhvr>
                                        <p:cTn id="73" dur="500"/>
                                        <p:tgtEl>
                                          <p:spTgt spid="28674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286747"/>
                                        </p:tgtEl>
                                        <p:attrNameLst>
                                          <p:attrName>style.visibility</p:attrName>
                                        </p:attrNameLst>
                                      </p:cBhvr>
                                      <p:to>
                                        <p:strVal val="visible"/>
                                      </p:to>
                                    </p:set>
                                    <p:animEffect transition="in" filter="wipe(left)">
                                      <p:cBhvr>
                                        <p:cTn id="78" dur="500"/>
                                        <p:tgtEl>
                                          <p:spTgt spid="28674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286749"/>
                                        </p:tgtEl>
                                        <p:attrNameLst>
                                          <p:attrName>style.visibility</p:attrName>
                                        </p:attrNameLst>
                                      </p:cBhvr>
                                      <p:to>
                                        <p:strVal val="visible"/>
                                      </p:to>
                                    </p:set>
                                    <p:animEffect transition="in" filter="wipe(left)">
                                      <p:cBhvr>
                                        <p:cTn id="83" dur="500"/>
                                        <p:tgtEl>
                                          <p:spTgt spid="286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autoUpdateAnimBg="0"/>
      <p:bldP spid="286744" grpId="0" autoUpdateAnimBg="0"/>
      <p:bldP spid="286745" grpId="0" autoUpdateAnimBg="0"/>
      <p:bldP spid="286746" grpId="0" autoUpdateAnimBg="0"/>
      <p:bldP spid="286747" grpId="0" autoUpdateAnimBg="0"/>
      <p:bldP spid="286748" grpId="0" autoUpdateAnimBg="0"/>
      <p:bldP spid="286749" grpId="0" autoUpdateAnimBg="0"/>
      <p:bldP spid="286751" grpId="0" autoUpdateAnimBg="0"/>
      <p:bldP spid="286752" grpId="0" autoUpdateAnimBg="0"/>
      <p:bldP spid="28675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超导磁悬浮">
            <a:extLst>
              <a:ext uri="{FF2B5EF4-FFF2-40B4-BE49-F238E27FC236}">
                <a16:creationId xmlns:a16="http://schemas.microsoft.com/office/drawing/2014/main" id="{E29B1392-4D8F-6B7D-54F7-206DF7591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66713"/>
            <a:ext cx="87630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5">
            <a:extLst>
              <a:ext uri="{FF2B5EF4-FFF2-40B4-BE49-F238E27FC236}">
                <a16:creationId xmlns:a16="http://schemas.microsoft.com/office/drawing/2014/main" id="{1AEB691A-22EA-D350-B96C-852282534FEF}"/>
              </a:ext>
            </a:extLst>
          </p:cNvPr>
          <p:cNvSpPr txBox="1">
            <a:spLocks noChangeArrowheads="1"/>
          </p:cNvSpPr>
          <p:nvPr/>
        </p:nvSpPr>
        <p:spPr bwMode="auto">
          <a:xfrm>
            <a:off x="1139825" y="5500688"/>
            <a:ext cx="74787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en-US" altLang="zh-CN"/>
              <a:t>        </a:t>
            </a:r>
            <a:r>
              <a:rPr lang="zh-CN" altLang="en-US">
                <a:solidFill>
                  <a:srgbClr val="00FFFF"/>
                </a:solidFill>
              </a:rPr>
              <a:t>迈斯纳效应</a:t>
            </a:r>
            <a:r>
              <a:rPr lang="zh-CN" altLang="en-US"/>
              <a:t>表明，处于超导态的超导体是一</a:t>
            </a:r>
          </a:p>
          <a:p>
            <a:pPr algn="just"/>
            <a:r>
              <a:rPr lang="zh-CN" altLang="en-US"/>
              <a:t>个具有完全抗磁性的 </a:t>
            </a:r>
            <a:r>
              <a:rPr lang="zh-CN" altLang="en-US">
                <a:ea typeface="楷体_GB2312" pitchFamily="49" charset="-122"/>
              </a:rPr>
              <a:t>抗磁体 </a:t>
            </a:r>
            <a:r>
              <a:rPr lang="zh-CN" altLang="en-US"/>
              <a:t>。   </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iterate type="wd">
                                    <p:tmAbs val="300"/>
                                  </p:iterate>
                                  <p:childTnLst>
                                    <p:set>
                                      <p:cBhvr>
                                        <p:cTn id="12" dur="1" fill="hold">
                                          <p:stCondLst>
                                            <p:cond delay="2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BB0AC3B4-5490-C2C2-8F02-0CFE8015ED24}"/>
              </a:ext>
            </a:extLst>
          </p:cNvPr>
          <p:cNvSpPr txBox="1">
            <a:spLocks noChangeArrowheads="1"/>
          </p:cNvSpPr>
          <p:nvPr/>
        </p:nvSpPr>
        <p:spPr bwMode="auto">
          <a:xfrm>
            <a:off x="212725" y="4311650"/>
            <a:ext cx="870585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r>
              <a:rPr lang="zh-CN" altLang="en-US"/>
              <a:t>把金属冷却进入超导态时，超导内 </a:t>
            </a:r>
            <a:r>
              <a:rPr lang="en-US" altLang="zh-CN" i="1"/>
              <a:t>B </a:t>
            </a:r>
            <a:r>
              <a:rPr lang="zh-CN" altLang="en-US"/>
              <a:t>总是等于零。体内的磁感应线似乎一下子被“排斥”出去，保持体内磁感应强度 </a:t>
            </a:r>
            <a:r>
              <a:rPr lang="en-US" altLang="zh-CN"/>
              <a:t>B = 0 </a:t>
            </a:r>
            <a:r>
              <a:rPr lang="zh-CN" altLang="en-US"/>
              <a:t>。超导体具有  完 全 抗 磁 性 </a:t>
            </a:r>
            <a:r>
              <a:rPr lang="en-US" altLang="zh-CN"/>
              <a:t>(perfect  diamagnetism )</a:t>
            </a:r>
            <a:r>
              <a:rPr lang="zh-CN" altLang="en-US"/>
              <a:t>。也称为 </a:t>
            </a:r>
            <a:r>
              <a:rPr lang="zh-CN" altLang="en-US">
                <a:solidFill>
                  <a:srgbClr val="00FFFF"/>
                </a:solidFill>
              </a:rPr>
              <a:t>迈斯纳效应 </a:t>
            </a:r>
            <a:r>
              <a:rPr lang="en-US" altLang="zh-CN">
                <a:solidFill>
                  <a:srgbClr val="00FFFF"/>
                </a:solidFill>
              </a:rPr>
              <a:t>(Meissner  effect )</a:t>
            </a:r>
            <a:r>
              <a:rPr lang="en-US" altLang="zh-CN"/>
              <a:t> </a:t>
            </a:r>
            <a:r>
              <a:rPr lang="zh-CN" altLang="en-US"/>
              <a:t>。</a:t>
            </a:r>
            <a:endParaRPr lang="en-US" altLang="zh-CN"/>
          </a:p>
          <a:p>
            <a:endParaRPr lang="zh-CN" altLang="en-US"/>
          </a:p>
        </p:txBody>
      </p:sp>
      <p:sp>
        <p:nvSpPr>
          <p:cNvPr id="21507" name="Text Box 3">
            <a:extLst>
              <a:ext uri="{FF2B5EF4-FFF2-40B4-BE49-F238E27FC236}">
                <a16:creationId xmlns:a16="http://schemas.microsoft.com/office/drawing/2014/main" id="{C58EBD93-454E-44CC-F206-66FE1D836781}"/>
              </a:ext>
            </a:extLst>
          </p:cNvPr>
          <p:cNvSpPr txBox="1">
            <a:spLocks noChangeArrowheads="1"/>
          </p:cNvSpPr>
          <p:nvPr/>
        </p:nvSpPr>
        <p:spPr bwMode="auto">
          <a:xfrm>
            <a:off x="288925" y="5562600"/>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r>
              <a:rPr lang="en-US" altLang="zh-CN"/>
              <a:t>        </a:t>
            </a:r>
          </a:p>
        </p:txBody>
      </p:sp>
      <p:pic>
        <p:nvPicPr>
          <p:cNvPr id="23557" name="Picture 5" descr="抗磁性 副本">
            <a:extLst>
              <a:ext uri="{FF2B5EF4-FFF2-40B4-BE49-F238E27FC236}">
                <a16:creationId xmlns:a16="http://schemas.microsoft.com/office/drawing/2014/main" id="{C1E3B3DB-3528-5F13-834F-6F78DB887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738" y="287338"/>
            <a:ext cx="5457825"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Text Box 6">
            <a:extLst>
              <a:ext uri="{FF2B5EF4-FFF2-40B4-BE49-F238E27FC236}">
                <a16:creationId xmlns:a16="http://schemas.microsoft.com/office/drawing/2014/main" id="{B54FF380-6855-0311-52A2-654A30EA7D36}"/>
              </a:ext>
            </a:extLst>
          </p:cNvPr>
          <p:cNvSpPr txBox="1">
            <a:spLocks noChangeArrowheads="1"/>
          </p:cNvSpPr>
          <p:nvPr/>
        </p:nvSpPr>
        <p:spPr bwMode="auto">
          <a:xfrm>
            <a:off x="4586288" y="5530850"/>
            <a:ext cx="1841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Times New Roman" panose="02020603050405020304" pitchFamily="18" charset="0"/>
                <a:ea typeface="宋体" panose="02010600030101010101" pitchFamily="2" charset="-122"/>
              </a:defRPr>
            </a:lvl1pPr>
            <a:lvl2pPr marL="742950" indent="-285750">
              <a:defRPr sz="2400" b="1">
                <a:solidFill>
                  <a:schemeClr val="bg1"/>
                </a:solidFill>
                <a:latin typeface="Times New Roman" panose="02020603050405020304" pitchFamily="18" charset="0"/>
                <a:ea typeface="宋体" panose="02010600030101010101" pitchFamily="2" charset="-122"/>
              </a:defRPr>
            </a:lvl2pPr>
            <a:lvl3pPr marL="1143000" indent="-228600">
              <a:defRPr sz="2400" b="1">
                <a:solidFill>
                  <a:schemeClr val="bg1"/>
                </a:solidFill>
                <a:latin typeface="Times New Roman" panose="02020603050405020304" pitchFamily="18" charset="0"/>
                <a:ea typeface="宋体" panose="02010600030101010101" pitchFamily="2" charset="-122"/>
              </a:defRPr>
            </a:lvl3pPr>
            <a:lvl4pPr marL="1600200" indent="-228600">
              <a:defRPr sz="2400" b="1">
                <a:solidFill>
                  <a:schemeClr val="bg1"/>
                </a:solidFill>
                <a:latin typeface="Times New Roman" panose="02020603050405020304" pitchFamily="18" charset="0"/>
                <a:ea typeface="宋体" panose="02010600030101010101" pitchFamily="2" charset="-122"/>
              </a:defRPr>
            </a:lvl4pPr>
            <a:lvl5pPr marL="2057400" indent="-228600">
              <a:defRPr sz="2400" b="1">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Times New Roman" panose="02020603050405020304" pitchFamily="18" charset="0"/>
                <a:ea typeface="宋体" panose="02010600030101010101" pitchFamily="2" charset="-122"/>
              </a:defRPr>
            </a:lvl9pPr>
          </a:lstStyle>
          <a:p>
            <a:pPr algn="just"/>
            <a:endParaRPr lang="zh-CN" altLang="en-US" sz="360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additive="base">
                                        <p:cTn id="7" dur="500" fill="hold"/>
                                        <p:tgtEl>
                                          <p:spTgt spid="23557"/>
                                        </p:tgtEl>
                                        <p:attrNameLst>
                                          <p:attrName>ppt_x</p:attrName>
                                        </p:attrNameLst>
                                      </p:cBhvr>
                                      <p:tavLst>
                                        <p:tav tm="0">
                                          <p:val>
                                            <p:strVal val="1+#ppt_w/2"/>
                                          </p:val>
                                        </p:tav>
                                        <p:tav tm="100000">
                                          <p:val>
                                            <p:strVal val="#ppt_x"/>
                                          </p:val>
                                        </p:tav>
                                      </p:tavLst>
                                    </p:anim>
                                    <p:anim calcmode="lin" valueType="num">
                                      <p:cBhvr additive="base">
                                        <p:cTn id="8" dur="500" fill="hold"/>
                                        <p:tgtEl>
                                          <p:spTgt spid="2355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iterate type="wd">
                                    <p:tmAbs val="300"/>
                                  </p:iterate>
                                  <p:childTnLst>
                                    <p:set>
                                      <p:cBhvr>
                                        <p:cTn id="12" dur="1" fill="hold">
                                          <p:stCondLst>
                                            <p:cond delay="299"/>
                                          </p:stCondLst>
                                        </p:cTn>
                                        <p:tgtEl>
                                          <p:spTgt spid="2355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iterate type="wd">
                                    <p:tmAbs val="300"/>
                                  </p:iterate>
                                  <p:childTnLst>
                                    <p:set>
                                      <p:cBhvr>
                                        <p:cTn id="16" dur="1" fill="hold">
                                          <p:stCondLst>
                                            <p:cond delay="299"/>
                                          </p:stCondLst>
                                        </p:cTn>
                                        <p:tgtEl>
                                          <p:spTgt spid="23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8" grpId="0" autoUpdateAnimBg="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3300"/>
          </a:solidFill>
          <a:prstDash val="solid"/>
          <a:round/>
          <a:headEnd type="none" w="med" len="med"/>
          <a:tailEnd type="none" w="med" len="med"/>
        </a:ln>
        <a:effectLst/>
      </a:spPr>
      <a:bodyPr vert="horz" wrap="square" lIns="91440" tIns="82800" rIns="91440" bIns="82800" numCol="1" anchor="t" anchorCtr="0" compatLnSpc="1">
        <a:prstTxWarp prst="textNoShape">
          <a:avLst/>
        </a:prstTxWarp>
        <a:spAutoFit/>
      </a:bodyPr>
      <a:lstStyle>
        <a:defPPr marL="0" marR="0" indent="0" algn="just" defTabSz="914400" rtl="0" eaLnBrk="0" fontAlgn="base" latinLnBrk="0" hangingPunct="0">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bg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w="9525" cap="flat" cmpd="sng" algn="ctr">
          <a:solidFill>
            <a:srgbClr val="FF3300"/>
          </a:solidFill>
          <a:prstDash val="solid"/>
          <a:round/>
          <a:headEnd type="none" w="med" len="med"/>
          <a:tailEnd type="none" w="med" len="med"/>
        </a:ln>
        <a:effectLst/>
      </a:spPr>
      <a:bodyPr vert="horz" wrap="square" lIns="91440" tIns="82800" rIns="91440" bIns="82800" numCol="1" anchor="t" anchorCtr="0" compatLnSpc="1">
        <a:prstTxWarp prst="textNoShape">
          <a:avLst/>
        </a:prstTxWarp>
        <a:spAutoFit/>
      </a:bodyPr>
      <a:lstStyle>
        <a:defPPr marL="0" marR="0" indent="0" algn="just" defTabSz="914400" rtl="0" eaLnBrk="0" fontAlgn="base" latinLnBrk="0" hangingPunct="0">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bg1"/>
            </a:solidFill>
            <a:effectLst/>
            <a:latin typeface="Times New Roman" pitchFamily="18" charset="0"/>
            <a:ea typeface="宋体"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7571</TotalTime>
  <Words>1774</Words>
  <Application>Microsoft Office PowerPoint</Application>
  <PresentationFormat>全屏显示(4:3)</PresentationFormat>
  <Paragraphs>288</Paragraphs>
  <Slides>30</Slides>
  <Notes>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30</vt:i4>
      </vt:variant>
    </vt:vector>
  </HeadingPairs>
  <TitlesOfParts>
    <vt:vector size="40" baseType="lpstr">
      <vt:lpstr>PingFangSC-Regular</vt:lpstr>
      <vt:lpstr>黑体</vt:lpstr>
      <vt:lpstr>楷体_GB2312</vt:lpstr>
      <vt:lpstr>宋体</vt:lpstr>
      <vt:lpstr>Arial</vt:lpstr>
      <vt:lpstr>Symbol</vt:lpstr>
      <vt:lpstr>Times New Roman</vt:lpstr>
      <vt:lpstr>1_默认设计模板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xian jiaotong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10-3</dc:title>
  <dc:creator>zsm</dc:creator>
  <cp:lastModifiedBy>davidly .</cp:lastModifiedBy>
  <cp:revision>429</cp:revision>
  <dcterms:created xsi:type="dcterms:W3CDTF">1998-11-21T01:35:42Z</dcterms:created>
  <dcterms:modified xsi:type="dcterms:W3CDTF">2025-05-21T13:22:58Z</dcterms:modified>
</cp:coreProperties>
</file>