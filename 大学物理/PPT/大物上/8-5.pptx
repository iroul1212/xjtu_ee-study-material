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9"/>
  </p:notesMasterIdLst>
  <p:sldIdLst>
    <p:sldId id="489" r:id="rId2"/>
    <p:sldId id="604" r:id="rId3"/>
    <p:sldId id="313" r:id="rId4"/>
    <p:sldId id="490" r:id="rId5"/>
    <p:sldId id="491" r:id="rId6"/>
    <p:sldId id="593" r:id="rId7"/>
    <p:sldId id="594" r:id="rId8"/>
    <p:sldId id="595" r:id="rId9"/>
    <p:sldId id="596" r:id="rId10"/>
    <p:sldId id="597" r:id="rId11"/>
    <p:sldId id="598" r:id="rId12"/>
    <p:sldId id="599" r:id="rId13"/>
    <p:sldId id="600" r:id="rId14"/>
    <p:sldId id="601" r:id="rId15"/>
    <p:sldId id="602" r:id="rId16"/>
    <p:sldId id="559" r:id="rId17"/>
    <p:sldId id="603" r:id="rId18"/>
  </p:sldIdLst>
  <p:sldSz cx="9144000" cy="6858000" type="screen4x3"/>
  <p:notesSz cx="6665913" cy="992346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7A06"/>
    <a:srgbClr val="71710F"/>
    <a:srgbClr val="3333CC"/>
    <a:srgbClr val="130B75"/>
    <a:srgbClr val="012115"/>
    <a:srgbClr val="CCCCFF"/>
    <a:srgbClr val="00330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1" autoAdjust="0"/>
    <p:restoredTop sz="94578" autoAdjust="0"/>
  </p:normalViewPr>
  <p:slideViewPr>
    <p:cSldViewPr showGuides="1">
      <p:cViewPr varScale="1">
        <p:scale>
          <a:sx n="78" d="100"/>
          <a:sy n="78" d="100"/>
        </p:scale>
        <p:origin x="1522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72072E9-B7A2-F854-F243-8AB88636A6D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56B6828-0133-DF41-721C-DD0EA72B0D9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775075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3BF5CFC9-C506-4A60-A971-3631A3FEEDF3}" type="datetimeFigureOut">
              <a:rPr lang="zh-CN" altLang="en-US"/>
              <a:pPr>
                <a:defRPr/>
              </a:pPr>
              <a:t>2025/5/5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3EF9C673-8C91-7192-3848-4D34D35F64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0138" y="1239838"/>
            <a:ext cx="4465637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74AA5882-0D2D-EBB4-18EE-9BD10F305A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750" y="4775200"/>
            <a:ext cx="5332413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8B65BD-E2DA-D970-9867-D0118FAAA9D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6575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30B4E6-FC41-6604-EC1E-14AB27676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775075" y="9426575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4A0202D7-1637-492B-93F6-1B8FB1EC9A4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>
            <a:extLst>
              <a:ext uri="{FF2B5EF4-FFF2-40B4-BE49-F238E27FC236}">
                <a16:creationId xmlns:a16="http://schemas.microsoft.com/office/drawing/2014/main" id="{CDC0DF68-7216-7A9C-C854-C28728694A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备注占位符 2">
            <a:extLst>
              <a:ext uri="{FF2B5EF4-FFF2-40B4-BE49-F238E27FC236}">
                <a16:creationId xmlns:a16="http://schemas.microsoft.com/office/drawing/2014/main" id="{EF7BD367-8B2F-6B5C-9062-EF66DA990A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22532" name="灯片编号占位符 3">
            <a:extLst>
              <a:ext uri="{FF2B5EF4-FFF2-40B4-BE49-F238E27FC236}">
                <a16:creationId xmlns:a16="http://schemas.microsoft.com/office/drawing/2014/main" id="{ECB25126-6278-B719-11E7-187CE667B0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3C8E1A6-01C4-401A-97BD-BCA211CF3AE1}" type="slidenum">
              <a:rPr lang="zh-CN" altLang="en-US" sz="1200"/>
              <a:pPr/>
              <a:t>17</a:t>
            </a:fld>
            <a:endParaRPr lang="zh-CN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687041513"/>
      </p:ext>
    </p:extLst>
  </p:cSld>
  <p:clrMapOvr>
    <a:masterClrMapping/>
  </p:clrMapOvr>
  <p:transition spd="slow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48057224"/>
      </p:ext>
    </p:extLst>
  </p:cSld>
  <p:clrMapOvr>
    <a:masterClrMapping/>
  </p:clrMapOvr>
  <p:transition spd="slow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90193560"/>
      </p:ext>
    </p:extLst>
  </p:cSld>
  <p:clrMapOvr>
    <a:masterClrMapping/>
  </p:clrMapOvr>
  <p:transition spd="slow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07666568"/>
      </p:ext>
    </p:extLst>
  </p:cSld>
  <p:clrMapOvr>
    <a:masterClrMapping/>
  </p:clrMapOvr>
  <p:transition spd="slow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555724488"/>
      </p:ext>
    </p:extLst>
  </p:cSld>
  <p:clrMapOvr>
    <a:masterClrMapping/>
  </p:clrMapOvr>
  <p:transition spd="slow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77081269"/>
      </p:ext>
    </p:extLst>
  </p:cSld>
  <p:clrMapOvr>
    <a:masterClrMapping/>
  </p:clrMapOvr>
  <p:transition spd="slow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6171536"/>
      </p:ext>
    </p:extLst>
  </p:cSld>
  <p:clrMapOvr>
    <a:masterClrMapping/>
  </p:clrMapOvr>
  <p:transition spd="slow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83345447"/>
      </p:ext>
    </p:extLst>
  </p:cSld>
  <p:clrMapOvr>
    <a:masterClrMapping/>
  </p:clrMapOvr>
  <p:transition spd="slow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229761571"/>
      </p:ext>
    </p:extLst>
  </p:cSld>
  <p:clrMapOvr>
    <a:masterClrMapping/>
  </p:clrMapOvr>
  <p:transition spd="slow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36135084"/>
      </p:ext>
    </p:extLst>
  </p:cSld>
  <p:clrMapOvr>
    <a:masterClrMapping/>
  </p:clrMapOvr>
  <p:transition spd="slow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293714116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2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6706F3D-93D3-8D07-E7AC-7766C502D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65113"/>
            <a:ext cx="8626475" cy="6330950"/>
          </a:xfrm>
          <a:prstGeom prst="rect">
            <a:avLst/>
          </a:prstGeom>
          <a:noFill/>
          <a:ln w="12700">
            <a:solidFill>
              <a:srgbClr val="003366">
                <a:alpha val="50195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AutoShape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4A6C2856-01F8-B0D3-844C-B8AE68471B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45363" y="6629400"/>
            <a:ext cx="395287" cy="127000"/>
          </a:xfrm>
          <a:prstGeom prst="actionButtonBackPrevious">
            <a:avLst/>
          </a:prstGeom>
          <a:gradFill rotWithShape="1">
            <a:gsLst>
              <a:gs pos="0">
                <a:srgbClr val="FFFFFF">
                  <a:alpha val="62000"/>
                </a:srgbClr>
              </a:gs>
              <a:gs pos="100000">
                <a:srgbClr val="336699">
                  <a:alpha val="89000"/>
                </a:srgbClr>
              </a:gs>
            </a:gsLst>
            <a:lin ang="5400000" scaled="1"/>
          </a:gradFill>
          <a:ln w="0">
            <a:solidFill>
              <a:srgbClr val="339966">
                <a:alpha val="52156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8" name="AutoShape 4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7E85FB23-C30A-DD49-FE05-DFF6E98C84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12088" y="6629400"/>
            <a:ext cx="395287" cy="127000"/>
          </a:xfrm>
          <a:prstGeom prst="actionButtonHome">
            <a:avLst/>
          </a:prstGeom>
          <a:gradFill rotWithShape="1">
            <a:gsLst>
              <a:gs pos="0">
                <a:srgbClr val="FFFFFF">
                  <a:alpha val="62000"/>
                </a:srgbClr>
              </a:gs>
              <a:gs pos="100000">
                <a:srgbClr val="336699">
                  <a:alpha val="89000"/>
                </a:srgbClr>
              </a:gs>
            </a:gsLst>
            <a:lin ang="5400000" scaled="1"/>
          </a:gradFill>
          <a:ln w="0">
            <a:solidFill>
              <a:srgbClr val="339966">
                <a:alpha val="52156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9" name="AutoShape 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7D285DF8-2121-7625-6A4E-9C3944ABAB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280400" y="6629400"/>
            <a:ext cx="395288" cy="127000"/>
          </a:xfrm>
          <a:prstGeom prst="actionButtonForwardNext">
            <a:avLst/>
          </a:prstGeom>
          <a:gradFill rotWithShape="1">
            <a:gsLst>
              <a:gs pos="0">
                <a:srgbClr val="FFFFFF">
                  <a:alpha val="62000"/>
                </a:srgbClr>
              </a:gs>
              <a:gs pos="100000">
                <a:srgbClr val="336699">
                  <a:alpha val="89000"/>
                </a:srgbClr>
              </a:gs>
            </a:gsLst>
            <a:lin ang="5400000" scaled="1"/>
          </a:gradFill>
          <a:ln w="0">
            <a:solidFill>
              <a:srgbClr val="339966">
                <a:alpha val="52156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0" name="AutoShape 6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C4217840-C0E3-AB3C-CCFC-7C897E144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6596063"/>
            <a:ext cx="561975" cy="217487"/>
          </a:xfrm>
          <a:prstGeom prst="actionButtonForwardNext">
            <a:avLst/>
          </a:prstGeom>
          <a:noFill/>
          <a:ln>
            <a:noFill/>
          </a:ln>
        </p:spPr>
        <p:txBody>
          <a:bodyPr wrap="none" anchor="ctr"/>
          <a:lstStyle>
            <a:lvl1pPr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B96B51E2-179F-2C08-2D25-2FF49DD8D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" y="6564313"/>
            <a:ext cx="4764088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kumimoji="0" lang="en-US" altLang="zh-CN" sz="1400" b="1">
                <a:solidFill>
                  <a:srgbClr val="006699"/>
                </a:solidFill>
                <a:ea typeface="华文仿宋" panose="02010600040101010101" pitchFamily="2" charset="-122"/>
              </a:rPr>
              <a:t>Xi’an Jaotong University           Zhang Xiaolin              (2005)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4" r:id="rId1"/>
    <p:sldLayoutId id="2147484025" r:id="rId2"/>
    <p:sldLayoutId id="2147484026" r:id="rId3"/>
    <p:sldLayoutId id="2147484027" r:id="rId4"/>
    <p:sldLayoutId id="2147484028" r:id="rId5"/>
    <p:sldLayoutId id="2147484029" r:id="rId6"/>
    <p:sldLayoutId id="2147484030" r:id="rId7"/>
    <p:sldLayoutId id="2147484031" r:id="rId8"/>
    <p:sldLayoutId id="2147484032" r:id="rId9"/>
    <p:sldLayoutId id="2147484033" r:id="rId10"/>
    <p:sldLayoutId id="2147484034" r:id="rId11"/>
  </p:sldLayoutIdLst>
  <p:transition spd="slow">
    <p:wipe dir="d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emf"/><Relationship Id="rId18" Type="http://schemas.openxmlformats.org/officeDocument/2006/relationships/image" Target="../media/image10.emf"/><Relationship Id="rId3" Type="http://schemas.openxmlformats.org/officeDocument/2006/relationships/image" Target="../media/image2.emf"/><Relationship Id="rId7" Type="http://schemas.openxmlformats.org/officeDocument/2006/relationships/image" Target="../media/image4.emf"/><Relationship Id="rId12" Type="http://schemas.openxmlformats.org/officeDocument/2006/relationships/oleObject" Target="../embeddings/oleObject6.bin"/><Relationship Id="rId17" Type="http://schemas.openxmlformats.org/officeDocument/2006/relationships/oleObject" Target="../embeddings/oleObject8.bin"/><Relationship Id="rId2" Type="http://schemas.openxmlformats.org/officeDocument/2006/relationships/oleObject" Target="../embeddings/oleObject1.bin"/><Relationship Id="rId16" Type="http://schemas.openxmlformats.org/officeDocument/2006/relationships/image" Target="../media/image9.emf"/><Relationship Id="rId20" Type="http://schemas.openxmlformats.org/officeDocument/2006/relationships/image" Target="../media/image12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emf"/><Relationship Id="rId5" Type="http://schemas.openxmlformats.org/officeDocument/2006/relationships/image" Target="../media/image3.emf"/><Relationship Id="rId15" Type="http://schemas.openxmlformats.org/officeDocument/2006/relationships/image" Target="../media/image8.e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11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emf"/><Relationship Id="rId14" Type="http://schemas.openxmlformats.org/officeDocument/2006/relationships/oleObject" Target="../embeddings/oleObject7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oleObject" Target="../embeddings/oleObject14.bin"/><Relationship Id="rId18" Type="http://schemas.openxmlformats.org/officeDocument/2006/relationships/image" Target="../media/image21.emf"/><Relationship Id="rId26" Type="http://schemas.openxmlformats.org/officeDocument/2006/relationships/image" Target="../media/image25.emf"/><Relationship Id="rId3" Type="http://schemas.openxmlformats.org/officeDocument/2006/relationships/image" Target="../media/image13.emf"/><Relationship Id="rId21" Type="http://schemas.openxmlformats.org/officeDocument/2006/relationships/oleObject" Target="../embeddings/oleObject18.bin"/><Relationship Id="rId34" Type="http://schemas.openxmlformats.org/officeDocument/2006/relationships/image" Target="../media/image29.emf"/><Relationship Id="rId7" Type="http://schemas.openxmlformats.org/officeDocument/2006/relationships/image" Target="../media/image15.emf"/><Relationship Id="rId12" Type="http://schemas.openxmlformats.org/officeDocument/2006/relationships/image" Target="../media/image18.emf"/><Relationship Id="rId17" Type="http://schemas.openxmlformats.org/officeDocument/2006/relationships/oleObject" Target="../embeddings/oleObject16.bin"/><Relationship Id="rId25" Type="http://schemas.openxmlformats.org/officeDocument/2006/relationships/oleObject" Target="../embeddings/oleObject20.bin"/><Relationship Id="rId33" Type="http://schemas.openxmlformats.org/officeDocument/2006/relationships/oleObject" Target="../embeddings/oleObject24.bin"/><Relationship Id="rId2" Type="http://schemas.openxmlformats.org/officeDocument/2006/relationships/oleObject" Target="../embeddings/oleObject9.bin"/><Relationship Id="rId16" Type="http://schemas.openxmlformats.org/officeDocument/2006/relationships/image" Target="../media/image20.emf"/><Relationship Id="rId20" Type="http://schemas.openxmlformats.org/officeDocument/2006/relationships/image" Target="../media/image22.emf"/><Relationship Id="rId29" Type="http://schemas.openxmlformats.org/officeDocument/2006/relationships/oleObject" Target="../embeddings/oleObject2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17.emf"/><Relationship Id="rId24" Type="http://schemas.openxmlformats.org/officeDocument/2006/relationships/image" Target="../media/image24.emf"/><Relationship Id="rId32" Type="http://schemas.openxmlformats.org/officeDocument/2006/relationships/image" Target="../media/image28.emf"/><Relationship Id="rId5" Type="http://schemas.openxmlformats.org/officeDocument/2006/relationships/image" Target="../media/image14.emf"/><Relationship Id="rId15" Type="http://schemas.openxmlformats.org/officeDocument/2006/relationships/oleObject" Target="../embeddings/oleObject15.bin"/><Relationship Id="rId23" Type="http://schemas.openxmlformats.org/officeDocument/2006/relationships/oleObject" Target="../embeddings/oleObject19.bin"/><Relationship Id="rId28" Type="http://schemas.openxmlformats.org/officeDocument/2006/relationships/image" Target="../media/image26.emf"/><Relationship Id="rId10" Type="http://schemas.openxmlformats.org/officeDocument/2006/relationships/oleObject" Target="../embeddings/oleObject13.bin"/><Relationship Id="rId19" Type="http://schemas.openxmlformats.org/officeDocument/2006/relationships/oleObject" Target="../embeddings/oleObject17.bin"/><Relationship Id="rId31" Type="http://schemas.openxmlformats.org/officeDocument/2006/relationships/oleObject" Target="../embeddings/oleObject23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6.emf"/><Relationship Id="rId14" Type="http://schemas.openxmlformats.org/officeDocument/2006/relationships/image" Target="../media/image19.emf"/><Relationship Id="rId22" Type="http://schemas.openxmlformats.org/officeDocument/2006/relationships/image" Target="../media/image23.emf"/><Relationship Id="rId27" Type="http://schemas.openxmlformats.org/officeDocument/2006/relationships/oleObject" Target="../embeddings/oleObject21.bin"/><Relationship Id="rId30" Type="http://schemas.openxmlformats.org/officeDocument/2006/relationships/image" Target="../media/image27.emf"/><Relationship Id="rId35" Type="http://schemas.openxmlformats.org/officeDocument/2006/relationships/image" Target="../media/image30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13" Type="http://schemas.openxmlformats.org/officeDocument/2006/relationships/image" Target="../media/image36.emf"/><Relationship Id="rId3" Type="http://schemas.openxmlformats.org/officeDocument/2006/relationships/image" Target="../media/image31.emf"/><Relationship Id="rId7" Type="http://schemas.openxmlformats.org/officeDocument/2006/relationships/image" Target="../media/image33.emf"/><Relationship Id="rId12" Type="http://schemas.openxmlformats.org/officeDocument/2006/relationships/oleObject" Target="../embeddings/oleObject30.bin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35.emf"/><Relationship Id="rId5" Type="http://schemas.openxmlformats.org/officeDocument/2006/relationships/image" Target="../media/image32.emf"/><Relationship Id="rId10" Type="http://schemas.openxmlformats.org/officeDocument/2006/relationships/oleObject" Target="../embeddings/oleObject29.bin"/><Relationship Id="rId4" Type="http://schemas.openxmlformats.org/officeDocument/2006/relationships/oleObject" Target="../embeddings/oleObject26.bin"/><Relationship Id="rId9" Type="http://schemas.openxmlformats.org/officeDocument/2006/relationships/image" Target="../media/image34.emf"/><Relationship Id="rId14" Type="http://schemas.openxmlformats.org/officeDocument/2006/relationships/image" Target="../media/image37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image" Target="../media/image45.emf"/><Relationship Id="rId3" Type="http://schemas.openxmlformats.org/officeDocument/2006/relationships/image" Target="../media/image38.emf"/><Relationship Id="rId7" Type="http://schemas.openxmlformats.org/officeDocument/2006/relationships/image" Target="../media/image41.emf"/><Relationship Id="rId12" Type="http://schemas.openxmlformats.org/officeDocument/2006/relationships/image" Target="../media/image44.e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2.bin"/><Relationship Id="rId11" Type="http://schemas.openxmlformats.org/officeDocument/2006/relationships/oleObject" Target="../embeddings/oleObject34.bin"/><Relationship Id="rId5" Type="http://schemas.openxmlformats.org/officeDocument/2006/relationships/image" Target="../media/image40.png"/><Relationship Id="rId10" Type="http://schemas.openxmlformats.org/officeDocument/2006/relationships/image" Target="../media/image43.emf"/><Relationship Id="rId4" Type="http://schemas.openxmlformats.org/officeDocument/2006/relationships/image" Target="../media/image39.jpeg"/><Relationship Id="rId9" Type="http://schemas.openxmlformats.org/officeDocument/2006/relationships/image" Target="../media/image42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13" Type="http://schemas.openxmlformats.org/officeDocument/2006/relationships/image" Target="../media/image51.emf"/><Relationship Id="rId18" Type="http://schemas.openxmlformats.org/officeDocument/2006/relationships/oleObject" Target="../embeddings/oleObject43.bin"/><Relationship Id="rId3" Type="http://schemas.openxmlformats.org/officeDocument/2006/relationships/image" Target="../media/image46.emf"/><Relationship Id="rId21" Type="http://schemas.openxmlformats.org/officeDocument/2006/relationships/image" Target="../media/image55.emf"/><Relationship Id="rId7" Type="http://schemas.openxmlformats.org/officeDocument/2006/relationships/image" Target="../media/image48.emf"/><Relationship Id="rId12" Type="http://schemas.openxmlformats.org/officeDocument/2006/relationships/oleObject" Target="../embeddings/oleObject40.bin"/><Relationship Id="rId17" Type="http://schemas.openxmlformats.org/officeDocument/2006/relationships/image" Target="../media/image53.emf"/><Relationship Id="rId25" Type="http://schemas.openxmlformats.org/officeDocument/2006/relationships/image" Target="../media/image58.emf"/><Relationship Id="rId2" Type="http://schemas.openxmlformats.org/officeDocument/2006/relationships/oleObject" Target="../embeddings/oleObject35.bin"/><Relationship Id="rId16" Type="http://schemas.openxmlformats.org/officeDocument/2006/relationships/oleObject" Target="../embeddings/oleObject42.bin"/><Relationship Id="rId20" Type="http://schemas.openxmlformats.org/officeDocument/2006/relationships/oleObject" Target="../embeddings/oleObject4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50.emf"/><Relationship Id="rId24" Type="http://schemas.openxmlformats.org/officeDocument/2006/relationships/image" Target="../media/image57.emf"/><Relationship Id="rId5" Type="http://schemas.openxmlformats.org/officeDocument/2006/relationships/image" Target="../media/image47.emf"/><Relationship Id="rId15" Type="http://schemas.openxmlformats.org/officeDocument/2006/relationships/image" Target="../media/image52.emf"/><Relationship Id="rId23" Type="http://schemas.openxmlformats.org/officeDocument/2006/relationships/image" Target="../media/image56.emf"/><Relationship Id="rId10" Type="http://schemas.openxmlformats.org/officeDocument/2006/relationships/oleObject" Target="../embeddings/oleObject39.bin"/><Relationship Id="rId19" Type="http://schemas.openxmlformats.org/officeDocument/2006/relationships/image" Target="../media/image54.emf"/><Relationship Id="rId4" Type="http://schemas.openxmlformats.org/officeDocument/2006/relationships/oleObject" Target="../embeddings/oleObject36.bin"/><Relationship Id="rId9" Type="http://schemas.openxmlformats.org/officeDocument/2006/relationships/image" Target="../media/image49.emf"/><Relationship Id="rId14" Type="http://schemas.openxmlformats.org/officeDocument/2006/relationships/oleObject" Target="../embeddings/oleObject41.bin"/><Relationship Id="rId22" Type="http://schemas.openxmlformats.org/officeDocument/2006/relationships/oleObject" Target="../embeddings/oleObject45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emf"/><Relationship Id="rId13" Type="http://schemas.openxmlformats.org/officeDocument/2006/relationships/oleObject" Target="../embeddings/oleObject51.bin"/><Relationship Id="rId18" Type="http://schemas.openxmlformats.org/officeDocument/2006/relationships/image" Target="../media/image66.emf"/><Relationship Id="rId26" Type="http://schemas.openxmlformats.org/officeDocument/2006/relationships/image" Target="../media/image70.emf"/><Relationship Id="rId3" Type="http://schemas.openxmlformats.org/officeDocument/2006/relationships/oleObject" Target="../embeddings/oleObject46.bin"/><Relationship Id="rId21" Type="http://schemas.openxmlformats.org/officeDocument/2006/relationships/oleObject" Target="../embeddings/oleObject55.bin"/><Relationship Id="rId7" Type="http://schemas.openxmlformats.org/officeDocument/2006/relationships/oleObject" Target="../embeddings/oleObject48.bin"/><Relationship Id="rId12" Type="http://schemas.openxmlformats.org/officeDocument/2006/relationships/image" Target="../media/image63.emf"/><Relationship Id="rId17" Type="http://schemas.openxmlformats.org/officeDocument/2006/relationships/oleObject" Target="../embeddings/oleObject53.bin"/><Relationship Id="rId25" Type="http://schemas.openxmlformats.org/officeDocument/2006/relationships/oleObject" Target="../embeddings/oleObject57.bin"/><Relationship Id="rId2" Type="http://schemas.openxmlformats.org/officeDocument/2006/relationships/audio" Target="../media/audio1.wav"/><Relationship Id="rId16" Type="http://schemas.openxmlformats.org/officeDocument/2006/relationships/image" Target="../media/image65.emf"/><Relationship Id="rId20" Type="http://schemas.openxmlformats.org/officeDocument/2006/relationships/image" Target="../media/image67.emf"/><Relationship Id="rId29" Type="http://schemas.openxmlformats.org/officeDocument/2006/relationships/oleObject" Target="../embeddings/oleObject59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emf"/><Relationship Id="rId11" Type="http://schemas.openxmlformats.org/officeDocument/2006/relationships/oleObject" Target="../embeddings/oleObject50.bin"/><Relationship Id="rId24" Type="http://schemas.openxmlformats.org/officeDocument/2006/relationships/image" Target="../media/image69.emf"/><Relationship Id="rId5" Type="http://schemas.openxmlformats.org/officeDocument/2006/relationships/oleObject" Target="../embeddings/oleObject47.bin"/><Relationship Id="rId15" Type="http://schemas.openxmlformats.org/officeDocument/2006/relationships/oleObject" Target="../embeddings/oleObject52.bin"/><Relationship Id="rId23" Type="http://schemas.openxmlformats.org/officeDocument/2006/relationships/oleObject" Target="../embeddings/oleObject56.bin"/><Relationship Id="rId28" Type="http://schemas.openxmlformats.org/officeDocument/2006/relationships/image" Target="../media/image71.emf"/><Relationship Id="rId10" Type="http://schemas.openxmlformats.org/officeDocument/2006/relationships/image" Target="../media/image62.emf"/><Relationship Id="rId19" Type="http://schemas.openxmlformats.org/officeDocument/2006/relationships/oleObject" Target="../embeddings/oleObject54.bin"/><Relationship Id="rId31" Type="http://schemas.openxmlformats.org/officeDocument/2006/relationships/image" Target="../media/image73.emf"/><Relationship Id="rId4" Type="http://schemas.openxmlformats.org/officeDocument/2006/relationships/image" Target="../media/image59.emf"/><Relationship Id="rId9" Type="http://schemas.openxmlformats.org/officeDocument/2006/relationships/oleObject" Target="../embeddings/oleObject49.bin"/><Relationship Id="rId14" Type="http://schemas.openxmlformats.org/officeDocument/2006/relationships/image" Target="../media/image64.emf"/><Relationship Id="rId22" Type="http://schemas.openxmlformats.org/officeDocument/2006/relationships/image" Target="../media/image68.emf"/><Relationship Id="rId27" Type="http://schemas.openxmlformats.org/officeDocument/2006/relationships/oleObject" Target="../embeddings/oleObject58.bin"/><Relationship Id="rId30" Type="http://schemas.openxmlformats.org/officeDocument/2006/relationships/image" Target="../media/image7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7.emf"/><Relationship Id="rId4" Type="http://schemas.openxmlformats.org/officeDocument/2006/relationships/image" Target="../media/image7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emf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emf"/><Relationship Id="rId3" Type="http://schemas.openxmlformats.org/officeDocument/2006/relationships/image" Target="../media/image80.emf"/><Relationship Id="rId7" Type="http://schemas.openxmlformats.org/officeDocument/2006/relationships/image" Target="../media/image82.emf"/><Relationship Id="rId2" Type="http://schemas.openxmlformats.org/officeDocument/2006/relationships/oleObject" Target="../embeddings/oleObject6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2.bin"/><Relationship Id="rId5" Type="http://schemas.openxmlformats.org/officeDocument/2006/relationships/image" Target="../media/image81.emf"/><Relationship Id="rId4" Type="http://schemas.openxmlformats.org/officeDocument/2006/relationships/oleObject" Target="../embeddings/oleObject61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6.bin"/><Relationship Id="rId13" Type="http://schemas.openxmlformats.org/officeDocument/2006/relationships/image" Target="../media/image89.emf"/><Relationship Id="rId18" Type="http://schemas.openxmlformats.org/officeDocument/2006/relationships/image" Target="../media/image92.emf"/><Relationship Id="rId3" Type="http://schemas.openxmlformats.org/officeDocument/2006/relationships/image" Target="../media/image84.emf"/><Relationship Id="rId7" Type="http://schemas.openxmlformats.org/officeDocument/2006/relationships/image" Target="../media/image86.emf"/><Relationship Id="rId12" Type="http://schemas.openxmlformats.org/officeDocument/2006/relationships/oleObject" Target="../embeddings/oleObject68.bin"/><Relationship Id="rId17" Type="http://schemas.openxmlformats.org/officeDocument/2006/relationships/image" Target="../media/image91.emf"/><Relationship Id="rId2" Type="http://schemas.openxmlformats.org/officeDocument/2006/relationships/oleObject" Target="../embeddings/oleObject63.bin"/><Relationship Id="rId16" Type="http://schemas.openxmlformats.org/officeDocument/2006/relationships/oleObject" Target="../embeddings/oleObject7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5.bin"/><Relationship Id="rId11" Type="http://schemas.openxmlformats.org/officeDocument/2006/relationships/image" Target="../media/image88.emf"/><Relationship Id="rId5" Type="http://schemas.openxmlformats.org/officeDocument/2006/relationships/image" Target="../media/image85.emf"/><Relationship Id="rId15" Type="http://schemas.openxmlformats.org/officeDocument/2006/relationships/image" Target="../media/image90.emf"/><Relationship Id="rId10" Type="http://schemas.openxmlformats.org/officeDocument/2006/relationships/oleObject" Target="../embeddings/oleObject67.bin"/><Relationship Id="rId4" Type="http://schemas.openxmlformats.org/officeDocument/2006/relationships/oleObject" Target="../embeddings/oleObject64.bin"/><Relationship Id="rId9" Type="http://schemas.openxmlformats.org/officeDocument/2006/relationships/image" Target="../media/image87.emf"/><Relationship Id="rId14" Type="http://schemas.openxmlformats.org/officeDocument/2006/relationships/oleObject" Target="../embeddings/oleObject69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emf"/><Relationship Id="rId13" Type="http://schemas.openxmlformats.org/officeDocument/2006/relationships/oleObject" Target="../embeddings/oleObject76.bin"/><Relationship Id="rId18" Type="http://schemas.openxmlformats.org/officeDocument/2006/relationships/image" Target="../media/image101.emf"/><Relationship Id="rId26" Type="http://schemas.openxmlformats.org/officeDocument/2006/relationships/image" Target="../media/image105.emf"/><Relationship Id="rId3" Type="http://schemas.openxmlformats.org/officeDocument/2006/relationships/oleObject" Target="../embeddings/oleObject71.bin"/><Relationship Id="rId21" Type="http://schemas.openxmlformats.org/officeDocument/2006/relationships/oleObject" Target="../embeddings/oleObject80.bin"/><Relationship Id="rId7" Type="http://schemas.openxmlformats.org/officeDocument/2006/relationships/oleObject" Target="../embeddings/oleObject73.bin"/><Relationship Id="rId12" Type="http://schemas.openxmlformats.org/officeDocument/2006/relationships/image" Target="../media/image98.emf"/><Relationship Id="rId17" Type="http://schemas.openxmlformats.org/officeDocument/2006/relationships/oleObject" Target="../embeddings/oleObject78.bin"/><Relationship Id="rId25" Type="http://schemas.openxmlformats.org/officeDocument/2006/relationships/oleObject" Target="../embeddings/oleObject82.bin"/><Relationship Id="rId2" Type="http://schemas.openxmlformats.org/officeDocument/2006/relationships/image" Target="../media/image93.png"/><Relationship Id="rId16" Type="http://schemas.openxmlformats.org/officeDocument/2006/relationships/image" Target="../media/image100.emf"/><Relationship Id="rId20" Type="http://schemas.openxmlformats.org/officeDocument/2006/relationships/image" Target="../media/image102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wmf"/><Relationship Id="rId11" Type="http://schemas.openxmlformats.org/officeDocument/2006/relationships/oleObject" Target="../embeddings/oleObject75.bin"/><Relationship Id="rId24" Type="http://schemas.openxmlformats.org/officeDocument/2006/relationships/image" Target="../media/image104.emf"/><Relationship Id="rId5" Type="http://schemas.openxmlformats.org/officeDocument/2006/relationships/oleObject" Target="../embeddings/oleObject72.bin"/><Relationship Id="rId15" Type="http://schemas.openxmlformats.org/officeDocument/2006/relationships/oleObject" Target="../embeddings/oleObject77.bin"/><Relationship Id="rId23" Type="http://schemas.openxmlformats.org/officeDocument/2006/relationships/oleObject" Target="../embeddings/oleObject81.bin"/><Relationship Id="rId10" Type="http://schemas.openxmlformats.org/officeDocument/2006/relationships/image" Target="../media/image97.emf"/><Relationship Id="rId19" Type="http://schemas.openxmlformats.org/officeDocument/2006/relationships/oleObject" Target="../embeddings/oleObject79.bin"/><Relationship Id="rId4" Type="http://schemas.openxmlformats.org/officeDocument/2006/relationships/image" Target="../media/image94.emf"/><Relationship Id="rId9" Type="http://schemas.openxmlformats.org/officeDocument/2006/relationships/oleObject" Target="../embeddings/oleObject74.bin"/><Relationship Id="rId14" Type="http://schemas.openxmlformats.org/officeDocument/2006/relationships/image" Target="../media/image99.emf"/><Relationship Id="rId22" Type="http://schemas.openxmlformats.org/officeDocument/2006/relationships/image" Target="../media/image103.emf"/><Relationship Id="rId27" Type="http://schemas.openxmlformats.org/officeDocument/2006/relationships/image" Target="../media/image106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6.bin"/><Relationship Id="rId13" Type="http://schemas.openxmlformats.org/officeDocument/2006/relationships/image" Target="../media/image112.emf"/><Relationship Id="rId3" Type="http://schemas.openxmlformats.org/officeDocument/2006/relationships/image" Target="../media/image107.emf"/><Relationship Id="rId7" Type="http://schemas.openxmlformats.org/officeDocument/2006/relationships/image" Target="../media/image109.emf"/><Relationship Id="rId12" Type="http://schemas.openxmlformats.org/officeDocument/2006/relationships/oleObject" Target="../embeddings/oleObject88.bin"/><Relationship Id="rId2" Type="http://schemas.openxmlformats.org/officeDocument/2006/relationships/oleObject" Target="../embeddings/oleObject8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5.bin"/><Relationship Id="rId11" Type="http://schemas.openxmlformats.org/officeDocument/2006/relationships/image" Target="../media/image111.emf"/><Relationship Id="rId5" Type="http://schemas.openxmlformats.org/officeDocument/2006/relationships/image" Target="../media/image108.emf"/><Relationship Id="rId10" Type="http://schemas.openxmlformats.org/officeDocument/2006/relationships/oleObject" Target="../embeddings/oleObject87.bin"/><Relationship Id="rId4" Type="http://schemas.openxmlformats.org/officeDocument/2006/relationships/oleObject" Target="../embeddings/oleObject84.bin"/><Relationship Id="rId9" Type="http://schemas.openxmlformats.org/officeDocument/2006/relationships/image" Target="../media/image110.emf"/><Relationship Id="rId14" Type="http://schemas.openxmlformats.org/officeDocument/2006/relationships/image" Target="../media/image113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emf"/><Relationship Id="rId13" Type="http://schemas.openxmlformats.org/officeDocument/2006/relationships/oleObject" Target="../embeddings/oleObject94.bin"/><Relationship Id="rId18" Type="http://schemas.openxmlformats.org/officeDocument/2006/relationships/image" Target="../media/image121.emf"/><Relationship Id="rId3" Type="http://schemas.openxmlformats.org/officeDocument/2006/relationships/oleObject" Target="../embeddings/oleObject89.bin"/><Relationship Id="rId21" Type="http://schemas.openxmlformats.org/officeDocument/2006/relationships/oleObject" Target="../embeddings/oleObject98.bin"/><Relationship Id="rId7" Type="http://schemas.openxmlformats.org/officeDocument/2006/relationships/oleObject" Target="../embeddings/oleObject91.bin"/><Relationship Id="rId12" Type="http://schemas.openxmlformats.org/officeDocument/2006/relationships/image" Target="../media/image118.emf"/><Relationship Id="rId17" Type="http://schemas.openxmlformats.org/officeDocument/2006/relationships/oleObject" Target="../embeddings/oleObject96.bin"/><Relationship Id="rId25" Type="http://schemas.openxmlformats.org/officeDocument/2006/relationships/image" Target="../media/image125.emf"/><Relationship Id="rId2" Type="http://schemas.openxmlformats.org/officeDocument/2006/relationships/audio" Target="../media/audio2.wav"/><Relationship Id="rId16" Type="http://schemas.openxmlformats.org/officeDocument/2006/relationships/image" Target="../media/image120.emf"/><Relationship Id="rId20" Type="http://schemas.openxmlformats.org/officeDocument/2006/relationships/image" Target="../media/image122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5.emf"/><Relationship Id="rId11" Type="http://schemas.openxmlformats.org/officeDocument/2006/relationships/oleObject" Target="../embeddings/oleObject93.bin"/><Relationship Id="rId24" Type="http://schemas.openxmlformats.org/officeDocument/2006/relationships/image" Target="../media/image124.emf"/><Relationship Id="rId5" Type="http://schemas.openxmlformats.org/officeDocument/2006/relationships/oleObject" Target="../embeddings/oleObject90.bin"/><Relationship Id="rId15" Type="http://schemas.openxmlformats.org/officeDocument/2006/relationships/oleObject" Target="../embeddings/oleObject95.bin"/><Relationship Id="rId23" Type="http://schemas.openxmlformats.org/officeDocument/2006/relationships/oleObject" Target="../embeddings/oleObject99.bin"/><Relationship Id="rId10" Type="http://schemas.openxmlformats.org/officeDocument/2006/relationships/image" Target="../media/image117.emf"/><Relationship Id="rId19" Type="http://schemas.openxmlformats.org/officeDocument/2006/relationships/oleObject" Target="../embeddings/oleObject97.bin"/><Relationship Id="rId4" Type="http://schemas.openxmlformats.org/officeDocument/2006/relationships/image" Target="../media/image114.emf"/><Relationship Id="rId9" Type="http://schemas.openxmlformats.org/officeDocument/2006/relationships/oleObject" Target="../embeddings/oleObject92.bin"/><Relationship Id="rId14" Type="http://schemas.openxmlformats.org/officeDocument/2006/relationships/image" Target="../media/image119.emf"/><Relationship Id="rId22" Type="http://schemas.openxmlformats.org/officeDocument/2006/relationships/image" Target="../media/image123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3.bin"/><Relationship Id="rId13" Type="http://schemas.openxmlformats.org/officeDocument/2006/relationships/image" Target="../media/image131.wmf"/><Relationship Id="rId18" Type="http://schemas.openxmlformats.org/officeDocument/2006/relationships/oleObject" Target="../embeddings/oleObject108.bin"/><Relationship Id="rId3" Type="http://schemas.openxmlformats.org/officeDocument/2006/relationships/image" Target="../media/image126.emf"/><Relationship Id="rId7" Type="http://schemas.openxmlformats.org/officeDocument/2006/relationships/image" Target="../media/image128.emf"/><Relationship Id="rId12" Type="http://schemas.openxmlformats.org/officeDocument/2006/relationships/oleObject" Target="../embeddings/oleObject105.bin"/><Relationship Id="rId17" Type="http://schemas.openxmlformats.org/officeDocument/2006/relationships/image" Target="../media/image133.emf"/><Relationship Id="rId2" Type="http://schemas.openxmlformats.org/officeDocument/2006/relationships/oleObject" Target="../embeddings/oleObject100.bin"/><Relationship Id="rId16" Type="http://schemas.openxmlformats.org/officeDocument/2006/relationships/oleObject" Target="../embeddings/oleObject107.bin"/><Relationship Id="rId20" Type="http://schemas.openxmlformats.org/officeDocument/2006/relationships/image" Target="../media/image135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2.bin"/><Relationship Id="rId11" Type="http://schemas.openxmlformats.org/officeDocument/2006/relationships/image" Target="../media/image130.emf"/><Relationship Id="rId5" Type="http://schemas.openxmlformats.org/officeDocument/2006/relationships/image" Target="../media/image127.emf"/><Relationship Id="rId15" Type="http://schemas.openxmlformats.org/officeDocument/2006/relationships/image" Target="../media/image132.emf"/><Relationship Id="rId10" Type="http://schemas.openxmlformats.org/officeDocument/2006/relationships/oleObject" Target="../embeddings/oleObject104.bin"/><Relationship Id="rId19" Type="http://schemas.openxmlformats.org/officeDocument/2006/relationships/image" Target="../media/image134.emf"/><Relationship Id="rId4" Type="http://schemas.openxmlformats.org/officeDocument/2006/relationships/oleObject" Target="../embeddings/oleObject101.bin"/><Relationship Id="rId9" Type="http://schemas.openxmlformats.org/officeDocument/2006/relationships/image" Target="../media/image129.emf"/><Relationship Id="rId14" Type="http://schemas.openxmlformats.org/officeDocument/2006/relationships/oleObject" Target="../embeddings/oleObject106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2.bin"/><Relationship Id="rId13" Type="http://schemas.openxmlformats.org/officeDocument/2006/relationships/image" Target="../media/image141.emf"/><Relationship Id="rId18" Type="http://schemas.openxmlformats.org/officeDocument/2006/relationships/oleObject" Target="../embeddings/oleObject117.bin"/><Relationship Id="rId3" Type="http://schemas.openxmlformats.org/officeDocument/2006/relationships/image" Target="../media/image136.emf"/><Relationship Id="rId21" Type="http://schemas.openxmlformats.org/officeDocument/2006/relationships/image" Target="../media/image145.emf"/><Relationship Id="rId7" Type="http://schemas.openxmlformats.org/officeDocument/2006/relationships/image" Target="../media/image138.emf"/><Relationship Id="rId12" Type="http://schemas.openxmlformats.org/officeDocument/2006/relationships/oleObject" Target="../embeddings/oleObject114.bin"/><Relationship Id="rId17" Type="http://schemas.openxmlformats.org/officeDocument/2006/relationships/image" Target="../media/image143.emf"/><Relationship Id="rId2" Type="http://schemas.openxmlformats.org/officeDocument/2006/relationships/oleObject" Target="../embeddings/oleObject109.bin"/><Relationship Id="rId16" Type="http://schemas.openxmlformats.org/officeDocument/2006/relationships/oleObject" Target="../embeddings/oleObject116.bin"/><Relationship Id="rId20" Type="http://schemas.openxmlformats.org/officeDocument/2006/relationships/oleObject" Target="../embeddings/oleObject11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1.bin"/><Relationship Id="rId11" Type="http://schemas.openxmlformats.org/officeDocument/2006/relationships/image" Target="../media/image140.emf"/><Relationship Id="rId5" Type="http://schemas.openxmlformats.org/officeDocument/2006/relationships/image" Target="../media/image137.emf"/><Relationship Id="rId15" Type="http://schemas.openxmlformats.org/officeDocument/2006/relationships/image" Target="../media/image142.emf"/><Relationship Id="rId10" Type="http://schemas.openxmlformats.org/officeDocument/2006/relationships/oleObject" Target="../embeddings/oleObject113.bin"/><Relationship Id="rId19" Type="http://schemas.openxmlformats.org/officeDocument/2006/relationships/image" Target="../media/image144.emf"/><Relationship Id="rId4" Type="http://schemas.openxmlformats.org/officeDocument/2006/relationships/oleObject" Target="../embeddings/oleObject110.bin"/><Relationship Id="rId9" Type="http://schemas.openxmlformats.org/officeDocument/2006/relationships/image" Target="../media/image139.emf"/><Relationship Id="rId14" Type="http://schemas.openxmlformats.org/officeDocument/2006/relationships/oleObject" Target="../embeddings/oleObject115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emf"/><Relationship Id="rId13" Type="http://schemas.openxmlformats.org/officeDocument/2006/relationships/oleObject" Target="../embeddings/oleObject123.bin"/><Relationship Id="rId18" Type="http://schemas.openxmlformats.org/officeDocument/2006/relationships/oleObject" Target="../embeddings/oleObject125.bin"/><Relationship Id="rId26" Type="http://schemas.openxmlformats.org/officeDocument/2006/relationships/oleObject" Target="../embeddings/oleObject129.bin"/><Relationship Id="rId3" Type="http://schemas.openxmlformats.org/officeDocument/2006/relationships/oleObject" Target="../embeddings/oleObject119.bin"/><Relationship Id="rId21" Type="http://schemas.openxmlformats.org/officeDocument/2006/relationships/image" Target="../media/image156.emf"/><Relationship Id="rId7" Type="http://schemas.openxmlformats.org/officeDocument/2006/relationships/image" Target="../media/image148.emf"/><Relationship Id="rId12" Type="http://schemas.openxmlformats.org/officeDocument/2006/relationships/image" Target="../media/image151.emf"/><Relationship Id="rId17" Type="http://schemas.openxmlformats.org/officeDocument/2006/relationships/image" Target="../media/image154.emf"/><Relationship Id="rId25" Type="http://schemas.openxmlformats.org/officeDocument/2006/relationships/image" Target="../media/image158.em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3.emf"/><Relationship Id="rId20" Type="http://schemas.openxmlformats.org/officeDocument/2006/relationships/oleObject" Target="../embeddings/oleObject126.bin"/><Relationship Id="rId29" Type="http://schemas.openxmlformats.org/officeDocument/2006/relationships/image" Target="../media/image160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7.emf"/><Relationship Id="rId11" Type="http://schemas.openxmlformats.org/officeDocument/2006/relationships/oleObject" Target="../embeddings/oleObject122.bin"/><Relationship Id="rId24" Type="http://schemas.openxmlformats.org/officeDocument/2006/relationships/oleObject" Target="../embeddings/oleObject128.bin"/><Relationship Id="rId32" Type="http://schemas.openxmlformats.org/officeDocument/2006/relationships/image" Target="../media/image162.emf"/><Relationship Id="rId5" Type="http://schemas.openxmlformats.org/officeDocument/2006/relationships/oleObject" Target="../embeddings/oleObject120.bin"/><Relationship Id="rId15" Type="http://schemas.openxmlformats.org/officeDocument/2006/relationships/oleObject" Target="../embeddings/oleObject124.bin"/><Relationship Id="rId23" Type="http://schemas.openxmlformats.org/officeDocument/2006/relationships/image" Target="../media/image157.emf"/><Relationship Id="rId28" Type="http://schemas.openxmlformats.org/officeDocument/2006/relationships/oleObject" Target="../embeddings/oleObject130.bin"/><Relationship Id="rId10" Type="http://schemas.openxmlformats.org/officeDocument/2006/relationships/image" Target="../media/image150.emf"/><Relationship Id="rId19" Type="http://schemas.openxmlformats.org/officeDocument/2006/relationships/image" Target="../media/image155.emf"/><Relationship Id="rId31" Type="http://schemas.openxmlformats.org/officeDocument/2006/relationships/image" Target="../media/image161.emf"/><Relationship Id="rId4" Type="http://schemas.openxmlformats.org/officeDocument/2006/relationships/image" Target="../media/image146.emf"/><Relationship Id="rId9" Type="http://schemas.openxmlformats.org/officeDocument/2006/relationships/oleObject" Target="../embeddings/oleObject121.bin"/><Relationship Id="rId14" Type="http://schemas.openxmlformats.org/officeDocument/2006/relationships/image" Target="../media/image152.emf"/><Relationship Id="rId22" Type="http://schemas.openxmlformats.org/officeDocument/2006/relationships/oleObject" Target="../embeddings/oleObject127.bin"/><Relationship Id="rId27" Type="http://schemas.openxmlformats.org/officeDocument/2006/relationships/image" Target="../media/image159.emf"/><Relationship Id="rId30" Type="http://schemas.openxmlformats.org/officeDocument/2006/relationships/oleObject" Target="../embeddings/oleObject13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MG_0156">
            <a:extLst>
              <a:ext uri="{FF2B5EF4-FFF2-40B4-BE49-F238E27FC236}">
                <a16:creationId xmlns:a16="http://schemas.microsoft.com/office/drawing/2014/main" id="{5A089006-A9E0-A8C1-7A71-6B5823D314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Text Box 6">
            <a:extLst>
              <a:ext uri="{FF2B5EF4-FFF2-40B4-BE49-F238E27FC236}">
                <a16:creationId xmlns:a16="http://schemas.microsoft.com/office/drawing/2014/main" id="{101636DA-A90D-155C-261A-5F982B8E3B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0250" y="928688"/>
            <a:ext cx="5086350" cy="677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800">
                <a:solidFill>
                  <a:srgbClr val="FFFF00"/>
                </a:solidFill>
              </a:rPr>
              <a:t>University Physics</a:t>
            </a:r>
          </a:p>
        </p:txBody>
      </p:sp>
      <p:sp>
        <p:nvSpPr>
          <p:cNvPr id="3076" name="Text Box 7">
            <a:extLst>
              <a:ext uri="{FF2B5EF4-FFF2-40B4-BE49-F238E27FC236}">
                <a16:creationId xmlns:a16="http://schemas.microsoft.com/office/drawing/2014/main" id="{4EA03260-AF0C-D270-CFD3-A326DE207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75" y="6215063"/>
            <a:ext cx="2444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/>
              <a:t>State Electronic_5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E6A5E1E5-49F9-CD7B-AD13-93BB2BACA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04800"/>
            <a:ext cx="4206875" cy="461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☆</a:t>
            </a:r>
            <a:r>
              <a:rPr lang="zh-CN" altLang="en-US" b="1">
                <a:solidFill>
                  <a:srgbClr val="FFFF00"/>
                </a:solidFill>
                <a:latin typeface="宋体" pitchFamily="2" charset="-122"/>
              </a:rPr>
              <a:t>电势与电场强度的积分关系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9A79CF23-D164-85E9-39D1-8236055C2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060575"/>
            <a:ext cx="41671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☆</a:t>
            </a:r>
            <a:r>
              <a:rPr lang="zh-CN" altLang="en-US" b="1">
                <a:solidFill>
                  <a:srgbClr val="FFFF00"/>
                </a:solidFill>
                <a:latin typeface="宋体" pitchFamily="2" charset="-122"/>
              </a:rPr>
              <a:t>电势与电场强度的微分关系</a:t>
            </a:r>
          </a:p>
        </p:txBody>
      </p:sp>
      <p:graphicFrame>
        <p:nvGraphicFramePr>
          <p:cNvPr id="51204" name="Object 4">
            <a:extLst>
              <a:ext uri="{FF2B5EF4-FFF2-40B4-BE49-F238E27FC236}">
                <a16:creationId xmlns:a16="http://schemas.microsoft.com/office/drawing/2014/main" id="{296369CA-6237-25D2-E997-B08999673F93}"/>
              </a:ext>
            </a:extLst>
          </p:cNvPr>
          <p:cNvGraphicFramePr>
            <a:graphicFrameLocks/>
          </p:cNvGraphicFramePr>
          <p:nvPr/>
        </p:nvGraphicFramePr>
        <p:xfrm>
          <a:off x="685800" y="914400"/>
          <a:ext cx="35052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96309" imgH="396018" progId="Equation.3">
                  <p:embed/>
                </p:oleObj>
              </mc:Choice>
              <mc:Fallback>
                <p:oleObj name="Equation" r:id="rId2" imgW="1196309" imgH="396018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914400"/>
                        <a:ext cx="3505200" cy="10668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4D4D4D">
                                <a:alpha val="50195"/>
                              </a:srgbClr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5" name="Object 5">
            <a:extLst>
              <a:ext uri="{FF2B5EF4-FFF2-40B4-BE49-F238E27FC236}">
                <a16:creationId xmlns:a16="http://schemas.microsoft.com/office/drawing/2014/main" id="{E9304D78-D958-C62D-A9FE-95989D59CE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2743200"/>
          <a:ext cx="179705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94173" imgH="358112" progId="Equation.3">
                  <p:embed/>
                </p:oleObj>
              </mc:Choice>
              <mc:Fallback>
                <p:oleObj name="Equation" r:id="rId4" imgW="594173" imgH="358112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743200"/>
                        <a:ext cx="1797050" cy="9906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6" name="Object 6">
            <a:extLst>
              <a:ext uri="{FF2B5EF4-FFF2-40B4-BE49-F238E27FC236}">
                <a16:creationId xmlns:a16="http://schemas.microsoft.com/office/drawing/2014/main" id="{668C30CB-7575-8352-F90F-36CA7C6190B2}"/>
              </a:ext>
            </a:extLst>
          </p:cNvPr>
          <p:cNvGraphicFramePr>
            <a:graphicFrameLocks/>
          </p:cNvGraphicFramePr>
          <p:nvPr/>
        </p:nvGraphicFramePr>
        <p:xfrm>
          <a:off x="381000" y="5443538"/>
          <a:ext cx="4114800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77496" imgH="327688" progId="Equation.3">
                  <p:embed/>
                </p:oleObj>
              </mc:Choice>
              <mc:Fallback>
                <p:oleObj name="Equation" r:id="rId6" imgW="1577496" imgH="327688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443538"/>
                        <a:ext cx="4114800" cy="804862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0000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7" name="Object 7">
            <a:extLst>
              <a:ext uri="{FF2B5EF4-FFF2-40B4-BE49-F238E27FC236}">
                <a16:creationId xmlns:a16="http://schemas.microsoft.com/office/drawing/2014/main" id="{A8443B13-0F65-D139-BADF-0E786BEF8A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3965575"/>
          <a:ext cx="3386138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58489" imgH="205989" progId="Equation.3">
                  <p:embed/>
                </p:oleObj>
              </mc:Choice>
              <mc:Fallback>
                <p:oleObj name="Equation" r:id="rId8" imgW="1158489" imgH="20598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965575"/>
                        <a:ext cx="3386138" cy="6064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8" name="Rectangle 8">
            <a:extLst>
              <a:ext uri="{FF2B5EF4-FFF2-40B4-BE49-F238E27FC236}">
                <a16:creationId xmlns:a16="http://schemas.microsoft.com/office/drawing/2014/main" id="{57A25B4A-78DC-7477-1053-F5CE3591E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260350"/>
            <a:ext cx="3860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☆</a:t>
            </a:r>
            <a:r>
              <a:rPr lang="zh-CN" altLang="en-US" b="1">
                <a:solidFill>
                  <a:srgbClr val="FFFF00"/>
                </a:solidFill>
                <a:latin typeface="宋体" pitchFamily="2" charset="-122"/>
              </a:rPr>
              <a:t>计算电场强度的几种方法</a:t>
            </a:r>
          </a:p>
        </p:txBody>
      </p:sp>
      <p:sp>
        <p:nvSpPr>
          <p:cNvPr id="51209" name="Line 9">
            <a:extLst>
              <a:ext uri="{FF2B5EF4-FFF2-40B4-BE49-F238E27FC236}">
                <a16:creationId xmlns:a16="http://schemas.microsoft.com/office/drawing/2014/main" id="{DBC25675-023F-9C51-F71E-A7AA5A25016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0"/>
            <a:ext cx="0" cy="6858000"/>
          </a:xfrm>
          <a:prstGeom prst="line">
            <a:avLst/>
          </a:prstGeom>
          <a:noFill/>
          <a:ln w="28575">
            <a:solidFill>
              <a:srgbClr val="00FF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1210" name="Line 10">
            <a:extLst>
              <a:ext uri="{FF2B5EF4-FFF2-40B4-BE49-F238E27FC236}">
                <a16:creationId xmlns:a16="http://schemas.microsoft.com/office/drawing/2014/main" id="{D4255317-35CD-283A-B544-408041D9C8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0"/>
            <a:ext cx="0" cy="6858000"/>
          </a:xfrm>
          <a:prstGeom prst="line">
            <a:avLst/>
          </a:prstGeom>
          <a:noFill/>
          <a:ln w="28575">
            <a:solidFill>
              <a:srgbClr val="00FF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1211" name="Rectangle 11">
            <a:extLst>
              <a:ext uri="{FF2B5EF4-FFF2-40B4-BE49-F238E27FC236}">
                <a16:creationId xmlns:a16="http://schemas.microsoft.com/office/drawing/2014/main" id="{AF02C0BF-F25A-EAEA-FB25-508E4D285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0" y="836613"/>
            <a:ext cx="25066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FFFF00"/>
                </a:solidFill>
                <a:latin typeface="宋体" panose="02010600030101010101" pitchFamily="2" charset="-122"/>
              </a:rPr>
              <a:t>(1)</a:t>
            </a: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电场叠加原理</a:t>
            </a:r>
          </a:p>
        </p:txBody>
      </p:sp>
      <p:sp>
        <p:nvSpPr>
          <p:cNvPr id="51212" name="Rectangle 12">
            <a:extLst>
              <a:ext uri="{FF2B5EF4-FFF2-40B4-BE49-F238E27FC236}">
                <a16:creationId xmlns:a16="http://schemas.microsoft.com/office/drawing/2014/main" id="{0C985CE7-E184-9186-885D-CDEBA56A5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2850" y="1446213"/>
            <a:ext cx="18716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FFFF00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高斯定理</a:t>
            </a:r>
          </a:p>
        </p:txBody>
      </p:sp>
      <p:sp>
        <p:nvSpPr>
          <p:cNvPr id="51213" name="Rectangle 13">
            <a:extLst>
              <a:ext uri="{FF2B5EF4-FFF2-40B4-BE49-F238E27FC236}">
                <a16:creationId xmlns:a16="http://schemas.microsoft.com/office/drawing/2014/main" id="{B64C46F6-7D27-B54A-77F3-3A281F2DB6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4600" y="2055813"/>
            <a:ext cx="18716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FFFF00"/>
                </a:solidFill>
                <a:latin typeface="宋体" panose="02010600030101010101" pitchFamily="2" charset="-122"/>
              </a:rPr>
              <a:t>(3)</a:t>
            </a: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电势梯度</a:t>
            </a:r>
          </a:p>
        </p:txBody>
      </p:sp>
      <p:sp>
        <p:nvSpPr>
          <p:cNvPr id="51214" name="AutoShape 14">
            <a:extLst>
              <a:ext uri="{FF2B5EF4-FFF2-40B4-BE49-F238E27FC236}">
                <a16:creationId xmlns:a16="http://schemas.microsoft.com/office/drawing/2014/main" id="{56BDFFF0-C858-F136-95A4-44118EB256A4}"/>
              </a:ext>
            </a:extLst>
          </p:cNvPr>
          <p:cNvSpPr>
            <a:spLocks/>
          </p:cNvSpPr>
          <p:nvPr/>
        </p:nvSpPr>
        <p:spPr bwMode="auto">
          <a:xfrm>
            <a:off x="7537450" y="1446213"/>
            <a:ext cx="519113" cy="536575"/>
          </a:xfrm>
          <a:prstGeom prst="rightBrace">
            <a:avLst>
              <a:gd name="adj1" fmla="val 28262"/>
              <a:gd name="adj2" fmla="val 50000"/>
            </a:avLst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215" name="Text Box 15">
            <a:extLst>
              <a:ext uri="{FF2B5EF4-FFF2-40B4-BE49-F238E27FC236}">
                <a16:creationId xmlns:a16="http://schemas.microsoft.com/office/drawing/2014/main" id="{D4D0EF99-D1D6-8109-638D-9DA7C23A08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0850" y="933450"/>
            <a:ext cx="5334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熟练掌握</a:t>
            </a:r>
          </a:p>
        </p:txBody>
      </p:sp>
      <p:sp>
        <p:nvSpPr>
          <p:cNvPr id="51216" name="Rectangle 16">
            <a:extLst>
              <a:ext uri="{FF2B5EF4-FFF2-40B4-BE49-F238E27FC236}">
                <a16:creationId xmlns:a16="http://schemas.microsoft.com/office/drawing/2014/main" id="{AEB2D99C-16A9-F687-DD07-DCC6AEEFA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3187700"/>
            <a:ext cx="3248025" cy="457200"/>
          </a:xfrm>
          <a:prstGeom prst="rect">
            <a:avLst/>
          </a:prstGeom>
          <a:solidFill>
            <a:srgbClr val="CC3300"/>
          </a:solidFill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☆</a:t>
            </a:r>
            <a:r>
              <a:rPr lang="zh-CN" altLang="en-US" b="1">
                <a:solidFill>
                  <a:srgbClr val="FFFF00"/>
                </a:solidFill>
                <a:latin typeface="宋体" pitchFamily="2" charset="-122"/>
              </a:rPr>
              <a:t>计算电势的几种方法</a:t>
            </a:r>
          </a:p>
        </p:txBody>
      </p:sp>
      <p:sp>
        <p:nvSpPr>
          <p:cNvPr id="51217" name="Rectangle 17">
            <a:extLst>
              <a:ext uri="{FF2B5EF4-FFF2-40B4-BE49-F238E27FC236}">
                <a16:creationId xmlns:a16="http://schemas.microsoft.com/office/drawing/2014/main" id="{C13E7B6A-811A-76D7-3668-BDAF2B2A8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8900" y="5589588"/>
            <a:ext cx="2484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FFFF00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电势叠加原理</a:t>
            </a:r>
          </a:p>
        </p:txBody>
      </p:sp>
      <p:sp>
        <p:nvSpPr>
          <p:cNvPr id="51218" name="Rectangle 18">
            <a:extLst>
              <a:ext uri="{FF2B5EF4-FFF2-40B4-BE49-F238E27FC236}">
                <a16:creationId xmlns:a16="http://schemas.microsoft.com/office/drawing/2014/main" id="{404C1403-6398-1280-4D7E-AD8675D9B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2550" y="4733925"/>
            <a:ext cx="2686050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zh-CN" b="1">
                <a:solidFill>
                  <a:srgbClr val="FFFF00"/>
                </a:solidFill>
                <a:latin typeface="宋体" panose="02010600030101010101" pitchFamily="2" charset="-122"/>
              </a:rPr>
              <a:t>(1)</a:t>
            </a: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电势与电场强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   度的积分关系</a:t>
            </a:r>
          </a:p>
        </p:txBody>
      </p:sp>
      <p:graphicFrame>
        <p:nvGraphicFramePr>
          <p:cNvPr id="51219" name="Object 19">
            <a:extLst>
              <a:ext uri="{FF2B5EF4-FFF2-40B4-BE49-F238E27FC236}">
                <a16:creationId xmlns:a16="http://schemas.microsoft.com/office/drawing/2014/main" id="{C8BF70F1-2A54-49EE-C9FE-3EDB43DCE190}"/>
              </a:ext>
            </a:extLst>
          </p:cNvPr>
          <p:cNvGraphicFramePr>
            <a:graphicFrameLocks/>
          </p:cNvGraphicFramePr>
          <p:nvPr/>
        </p:nvGraphicFramePr>
        <p:xfrm>
          <a:off x="1524000" y="4724400"/>
          <a:ext cx="19050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48889" imgH="175066" progId="Equation.3">
                  <p:embed/>
                </p:oleObj>
              </mc:Choice>
              <mc:Fallback>
                <p:oleObj name="Equation" r:id="rId10" imgW="548889" imgH="175066" progId="Equation.3">
                  <p:embed/>
                  <p:pic>
                    <p:nvPicPr>
                      <p:cNvPr id="0" name="Object 19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724400"/>
                        <a:ext cx="1905000" cy="609600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0000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20" name="AutoShape 20">
            <a:extLst>
              <a:ext uri="{FF2B5EF4-FFF2-40B4-BE49-F238E27FC236}">
                <a16:creationId xmlns:a16="http://schemas.microsoft.com/office/drawing/2014/main" id="{21793C47-E2B0-F726-2EB0-38595F5C206F}"/>
              </a:ext>
            </a:extLst>
          </p:cNvPr>
          <p:cNvSpPr>
            <a:spLocks/>
          </p:cNvSpPr>
          <p:nvPr/>
        </p:nvSpPr>
        <p:spPr bwMode="auto">
          <a:xfrm>
            <a:off x="7620000" y="5078413"/>
            <a:ext cx="381000" cy="511175"/>
          </a:xfrm>
          <a:prstGeom prst="rightBrace">
            <a:avLst>
              <a:gd name="adj1" fmla="val 23349"/>
              <a:gd name="adj2" fmla="val 50000"/>
            </a:avLst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221" name="Text Box 21">
            <a:extLst>
              <a:ext uri="{FF2B5EF4-FFF2-40B4-BE49-F238E27FC236}">
                <a16:creationId xmlns:a16="http://schemas.microsoft.com/office/drawing/2014/main" id="{48C6CD64-84D1-8196-EB37-110315122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4495800"/>
            <a:ext cx="5334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熟练掌握</a:t>
            </a:r>
          </a:p>
        </p:txBody>
      </p:sp>
      <p:graphicFrame>
        <p:nvGraphicFramePr>
          <p:cNvPr id="51222" name="Object 22">
            <a:extLst>
              <a:ext uri="{FF2B5EF4-FFF2-40B4-BE49-F238E27FC236}">
                <a16:creationId xmlns:a16="http://schemas.microsoft.com/office/drawing/2014/main" id="{59CE1C67-9EC5-F44E-1A67-7E15CD198DEE}"/>
              </a:ext>
            </a:extLst>
          </p:cNvPr>
          <p:cNvGraphicFramePr>
            <a:graphicFrameLocks/>
          </p:cNvGraphicFramePr>
          <p:nvPr/>
        </p:nvGraphicFramePr>
        <p:xfrm>
          <a:off x="4876800" y="2720975"/>
          <a:ext cx="3733800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24722" imgH="418961" progId="Equation.3">
                  <p:embed/>
                </p:oleObj>
              </mc:Choice>
              <mc:Fallback>
                <p:oleObj name="Equation" r:id="rId12" imgW="1424722" imgH="418961" progId="Equation.3">
                  <p:embed/>
                  <p:pic>
                    <p:nvPicPr>
                      <p:cNvPr id="0" name="Object 22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2720975"/>
                        <a:ext cx="3733800" cy="1428750"/>
                      </a:xfrm>
                      <a:prstGeom prst="rect">
                        <a:avLst/>
                      </a:prstGeom>
                      <a:solidFill>
                        <a:srgbClr val="CC33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3" name="Object 23">
            <a:extLst>
              <a:ext uri="{FF2B5EF4-FFF2-40B4-BE49-F238E27FC236}">
                <a16:creationId xmlns:a16="http://schemas.microsoft.com/office/drawing/2014/main" id="{FA2A0866-C9EC-D0E8-6358-8EC4C7A9881C}"/>
              </a:ext>
            </a:extLst>
          </p:cNvPr>
          <p:cNvGraphicFramePr>
            <a:graphicFrameLocks/>
          </p:cNvGraphicFramePr>
          <p:nvPr/>
        </p:nvGraphicFramePr>
        <p:xfrm>
          <a:off x="4932363" y="2740025"/>
          <a:ext cx="3600450" cy="1349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58489" imgH="396018" progId="Equation.3">
                  <p:embed/>
                </p:oleObj>
              </mc:Choice>
              <mc:Fallback>
                <p:oleObj name="Equation" r:id="rId14" imgW="1158489" imgH="396018" progId="Equation.3">
                  <p:embed/>
                  <p:pic>
                    <p:nvPicPr>
                      <p:cNvPr id="0" name="Object 23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2740025"/>
                        <a:ext cx="3600450" cy="1349375"/>
                      </a:xfrm>
                      <a:prstGeom prst="rect">
                        <a:avLst/>
                      </a:prstGeom>
                      <a:solidFill>
                        <a:srgbClr val="CC33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4" name="Object 24">
            <a:extLst>
              <a:ext uri="{FF2B5EF4-FFF2-40B4-BE49-F238E27FC236}">
                <a16:creationId xmlns:a16="http://schemas.microsoft.com/office/drawing/2014/main" id="{D7A9A988-F368-789F-A3D3-2706468C80EC}"/>
              </a:ext>
            </a:extLst>
          </p:cNvPr>
          <p:cNvGraphicFramePr>
            <a:graphicFrameLocks/>
          </p:cNvGraphicFramePr>
          <p:nvPr/>
        </p:nvGraphicFramePr>
        <p:xfrm>
          <a:off x="4932363" y="2840038"/>
          <a:ext cx="3600450" cy="1150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48889" imgH="175066" progId="Equation.3">
                  <p:embed/>
                </p:oleObj>
              </mc:Choice>
              <mc:Fallback>
                <p:oleObj name="Equation" r:id="rId10" imgW="548889" imgH="175066" progId="Equation.3">
                  <p:embed/>
                  <p:pic>
                    <p:nvPicPr>
                      <p:cNvPr id="0" name="Object 24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2840038"/>
                        <a:ext cx="3600450" cy="1150937"/>
                      </a:xfrm>
                      <a:prstGeom prst="rect">
                        <a:avLst/>
                      </a:prstGeom>
                      <a:solidFill>
                        <a:srgbClr val="CC3300"/>
                      </a:solidFill>
                      <a:ln w="12700">
                        <a:solidFill>
                          <a:srgbClr val="0000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5" name="Object 25">
            <a:extLst>
              <a:ext uri="{FF2B5EF4-FFF2-40B4-BE49-F238E27FC236}">
                <a16:creationId xmlns:a16="http://schemas.microsoft.com/office/drawing/2014/main" id="{0D9BBCB1-3162-0BDA-2D57-77DAABAB70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60925" y="2847975"/>
          <a:ext cx="3743325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318229" imgH="396018" progId="Equation.3">
                  <p:embed/>
                </p:oleObj>
              </mc:Choice>
              <mc:Fallback>
                <p:oleObj name="Equation" r:id="rId17" imgW="1318229" imgH="396018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925" y="2847975"/>
                        <a:ext cx="3743325" cy="1136650"/>
                      </a:xfrm>
                      <a:prstGeom prst="rect">
                        <a:avLst/>
                      </a:prstGeom>
                      <a:solidFill>
                        <a:srgbClr val="CC33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6" name="Object 26">
            <a:extLst>
              <a:ext uri="{FF2B5EF4-FFF2-40B4-BE49-F238E27FC236}">
                <a16:creationId xmlns:a16="http://schemas.microsoft.com/office/drawing/2014/main" id="{748CCC83-F324-E95A-C6B2-FAA1A4B39100}"/>
              </a:ext>
            </a:extLst>
          </p:cNvPr>
          <p:cNvGraphicFramePr>
            <a:graphicFrameLocks/>
          </p:cNvGraphicFramePr>
          <p:nvPr/>
        </p:nvGraphicFramePr>
        <p:xfrm>
          <a:off x="4859338" y="2828925"/>
          <a:ext cx="3816350" cy="11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96309" imgH="396018" progId="Equation.3">
                  <p:embed/>
                </p:oleObj>
              </mc:Choice>
              <mc:Fallback>
                <p:oleObj name="Equation" r:id="rId2" imgW="1196309" imgH="396018" progId="Equation.3">
                  <p:embed/>
                  <p:pic>
                    <p:nvPicPr>
                      <p:cNvPr id="0" name="Object 26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2828925"/>
                        <a:ext cx="3816350" cy="1173163"/>
                      </a:xfrm>
                      <a:prstGeom prst="rect">
                        <a:avLst/>
                      </a:prstGeom>
                      <a:solidFill>
                        <a:srgbClr val="CC3300"/>
                      </a:solidFill>
                      <a:ln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227" name="Picture 27" descr="j0293240">
            <a:extLst>
              <a:ext uri="{FF2B5EF4-FFF2-40B4-BE49-F238E27FC236}">
                <a16:creationId xmlns:a16="http://schemas.microsoft.com/office/drawing/2014/main" id="{0EAB64CF-1429-2607-42B7-3EE1A432E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1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12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12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12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51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1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1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5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512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1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512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51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51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51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51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2" grpId="0" autoUpdateAnimBg="0"/>
      <p:bldP spid="51203" grpId="0" autoUpdateAnimBg="0"/>
      <p:bldP spid="51208" grpId="0" autoUpdateAnimBg="0"/>
      <p:bldP spid="51211" grpId="0" autoUpdateAnimBg="0"/>
      <p:bldP spid="51212" grpId="0" autoUpdateAnimBg="0"/>
      <p:bldP spid="51213" grpId="0" autoUpdateAnimBg="0"/>
      <p:bldP spid="51214" grpId="0" animBg="1"/>
      <p:bldP spid="51215" grpId="0" autoUpdateAnimBg="0"/>
      <p:bldP spid="51216" grpId="0" animBg="1" autoUpdateAnimBg="0"/>
      <p:bldP spid="51217" grpId="0" autoUpdateAnimBg="0"/>
      <p:bldP spid="51218" grpId="0" autoUpdateAnimBg="0"/>
      <p:bldP spid="51220" grpId="0" animBg="1"/>
      <p:bldP spid="51221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F524FB50-FBD3-E90E-6519-4AD4FAF53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" y="222250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b="1">
                <a:solidFill>
                  <a:srgbClr val="FFFF00"/>
                </a:solidFill>
              </a:rPr>
              <a:t>例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030CDE90-871E-89EE-4FB9-6752F7C49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1825" y="187325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b="1">
                <a:solidFill>
                  <a:srgbClr val="FFFF00"/>
                </a:solidFill>
              </a:rPr>
              <a:t>求</a:t>
            </a:r>
          </a:p>
        </p:txBody>
      </p:sp>
      <p:sp>
        <p:nvSpPr>
          <p:cNvPr id="62468" name="Rectangle 4">
            <a:extLst>
              <a:ext uri="{FF2B5EF4-FFF2-40B4-BE49-F238E27FC236}">
                <a16:creationId xmlns:a16="http://schemas.microsoft.com/office/drawing/2014/main" id="{F517482B-6DA7-703F-4E81-954AEDCED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222250"/>
            <a:ext cx="548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solidFill>
                  <a:srgbClr val="66FFFF"/>
                </a:solidFill>
                <a:ea typeface="仿宋_GB2312" pitchFamily="49" charset="-122"/>
              </a:rPr>
              <a:t>（</a:t>
            </a:r>
            <a:r>
              <a:rPr lang="en-US" altLang="zh-CN" b="1">
                <a:solidFill>
                  <a:srgbClr val="66FFFF"/>
                </a:solidFill>
                <a:ea typeface="仿宋_GB2312" pitchFamily="49" charset="-122"/>
              </a:rPr>
              <a:t>2</a:t>
            </a:r>
            <a:r>
              <a:rPr lang="zh-CN" altLang="en-US" b="1">
                <a:solidFill>
                  <a:srgbClr val="66FFFF"/>
                </a:solidFill>
                <a:ea typeface="仿宋_GB2312" pitchFamily="49" charset="-122"/>
              </a:rPr>
              <a:t>，</a:t>
            </a:r>
            <a:r>
              <a:rPr lang="en-US" altLang="zh-CN" b="1">
                <a:solidFill>
                  <a:srgbClr val="66FFFF"/>
                </a:solidFill>
                <a:ea typeface="仿宋_GB2312" pitchFamily="49" charset="-122"/>
              </a:rPr>
              <a:t>3</a:t>
            </a:r>
            <a:r>
              <a:rPr lang="zh-CN" altLang="en-US" b="1">
                <a:solidFill>
                  <a:srgbClr val="66FFFF"/>
                </a:solidFill>
                <a:ea typeface="仿宋_GB2312" pitchFamily="49" charset="-122"/>
              </a:rPr>
              <a:t>，</a:t>
            </a:r>
            <a:r>
              <a:rPr lang="en-US" altLang="zh-CN" b="1">
                <a:solidFill>
                  <a:srgbClr val="66FFFF"/>
                </a:solidFill>
                <a:ea typeface="仿宋_GB2312" pitchFamily="49" charset="-122"/>
              </a:rPr>
              <a:t>0</a:t>
            </a:r>
            <a:r>
              <a:rPr lang="zh-CN" altLang="en-US" b="1">
                <a:solidFill>
                  <a:srgbClr val="66FFFF"/>
                </a:solidFill>
                <a:ea typeface="仿宋_GB2312" pitchFamily="49" charset="-122"/>
              </a:rPr>
              <a:t>）</a:t>
            </a:r>
            <a:r>
              <a:rPr lang="zh-CN" altLang="en-US" b="1">
                <a:latin typeface="宋体" panose="02010600030101010101" pitchFamily="2" charset="-122"/>
              </a:rPr>
              <a:t>点的电场强度。</a:t>
            </a:r>
            <a:r>
              <a:rPr lang="zh-CN" altLang="en-US" b="1">
                <a:solidFill>
                  <a:srgbClr val="FFFF00"/>
                </a:solidFill>
              </a:rPr>
              <a:t>                                         </a:t>
            </a:r>
          </a:p>
        </p:txBody>
      </p:sp>
      <p:sp>
        <p:nvSpPr>
          <p:cNvPr id="62469" name="Text Box 5">
            <a:extLst>
              <a:ext uri="{FF2B5EF4-FFF2-40B4-BE49-F238E27FC236}">
                <a16:creationId xmlns:a16="http://schemas.microsoft.com/office/drawing/2014/main" id="{0B085C6A-FF64-3368-7BAD-701EE9E595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" y="228600"/>
            <a:ext cx="121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/>
              <a:t>已知</a:t>
            </a:r>
          </a:p>
        </p:txBody>
      </p:sp>
      <p:graphicFrame>
        <p:nvGraphicFramePr>
          <p:cNvPr id="62470" name="Object 6">
            <a:extLst>
              <a:ext uri="{FF2B5EF4-FFF2-40B4-BE49-F238E27FC236}">
                <a16:creationId xmlns:a16="http://schemas.microsoft.com/office/drawing/2014/main" id="{9ACECEC6-7CE5-3973-8694-FB96D7BB84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212725"/>
          <a:ext cx="296545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18616" imgH="441905" progId="Equation.3">
                  <p:embed/>
                </p:oleObj>
              </mc:Choice>
              <mc:Fallback>
                <p:oleObj name="Equation" r:id="rId2" imgW="2918616" imgH="441905" progId="Equation.3">
                  <p:embed/>
                  <p:pic>
                    <p:nvPicPr>
                      <p:cNvPr id="62470" name="Object 6">
                        <a:extLst>
                          <a:ext uri="{FF2B5EF4-FFF2-40B4-BE49-F238E27FC236}">
                            <a16:creationId xmlns:a16="http://schemas.microsoft.com/office/drawing/2014/main" id="{9ACECEC6-7CE5-3973-8694-FB96D7BB84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12725"/>
                        <a:ext cx="2965450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1" name="Text Box 7">
            <a:extLst>
              <a:ext uri="{FF2B5EF4-FFF2-40B4-BE49-F238E27FC236}">
                <a16:creationId xmlns:a16="http://schemas.microsoft.com/office/drawing/2014/main" id="{0B42AC44-215F-833A-7FEA-EFCD08EF09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775" y="1152525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solidFill>
                  <a:srgbClr val="FFFF00"/>
                </a:solidFill>
              </a:rPr>
              <a:t>解</a:t>
            </a:r>
          </a:p>
        </p:txBody>
      </p:sp>
      <p:graphicFrame>
        <p:nvGraphicFramePr>
          <p:cNvPr id="62472" name="Object 8">
            <a:extLst>
              <a:ext uri="{FF2B5EF4-FFF2-40B4-BE49-F238E27FC236}">
                <a16:creationId xmlns:a16="http://schemas.microsoft.com/office/drawing/2014/main" id="{6712D40D-ABDB-6A07-D36B-D34919C3E7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9450" y="1000125"/>
          <a:ext cx="4254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213953" imgH="792535" progId="Equation.3">
                  <p:embed/>
                </p:oleObj>
              </mc:Choice>
              <mc:Fallback>
                <p:oleObj name="Equation" r:id="rId4" imgW="4213953" imgH="792535" progId="Equation.3">
                  <p:embed/>
                  <p:pic>
                    <p:nvPicPr>
                      <p:cNvPr id="62472" name="Object 8">
                        <a:extLst>
                          <a:ext uri="{FF2B5EF4-FFF2-40B4-BE49-F238E27FC236}">
                            <a16:creationId xmlns:a16="http://schemas.microsoft.com/office/drawing/2014/main" id="{6712D40D-ABDB-6A07-D36B-D34919C3E7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450" y="1000125"/>
                        <a:ext cx="42545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3" name="Object 9">
            <a:extLst>
              <a:ext uri="{FF2B5EF4-FFF2-40B4-BE49-F238E27FC236}">
                <a16:creationId xmlns:a16="http://schemas.microsoft.com/office/drawing/2014/main" id="{7F33ACB6-8514-B756-1DEF-CD91E18FD0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2625" y="2030413"/>
          <a:ext cx="3103563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78356" imgH="868846" progId="Equation.3">
                  <p:embed/>
                </p:oleObj>
              </mc:Choice>
              <mc:Fallback>
                <p:oleObj name="Equation" r:id="rId6" imgW="3078356" imgH="868846" progId="Equation.3">
                  <p:embed/>
                  <p:pic>
                    <p:nvPicPr>
                      <p:cNvPr id="62473" name="Object 9">
                        <a:extLst>
                          <a:ext uri="{FF2B5EF4-FFF2-40B4-BE49-F238E27FC236}">
                            <a16:creationId xmlns:a16="http://schemas.microsoft.com/office/drawing/2014/main" id="{7F33ACB6-8514-B756-1DEF-CD91E18FD0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625" y="2030413"/>
                        <a:ext cx="3103563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4" name="Object 10">
            <a:extLst>
              <a:ext uri="{FF2B5EF4-FFF2-40B4-BE49-F238E27FC236}">
                <a16:creationId xmlns:a16="http://schemas.microsoft.com/office/drawing/2014/main" id="{9DE684A0-10C2-44F0-5871-09ED4A374A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825" y="2133600"/>
          <a:ext cx="391795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08904" imgH="464848" progId="Equation.3">
                  <p:embed/>
                </p:oleObj>
              </mc:Choice>
              <mc:Fallback>
                <p:oleObj name="Equation" r:id="rId8" imgW="3908904" imgH="464848" progId="Equation.3">
                  <p:embed/>
                  <p:pic>
                    <p:nvPicPr>
                      <p:cNvPr id="62474" name="Object 10">
                        <a:extLst>
                          <a:ext uri="{FF2B5EF4-FFF2-40B4-BE49-F238E27FC236}">
                            <a16:creationId xmlns:a16="http://schemas.microsoft.com/office/drawing/2014/main" id="{9DE684A0-10C2-44F0-5871-09ED4A374A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2133600"/>
                        <a:ext cx="391795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5" name="Object 11">
            <a:extLst>
              <a:ext uri="{FF2B5EF4-FFF2-40B4-BE49-F238E27FC236}">
                <a16:creationId xmlns:a16="http://schemas.microsoft.com/office/drawing/2014/main" id="{AD3C4016-5D37-9A26-ABAF-6CAE09CB88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9450" y="2951163"/>
          <a:ext cx="3132138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109209" imgH="792535" progId="Equation.3">
                  <p:embed/>
                </p:oleObj>
              </mc:Choice>
              <mc:Fallback>
                <p:oleObj name="公式" r:id="rId10" imgW="3109209" imgH="792535" progId="Equation.3">
                  <p:embed/>
                  <p:pic>
                    <p:nvPicPr>
                      <p:cNvPr id="62475" name="Object 11">
                        <a:extLst>
                          <a:ext uri="{FF2B5EF4-FFF2-40B4-BE49-F238E27FC236}">
                            <a16:creationId xmlns:a16="http://schemas.microsoft.com/office/drawing/2014/main" id="{AD3C4016-5D37-9A26-ABAF-6CAE09CB88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450" y="2951163"/>
                        <a:ext cx="3132138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2476" name="Picture 12">
            <a:extLst>
              <a:ext uri="{FF2B5EF4-FFF2-40B4-BE49-F238E27FC236}">
                <a16:creationId xmlns:a16="http://schemas.microsoft.com/office/drawing/2014/main" id="{8F030C3D-C673-A7DD-D45F-0C46FB1B1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12">
            <a:extLst>
              <a:ext uri="{FF2B5EF4-FFF2-40B4-BE49-F238E27FC236}">
                <a16:creationId xmlns:a16="http://schemas.microsoft.com/office/drawing/2014/main" id="{A2D0A5F4-5D2B-EECC-A615-F81205BAF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175" y="3976688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00FFFF"/>
                </a:solidFill>
                <a:ea typeface="楷体_GB2312" pitchFamily="49" charset="-122"/>
              </a:rPr>
              <a:t>例： </a:t>
            </a: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E8D5FCE1-8C41-EC1D-B619-C2255C681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" y="3954463"/>
            <a:ext cx="655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ea typeface="楷体_GB2312" pitchFamily="49" charset="-122"/>
              </a:rPr>
              <a:t>计算均匀带电圆盘轴线上任一点的场强</a:t>
            </a:r>
          </a:p>
        </p:txBody>
      </p:sp>
      <p:graphicFrame>
        <p:nvGraphicFramePr>
          <p:cNvPr id="15" name="Object 2">
            <a:extLst>
              <a:ext uri="{FF2B5EF4-FFF2-40B4-BE49-F238E27FC236}">
                <a16:creationId xmlns:a16="http://schemas.microsoft.com/office/drawing/2014/main" id="{7C25C1A2-6718-9CC2-E463-266A9F719F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64575" y="4891088"/>
          <a:ext cx="381000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91564" imgH="99254" progId="Equation.3">
                  <p:embed/>
                </p:oleObj>
              </mc:Choice>
              <mc:Fallback>
                <p:oleObj name="公式" r:id="rId13" imgW="91564" imgH="99254" progId="Equation.3">
                  <p:embed/>
                  <p:pic>
                    <p:nvPicPr>
                      <p:cNvPr id="15" name="Object 2">
                        <a:extLst>
                          <a:ext uri="{FF2B5EF4-FFF2-40B4-BE49-F238E27FC236}">
                            <a16:creationId xmlns:a16="http://schemas.microsoft.com/office/drawing/2014/main" id="{7C25C1A2-6718-9CC2-E463-266A9F719F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64575" y="4891088"/>
                        <a:ext cx="381000" cy="29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3">
            <a:extLst>
              <a:ext uri="{FF2B5EF4-FFF2-40B4-BE49-F238E27FC236}">
                <a16:creationId xmlns:a16="http://schemas.microsoft.com/office/drawing/2014/main" id="{A33AEC9F-2F00-3F98-1884-8207CDDBB9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02575" y="5424488"/>
          <a:ext cx="457200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14456" imgH="129679" progId="Equation.3">
                  <p:embed/>
                </p:oleObj>
              </mc:Choice>
              <mc:Fallback>
                <p:oleObj name="公式" r:id="rId15" imgW="114456" imgH="129679" progId="Equation.3">
                  <p:embed/>
                  <p:pic>
                    <p:nvPicPr>
                      <p:cNvPr id="16" name="Object 3">
                        <a:extLst>
                          <a:ext uri="{FF2B5EF4-FFF2-40B4-BE49-F238E27FC236}">
                            <a16:creationId xmlns:a16="http://schemas.microsoft.com/office/drawing/2014/main" id="{A33AEC9F-2F00-3F98-1884-8207CDDBB9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02575" y="5424488"/>
                        <a:ext cx="457200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4">
            <a:extLst>
              <a:ext uri="{FF2B5EF4-FFF2-40B4-BE49-F238E27FC236}">
                <a16:creationId xmlns:a16="http://schemas.microsoft.com/office/drawing/2014/main" id="{313C1BD5-0681-284A-FB00-5235FB1F76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0388" y="4470400"/>
          <a:ext cx="315595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1394367" imgH="396018" progId="Equation.3">
                  <p:embed/>
                </p:oleObj>
              </mc:Choice>
              <mc:Fallback>
                <p:oleObj name="公式" r:id="rId17" imgW="1394367" imgH="396018" progId="Equation.3">
                  <p:embed/>
                  <p:pic>
                    <p:nvPicPr>
                      <p:cNvPr id="17" name="Object 4">
                        <a:extLst>
                          <a:ext uri="{FF2B5EF4-FFF2-40B4-BE49-F238E27FC236}">
                            <a16:creationId xmlns:a16="http://schemas.microsoft.com/office/drawing/2014/main" id="{313C1BD5-0681-284A-FB00-5235FB1F76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0388" y="4470400"/>
                        <a:ext cx="3155950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5">
            <a:extLst>
              <a:ext uri="{FF2B5EF4-FFF2-40B4-BE49-F238E27FC236}">
                <a16:creationId xmlns:a16="http://schemas.microsoft.com/office/drawing/2014/main" id="{177F80A0-3780-3F67-57E6-99A5893EBB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4575" y="5327650"/>
          <a:ext cx="1954213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853440" imgH="358112" progId="Equation.3">
                  <p:embed/>
                </p:oleObj>
              </mc:Choice>
              <mc:Fallback>
                <p:oleObj name="公式" r:id="rId19" imgW="853440" imgH="358112" progId="Equation.3">
                  <p:embed/>
                  <p:pic>
                    <p:nvPicPr>
                      <p:cNvPr id="18" name="Object 5">
                        <a:extLst>
                          <a:ext uri="{FF2B5EF4-FFF2-40B4-BE49-F238E27FC236}">
                            <a16:creationId xmlns:a16="http://schemas.microsoft.com/office/drawing/2014/main" id="{177F80A0-3780-3F67-57E6-99A5893EBB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4575" y="5327650"/>
                        <a:ext cx="1954213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8">
            <a:extLst>
              <a:ext uri="{FF2B5EF4-FFF2-40B4-BE49-F238E27FC236}">
                <a16:creationId xmlns:a16="http://schemas.microsoft.com/office/drawing/2014/main" id="{36BFBF13-A39A-5A76-5849-2A166E86FC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45974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00FFFF"/>
                </a:solidFill>
                <a:ea typeface="楷体_GB2312" pitchFamily="49" charset="-122"/>
              </a:rPr>
              <a:t>解： </a:t>
            </a:r>
          </a:p>
        </p:txBody>
      </p:sp>
      <p:sp>
        <p:nvSpPr>
          <p:cNvPr id="20" name="Text Box 19">
            <a:extLst>
              <a:ext uri="{FF2B5EF4-FFF2-40B4-BE49-F238E27FC236}">
                <a16:creationId xmlns:a16="http://schemas.microsoft.com/office/drawing/2014/main" id="{6D7C9D89-F2CD-4A6C-47F1-BD37BC041E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125" y="4525963"/>
            <a:ext cx="228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ea typeface="楷体_GB2312" pitchFamily="49" charset="-122"/>
              </a:rPr>
              <a:t>已知：</a:t>
            </a:r>
          </a:p>
        </p:txBody>
      </p:sp>
      <p:graphicFrame>
        <p:nvGraphicFramePr>
          <p:cNvPr id="21" name="Object 6">
            <a:extLst>
              <a:ext uri="{FF2B5EF4-FFF2-40B4-BE49-F238E27FC236}">
                <a16:creationId xmlns:a16="http://schemas.microsoft.com/office/drawing/2014/main" id="{7B62C528-81D1-1D44-B829-49373AF3A4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4825" y="5327650"/>
          <a:ext cx="3044825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1348584" imgH="441905" progId="Equation.3">
                  <p:embed/>
                </p:oleObj>
              </mc:Choice>
              <mc:Fallback>
                <p:oleObj name="公式" r:id="rId21" imgW="1348584" imgH="441905" progId="Equation.3">
                  <p:embed/>
                  <p:pic>
                    <p:nvPicPr>
                      <p:cNvPr id="21" name="Object 6">
                        <a:extLst>
                          <a:ext uri="{FF2B5EF4-FFF2-40B4-BE49-F238E27FC236}">
                            <a16:creationId xmlns:a16="http://schemas.microsoft.com/office/drawing/2014/main" id="{7B62C528-81D1-1D44-B829-49373AF3A4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4825" y="5327650"/>
                        <a:ext cx="3044825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Group 21">
            <a:extLst>
              <a:ext uri="{FF2B5EF4-FFF2-40B4-BE49-F238E27FC236}">
                <a16:creationId xmlns:a16="http://schemas.microsoft.com/office/drawing/2014/main" id="{CB46A12F-2B9E-73DB-530E-C6740F3B9AE2}"/>
              </a:ext>
            </a:extLst>
          </p:cNvPr>
          <p:cNvGrpSpPr>
            <a:grpSpLocks/>
          </p:cNvGrpSpPr>
          <p:nvPr/>
        </p:nvGrpSpPr>
        <p:grpSpPr bwMode="auto">
          <a:xfrm>
            <a:off x="6302375" y="4052888"/>
            <a:ext cx="1479550" cy="2362200"/>
            <a:chOff x="4032" y="2592"/>
            <a:chExt cx="932" cy="1488"/>
          </a:xfrm>
        </p:grpSpPr>
        <p:graphicFrame>
          <p:nvGraphicFramePr>
            <p:cNvPr id="21536" name="Object 7">
              <a:extLst>
                <a:ext uri="{FF2B5EF4-FFF2-40B4-BE49-F238E27FC236}">
                  <a16:creationId xmlns:a16="http://schemas.microsoft.com/office/drawing/2014/main" id="{87FCD3C9-908A-526B-5EF5-9C227E47559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19" y="3508"/>
            <a:ext cx="190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91564" imgH="129679" progId="Equation.3">
                    <p:embed/>
                  </p:oleObj>
                </mc:Choice>
                <mc:Fallback>
                  <p:oleObj name="公式" r:id="rId23" imgW="91564" imgH="129679" progId="Equation.3">
                    <p:embed/>
                    <p:pic>
                      <p:nvPicPr>
                        <p:cNvPr id="21536" name="Object 7">
                          <a:extLst>
                            <a:ext uri="{FF2B5EF4-FFF2-40B4-BE49-F238E27FC236}">
                              <a16:creationId xmlns:a16="http://schemas.microsoft.com/office/drawing/2014/main" id="{87FCD3C9-908A-526B-5EF5-9C227E47559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9" y="3508"/>
                          <a:ext cx="190" cy="220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rgbClr val="666699"/>
                            </a:gs>
                            <a:gs pos="100000">
                              <a:srgbClr val="2F2F47"/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7" name="Object 8">
              <a:extLst>
                <a:ext uri="{FF2B5EF4-FFF2-40B4-BE49-F238E27FC236}">
                  <a16:creationId xmlns:a16="http://schemas.microsoft.com/office/drawing/2014/main" id="{C4721697-81F1-2AD2-E423-D6CE63B61C5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19" y="2613"/>
            <a:ext cx="266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5" imgW="137347" imgH="137160" progId="Equation.3">
                    <p:embed/>
                  </p:oleObj>
                </mc:Choice>
                <mc:Fallback>
                  <p:oleObj name="公式" r:id="rId25" imgW="137347" imgH="137160" progId="Equation.3">
                    <p:embed/>
                    <p:pic>
                      <p:nvPicPr>
                        <p:cNvPr id="21537" name="Object 8">
                          <a:extLst>
                            <a:ext uri="{FF2B5EF4-FFF2-40B4-BE49-F238E27FC236}">
                              <a16:creationId xmlns:a16="http://schemas.microsoft.com/office/drawing/2014/main" id="{C4721697-81F1-2AD2-E423-D6CE63B61C5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9" y="2613"/>
                          <a:ext cx="266" cy="238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rgbClr val="666699"/>
                            </a:gs>
                            <a:gs pos="100000">
                              <a:srgbClr val="2F2F47"/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38" name="Oval 24">
              <a:extLst>
                <a:ext uri="{FF2B5EF4-FFF2-40B4-BE49-F238E27FC236}">
                  <a16:creationId xmlns:a16="http://schemas.microsoft.com/office/drawing/2014/main" id="{A2CBABD7-BA2D-9E08-EF6A-4E56FDB437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2592"/>
              <a:ext cx="836" cy="1488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39" name="Oval 25">
              <a:extLst>
                <a:ext uri="{FF2B5EF4-FFF2-40B4-BE49-F238E27FC236}">
                  <a16:creationId xmlns:a16="http://schemas.microsoft.com/office/drawing/2014/main" id="{135CB517-518F-B030-11AF-B2D6C4D327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592"/>
              <a:ext cx="836" cy="1488"/>
            </a:xfrm>
            <a:prstGeom prst="ellipse">
              <a:avLst/>
            </a:prstGeom>
            <a:gradFill rotWithShape="0">
              <a:gsLst>
                <a:gs pos="0">
                  <a:srgbClr val="005E76"/>
                </a:gs>
                <a:gs pos="100000">
                  <a:srgbClr val="00CCFF"/>
                </a:gs>
              </a:gsLst>
              <a:lin ang="189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graphicFrame>
        <p:nvGraphicFramePr>
          <p:cNvPr id="27" name="Object 9">
            <a:extLst>
              <a:ext uri="{FF2B5EF4-FFF2-40B4-BE49-F238E27FC236}">
                <a16:creationId xmlns:a16="http://schemas.microsoft.com/office/drawing/2014/main" id="{B8A1C81D-F391-417E-4C6C-B9AD941C94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88175" y="4433888"/>
          <a:ext cx="45720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7" imgW="114456" imgH="129679" progId="Equation.3">
                  <p:embed/>
                </p:oleObj>
              </mc:Choice>
              <mc:Fallback>
                <p:oleObj name="公式" r:id="rId27" imgW="114456" imgH="129679" progId="Equation.3">
                  <p:embed/>
                  <p:pic>
                    <p:nvPicPr>
                      <p:cNvPr id="27" name="Object 9">
                        <a:extLst>
                          <a:ext uri="{FF2B5EF4-FFF2-40B4-BE49-F238E27FC236}">
                            <a16:creationId xmlns:a16="http://schemas.microsoft.com/office/drawing/2014/main" id="{B8A1C81D-F391-417E-4C6C-B9AD941C94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8175" y="4433888"/>
                        <a:ext cx="457200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0">
            <a:extLst>
              <a:ext uri="{FF2B5EF4-FFF2-40B4-BE49-F238E27FC236}">
                <a16:creationId xmlns:a16="http://schemas.microsoft.com/office/drawing/2014/main" id="{318C4A65-11F3-FE1F-C5AE-FAFF02BD11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59575" y="5119688"/>
          <a:ext cx="381000" cy="29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9" imgW="91564" imgH="99254" progId="Equation.3">
                  <p:embed/>
                </p:oleObj>
              </mc:Choice>
              <mc:Fallback>
                <p:oleObj name="公式" r:id="rId29" imgW="91564" imgH="99254" progId="Equation.3">
                  <p:embed/>
                  <p:pic>
                    <p:nvPicPr>
                      <p:cNvPr id="28" name="Object 10">
                        <a:extLst>
                          <a:ext uri="{FF2B5EF4-FFF2-40B4-BE49-F238E27FC236}">
                            <a16:creationId xmlns:a16="http://schemas.microsoft.com/office/drawing/2014/main" id="{318C4A65-11F3-FE1F-C5AE-FAFF02BD11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9575" y="5119688"/>
                        <a:ext cx="381000" cy="296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Line 28">
            <a:extLst>
              <a:ext uri="{FF2B5EF4-FFF2-40B4-BE49-F238E27FC236}">
                <a16:creationId xmlns:a16="http://schemas.microsoft.com/office/drawing/2014/main" id="{7D7DADA4-3C9C-A3D4-083F-9C5C29BE397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759575" y="4205288"/>
            <a:ext cx="381000" cy="1062037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0" name="Object 11">
            <a:extLst>
              <a:ext uri="{FF2B5EF4-FFF2-40B4-BE49-F238E27FC236}">
                <a16:creationId xmlns:a16="http://schemas.microsoft.com/office/drawing/2014/main" id="{AFA8767E-5EA3-A8C9-E423-08B7D8919E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92975" y="5500688"/>
          <a:ext cx="457200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1" imgW="114456" imgH="99254" progId="Equation.3">
                  <p:embed/>
                </p:oleObj>
              </mc:Choice>
              <mc:Fallback>
                <p:oleObj name="公式" r:id="rId31" imgW="114456" imgH="99254" progId="Equation.3">
                  <p:embed/>
                  <p:pic>
                    <p:nvPicPr>
                      <p:cNvPr id="30" name="Object 11">
                        <a:extLst>
                          <a:ext uri="{FF2B5EF4-FFF2-40B4-BE49-F238E27FC236}">
                            <a16:creationId xmlns:a16="http://schemas.microsoft.com/office/drawing/2014/main" id="{AFA8767E-5EA3-A8C9-E423-08B7D8919E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2975" y="5500688"/>
                        <a:ext cx="457200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12">
            <a:extLst>
              <a:ext uri="{FF2B5EF4-FFF2-40B4-BE49-F238E27FC236}">
                <a16:creationId xmlns:a16="http://schemas.microsoft.com/office/drawing/2014/main" id="{08619D8B-D0AE-1374-FE57-5003F0EFFD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21625" y="4625975"/>
          <a:ext cx="47783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14456" imgH="152622" progId="Equation.DSMT4">
                  <p:embed/>
                </p:oleObj>
              </mc:Choice>
              <mc:Fallback>
                <p:oleObj name="Equation" r:id="rId33" imgW="114456" imgH="152622" progId="Equation.DSMT4">
                  <p:embed/>
                  <p:pic>
                    <p:nvPicPr>
                      <p:cNvPr id="31" name="Object 12">
                        <a:extLst>
                          <a:ext uri="{FF2B5EF4-FFF2-40B4-BE49-F238E27FC236}">
                            <a16:creationId xmlns:a16="http://schemas.microsoft.com/office/drawing/2014/main" id="{08619D8B-D0AE-1374-FE57-5003F0EFFD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1625" y="4625975"/>
                        <a:ext cx="477838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Line 31">
            <a:extLst>
              <a:ext uri="{FF2B5EF4-FFF2-40B4-BE49-F238E27FC236}">
                <a16:creationId xmlns:a16="http://schemas.microsoft.com/office/drawing/2014/main" id="{FDC72FD0-AE5C-E071-190D-CA41CF5D396C}"/>
              </a:ext>
            </a:extLst>
          </p:cNvPr>
          <p:cNvSpPr>
            <a:spLocks noChangeShapeType="1"/>
          </p:cNvSpPr>
          <p:nvPr/>
        </p:nvSpPr>
        <p:spPr bwMode="auto">
          <a:xfrm>
            <a:off x="7140575" y="5272088"/>
            <a:ext cx="17526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588C024-4F09-D328-BD58-555898295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4975" y="5195888"/>
            <a:ext cx="152400" cy="130175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4" name="Line 33">
            <a:extLst>
              <a:ext uri="{FF2B5EF4-FFF2-40B4-BE49-F238E27FC236}">
                <a16:creationId xmlns:a16="http://schemas.microsoft.com/office/drawing/2014/main" id="{41924F07-4A1C-B795-9203-76D45FFD96A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7375" y="5272088"/>
            <a:ext cx="609600" cy="0"/>
          </a:xfrm>
          <a:prstGeom prst="line">
            <a:avLst/>
          </a:prstGeom>
          <a:noFill/>
          <a:ln w="44450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pic>
        <p:nvPicPr>
          <p:cNvPr id="35" name="Picture 16" descr="j0293240">
            <a:extLst>
              <a:ext uri="{FF2B5EF4-FFF2-40B4-BE49-F238E27FC236}">
                <a16:creationId xmlns:a16="http://schemas.microsoft.com/office/drawing/2014/main" id="{2A670B8A-6239-19E2-E588-2D2BD6720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0900" y="10137775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2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2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2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2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2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2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6" grpId="0" autoUpdateAnimBg="0"/>
      <p:bldP spid="62467" grpId="0" autoUpdateAnimBg="0"/>
      <p:bldP spid="62468" grpId="0" autoUpdateAnimBg="0"/>
      <p:bldP spid="62469" grpId="0" autoUpdateAnimBg="0"/>
      <p:bldP spid="62471" grpId="0" autoUpdateAnimBg="0"/>
      <p:bldP spid="13" grpId="0" build="p" autoUpdateAnimBg="0"/>
      <p:bldP spid="14" grpId="0" build="p" autoUpdateAnimBg="0" advAuto="0"/>
      <p:bldP spid="19" grpId="0" build="p" autoUpdateAnimBg="0"/>
      <p:bldP spid="20" grpId="0" build="p" autoUpdateAnimBg="0"/>
      <p:bldP spid="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Text Box 2">
            <a:extLst>
              <a:ext uri="{FF2B5EF4-FFF2-40B4-BE49-F238E27FC236}">
                <a16:creationId xmlns:a16="http://schemas.microsoft.com/office/drawing/2014/main" id="{37A67A74-144F-DCF7-7AFE-F7C217DEFD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260350"/>
            <a:ext cx="59991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FF00"/>
                </a:solidFill>
              </a:rPr>
              <a:t>§8.7   </a:t>
            </a:r>
            <a:r>
              <a:rPr lang="zh-CN" altLang="en-US" sz="2800" b="1">
                <a:solidFill>
                  <a:srgbClr val="00FF00"/>
                </a:solidFill>
                <a:ea typeface="黑体" panose="02010609060101010101" pitchFamily="49" charset="-122"/>
              </a:rPr>
              <a:t>静电场中的导体</a:t>
            </a:r>
            <a:r>
              <a:rPr lang="zh-CN" altLang="en-US" sz="2800" b="1">
                <a:solidFill>
                  <a:srgbClr val="00FF00"/>
                </a:solidFill>
              </a:rPr>
              <a:t>          </a:t>
            </a:r>
          </a:p>
        </p:txBody>
      </p:sp>
      <p:sp>
        <p:nvSpPr>
          <p:cNvPr id="309251" name="Text Box 3">
            <a:extLst>
              <a:ext uri="{FF2B5EF4-FFF2-40B4-BE49-F238E27FC236}">
                <a16:creationId xmlns:a16="http://schemas.microsoft.com/office/drawing/2014/main" id="{71DDC050-3672-A91C-DA00-4713CB69E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782638"/>
            <a:ext cx="807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ea typeface="楷体_GB2312" pitchFamily="49" charset="-122"/>
              </a:rPr>
              <a:t>一</a:t>
            </a:r>
            <a:r>
              <a:rPr lang="en-US" altLang="zh-CN" b="1">
                <a:ea typeface="楷体_GB2312" pitchFamily="49" charset="-122"/>
              </a:rPr>
              <a:t>.  </a:t>
            </a:r>
            <a:r>
              <a:rPr lang="zh-CN" altLang="en-US" b="1">
                <a:ea typeface="楷体_GB2312" pitchFamily="49" charset="-122"/>
              </a:rPr>
              <a:t>静电感应和静电平衡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C3143A69-2898-CAC6-68F5-10FA7DFFF6E6}"/>
              </a:ext>
            </a:extLst>
          </p:cNvPr>
          <p:cNvGrpSpPr>
            <a:grpSpLocks/>
          </p:cNvGrpSpPr>
          <p:nvPr/>
        </p:nvGrpSpPr>
        <p:grpSpPr bwMode="auto">
          <a:xfrm>
            <a:off x="5702300" y="1663700"/>
            <a:ext cx="3200400" cy="1905000"/>
            <a:chOff x="3456" y="912"/>
            <a:chExt cx="2016" cy="1200"/>
          </a:xfrm>
        </p:grpSpPr>
        <p:sp>
          <p:nvSpPr>
            <p:cNvPr id="5184" name="Line 5">
              <a:extLst>
                <a:ext uri="{FF2B5EF4-FFF2-40B4-BE49-F238E27FC236}">
                  <a16:creationId xmlns:a16="http://schemas.microsoft.com/office/drawing/2014/main" id="{4CDA2D63-1CDF-A01A-93A4-8ACB6AAA28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912"/>
              <a:ext cx="2016" cy="0"/>
            </a:xfrm>
            <a:prstGeom prst="line">
              <a:avLst/>
            </a:prstGeom>
            <a:noFill/>
            <a:ln w="158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5185" name="Line 6">
              <a:extLst>
                <a:ext uri="{FF2B5EF4-FFF2-40B4-BE49-F238E27FC236}">
                  <a16:creationId xmlns:a16="http://schemas.microsoft.com/office/drawing/2014/main" id="{14E07CF8-46A9-A26C-E692-CFD46289F6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152"/>
              <a:ext cx="2016" cy="0"/>
            </a:xfrm>
            <a:prstGeom prst="line">
              <a:avLst/>
            </a:prstGeom>
            <a:noFill/>
            <a:ln w="158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5186" name="Line 7">
              <a:extLst>
                <a:ext uri="{FF2B5EF4-FFF2-40B4-BE49-F238E27FC236}">
                  <a16:creationId xmlns:a16="http://schemas.microsoft.com/office/drawing/2014/main" id="{F4BA9F81-DDC0-D15F-F527-E76625965C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392"/>
              <a:ext cx="2016" cy="0"/>
            </a:xfrm>
            <a:prstGeom prst="line">
              <a:avLst/>
            </a:prstGeom>
            <a:noFill/>
            <a:ln w="158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5187" name="Line 8">
              <a:extLst>
                <a:ext uri="{FF2B5EF4-FFF2-40B4-BE49-F238E27FC236}">
                  <a16:creationId xmlns:a16="http://schemas.microsoft.com/office/drawing/2014/main" id="{B685D2EC-5BE3-4FC1-6C1A-D358C8167D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632"/>
              <a:ext cx="2016" cy="0"/>
            </a:xfrm>
            <a:prstGeom prst="line">
              <a:avLst/>
            </a:prstGeom>
            <a:noFill/>
            <a:ln w="158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5188" name="Line 9">
              <a:extLst>
                <a:ext uri="{FF2B5EF4-FFF2-40B4-BE49-F238E27FC236}">
                  <a16:creationId xmlns:a16="http://schemas.microsoft.com/office/drawing/2014/main" id="{CF775D51-A7D6-31B0-5B0E-8777CCCBC3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872"/>
              <a:ext cx="2016" cy="0"/>
            </a:xfrm>
            <a:prstGeom prst="line">
              <a:avLst/>
            </a:prstGeom>
            <a:noFill/>
            <a:ln w="158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5189" name="Line 10">
              <a:extLst>
                <a:ext uri="{FF2B5EF4-FFF2-40B4-BE49-F238E27FC236}">
                  <a16:creationId xmlns:a16="http://schemas.microsoft.com/office/drawing/2014/main" id="{65E860D6-56AC-896C-4F74-9F19BA6A1C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112"/>
              <a:ext cx="2016" cy="0"/>
            </a:xfrm>
            <a:prstGeom prst="line">
              <a:avLst/>
            </a:prstGeom>
            <a:noFill/>
            <a:ln w="158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09259" name="Freeform 11">
            <a:extLst>
              <a:ext uri="{FF2B5EF4-FFF2-40B4-BE49-F238E27FC236}">
                <a16:creationId xmlns:a16="http://schemas.microsoft.com/office/drawing/2014/main" id="{28680184-06CA-3FA0-1BAB-C38DC966C44B}"/>
              </a:ext>
            </a:extLst>
          </p:cNvPr>
          <p:cNvSpPr>
            <a:spLocks/>
          </p:cNvSpPr>
          <p:nvPr/>
        </p:nvSpPr>
        <p:spPr bwMode="auto">
          <a:xfrm>
            <a:off x="6311900" y="1816100"/>
            <a:ext cx="1746250" cy="1550988"/>
          </a:xfrm>
          <a:custGeom>
            <a:avLst/>
            <a:gdLst>
              <a:gd name="T0" fmla="*/ 2147483646 w 1100"/>
              <a:gd name="T1" fmla="*/ 2147483646 h 977"/>
              <a:gd name="T2" fmla="*/ 2147483646 w 1100"/>
              <a:gd name="T3" fmla="*/ 2147483646 h 977"/>
              <a:gd name="T4" fmla="*/ 2147483646 w 1100"/>
              <a:gd name="T5" fmla="*/ 2147483646 h 977"/>
              <a:gd name="T6" fmla="*/ 2147483646 w 1100"/>
              <a:gd name="T7" fmla="*/ 2147483646 h 977"/>
              <a:gd name="T8" fmla="*/ 2147483646 w 1100"/>
              <a:gd name="T9" fmla="*/ 2147483646 h 977"/>
              <a:gd name="T10" fmla="*/ 2147483646 w 1100"/>
              <a:gd name="T11" fmla="*/ 2147483646 h 977"/>
              <a:gd name="T12" fmla="*/ 2147483646 w 1100"/>
              <a:gd name="T13" fmla="*/ 2147483646 h 977"/>
              <a:gd name="T14" fmla="*/ 2147483646 w 1100"/>
              <a:gd name="T15" fmla="*/ 2147483646 h 977"/>
              <a:gd name="T16" fmla="*/ 2147483646 w 1100"/>
              <a:gd name="T17" fmla="*/ 2147483646 h 977"/>
              <a:gd name="T18" fmla="*/ 2147483646 w 1100"/>
              <a:gd name="T19" fmla="*/ 2147483646 h 977"/>
              <a:gd name="T20" fmla="*/ 2147483646 w 1100"/>
              <a:gd name="T21" fmla="*/ 2147483646 h 977"/>
              <a:gd name="T22" fmla="*/ 2147483646 w 1100"/>
              <a:gd name="T23" fmla="*/ 2147483646 h 977"/>
              <a:gd name="T24" fmla="*/ 2147483646 w 1100"/>
              <a:gd name="T25" fmla="*/ 2147483646 h 977"/>
              <a:gd name="T26" fmla="*/ 2147483646 w 1100"/>
              <a:gd name="T27" fmla="*/ 2147483646 h 977"/>
              <a:gd name="T28" fmla="*/ 2147483646 w 1100"/>
              <a:gd name="T29" fmla="*/ 2147483646 h 977"/>
              <a:gd name="T30" fmla="*/ 2147483646 w 1100"/>
              <a:gd name="T31" fmla="*/ 2147483646 h 977"/>
              <a:gd name="T32" fmla="*/ 2147483646 w 1100"/>
              <a:gd name="T33" fmla="*/ 2147483646 h 977"/>
              <a:gd name="T34" fmla="*/ 2147483646 w 1100"/>
              <a:gd name="T35" fmla="*/ 2147483646 h 977"/>
              <a:gd name="T36" fmla="*/ 2147483646 w 1100"/>
              <a:gd name="T37" fmla="*/ 2147483646 h 977"/>
              <a:gd name="T38" fmla="*/ 2147483646 w 1100"/>
              <a:gd name="T39" fmla="*/ 2147483646 h 977"/>
              <a:gd name="T40" fmla="*/ 2147483646 w 1100"/>
              <a:gd name="T41" fmla="*/ 2147483646 h 977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1100"/>
              <a:gd name="T64" fmla="*/ 0 h 977"/>
              <a:gd name="T65" fmla="*/ 1100 w 1100"/>
              <a:gd name="T66" fmla="*/ 977 h 977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1100" h="977">
                <a:moveTo>
                  <a:pt x="311" y="89"/>
                </a:moveTo>
                <a:cubicBezTo>
                  <a:pt x="395" y="77"/>
                  <a:pt x="479" y="63"/>
                  <a:pt x="563" y="50"/>
                </a:cubicBezTo>
                <a:cubicBezTo>
                  <a:pt x="655" y="4"/>
                  <a:pt x="522" y="66"/>
                  <a:pt x="642" y="26"/>
                </a:cubicBezTo>
                <a:cubicBezTo>
                  <a:pt x="651" y="23"/>
                  <a:pt x="657" y="14"/>
                  <a:pt x="666" y="10"/>
                </a:cubicBezTo>
                <a:cubicBezTo>
                  <a:pt x="676" y="6"/>
                  <a:pt x="687" y="5"/>
                  <a:pt x="697" y="2"/>
                </a:cubicBezTo>
                <a:cubicBezTo>
                  <a:pt x="787" y="5"/>
                  <a:pt x="877" y="0"/>
                  <a:pt x="966" y="10"/>
                </a:cubicBezTo>
                <a:cubicBezTo>
                  <a:pt x="999" y="14"/>
                  <a:pt x="1060" y="42"/>
                  <a:pt x="1060" y="42"/>
                </a:cubicBezTo>
                <a:cubicBezTo>
                  <a:pt x="1087" y="68"/>
                  <a:pt x="1088" y="86"/>
                  <a:pt x="1100" y="121"/>
                </a:cubicBezTo>
                <a:cubicBezTo>
                  <a:pt x="1097" y="195"/>
                  <a:pt x="1092" y="268"/>
                  <a:pt x="1092" y="342"/>
                </a:cubicBezTo>
                <a:cubicBezTo>
                  <a:pt x="1092" y="431"/>
                  <a:pt x="1100" y="521"/>
                  <a:pt x="1100" y="610"/>
                </a:cubicBezTo>
                <a:cubicBezTo>
                  <a:pt x="1100" y="818"/>
                  <a:pt x="962" y="858"/>
                  <a:pt x="784" y="902"/>
                </a:cubicBezTo>
                <a:cubicBezTo>
                  <a:pt x="684" y="977"/>
                  <a:pt x="413" y="926"/>
                  <a:pt x="358" y="925"/>
                </a:cubicBezTo>
                <a:cubicBezTo>
                  <a:pt x="297" y="914"/>
                  <a:pt x="238" y="896"/>
                  <a:pt x="177" y="886"/>
                </a:cubicBezTo>
                <a:cubicBezTo>
                  <a:pt x="151" y="869"/>
                  <a:pt x="132" y="848"/>
                  <a:pt x="106" y="831"/>
                </a:cubicBezTo>
                <a:cubicBezTo>
                  <a:pt x="82" y="795"/>
                  <a:pt x="63" y="757"/>
                  <a:pt x="42" y="720"/>
                </a:cubicBezTo>
                <a:cubicBezTo>
                  <a:pt x="29" y="698"/>
                  <a:pt x="11" y="649"/>
                  <a:pt x="11" y="649"/>
                </a:cubicBezTo>
                <a:cubicBezTo>
                  <a:pt x="20" y="543"/>
                  <a:pt x="0" y="539"/>
                  <a:pt x="98" y="523"/>
                </a:cubicBezTo>
                <a:cubicBezTo>
                  <a:pt x="205" y="440"/>
                  <a:pt x="266" y="350"/>
                  <a:pt x="287" y="215"/>
                </a:cubicBezTo>
                <a:cubicBezTo>
                  <a:pt x="290" y="197"/>
                  <a:pt x="292" y="117"/>
                  <a:pt x="311" y="97"/>
                </a:cubicBezTo>
                <a:cubicBezTo>
                  <a:pt x="317" y="91"/>
                  <a:pt x="334" y="97"/>
                  <a:pt x="334" y="89"/>
                </a:cubicBezTo>
                <a:cubicBezTo>
                  <a:pt x="334" y="81"/>
                  <a:pt x="319" y="89"/>
                  <a:pt x="311" y="89"/>
                </a:cubicBezTo>
                <a:close/>
              </a:path>
            </a:pathLst>
          </a:custGeom>
          <a:gradFill rotWithShape="0">
            <a:gsLst>
              <a:gs pos="0">
                <a:srgbClr val="33CCCC"/>
              </a:gs>
              <a:gs pos="100000">
                <a:srgbClr val="1A6666"/>
              </a:gs>
            </a:gsLst>
            <a:path path="rect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grpSp>
        <p:nvGrpSpPr>
          <p:cNvPr id="3" name="Group 12">
            <a:extLst>
              <a:ext uri="{FF2B5EF4-FFF2-40B4-BE49-F238E27FC236}">
                <a16:creationId xmlns:a16="http://schemas.microsoft.com/office/drawing/2014/main" id="{0070DD91-C938-CD48-1EE5-D4A662A4E9D2}"/>
              </a:ext>
            </a:extLst>
          </p:cNvPr>
          <p:cNvGrpSpPr>
            <a:grpSpLocks/>
          </p:cNvGrpSpPr>
          <p:nvPr/>
        </p:nvGrpSpPr>
        <p:grpSpPr bwMode="auto">
          <a:xfrm>
            <a:off x="5626100" y="4102100"/>
            <a:ext cx="3276600" cy="2508250"/>
            <a:chOff x="3312" y="624"/>
            <a:chExt cx="2064" cy="1580"/>
          </a:xfrm>
        </p:grpSpPr>
        <p:sp>
          <p:nvSpPr>
            <p:cNvPr id="5164" name="Freeform 13">
              <a:extLst>
                <a:ext uri="{FF2B5EF4-FFF2-40B4-BE49-F238E27FC236}">
                  <a16:creationId xmlns:a16="http://schemas.microsoft.com/office/drawing/2014/main" id="{3D0064C8-15CC-D6C1-36B4-A9CE5F6A21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0" y="960"/>
              <a:ext cx="758" cy="158"/>
            </a:xfrm>
            <a:custGeom>
              <a:avLst/>
              <a:gdLst>
                <a:gd name="T0" fmla="*/ 0 w 758"/>
                <a:gd name="T1" fmla="*/ 32 h 158"/>
                <a:gd name="T2" fmla="*/ 79 w 758"/>
                <a:gd name="T3" fmla="*/ 0 h 158"/>
                <a:gd name="T4" fmla="*/ 347 w 758"/>
                <a:gd name="T5" fmla="*/ 8 h 158"/>
                <a:gd name="T6" fmla="*/ 663 w 758"/>
                <a:gd name="T7" fmla="*/ 103 h 158"/>
                <a:gd name="T8" fmla="*/ 758 w 758"/>
                <a:gd name="T9" fmla="*/ 158 h 1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8"/>
                <a:gd name="T16" fmla="*/ 0 h 158"/>
                <a:gd name="T17" fmla="*/ 758 w 758"/>
                <a:gd name="T18" fmla="*/ 158 h 1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8" h="158">
                  <a:moveTo>
                    <a:pt x="0" y="32"/>
                  </a:moveTo>
                  <a:cubicBezTo>
                    <a:pt x="29" y="22"/>
                    <a:pt x="49" y="8"/>
                    <a:pt x="79" y="0"/>
                  </a:cubicBezTo>
                  <a:cubicBezTo>
                    <a:pt x="168" y="3"/>
                    <a:pt x="258" y="4"/>
                    <a:pt x="347" y="8"/>
                  </a:cubicBezTo>
                  <a:cubicBezTo>
                    <a:pt x="445" y="13"/>
                    <a:pt x="576" y="60"/>
                    <a:pt x="663" y="103"/>
                  </a:cubicBezTo>
                  <a:cubicBezTo>
                    <a:pt x="683" y="113"/>
                    <a:pt x="758" y="133"/>
                    <a:pt x="758" y="158"/>
                  </a:cubicBezTo>
                </a:path>
              </a:pathLst>
            </a:custGeom>
            <a:noFill/>
            <a:ln w="158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5165" name="Freeform 14">
              <a:extLst>
                <a:ext uri="{FF2B5EF4-FFF2-40B4-BE49-F238E27FC236}">
                  <a16:creationId xmlns:a16="http://schemas.microsoft.com/office/drawing/2014/main" id="{48473741-1CCB-66E7-CBA9-650DB0D0C0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624"/>
              <a:ext cx="1824" cy="229"/>
            </a:xfrm>
            <a:custGeom>
              <a:avLst/>
              <a:gdLst>
                <a:gd name="T0" fmla="*/ 0 w 1539"/>
                <a:gd name="T1" fmla="*/ 4267 h 181"/>
                <a:gd name="T2" fmla="*/ 10996 w 1539"/>
                <a:gd name="T3" fmla="*/ 6170 h 181"/>
                <a:gd name="T4" fmla="*/ 14444 w 1539"/>
                <a:gd name="T5" fmla="*/ 5891 h 181"/>
                <a:gd name="T6" fmla="*/ 14935 w 1539"/>
                <a:gd name="T7" fmla="*/ 5668 h 181"/>
                <a:gd name="T8" fmla="*/ 16652 w 1539"/>
                <a:gd name="T9" fmla="*/ 4843 h 181"/>
                <a:gd name="T10" fmla="*/ 17259 w 1539"/>
                <a:gd name="T11" fmla="*/ 4267 h 181"/>
                <a:gd name="T12" fmla="*/ 19071 w 1539"/>
                <a:gd name="T13" fmla="*/ 808 h 181"/>
                <a:gd name="T14" fmla="*/ 19381 w 1539"/>
                <a:gd name="T15" fmla="*/ 267 h 181"/>
                <a:gd name="T16" fmla="*/ 19676 w 1539"/>
                <a:gd name="T17" fmla="*/ 0 h 1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539"/>
                <a:gd name="T28" fmla="*/ 0 h 181"/>
                <a:gd name="T29" fmla="*/ 1539 w 1539"/>
                <a:gd name="T30" fmla="*/ 181 h 18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539" h="181">
                  <a:moveTo>
                    <a:pt x="0" y="126"/>
                  </a:moveTo>
                  <a:cubicBezTo>
                    <a:pt x="291" y="133"/>
                    <a:pt x="571" y="166"/>
                    <a:pt x="860" y="181"/>
                  </a:cubicBezTo>
                  <a:cubicBezTo>
                    <a:pt x="950" y="178"/>
                    <a:pt x="1039" y="177"/>
                    <a:pt x="1129" y="173"/>
                  </a:cubicBezTo>
                  <a:cubicBezTo>
                    <a:pt x="1142" y="172"/>
                    <a:pt x="1155" y="168"/>
                    <a:pt x="1168" y="166"/>
                  </a:cubicBezTo>
                  <a:cubicBezTo>
                    <a:pt x="1213" y="159"/>
                    <a:pt x="1258" y="155"/>
                    <a:pt x="1302" y="142"/>
                  </a:cubicBezTo>
                  <a:cubicBezTo>
                    <a:pt x="1318" y="137"/>
                    <a:pt x="1350" y="126"/>
                    <a:pt x="1350" y="126"/>
                  </a:cubicBezTo>
                  <a:cubicBezTo>
                    <a:pt x="1398" y="93"/>
                    <a:pt x="1436" y="40"/>
                    <a:pt x="1492" y="24"/>
                  </a:cubicBezTo>
                  <a:cubicBezTo>
                    <a:pt x="1500" y="19"/>
                    <a:pt x="1507" y="12"/>
                    <a:pt x="1515" y="8"/>
                  </a:cubicBezTo>
                  <a:cubicBezTo>
                    <a:pt x="1523" y="4"/>
                    <a:pt x="1539" y="0"/>
                    <a:pt x="1539" y="0"/>
                  </a:cubicBezTo>
                </a:path>
              </a:pathLst>
            </a:custGeom>
            <a:noFill/>
            <a:ln w="158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166" name="Freeform 15">
              <a:extLst>
                <a:ext uri="{FF2B5EF4-FFF2-40B4-BE49-F238E27FC236}">
                  <a16:creationId xmlns:a16="http://schemas.microsoft.com/office/drawing/2014/main" id="{29E9A9FB-84D9-52FC-D1FC-D12902EBA3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1968"/>
              <a:ext cx="1980" cy="223"/>
            </a:xfrm>
            <a:custGeom>
              <a:avLst/>
              <a:gdLst>
                <a:gd name="T0" fmla="*/ 0 w 1980"/>
                <a:gd name="T1" fmla="*/ 176 h 223"/>
                <a:gd name="T2" fmla="*/ 205 w 1980"/>
                <a:gd name="T3" fmla="*/ 129 h 223"/>
                <a:gd name="T4" fmla="*/ 434 w 1980"/>
                <a:gd name="T5" fmla="*/ 81 h 223"/>
                <a:gd name="T6" fmla="*/ 544 w 1980"/>
                <a:gd name="T7" fmla="*/ 58 h 223"/>
                <a:gd name="T8" fmla="*/ 1255 w 1980"/>
                <a:gd name="T9" fmla="*/ 34 h 223"/>
                <a:gd name="T10" fmla="*/ 1633 w 1980"/>
                <a:gd name="T11" fmla="*/ 65 h 223"/>
                <a:gd name="T12" fmla="*/ 1760 w 1980"/>
                <a:gd name="T13" fmla="*/ 129 h 223"/>
                <a:gd name="T14" fmla="*/ 1783 w 1980"/>
                <a:gd name="T15" fmla="*/ 144 h 223"/>
                <a:gd name="T16" fmla="*/ 1831 w 1980"/>
                <a:gd name="T17" fmla="*/ 160 h 223"/>
                <a:gd name="T18" fmla="*/ 1980 w 1980"/>
                <a:gd name="T19" fmla="*/ 223 h 22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980"/>
                <a:gd name="T31" fmla="*/ 0 h 223"/>
                <a:gd name="T32" fmla="*/ 1980 w 1980"/>
                <a:gd name="T33" fmla="*/ 223 h 22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980" h="223">
                  <a:moveTo>
                    <a:pt x="0" y="176"/>
                  </a:moveTo>
                  <a:cubicBezTo>
                    <a:pt x="60" y="136"/>
                    <a:pt x="135" y="137"/>
                    <a:pt x="205" y="129"/>
                  </a:cubicBezTo>
                  <a:cubicBezTo>
                    <a:pt x="280" y="103"/>
                    <a:pt x="355" y="91"/>
                    <a:pt x="434" y="81"/>
                  </a:cubicBezTo>
                  <a:cubicBezTo>
                    <a:pt x="501" y="58"/>
                    <a:pt x="465" y="67"/>
                    <a:pt x="544" y="58"/>
                  </a:cubicBezTo>
                  <a:cubicBezTo>
                    <a:pt x="774" y="0"/>
                    <a:pt x="1255" y="34"/>
                    <a:pt x="1255" y="34"/>
                  </a:cubicBezTo>
                  <a:cubicBezTo>
                    <a:pt x="1400" y="39"/>
                    <a:pt x="1501" y="48"/>
                    <a:pt x="1633" y="65"/>
                  </a:cubicBezTo>
                  <a:cubicBezTo>
                    <a:pt x="1681" y="81"/>
                    <a:pt x="1716" y="107"/>
                    <a:pt x="1760" y="129"/>
                  </a:cubicBezTo>
                  <a:cubicBezTo>
                    <a:pt x="1768" y="133"/>
                    <a:pt x="1775" y="140"/>
                    <a:pt x="1783" y="144"/>
                  </a:cubicBezTo>
                  <a:cubicBezTo>
                    <a:pt x="1798" y="151"/>
                    <a:pt x="1831" y="160"/>
                    <a:pt x="1831" y="160"/>
                  </a:cubicBezTo>
                  <a:cubicBezTo>
                    <a:pt x="1867" y="185"/>
                    <a:pt x="1937" y="223"/>
                    <a:pt x="1980" y="223"/>
                  </a:cubicBezTo>
                </a:path>
              </a:pathLst>
            </a:custGeom>
            <a:noFill/>
            <a:ln w="158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167" name="Freeform 16">
              <a:extLst>
                <a:ext uri="{FF2B5EF4-FFF2-40B4-BE49-F238E27FC236}">
                  <a16:creationId xmlns:a16="http://schemas.microsoft.com/office/drawing/2014/main" id="{AC510F57-5D13-43C9-7568-96D30B2E5A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0" y="1776"/>
              <a:ext cx="480" cy="144"/>
            </a:xfrm>
            <a:custGeom>
              <a:avLst/>
              <a:gdLst>
                <a:gd name="T0" fmla="*/ 0 w 458"/>
                <a:gd name="T1" fmla="*/ 3 h 189"/>
                <a:gd name="T2" fmla="*/ 144 w 458"/>
                <a:gd name="T3" fmla="*/ 3 h 189"/>
                <a:gd name="T4" fmla="*/ 478 w 458"/>
                <a:gd name="T5" fmla="*/ 2 h 189"/>
                <a:gd name="T6" fmla="*/ 832 w 458"/>
                <a:gd name="T7" fmla="*/ 2 h 189"/>
                <a:gd name="T8" fmla="*/ 928 w 458"/>
                <a:gd name="T9" fmla="*/ 0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8"/>
                <a:gd name="T16" fmla="*/ 0 h 189"/>
                <a:gd name="T17" fmla="*/ 458 w 458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8" h="189">
                  <a:moveTo>
                    <a:pt x="0" y="189"/>
                  </a:moveTo>
                  <a:cubicBezTo>
                    <a:pt x="26" y="180"/>
                    <a:pt x="45" y="165"/>
                    <a:pt x="71" y="157"/>
                  </a:cubicBezTo>
                  <a:cubicBezTo>
                    <a:pt x="126" y="141"/>
                    <a:pt x="180" y="132"/>
                    <a:pt x="237" y="126"/>
                  </a:cubicBezTo>
                  <a:cubicBezTo>
                    <a:pt x="300" y="110"/>
                    <a:pt x="352" y="83"/>
                    <a:pt x="411" y="63"/>
                  </a:cubicBezTo>
                  <a:cubicBezTo>
                    <a:pt x="446" y="9"/>
                    <a:pt x="428" y="28"/>
                    <a:pt x="458" y="0"/>
                  </a:cubicBezTo>
                </a:path>
              </a:pathLst>
            </a:custGeom>
            <a:noFill/>
            <a:ln w="158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168" name="Freeform 17">
              <a:extLst>
                <a:ext uri="{FF2B5EF4-FFF2-40B4-BE49-F238E27FC236}">
                  <a16:creationId xmlns:a16="http://schemas.microsoft.com/office/drawing/2014/main" id="{1633C2F7-E89D-9E21-F365-549D22A9D6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8" y="816"/>
              <a:ext cx="363" cy="237"/>
            </a:xfrm>
            <a:custGeom>
              <a:avLst/>
              <a:gdLst>
                <a:gd name="T0" fmla="*/ 0 w 363"/>
                <a:gd name="T1" fmla="*/ 237 h 237"/>
                <a:gd name="T2" fmla="*/ 72 w 363"/>
                <a:gd name="T3" fmla="*/ 190 h 237"/>
                <a:gd name="T4" fmla="*/ 363 w 363"/>
                <a:gd name="T5" fmla="*/ 0 h 237"/>
                <a:gd name="T6" fmla="*/ 0 60000 65536"/>
                <a:gd name="T7" fmla="*/ 0 60000 65536"/>
                <a:gd name="T8" fmla="*/ 0 60000 65536"/>
                <a:gd name="T9" fmla="*/ 0 w 363"/>
                <a:gd name="T10" fmla="*/ 0 h 237"/>
                <a:gd name="T11" fmla="*/ 363 w 363"/>
                <a:gd name="T12" fmla="*/ 237 h 2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3" h="237">
                  <a:moveTo>
                    <a:pt x="0" y="237"/>
                  </a:moveTo>
                  <a:cubicBezTo>
                    <a:pt x="26" y="220"/>
                    <a:pt x="42" y="200"/>
                    <a:pt x="72" y="190"/>
                  </a:cubicBezTo>
                  <a:cubicBezTo>
                    <a:pt x="167" y="125"/>
                    <a:pt x="261" y="54"/>
                    <a:pt x="363" y="0"/>
                  </a:cubicBezTo>
                </a:path>
              </a:pathLst>
            </a:custGeom>
            <a:noFill/>
            <a:ln w="158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5169" name="Freeform 18">
              <a:extLst>
                <a:ext uri="{FF2B5EF4-FFF2-40B4-BE49-F238E27FC236}">
                  <a16:creationId xmlns:a16="http://schemas.microsoft.com/office/drawing/2014/main" id="{42DBCC0A-58AD-FA37-3B19-D5508B21B8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6" y="1200"/>
              <a:ext cx="444" cy="93"/>
            </a:xfrm>
            <a:custGeom>
              <a:avLst/>
              <a:gdLst>
                <a:gd name="T0" fmla="*/ 0 w 403"/>
                <a:gd name="T1" fmla="*/ 21644 h 63"/>
                <a:gd name="T2" fmla="*/ 714 w 403"/>
                <a:gd name="T3" fmla="*/ 5587 h 63"/>
                <a:gd name="T4" fmla="*/ 1180 w 403"/>
                <a:gd name="T5" fmla="*/ 2889 h 63"/>
                <a:gd name="T6" fmla="*/ 1723 w 403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3"/>
                <a:gd name="T13" fmla="*/ 0 h 63"/>
                <a:gd name="T14" fmla="*/ 403 w 403"/>
                <a:gd name="T15" fmla="*/ 63 h 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3" h="63">
                  <a:moveTo>
                    <a:pt x="0" y="63"/>
                  </a:moveTo>
                  <a:cubicBezTo>
                    <a:pt x="53" y="54"/>
                    <a:pt x="116" y="20"/>
                    <a:pt x="166" y="16"/>
                  </a:cubicBezTo>
                  <a:cubicBezTo>
                    <a:pt x="203" y="13"/>
                    <a:pt x="239" y="10"/>
                    <a:pt x="276" y="8"/>
                  </a:cubicBezTo>
                  <a:cubicBezTo>
                    <a:pt x="318" y="5"/>
                    <a:pt x="403" y="0"/>
                    <a:pt x="403" y="0"/>
                  </a:cubicBezTo>
                </a:path>
              </a:pathLst>
            </a:custGeom>
            <a:noFill/>
            <a:ln w="158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170" name="Freeform 19">
              <a:extLst>
                <a:ext uri="{FF2B5EF4-FFF2-40B4-BE49-F238E27FC236}">
                  <a16:creationId xmlns:a16="http://schemas.microsoft.com/office/drawing/2014/main" id="{127A81E3-041A-E81A-C77B-39A0728DC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0" y="1824"/>
              <a:ext cx="450" cy="144"/>
            </a:xfrm>
            <a:custGeom>
              <a:avLst/>
              <a:gdLst>
                <a:gd name="T0" fmla="*/ 0 w 450"/>
                <a:gd name="T1" fmla="*/ 0 h 86"/>
                <a:gd name="T2" fmla="*/ 332 w 450"/>
                <a:gd name="T3" fmla="*/ 143290 h 86"/>
                <a:gd name="T4" fmla="*/ 450 w 450"/>
                <a:gd name="T5" fmla="*/ 196058 h 86"/>
                <a:gd name="T6" fmla="*/ 0 60000 65536"/>
                <a:gd name="T7" fmla="*/ 0 60000 65536"/>
                <a:gd name="T8" fmla="*/ 0 60000 65536"/>
                <a:gd name="T9" fmla="*/ 0 w 450"/>
                <a:gd name="T10" fmla="*/ 0 h 86"/>
                <a:gd name="T11" fmla="*/ 450 w 450"/>
                <a:gd name="T12" fmla="*/ 86 h 8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50" h="86">
                  <a:moveTo>
                    <a:pt x="0" y="0"/>
                  </a:moveTo>
                  <a:cubicBezTo>
                    <a:pt x="117" y="17"/>
                    <a:pt x="210" y="54"/>
                    <a:pt x="332" y="63"/>
                  </a:cubicBezTo>
                  <a:cubicBezTo>
                    <a:pt x="364" y="68"/>
                    <a:pt x="427" y="66"/>
                    <a:pt x="450" y="86"/>
                  </a:cubicBezTo>
                </a:path>
              </a:pathLst>
            </a:custGeom>
            <a:noFill/>
            <a:ln w="158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171" name="Freeform 20">
              <a:extLst>
                <a:ext uri="{FF2B5EF4-FFF2-40B4-BE49-F238E27FC236}">
                  <a16:creationId xmlns:a16="http://schemas.microsoft.com/office/drawing/2014/main" id="{1A8E209C-3AC3-DEEA-180D-172E2C6F57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8" y="1200"/>
              <a:ext cx="631" cy="174"/>
            </a:xfrm>
            <a:custGeom>
              <a:avLst/>
              <a:gdLst>
                <a:gd name="T0" fmla="*/ 0 w 631"/>
                <a:gd name="T1" fmla="*/ 0 h 174"/>
                <a:gd name="T2" fmla="*/ 158 w 631"/>
                <a:gd name="T3" fmla="*/ 32 h 174"/>
                <a:gd name="T4" fmla="*/ 371 w 631"/>
                <a:gd name="T5" fmla="*/ 71 h 174"/>
                <a:gd name="T6" fmla="*/ 584 w 631"/>
                <a:gd name="T7" fmla="*/ 142 h 174"/>
                <a:gd name="T8" fmla="*/ 631 w 631"/>
                <a:gd name="T9" fmla="*/ 174 h 1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1"/>
                <a:gd name="T16" fmla="*/ 0 h 174"/>
                <a:gd name="T17" fmla="*/ 631 w 631"/>
                <a:gd name="T18" fmla="*/ 174 h 1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1" h="174">
                  <a:moveTo>
                    <a:pt x="0" y="0"/>
                  </a:moveTo>
                  <a:cubicBezTo>
                    <a:pt x="55" y="7"/>
                    <a:pt x="104" y="23"/>
                    <a:pt x="158" y="32"/>
                  </a:cubicBezTo>
                  <a:cubicBezTo>
                    <a:pt x="229" y="44"/>
                    <a:pt x="301" y="52"/>
                    <a:pt x="371" y="71"/>
                  </a:cubicBezTo>
                  <a:cubicBezTo>
                    <a:pt x="443" y="91"/>
                    <a:pt x="512" y="124"/>
                    <a:pt x="584" y="142"/>
                  </a:cubicBezTo>
                  <a:cubicBezTo>
                    <a:pt x="600" y="153"/>
                    <a:pt x="631" y="174"/>
                    <a:pt x="631" y="174"/>
                  </a:cubicBezTo>
                </a:path>
              </a:pathLst>
            </a:custGeom>
            <a:noFill/>
            <a:ln w="158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5172" name="Freeform 21">
              <a:extLst>
                <a:ext uri="{FF2B5EF4-FFF2-40B4-BE49-F238E27FC236}">
                  <a16:creationId xmlns:a16="http://schemas.microsoft.com/office/drawing/2014/main" id="{7B51AB32-24CC-DC97-371B-35CF0A9B629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896" y="1584"/>
              <a:ext cx="432" cy="47"/>
            </a:xfrm>
            <a:custGeom>
              <a:avLst/>
              <a:gdLst>
                <a:gd name="T0" fmla="*/ 0 w 387"/>
                <a:gd name="T1" fmla="*/ 321 h 41"/>
                <a:gd name="T2" fmla="*/ 1604 w 387"/>
                <a:gd name="T3" fmla="*/ 143 h 41"/>
                <a:gd name="T4" fmla="*/ 2014 w 387"/>
                <a:gd name="T5" fmla="*/ 75 h 41"/>
                <a:gd name="T6" fmla="*/ 0 60000 65536"/>
                <a:gd name="T7" fmla="*/ 0 60000 65536"/>
                <a:gd name="T8" fmla="*/ 0 60000 65536"/>
                <a:gd name="T9" fmla="*/ 0 w 387"/>
                <a:gd name="T10" fmla="*/ 0 h 41"/>
                <a:gd name="T11" fmla="*/ 387 w 387"/>
                <a:gd name="T12" fmla="*/ 41 h 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7" h="41">
                  <a:moveTo>
                    <a:pt x="0" y="41"/>
                  </a:moveTo>
                  <a:cubicBezTo>
                    <a:pt x="130" y="0"/>
                    <a:pt x="31" y="27"/>
                    <a:pt x="308" y="18"/>
                  </a:cubicBezTo>
                  <a:cubicBezTo>
                    <a:pt x="382" y="10"/>
                    <a:pt x="355" y="10"/>
                    <a:pt x="387" y="10"/>
                  </a:cubicBezTo>
                </a:path>
              </a:pathLst>
            </a:custGeom>
            <a:noFill/>
            <a:ln w="158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173" name="Freeform 22">
              <a:extLst>
                <a:ext uri="{FF2B5EF4-FFF2-40B4-BE49-F238E27FC236}">
                  <a16:creationId xmlns:a16="http://schemas.microsoft.com/office/drawing/2014/main" id="{A1EABB7A-EAEE-A0CF-B664-456BC43CEC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8" y="1440"/>
              <a:ext cx="432" cy="144"/>
            </a:xfrm>
            <a:custGeom>
              <a:avLst/>
              <a:gdLst>
                <a:gd name="T0" fmla="*/ 0 w 428"/>
                <a:gd name="T1" fmla="*/ 0 h 111"/>
                <a:gd name="T2" fmla="*/ 329 w 428"/>
                <a:gd name="T3" fmla="*/ 2696 h 111"/>
                <a:gd name="T4" fmla="*/ 454 w 428"/>
                <a:gd name="T5" fmla="*/ 4725 h 111"/>
                <a:gd name="T6" fmla="*/ 487 w 428"/>
                <a:gd name="T7" fmla="*/ 5486 h 11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28"/>
                <a:gd name="T13" fmla="*/ 0 h 111"/>
                <a:gd name="T14" fmla="*/ 428 w 428"/>
                <a:gd name="T15" fmla="*/ 111 h 11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28" h="111">
                  <a:moveTo>
                    <a:pt x="0" y="0"/>
                  </a:moveTo>
                  <a:cubicBezTo>
                    <a:pt x="97" y="8"/>
                    <a:pt x="190" y="31"/>
                    <a:pt x="284" y="55"/>
                  </a:cubicBezTo>
                  <a:cubicBezTo>
                    <a:pt x="322" y="65"/>
                    <a:pt x="359" y="78"/>
                    <a:pt x="394" y="95"/>
                  </a:cubicBezTo>
                  <a:cubicBezTo>
                    <a:pt x="428" y="111"/>
                    <a:pt x="407" y="110"/>
                    <a:pt x="426" y="110"/>
                  </a:cubicBezTo>
                </a:path>
              </a:pathLst>
            </a:custGeom>
            <a:noFill/>
            <a:ln w="158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174" name="AutoShape 23">
              <a:extLst>
                <a:ext uri="{FF2B5EF4-FFF2-40B4-BE49-F238E27FC236}">
                  <a16:creationId xmlns:a16="http://schemas.microsoft.com/office/drawing/2014/main" id="{5B4B45F4-1CA7-6EF4-4912-AC3559433C4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86647">
              <a:off x="5256" y="1512"/>
              <a:ext cx="48" cy="192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5175" name="AutoShape 24">
              <a:extLst>
                <a:ext uri="{FF2B5EF4-FFF2-40B4-BE49-F238E27FC236}">
                  <a16:creationId xmlns:a16="http://schemas.microsoft.com/office/drawing/2014/main" id="{59CB29F7-75AD-F507-75FA-A3D3907B086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266341">
              <a:off x="5208" y="1848"/>
              <a:ext cx="48" cy="192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5176" name="AutoShape 25">
              <a:extLst>
                <a:ext uri="{FF2B5EF4-FFF2-40B4-BE49-F238E27FC236}">
                  <a16:creationId xmlns:a16="http://schemas.microsoft.com/office/drawing/2014/main" id="{9219A157-9EFD-D9FA-6AD2-0362E6A4FB8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031758">
              <a:off x="5232" y="1104"/>
              <a:ext cx="48" cy="240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5177" name="AutoShape 26">
              <a:extLst>
                <a:ext uri="{FF2B5EF4-FFF2-40B4-BE49-F238E27FC236}">
                  <a16:creationId xmlns:a16="http://schemas.microsoft.com/office/drawing/2014/main" id="{24E1882B-76EB-198A-C69F-C308DE14927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324829">
              <a:off x="5195" y="2084"/>
              <a:ext cx="48" cy="192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5178" name="AutoShape 27">
              <a:extLst>
                <a:ext uri="{FF2B5EF4-FFF2-40B4-BE49-F238E27FC236}">
                  <a16:creationId xmlns:a16="http://schemas.microsoft.com/office/drawing/2014/main" id="{F9A83896-CBEF-B949-C315-D7043DD24CB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790758">
              <a:off x="5160" y="744"/>
              <a:ext cx="48" cy="192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5179" name="AutoShape 28">
              <a:extLst>
                <a:ext uri="{FF2B5EF4-FFF2-40B4-BE49-F238E27FC236}">
                  <a16:creationId xmlns:a16="http://schemas.microsoft.com/office/drawing/2014/main" id="{A93F1E6C-C63A-824B-17AC-0C2FAD067D5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675374">
              <a:off x="5064" y="552"/>
              <a:ext cx="48" cy="192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5180" name="AutoShape 29">
              <a:extLst>
                <a:ext uri="{FF2B5EF4-FFF2-40B4-BE49-F238E27FC236}">
                  <a16:creationId xmlns:a16="http://schemas.microsoft.com/office/drawing/2014/main" id="{096073DB-6D7B-AAAE-FC6C-620E2857FED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227433">
              <a:off x="3533" y="1368"/>
              <a:ext cx="48" cy="192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5181" name="AutoShape 30">
              <a:extLst>
                <a:ext uri="{FF2B5EF4-FFF2-40B4-BE49-F238E27FC236}">
                  <a16:creationId xmlns:a16="http://schemas.microsoft.com/office/drawing/2014/main" id="{B53E0AFF-61C8-AF63-022E-A00C86504F2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433492">
              <a:off x="3768" y="888"/>
              <a:ext cx="48" cy="192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5182" name="AutoShape 31">
              <a:extLst>
                <a:ext uri="{FF2B5EF4-FFF2-40B4-BE49-F238E27FC236}">
                  <a16:creationId xmlns:a16="http://schemas.microsoft.com/office/drawing/2014/main" id="{B4865493-568A-0936-B3C2-2A5D673BB6B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488676">
              <a:off x="3576" y="1128"/>
              <a:ext cx="48" cy="192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5183" name="AutoShape 32">
              <a:extLst>
                <a:ext uri="{FF2B5EF4-FFF2-40B4-BE49-F238E27FC236}">
                  <a16:creationId xmlns:a16="http://schemas.microsoft.com/office/drawing/2014/main" id="{B9B16F32-02E1-8534-37D6-7D0B4EC6B63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280273">
              <a:off x="3528" y="1800"/>
              <a:ext cx="48" cy="192"/>
            </a:xfrm>
            <a:prstGeom prst="triangle">
              <a:avLst>
                <a:gd name="adj" fmla="val 50000"/>
              </a:avLst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grpSp>
        <p:nvGrpSpPr>
          <p:cNvPr id="4" name="Group 33">
            <a:extLst>
              <a:ext uri="{FF2B5EF4-FFF2-40B4-BE49-F238E27FC236}">
                <a16:creationId xmlns:a16="http://schemas.microsoft.com/office/drawing/2014/main" id="{E277EDA5-1046-99CD-3B17-B140DADE12B6}"/>
              </a:ext>
            </a:extLst>
          </p:cNvPr>
          <p:cNvGrpSpPr>
            <a:grpSpLocks/>
          </p:cNvGrpSpPr>
          <p:nvPr/>
        </p:nvGrpSpPr>
        <p:grpSpPr bwMode="auto">
          <a:xfrm>
            <a:off x="6388100" y="4711700"/>
            <a:ext cx="1746250" cy="1550988"/>
            <a:chOff x="3744" y="2352"/>
            <a:chExt cx="1100" cy="977"/>
          </a:xfrm>
        </p:grpSpPr>
        <p:sp>
          <p:nvSpPr>
            <p:cNvPr id="5147" name="Freeform 34">
              <a:extLst>
                <a:ext uri="{FF2B5EF4-FFF2-40B4-BE49-F238E27FC236}">
                  <a16:creationId xmlns:a16="http://schemas.microsoft.com/office/drawing/2014/main" id="{BB4907F9-2176-23DD-B96B-35DE29EC24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2352"/>
              <a:ext cx="1100" cy="977"/>
            </a:xfrm>
            <a:custGeom>
              <a:avLst/>
              <a:gdLst>
                <a:gd name="T0" fmla="*/ 311 w 1100"/>
                <a:gd name="T1" fmla="*/ 89 h 977"/>
                <a:gd name="T2" fmla="*/ 563 w 1100"/>
                <a:gd name="T3" fmla="*/ 50 h 977"/>
                <a:gd name="T4" fmla="*/ 642 w 1100"/>
                <a:gd name="T5" fmla="*/ 26 h 977"/>
                <a:gd name="T6" fmla="*/ 666 w 1100"/>
                <a:gd name="T7" fmla="*/ 10 h 977"/>
                <a:gd name="T8" fmla="*/ 697 w 1100"/>
                <a:gd name="T9" fmla="*/ 2 h 977"/>
                <a:gd name="T10" fmla="*/ 966 w 1100"/>
                <a:gd name="T11" fmla="*/ 10 h 977"/>
                <a:gd name="T12" fmla="*/ 1060 w 1100"/>
                <a:gd name="T13" fmla="*/ 42 h 977"/>
                <a:gd name="T14" fmla="*/ 1100 w 1100"/>
                <a:gd name="T15" fmla="*/ 121 h 977"/>
                <a:gd name="T16" fmla="*/ 1092 w 1100"/>
                <a:gd name="T17" fmla="*/ 342 h 977"/>
                <a:gd name="T18" fmla="*/ 1100 w 1100"/>
                <a:gd name="T19" fmla="*/ 610 h 977"/>
                <a:gd name="T20" fmla="*/ 784 w 1100"/>
                <a:gd name="T21" fmla="*/ 902 h 977"/>
                <a:gd name="T22" fmla="*/ 358 w 1100"/>
                <a:gd name="T23" fmla="*/ 925 h 977"/>
                <a:gd name="T24" fmla="*/ 177 w 1100"/>
                <a:gd name="T25" fmla="*/ 886 h 977"/>
                <a:gd name="T26" fmla="*/ 106 w 1100"/>
                <a:gd name="T27" fmla="*/ 831 h 977"/>
                <a:gd name="T28" fmla="*/ 42 w 1100"/>
                <a:gd name="T29" fmla="*/ 720 h 977"/>
                <a:gd name="T30" fmla="*/ 11 w 1100"/>
                <a:gd name="T31" fmla="*/ 649 h 977"/>
                <a:gd name="T32" fmla="*/ 98 w 1100"/>
                <a:gd name="T33" fmla="*/ 523 h 977"/>
                <a:gd name="T34" fmla="*/ 287 w 1100"/>
                <a:gd name="T35" fmla="*/ 215 h 977"/>
                <a:gd name="T36" fmla="*/ 311 w 1100"/>
                <a:gd name="T37" fmla="*/ 97 h 977"/>
                <a:gd name="T38" fmla="*/ 334 w 1100"/>
                <a:gd name="T39" fmla="*/ 89 h 977"/>
                <a:gd name="T40" fmla="*/ 311 w 1100"/>
                <a:gd name="T41" fmla="*/ 89 h 97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100"/>
                <a:gd name="T64" fmla="*/ 0 h 977"/>
                <a:gd name="T65" fmla="*/ 1100 w 1100"/>
                <a:gd name="T66" fmla="*/ 977 h 977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100" h="977">
                  <a:moveTo>
                    <a:pt x="311" y="89"/>
                  </a:moveTo>
                  <a:cubicBezTo>
                    <a:pt x="395" y="77"/>
                    <a:pt x="479" y="63"/>
                    <a:pt x="563" y="50"/>
                  </a:cubicBezTo>
                  <a:cubicBezTo>
                    <a:pt x="655" y="4"/>
                    <a:pt x="522" y="66"/>
                    <a:pt x="642" y="26"/>
                  </a:cubicBezTo>
                  <a:cubicBezTo>
                    <a:pt x="651" y="23"/>
                    <a:pt x="657" y="14"/>
                    <a:pt x="666" y="10"/>
                  </a:cubicBezTo>
                  <a:cubicBezTo>
                    <a:pt x="676" y="6"/>
                    <a:pt x="687" y="5"/>
                    <a:pt x="697" y="2"/>
                  </a:cubicBezTo>
                  <a:cubicBezTo>
                    <a:pt x="787" y="5"/>
                    <a:pt x="877" y="0"/>
                    <a:pt x="966" y="10"/>
                  </a:cubicBezTo>
                  <a:cubicBezTo>
                    <a:pt x="999" y="14"/>
                    <a:pt x="1060" y="42"/>
                    <a:pt x="1060" y="42"/>
                  </a:cubicBezTo>
                  <a:cubicBezTo>
                    <a:pt x="1087" y="68"/>
                    <a:pt x="1088" y="86"/>
                    <a:pt x="1100" y="121"/>
                  </a:cubicBezTo>
                  <a:cubicBezTo>
                    <a:pt x="1097" y="195"/>
                    <a:pt x="1092" y="268"/>
                    <a:pt x="1092" y="342"/>
                  </a:cubicBezTo>
                  <a:cubicBezTo>
                    <a:pt x="1092" y="431"/>
                    <a:pt x="1100" y="521"/>
                    <a:pt x="1100" y="610"/>
                  </a:cubicBezTo>
                  <a:cubicBezTo>
                    <a:pt x="1100" y="818"/>
                    <a:pt x="962" y="858"/>
                    <a:pt x="784" y="902"/>
                  </a:cubicBezTo>
                  <a:cubicBezTo>
                    <a:pt x="684" y="977"/>
                    <a:pt x="413" y="926"/>
                    <a:pt x="358" y="925"/>
                  </a:cubicBezTo>
                  <a:cubicBezTo>
                    <a:pt x="297" y="914"/>
                    <a:pt x="238" y="896"/>
                    <a:pt x="177" y="886"/>
                  </a:cubicBezTo>
                  <a:cubicBezTo>
                    <a:pt x="151" y="869"/>
                    <a:pt x="132" y="848"/>
                    <a:pt x="106" y="831"/>
                  </a:cubicBezTo>
                  <a:cubicBezTo>
                    <a:pt x="82" y="795"/>
                    <a:pt x="63" y="757"/>
                    <a:pt x="42" y="720"/>
                  </a:cubicBezTo>
                  <a:cubicBezTo>
                    <a:pt x="29" y="698"/>
                    <a:pt x="11" y="649"/>
                    <a:pt x="11" y="649"/>
                  </a:cubicBezTo>
                  <a:cubicBezTo>
                    <a:pt x="20" y="543"/>
                    <a:pt x="0" y="539"/>
                    <a:pt x="98" y="523"/>
                  </a:cubicBezTo>
                  <a:cubicBezTo>
                    <a:pt x="205" y="440"/>
                    <a:pt x="266" y="350"/>
                    <a:pt x="287" y="215"/>
                  </a:cubicBezTo>
                  <a:cubicBezTo>
                    <a:pt x="290" y="197"/>
                    <a:pt x="292" y="117"/>
                    <a:pt x="311" y="97"/>
                  </a:cubicBezTo>
                  <a:cubicBezTo>
                    <a:pt x="317" y="91"/>
                    <a:pt x="334" y="97"/>
                    <a:pt x="334" y="89"/>
                  </a:cubicBezTo>
                  <a:cubicBezTo>
                    <a:pt x="334" y="81"/>
                    <a:pt x="319" y="89"/>
                    <a:pt x="311" y="89"/>
                  </a:cubicBezTo>
                  <a:close/>
                </a:path>
              </a:pathLst>
            </a:custGeom>
            <a:gradFill rotWithShape="0">
              <a:gsLst>
                <a:gs pos="0">
                  <a:srgbClr val="33CCCC"/>
                </a:gs>
                <a:gs pos="100000">
                  <a:srgbClr val="1A6666"/>
                </a:gs>
              </a:gsLst>
              <a:path path="rect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5148" name="Line 35">
              <a:extLst>
                <a:ext uri="{FF2B5EF4-FFF2-40B4-BE49-F238E27FC236}">
                  <a16:creationId xmlns:a16="http://schemas.microsoft.com/office/drawing/2014/main" id="{CF835E51-D4F0-1A43-9FC6-66B13132E4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2496"/>
              <a:ext cx="144" cy="0"/>
            </a:xfrm>
            <a:prstGeom prst="line">
              <a:avLst/>
            </a:prstGeom>
            <a:noFill/>
            <a:ln w="15875">
              <a:solidFill>
                <a:srgbClr val="CCFF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5149" name="Line 36">
              <a:extLst>
                <a:ext uri="{FF2B5EF4-FFF2-40B4-BE49-F238E27FC236}">
                  <a16:creationId xmlns:a16="http://schemas.microsoft.com/office/drawing/2014/main" id="{40A78F7A-B39F-FC32-174D-DD76601495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2736"/>
              <a:ext cx="144" cy="0"/>
            </a:xfrm>
            <a:prstGeom prst="line">
              <a:avLst/>
            </a:prstGeom>
            <a:noFill/>
            <a:ln w="15875">
              <a:solidFill>
                <a:srgbClr val="CCFF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5150" name="Line 37">
              <a:extLst>
                <a:ext uri="{FF2B5EF4-FFF2-40B4-BE49-F238E27FC236}">
                  <a16:creationId xmlns:a16="http://schemas.microsoft.com/office/drawing/2014/main" id="{3260220B-3AED-BC01-C316-B4DB342F27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928"/>
              <a:ext cx="144" cy="0"/>
            </a:xfrm>
            <a:prstGeom prst="line">
              <a:avLst/>
            </a:prstGeom>
            <a:noFill/>
            <a:ln w="15875">
              <a:solidFill>
                <a:srgbClr val="CCFF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5151" name="Line 38">
              <a:extLst>
                <a:ext uri="{FF2B5EF4-FFF2-40B4-BE49-F238E27FC236}">
                  <a16:creationId xmlns:a16="http://schemas.microsoft.com/office/drawing/2014/main" id="{439A249C-B155-65BC-961B-B9726B2764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3120"/>
              <a:ext cx="144" cy="0"/>
            </a:xfrm>
            <a:prstGeom prst="line">
              <a:avLst/>
            </a:prstGeom>
            <a:noFill/>
            <a:ln w="15875">
              <a:solidFill>
                <a:srgbClr val="CCFF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5152" name="Group 39">
              <a:extLst>
                <a:ext uri="{FF2B5EF4-FFF2-40B4-BE49-F238E27FC236}">
                  <a16:creationId xmlns:a16="http://schemas.microsoft.com/office/drawing/2014/main" id="{42DA4816-8DC0-35E8-91F7-73998374E0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8" y="2400"/>
              <a:ext cx="144" cy="144"/>
              <a:chOff x="3744" y="3216"/>
              <a:chExt cx="192" cy="288"/>
            </a:xfrm>
          </p:grpSpPr>
          <p:sp>
            <p:nvSpPr>
              <p:cNvPr id="5162" name="Line 40">
                <a:extLst>
                  <a:ext uri="{FF2B5EF4-FFF2-40B4-BE49-F238E27FC236}">
                    <a16:creationId xmlns:a16="http://schemas.microsoft.com/office/drawing/2014/main" id="{CD7319F5-9498-8478-90F7-229CF6DECE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4" y="3360"/>
                <a:ext cx="192" cy="0"/>
              </a:xfrm>
              <a:prstGeom prst="line">
                <a:avLst/>
              </a:prstGeom>
              <a:noFill/>
              <a:ln w="15875">
                <a:solidFill>
                  <a:srgbClr val="CCFF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63" name="Line 41">
                <a:extLst>
                  <a:ext uri="{FF2B5EF4-FFF2-40B4-BE49-F238E27FC236}">
                    <a16:creationId xmlns:a16="http://schemas.microsoft.com/office/drawing/2014/main" id="{6D8CA7E7-AED8-9A8A-DFD0-EB0F57736B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3216"/>
                <a:ext cx="0" cy="288"/>
              </a:xfrm>
              <a:prstGeom prst="line">
                <a:avLst/>
              </a:prstGeom>
              <a:noFill/>
              <a:ln w="15875">
                <a:solidFill>
                  <a:srgbClr val="CCFF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153" name="Group 42">
              <a:extLst>
                <a:ext uri="{FF2B5EF4-FFF2-40B4-BE49-F238E27FC236}">
                  <a16:creationId xmlns:a16="http://schemas.microsoft.com/office/drawing/2014/main" id="{AF16DF2B-E7B5-9EC6-9577-3AA62734DD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6" y="2592"/>
              <a:ext cx="144" cy="144"/>
              <a:chOff x="3744" y="3216"/>
              <a:chExt cx="192" cy="288"/>
            </a:xfrm>
          </p:grpSpPr>
          <p:sp>
            <p:nvSpPr>
              <p:cNvPr id="5160" name="Line 43">
                <a:extLst>
                  <a:ext uri="{FF2B5EF4-FFF2-40B4-BE49-F238E27FC236}">
                    <a16:creationId xmlns:a16="http://schemas.microsoft.com/office/drawing/2014/main" id="{55677F91-B03D-48DF-A398-A4713942D7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4" y="3360"/>
                <a:ext cx="192" cy="0"/>
              </a:xfrm>
              <a:prstGeom prst="line">
                <a:avLst/>
              </a:prstGeom>
              <a:noFill/>
              <a:ln w="15875">
                <a:solidFill>
                  <a:srgbClr val="CCFF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61" name="Line 44">
                <a:extLst>
                  <a:ext uri="{FF2B5EF4-FFF2-40B4-BE49-F238E27FC236}">
                    <a16:creationId xmlns:a16="http://schemas.microsoft.com/office/drawing/2014/main" id="{463BA651-BE95-91B3-7AD6-0450E67C52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3216"/>
                <a:ext cx="0" cy="288"/>
              </a:xfrm>
              <a:prstGeom prst="line">
                <a:avLst/>
              </a:prstGeom>
              <a:noFill/>
              <a:ln w="15875">
                <a:solidFill>
                  <a:srgbClr val="CCFF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154" name="Group 45">
              <a:extLst>
                <a:ext uri="{FF2B5EF4-FFF2-40B4-BE49-F238E27FC236}">
                  <a16:creationId xmlns:a16="http://schemas.microsoft.com/office/drawing/2014/main" id="{A33B19D9-048C-5610-5642-3343B93476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0" y="3024"/>
              <a:ext cx="144" cy="144"/>
              <a:chOff x="3744" y="3216"/>
              <a:chExt cx="192" cy="288"/>
            </a:xfrm>
          </p:grpSpPr>
          <p:sp>
            <p:nvSpPr>
              <p:cNvPr id="5158" name="Line 46">
                <a:extLst>
                  <a:ext uri="{FF2B5EF4-FFF2-40B4-BE49-F238E27FC236}">
                    <a16:creationId xmlns:a16="http://schemas.microsoft.com/office/drawing/2014/main" id="{811FD66E-796E-7E4C-0F9B-188D3A0A78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4" y="3360"/>
                <a:ext cx="192" cy="0"/>
              </a:xfrm>
              <a:prstGeom prst="line">
                <a:avLst/>
              </a:prstGeom>
              <a:noFill/>
              <a:ln w="15875">
                <a:solidFill>
                  <a:srgbClr val="CCFF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59" name="Line 47">
                <a:extLst>
                  <a:ext uri="{FF2B5EF4-FFF2-40B4-BE49-F238E27FC236}">
                    <a16:creationId xmlns:a16="http://schemas.microsoft.com/office/drawing/2014/main" id="{26E5677D-F24C-C36B-011C-D5666B6418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3216"/>
                <a:ext cx="0" cy="288"/>
              </a:xfrm>
              <a:prstGeom prst="line">
                <a:avLst/>
              </a:prstGeom>
              <a:noFill/>
              <a:ln w="15875">
                <a:solidFill>
                  <a:srgbClr val="CCFF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155" name="Group 48">
              <a:extLst>
                <a:ext uri="{FF2B5EF4-FFF2-40B4-BE49-F238E27FC236}">
                  <a16:creationId xmlns:a16="http://schemas.microsoft.com/office/drawing/2014/main" id="{0781AE0E-DA7C-3FC6-842C-200EC18DA9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6" y="2832"/>
              <a:ext cx="144" cy="144"/>
              <a:chOff x="3744" y="3216"/>
              <a:chExt cx="192" cy="288"/>
            </a:xfrm>
          </p:grpSpPr>
          <p:sp>
            <p:nvSpPr>
              <p:cNvPr id="5156" name="Line 49">
                <a:extLst>
                  <a:ext uri="{FF2B5EF4-FFF2-40B4-BE49-F238E27FC236}">
                    <a16:creationId xmlns:a16="http://schemas.microsoft.com/office/drawing/2014/main" id="{DC22F0F2-9E94-F7CE-281C-D14F2E6AB6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4" y="3360"/>
                <a:ext cx="192" cy="0"/>
              </a:xfrm>
              <a:prstGeom prst="line">
                <a:avLst/>
              </a:prstGeom>
              <a:noFill/>
              <a:ln w="15875">
                <a:solidFill>
                  <a:srgbClr val="CCFF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57" name="Line 50">
                <a:extLst>
                  <a:ext uri="{FF2B5EF4-FFF2-40B4-BE49-F238E27FC236}">
                    <a16:creationId xmlns:a16="http://schemas.microsoft.com/office/drawing/2014/main" id="{B65C1B8C-2A0C-0628-D04F-693ED53799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3216"/>
                <a:ext cx="0" cy="288"/>
              </a:xfrm>
              <a:prstGeom prst="line">
                <a:avLst/>
              </a:prstGeom>
              <a:noFill/>
              <a:ln w="15875">
                <a:solidFill>
                  <a:srgbClr val="CCFF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309299" name="AutoShape 51">
            <a:extLst>
              <a:ext uri="{FF2B5EF4-FFF2-40B4-BE49-F238E27FC236}">
                <a16:creationId xmlns:a16="http://schemas.microsoft.com/office/drawing/2014/main" id="{D69562D3-75C9-299C-13C2-749072335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5300" y="2730500"/>
            <a:ext cx="838200" cy="152400"/>
          </a:xfrm>
          <a:prstGeom prst="rightArrow">
            <a:avLst>
              <a:gd name="adj1" fmla="val 50000"/>
              <a:gd name="adj2" fmla="val 137500"/>
            </a:avLst>
          </a:prstGeom>
          <a:solidFill>
            <a:srgbClr val="0033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09300" name="AutoShape 52">
            <a:extLst>
              <a:ext uri="{FF2B5EF4-FFF2-40B4-BE49-F238E27FC236}">
                <a16:creationId xmlns:a16="http://schemas.microsoft.com/office/drawing/2014/main" id="{01E43835-BFFD-D1FD-958C-95DC5961B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1500" y="5549900"/>
            <a:ext cx="838200" cy="152400"/>
          </a:xfrm>
          <a:prstGeom prst="rightArrow">
            <a:avLst>
              <a:gd name="adj1" fmla="val 50000"/>
              <a:gd name="adj2" fmla="val 137500"/>
            </a:avLst>
          </a:prstGeom>
          <a:solidFill>
            <a:srgbClr val="0033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09301" name="AutoShape 53">
            <a:extLst>
              <a:ext uri="{FF2B5EF4-FFF2-40B4-BE49-F238E27FC236}">
                <a16:creationId xmlns:a16="http://schemas.microsoft.com/office/drawing/2014/main" id="{1F6FF382-1EAB-902E-D4E9-90560DBD3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1500" y="5245100"/>
            <a:ext cx="762000" cy="152400"/>
          </a:xfrm>
          <a:prstGeom prst="leftArrow">
            <a:avLst>
              <a:gd name="adj1" fmla="val 50000"/>
              <a:gd name="adj2" fmla="val 1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309302" name="Object 2">
            <a:extLst>
              <a:ext uri="{FF2B5EF4-FFF2-40B4-BE49-F238E27FC236}">
                <a16:creationId xmlns:a16="http://schemas.microsoft.com/office/drawing/2014/main" id="{52178410-8A84-F973-CD91-F746BA9B26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3575" y="2074863"/>
          <a:ext cx="511175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0238" imgH="183046" progId="Equation.3">
                  <p:embed/>
                </p:oleObj>
              </mc:Choice>
              <mc:Fallback>
                <p:oleObj name="Equation" r:id="rId2" imgW="160238" imgH="183046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3575" y="2074863"/>
                        <a:ext cx="511175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303" name="Object 3">
            <a:extLst>
              <a:ext uri="{FF2B5EF4-FFF2-40B4-BE49-F238E27FC236}">
                <a16:creationId xmlns:a16="http://schemas.microsoft.com/office/drawing/2014/main" id="{2377C34F-3AC4-B95B-3D0C-C64A39EA42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0250" y="5656263"/>
          <a:ext cx="51117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0238" imgH="183046" progId="Equation.3">
                  <p:embed/>
                </p:oleObj>
              </mc:Choice>
              <mc:Fallback>
                <p:oleObj name="Equation" r:id="rId4" imgW="160238" imgH="18304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0250" y="5656263"/>
                        <a:ext cx="511175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304" name="Object 4">
            <a:extLst>
              <a:ext uri="{FF2B5EF4-FFF2-40B4-BE49-F238E27FC236}">
                <a16:creationId xmlns:a16="http://schemas.microsoft.com/office/drawing/2014/main" id="{87407B74-40FF-613E-ECEF-59AA0145DD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50100" y="4849813"/>
          <a:ext cx="457200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0238" imgH="121698" progId="Equation.3">
                  <p:embed/>
                </p:oleObj>
              </mc:Choice>
              <mc:Fallback>
                <p:oleObj name="Equation" r:id="rId6" imgW="160238" imgH="121698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0100" y="4849813"/>
                        <a:ext cx="457200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305" name="AutoShape 57">
            <a:extLst>
              <a:ext uri="{FF2B5EF4-FFF2-40B4-BE49-F238E27FC236}">
                <a16:creationId xmlns:a16="http://schemas.microsoft.com/office/drawing/2014/main" id="{68C53B1F-38E5-416F-7704-80B787496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5300" y="3721100"/>
            <a:ext cx="838200" cy="5334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09306" name="Text Box 58">
            <a:extLst>
              <a:ext uri="{FF2B5EF4-FFF2-40B4-BE49-F238E27FC236}">
                <a16:creationId xmlns:a16="http://schemas.microsoft.com/office/drawing/2014/main" id="{DC9CA778-040C-9932-69C0-820166DB74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55900"/>
            <a:ext cx="2243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66FFFF"/>
                </a:solidFill>
              </a:rPr>
              <a:t>2. </a:t>
            </a:r>
            <a:r>
              <a:rPr lang="zh-CN" altLang="en-US" b="1">
                <a:solidFill>
                  <a:srgbClr val="66FFFF"/>
                </a:solidFill>
                <a:latin typeface="宋体" panose="02010600030101010101" pitchFamily="2" charset="-122"/>
              </a:rPr>
              <a:t>静电平衡</a:t>
            </a:r>
          </a:p>
        </p:txBody>
      </p:sp>
      <p:sp>
        <p:nvSpPr>
          <p:cNvPr id="309307" name="Rectangle 59">
            <a:extLst>
              <a:ext uri="{FF2B5EF4-FFF2-40B4-BE49-F238E27FC236}">
                <a16:creationId xmlns:a16="http://schemas.microsoft.com/office/drawing/2014/main" id="{1E466AE4-7405-0F2E-BC9C-EF4B59983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50" y="3117850"/>
            <a:ext cx="4981575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b="1">
                <a:latin typeface="宋体" panose="02010600030101010101" pitchFamily="2" charset="-122"/>
              </a:rPr>
              <a:t>导体内部和表面上任何一部分都没有宏观电荷运动，我们就说导体处于</a:t>
            </a:r>
            <a:r>
              <a:rPr lang="zh-CN" altLang="en-US" b="1">
                <a:solidFill>
                  <a:srgbClr val="66FFFF"/>
                </a:solidFill>
                <a:latin typeface="宋体" panose="02010600030101010101" pitchFamily="2" charset="-122"/>
              </a:rPr>
              <a:t>静电平衡状态</a:t>
            </a:r>
            <a:r>
              <a:rPr lang="zh-CN" altLang="en-US" b="1">
                <a:latin typeface="宋体" panose="02010600030101010101" pitchFamily="2" charset="-122"/>
              </a:rPr>
              <a:t>。 </a:t>
            </a:r>
          </a:p>
        </p:txBody>
      </p:sp>
      <p:sp>
        <p:nvSpPr>
          <p:cNvPr id="309308" name="AutoShape 60">
            <a:extLst>
              <a:ext uri="{FF2B5EF4-FFF2-40B4-BE49-F238E27FC236}">
                <a16:creationId xmlns:a16="http://schemas.microsoft.com/office/drawing/2014/main" id="{E1C1A219-1AB0-3872-6C69-477A6054A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050" y="6094413"/>
            <a:ext cx="2881313" cy="719137"/>
          </a:xfrm>
          <a:prstGeom prst="bevel">
            <a:avLst>
              <a:gd name="adj" fmla="val 4847"/>
            </a:avLst>
          </a:prstGeom>
          <a:solidFill>
            <a:srgbClr val="006666">
              <a:alpha val="5999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09309" name="AutoShape 61">
            <a:extLst>
              <a:ext uri="{FF2B5EF4-FFF2-40B4-BE49-F238E27FC236}">
                <a16:creationId xmlns:a16="http://schemas.microsoft.com/office/drawing/2014/main" id="{0C07E34A-8290-5298-FF49-D054D7FFC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525" y="5303838"/>
            <a:ext cx="1728788" cy="717550"/>
          </a:xfrm>
          <a:prstGeom prst="bevel">
            <a:avLst>
              <a:gd name="adj" fmla="val 4847"/>
            </a:avLst>
          </a:prstGeom>
          <a:solidFill>
            <a:srgbClr val="006666">
              <a:alpha val="5999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09310" name="Text Box 62">
            <a:extLst>
              <a:ext uri="{FF2B5EF4-FFF2-40B4-BE49-F238E27FC236}">
                <a16:creationId xmlns:a16="http://schemas.microsoft.com/office/drawing/2014/main" id="{FB143820-9B7B-FAF2-F84C-1797B4E09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4700588"/>
            <a:ext cx="3625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66FFFF"/>
                </a:solidFill>
              </a:rPr>
              <a:t>3. </a:t>
            </a:r>
            <a:r>
              <a:rPr lang="zh-CN" altLang="en-US" b="1">
                <a:solidFill>
                  <a:srgbClr val="66FFFF"/>
                </a:solidFill>
                <a:latin typeface="宋体" panose="02010600030101010101" pitchFamily="2" charset="-122"/>
              </a:rPr>
              <a:t>导体静电平衡的条件</a:t>
            </a:r>
            <a:endParaRPr lang="zh-CN" altLang="en-US">
              <a:solidFill>
                <a:srgbClr val="66FFFF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309311" name="Object 5">
            <a:extLst>
              <a:ext uri="{FF2B5EF4-FFF2-40B4-BE49-F238E27FC236}">
                <a16:creationId xmlns:a16="http://schemas.microsoft.com/office/drawing/2014/main" id="{4F100034-86B6-18B0-FDDD-20E9145F5953}"/>
              </a:ext>
            </a:extLst>
          </p:cNvPr>
          <p:cNvGraphicFramePr>
            <a:graphicFrameLocks/>
          </p:cNvGraphicFramePr>
          <p:nvPr/>
        </p:nvGraphicFramePr>
        <p:xfrm>
          <a:off x="1258888" y="5446713"/>
          <a:ext cx="9890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45004" imgH="411480" progId="Equation.3">
                  <p:embed/>
                </p:oleObj>
              </mc:Choice>
              <mc:Fallback>
                <p:oleObj name="Equation" r:id="rId8" imgW="945004" imgH="411480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5446713"/>
                        <a:ext cx="98901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312" name="Object 6">
            <a:extLst>
              <a:ext uri="{FF2B5EF4-FFF2-40B4-BE49-F238E27FC236}">
                <a16:creationId xmlns:a16="http://schemas.microsoft.com/office/drawing/2014/main" id="{733C3A05-BA16-3E6D-F8B5-61F6405221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85850" y="6291263"/>
          <a:ext cx="7239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78273" imgH="426942" progId="Equation.3">
                  <p:embed/>
                </p:oleObj>
              </mc:Choice>
              <mc:Fallback>
                <p:oleObj name="Equation" r:id="rId10" imgW="678273" imgH="426942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5850" y="6291263"/>
                        <a:ext cx="72390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313" name="Rectangle 65">
            <a:extLst>
              <a:ext uri="{FF2B5EF4-FFF2-40B4-BE49-F238E27FC236}">
                <a16:creationId xmlns:a16="http://schemas.microsoft.com/office/drawing/2014/main" id="{4ED06D6D-83C4-67B9-4F45-F55F2AC75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3238" y="6238875"/>
            <a:ext cx="2438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latin typeface="宋体" panose="02010600030101010101" pitchFamily="2" charset="-122"/>
                <a:sym typeface="Symbol" panose="05050102010706020507" pitchFamily="18" charset="2"/>
              </a:rPr>
              <a:t> </a:t>
            </a:r>
            <a:r>
              <a:rPr lang="zh-CN" altLang="en-US" b="1">
                <a:solidFill>
                  <a:srgbClr val="66FFFF"/>
                </a:solidFill>
                <a:latin typeface="宋体" panose="02010600030101010101" pitchFamily="2" charset="-122"/>
              </a:rPr>
              <a:t>导体表面</a:t>
            </a:r>
          </a:p>
        </p:txBody>
      </p:sp>
      <p:graphicFrame>
        <p:nvGraphicFramePr>
          <p:cNvPr id="309314" name="Object 7">
            <a:extLst>
              <a:ext uri="{FF2B5EF4-FFF2-40B4-BE49-F238E27FC236}">
                <a16:creationId xmlns:a16="http://schemas.microsoft.com/office/drawing/2014/main" id="{17A2B045-9918-0C14-1CCE-4AFFAA5B907C}"/>
              </a:ext>
            </a:extLst>
          </p:cNvPr>
          <p:cNvGraphicFramePr>
            <a:graphicFrameLocks/>
          </p:cNvGraphicFramePr>
          <p:nvPr/>
        </p:nvGraphicFramePr>
        <p:xfrm>
          <a:off x="2987675" y="5445125"/>
          <a:ext cx="9636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922113" imgH="411480" progId="Equation.3">
                  <p:embed/>
                </p:oleObj>
              </mc:Choice>
              <mc:Fallback>
                <p:oleObj name="公式" r:id="rId12" imgW="922113" imgH="411480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5445125"/>
                        <a:ext cx="9636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315" name="Text Box 67">
            <a:extLst>
              <a:ext uri="{FF2B5EF4-FFF2-40B4-BE49-F238E27FC236}">
                <a16:creationId xmlns:a16="http://schemas.microsoft.com/office/drawing/2014/main" id="{6601602D-1FF3-32DB-8579-3AC02DEE9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25" y="1387475"/>
            <a:ext cx="17637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66FFFF"/>
                </a:solidFill>
              </a:rPr>
              <a:t>1. </a:t>
            </a:r>
            <a:r>
              <a:rPr lang="zh-CN" altLang="en-US" b="1">
                <a:solidFill>
                  <a:srgbClr val="66FFFF"/>
                </a:solidFill>
                <a:latin typeface="宋体" panose="02010600030101010101" pitchFamily="2" charset="-122"/>
              </a:rPr>
              <a:t>静电感应</a:t>
            </a:r>
          </a:p>
        </p:txBody>
      </p:sp>
      <p:sp>
        <p:nvSpPr>
          <p:cNvPr id="309316" name="Text Box 68">
            <a:extLst>
              <a:ext uri="{FF2B5EF4-FFF2-40B4-BE49-F238E27FC236}">
                <a16:creationId xmlns:a16="http://schemas.microsoft.com/office/drawing/2014/main" id="{8FCE6A8B-251F-0FD1-A364-329326878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863" y="1814513"/>
            <a:ext cx="4703762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在电场的作用下导体中出现的电荷重新分布的现象</a:t>
            </a:r>
          </a:p>
        </p:txBody>
      </p:sp>
      <p:pic>
        <p:nvPicPr>
          <p:cNvPr id="69" name="Picture 16" descr="j0293240">
            <a:extLst>
              <a:ext uri="{FF2B5EF4-FFF2-40B4-BE49-F238E27FC236}">
                <a16:creationId xmlns:a16="http://schemas.microsoft.com/office/drawing/2014/main" id="{54DC470D-218A-D903-1DB1-C303CAF45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309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9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09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09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309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9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9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5" dur="500"/>
                                        <p:tgtEl>
                                          <p:spTgt spid="309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09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9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309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9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09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41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09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09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2000"/>
                                        <p:tgtEl>
                                          <p:spTgt spid="309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2000"/>
                                        <p:tgtEl>
                                          <p:spTgt spid="309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2000"/>
                                        <p:tgtEl>
                                          <p:spTgt spid="309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2000"/>
                                        <p:tgtEl>
                                          <p:spTgt spid="309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2000"/>
                                        <p:tgtEl>
                                          <p:spTgt spid="309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2000"/>
                                        <p:tgtEl>
                                          <p:spTgt spid="309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250" grpId="0" build="p" autoUpdateAnimBg="0"/>
      <p:bldP spid="309251" grpId="0" build="p" autoUpdateAnimBg="0"/>
      <p:bldP spid="309299" grpId="0" animBg="1"/>
      <p:bldP spid="309300" grpId="0" animBg="1"/>
      <p:bldP spid="309301" grpId="0" animBg="1"/>
      <p:bldP spid="309305" grpId="0" animBg="1"/>
      <p:bldP spid="309306" grpId="0" autoUpdateAnimBg="0"/>
      <p:bldP spid="309307" grpId="0" autoUpdateAnimBg="0"/>
      <p:bldP spid="309308" grpId="0" animBg="1"/>
      <p:bldP spid="309309" grpId="0" animBg="1"/>
      <p:bldP spid="309310" grpId="0" autoUpdateAnimBg="0"/>
      <p:bldP spid="309313" grpId="0" autoUpdateAnimBg="0"/>
      <p:bldP spid="309315" grpId="0"/>
      <p:bldP spid="3093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2">
            <a:extLst>
              <a:ext uri="{FF2B5EF4-FFF2-40B4-BE49-F238E27FC236}">
                <a16:creationId xmlns:a16="http://schemas.microsoft.com/office/drawing/2014/main" id="{D1B115DF-063E-01C4-BB76-336561B90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263" y="404813"/>
            <a:ext cx="41227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66FFFF"/>
                </a:solidFill>
              </a:rPr>
              <a:t>4. </a:t>
            </a:r>
            <a:r>
              <a:rPr lang="zh-CN" altLang="en-US" b="1">
                <a:solidFill>
                  <a:srgbClr val="66FFFF"/>
                </a:solidFill>
                <a:latin typeface="宋体" panose="02010600030101010101" pitchFamily="2" charset="-122"/>
              </a:rPr>
              <a:t>静电平衡导体的电势</a:t>
            </a:r>
          </a:p>
        </p:txBody>
      </p:sp>
      <p:sp>
        <p:nvSpPr>
          <p:cNvPr id="308227" name="Rectangle 3">
            <a:extLst>
              <a:ext uri="{FF2B5EF4-FFF2-40B4-BE49-F238E27FC236}">
                <a16:creationId xmlns:a16="http://schemas.microsoft.com/office/drawing/2014/main" id="{B2DC94E9-49CC-DF08-F0FA-EF0313150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908050"/>
            <a:ext cx="82931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 b="1">
                <a:latin typeface="宋体" panose="02010600030101010101" pitchFamily="2" charset="-122"/>
              </a:rPr>
              <a:t>导体静电平衡时，导体上各点电势相等，即导体是等势体，表面是等势面。</a:t>
            </a:r>
          </a:p>
        </p:txBody>
      </p:sp>
      <p:graphicFrame>
        <p:nvGraphicFramePr>
          <p:cNvPr id="308228" name="Object 2">
            <a:extLst>
              <a:ext uri="{FF2B5EF4-FFF2-40B4-BE49-F238E27FC236}">
                <a16:creationId xmlns:a16="http://schemas.microsoft.com/office/drawing/2014/main" id="{31E87E1B-55D4-7217-3543-E011A8BAA94F}"/>
              </a:ext>
            </a:extLst>
          </p:cNvPr>
          <p:cNvGraphicFramePr>
            <a:graphicFrameLocks/>
          </p:cNvGraphicFramePr>
          <p:nvPr/>
        </p:nvGraphicFramePr>
        <p:xfrm>
          <a:off x="3348038" y="3968750"/>
          <a:ext cx="1117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74389" imgH="388537" progId="Equation.3">
                  <p:embed/>
                </p:oleObj>
              </mc:Choice>
              <mc:Fallback>
                <p:oleObj name="公式" r:id="rId2" imgW="1074389" imgH="388537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3968750"/>
                        <a:ext cx="1117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>
            <a:extLst>
              <a:ext uri="{FF2B5EF4-FFF2-40B4-BE49-F238E27FC236}">
                <a16:creationId xmlns:a16="http://schemas.microsoft.com/office/drawing/2014/main" id="{7BCADAA9-1049-2C0D-B59B-7C5DAE0A0959}"/>
              </a:ext>
            </a:extLst>
          </p:cNvPr>
          <p:cNvGrpSpPr>
            <a:grpSpLocks/>
          </p:cNvGrpSpPr>
          <p:nvPr/>
        </p:nvGrpSpPr>
        <p:grpSpPr bwMode="auto">
          <a:xfrm>
            <a:off x="4859338" y="1628775"/>
            <a:ext cx="3960812" cy="2386013"/>
            <a:chOff x="1383" y="2088"/>
            <a:chExt cx="2495" cy="1503"/>
          </a:xfrm>
        </p:grpSpPr>
        <p:pic>
          <p:nvPicPr>
            <p:cNvPr id="6170" name="Picture 6" descr="电通量">
              <a:extLst>
                <a:ext uri="{FF2B5EF4-FFF2-40B4-BE49-F238E27FC236}">
                  <a16:creationId xmlns:a16="http://schemas.microsoft.com/office/drawing/2014/main" id="{A0D3CE8E-7FDB-826D-D8FC-1E23B84EFC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006792"/>
                </a:clrFrom>
                <a:clrTo>
                  <a:srgbClr val="006792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575"/>
            <a:stretch>
              <a:fillRect/>
            </a:stretch>
          </p:blipFill>
          <p:spPr bwMode="auto">
            <a:xfrm rot="-1575721">
              <a:off x="1383" y="2088"/>
              <a:ext cx="2495" cy="1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6171" name="Group 7">
              <a:extLst>
                <a:ext uri="{FF2B5EF4-FFF2-40B4-BE49-F238E27FC236}">
                  <a16:creationId xmlns:a16="http://schemas.microsoft.com/office/drawing/2014/main" id="{1CED4072-828F-E1A0-F465-21FE9A019DB1}"/>
                </a:ext>
              </a:extLst>
            </p:cNvPr>
            <p:cNvGrpSpPr>
              <a:grpSpLocks/>
            </p:cNvGrpSpPr>
            <p:nvPr/>
          </p:nvGrpSpPr>
          <p:grpSpPr bwMode="auto">
            <a:xfrm rot="-1575721">
              <a:off x="2224" y="2105"/>
              <a:ext cx="901" cy="1351"/>
              <a:chOff x="2485" y="90"/>
              <a:chExt cx="1392" cy="1758"/>
            </a:xfrm>
          </p:grpSpPr>
          <p:sp>
            <p:nvSpPr>
              <p:cNvPr id="6178" name="Freeform 8">
                <a:extLst>
                  <a:ext uri="{FF2B5EF4-FFF2-40B4-BE49-F238E27FC236}">
                    <a16:creationId xmlns:a16="http://schemas.microsoft.com/office/drawing/2014/main" id="{05A7ED72-B37E-90B2-A69F-3270DBE0E9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485" y="124"/>
                <a:ext cx="588" cy="1667"/>
              </a:xfrm>
              <a:custGeom>
                <a:avLst/>
                <a:gdLst>
                  <a:gd name="T0" fmla="*/ 0 w 822"/>
                  <a:gd name="T1" fmla="*/ 0 h 2835"/>
                  <a:gd name="T2" fmla="*/ 4 w 822"/>
                  <a:gd name="T3" fmla="*/ 1 h 2835"/>
                  <a:gd name="T4" fmla="*/ 6 w 822"/>
                  <a:gd name="T5" fmla="*/ 1 h 2835"/>
                  <a:gd name="T6" fmla="*/ 0 60000 65536"/>
                  <a:gd name="T7" fmla="*/ 0 60000 65536"/>
                  <a:gd name="T8" fmla="*/ 0 60000 65536"/>
                  <a:gd name="T9" fmla="*/ 0 w 822"/>
                  <a:gd name="T10" fmla="*/ 0 h 2835"/>
                  <a:gd name="T11" fmla="*/ 822 w 822"/>
                  <a:gd name="T12" fmla="*/ 2835 h 283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22" h="2835">
                    <a:moveTo>
                      <a:pt x="0" y="0"/>
                    </a:moveTo>
                    <a:cubicBezTo>
                      <a:pt x="243" y="373"/>
                      <a:pt x="487" y="747"/>
                      <a:pt x="624" y="1219"/>
                    </a:cubicBezTo>
                    <a:cubicBezTo>
                      <a:pt x="761" y="1691"/>
                      <a:pt x="789" y="2566"/>
                      <a:pt x="822" y="2835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79" name="Freeform 9">
                <a:extLst>
                  <a:ext uri="{FF2B5EF4-FFF2-40B4-BE49-F238E27FC236}">
                    <a16:creationId xmlns:a16="http://schemas.microsoft.com/office/drawing/2014/main" id="{5B9C7310-D082-845E-17DE-D96A79BFC7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895" y="90"/>
                <a:ext cx="549" cy="1701"/>
              </a:xfrm>
              <a:custGeom>
                <a:avLst/>
                <a:gdLst>
                  <a:gd name="T0" fmla="*/ 0 w 793"/>
                  <a:gd name="T1" fmla="*/ 0 h 2806"/>
                  <a:gd name="T2" fmla="*/ 2 w 793"/>
                  <a:gd name="T3" fmla="*/ 1 h 2806"/>
                  <a:gd name="T4" fmla="*/ 3 w 793"/>
                  <a:gd name="T5" fmla="*/ 1 h 2806"/>
                  <a:gd name="T6" fmla="*/ 3 w 793"/>
                  <a:gd name="T7" fmla="*/ 1 h 280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93"/>
                  <a:gd name="T13" fmla="*/ 0 h 2806"/>
                  <a:gd name="T14" fmla="*/ 793 w 793"/>
                  <a:gd name="T15" fmla="*/ 2806 h 280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93" h="2806">
                    <a:moveTo>
                      <a:pt x="0" y="0"/>
                    </a:moveTo>
                    <a:cubicBezTo>
                      <a:pt x="182" y="264"/>
                      <a:pt x="364" y="529"/>
                      <a:pt x="482" y="822"/>
                    </a:cubicBezTo>
                    <a:cubicBezTo>
                      <a:pt x="600" y="1115"/>
                      <a:pt x="656" y="1426"/>
                      <a:pt x="708" y="1757"/>
                    </a:cubicBezTo>
                    <a:cubicBezTo>
                      <a:pt x="760" y="2088"/>
                      <a:pt x="779" y="2631"/>
                      <a:pt x="793" y="280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80" name="Freeform 10">
                <a:extLst>
                  <a:ext uri="{FF2B5EF4-FFF2-40B4-BE49-F238E27FC236}">
                    <a16:creationId xmlns:a16="http://schemas.microsoft.com/office/drawing/2014/main" id="{EA066E22-6CE7-2748-F589-3BD22EE0D8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325" y="140"/>
                <a:ext cx="552" cy="1708"/>
              </a:xfrm>
              <a:custGeom>
                <a:avLst/>
                <a:gdLst>
                  <a:gd name="T0" fmla="*/ 0 w 793"/>
                  <a:gd name="T1" fmla="*/ 0 h 2806"/>
                  <a:gd name="T2" fmla="*/ 2 w 793"/>
                  <a:gd name="T3" fmla="*/ 1 h 2806"/>
                  <a:gd name="T4" fmla="*/ 3 w 793"/>
                  <a:gd name="T5" fmla="*/ 1 h 2806"/>
                  <a:gd name="T6" fmla="*/ 3 w 793"/>
                  <a:gd name="T7" fmla="*/ 1 h 280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93"/>
                  <a:gd name="T13" fmla="*/ 0 h 2806"/>
                  <a:gd name="T14" fmla="*/ 793 w 793"/>
                  <a:gd name="T15" fmla="*/ 2806 h 280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93" h="2806">
                    <a:moveTo>
                      <a:pt x="0" y="0"/>
                    </a:moveTo>
                    <a:cubicBezTo>
                      <a:pt x="182" y="264"/>
                      <a:pt x="364" y="529"/>
                      <a:pt x="482" y="822"/>
                    </a:cubicBezTo>
                    <a:cubicBezTo>
                      <a:pt x="600" y="1115"/>
                      <a:pt x="656" y="1426"/>
                      <a:pt x="708" y="1757"/>
                    </a:cubicBezTo>
                    <a:cubicBezTo>
                      <a:pt x="760" y="2088"/>
                      <a:pt x="779" y="2631"/>
                      <a:pt x="793" y="280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172" name="Group 11">
              <a:extLst>
                <a:ext uri="{FF2B5EF4-FFF2-40B4-BE49-F238E27FC236}">
                  <a16:creationId xmlns:a16="http://schemas.microsoft.com/office/drawing/2014/main" id="{7CE3E7EF-6A38-BC71-EB30-A744827F0EB0}"/>
                </a:ext>
              </a:extLst>
            </p:cNvPr>
            <p:cNvGrpSpPr>
              <a:grpSpLocks/>
            </p:cNvGrpSpPr>
            <p:nvPr/>
          </p:nvGrpSpPr>
          <p:grpSpPr bwMode="auto">
            <a:xfrm rot="-1575721">
              <a:off x="2128" y="2294"/>
              <a:ext cx="1177" cy="998"/>
              <a:chOff x="2313" y="321"/>
              <a:chExt cx="1818" cy="1299"/>
            </a:xfrm>
          </p:grpSpPr>
          <p:sp>
            <p:nvSpPr>
              <p:cNvPr id="6173" name="Freeform 12">
                <a:extLst>
                  <a:ext uri="{FF2B5EF4-FFF2-40B4-BE49-F238E27FC236}">
                    <a16:creationId xmlns:a16="http://schemas.microsoft.com/office/drawing/2014/main" id="{FC28B759-A380-C9E6-72F4-39E3FD01087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313" y="321"/>
                <a:ext cx="1529" cy="116"/>
              </a:xfrm>
              <a:custGeom>
                <a:avLst/>
                <a:gdLst>
                  <a:gd name="T0" fmla="*/ 0 w 2041"/>
                  <a:gd name="T1" fmla="*/ 1 h 208"/>
                  <a:gd name="T2" fmla="*/ 7 w 2041"/>
                  <a:gd name="T3" fmla="*/ 1 h 208"/>
                  <a:gd name="T4" fmla="*/ 15 w 2041"/>
                  <a:gd name="T5" fmla="*/ 1 h 208"/>
                  <a:gd name="T6" fmla="*/ 22 w 2041"/>
                  <a:gd name="T7" fmla="*/ 1 h 208"/>
                  <a:gd name="T8" fmla="*/ 27 w 2041"/>
                  <a:gd name="T9" fmla="*/ 1 h 2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41"/>
                  <a:gd name="T16" fmla="*/ 0 h 208"/>
                  <a:gd name="T17" fmla="*/ 2041 w 2041"/>
                  <a:gd name="T18" fmla="*/ 208 h 2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41" h="208">
                    <a:moveTo>
                      <a:pt x="0" y="208"/>
                    </a:moveTo>
                    <a:cubicBezTo>
                      <a:pt x="200" y="139"/>
                      <a:pt x="401" y="71"/>
                      <a:pt x="595" y="38"/>
                    </a:cubicBezTo>
                    <a:cubicBezTo>
                      <a:pt x="789" y="5"/>
                      <a:pt x="978" y="0"/>
                      <a:pt x="1162" y="9"/>
                    </a:cubicBezTo>
                    <a:cubicBezTo>
                      <a:pt x="1346" y="18"/>
                      <a:pt x="1554" y="61"/>
                      <a:pt x="1701" y="94"/>
                    </a:cubicBezTo>
                    <a:cubicBezTo>
                      <a:pt x="1848" y="127"/>
                      <a:pt x="1984" y="189"/>
                      <a:pt x="2041" y="208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74" name="Freeform 13">
                <a:extLst>
                  <a:ext uri="{FF2B5EF4-FFF2-40B4-BE49-F238E27FC236}">
                    <a16:creationId xmlns:a16="http://schemas.microsoft.com/office/drawing/2014/main" id="{81990DA6-ABE7-FA79-9E7C-EE546AD50E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485" y="568"/>
                <a:ext cx="1486" cy="115"/>
              </a:xfrm>
              <a:custGeom>
                <a:avLst/>
                <a:gdLst>
                  <a:gd name="T0" fmla="*/ 0 w 2041"/>
                  <a:gd name="T1" fmla="*/ 1 h 208"/>
                  <a:gd name="T2" fmla="*/ 5 w 2041"/>
                  <a:gd name="T3" fmla="*/ 1 h 208"/>
                  <a:gd name="T4" fmla="*/ 10 w 2041"/>
                  <a:gd name="T5" fmla="*/ 1 h 208"/>
                  <a:gd name="T6" fmla="*/ 15 w 2041"/>
                  <a:gd name="T7" fmla="*/ 1 h 208"/>
                  <a:gd name="T8" fmla="*/ 17 w 2041"/>
                  <a:gd name="T9" fmla="*/ 1 h 2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41"/>
                  <a:gd name="T16" fmla="*/ 0 h 208"/>
                  <a:gd name="T17" fmla="*/ 2041 w 2041"/>
                  <a:gd name="T18" fmla="*/ 208 h 2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41" h="208">
                    <a:moveTo>
                      <a:pt x="0" y="208"/>
                    </a:moveTo>
                    <a:cubicBezTo>
                      <a:pt x="200" y="139"/>
                      <a:pt x="401" y="71"/>
                      <a:pt x="595" y="38"/>
                    </a:cubicBezTo>
                    <a:cubicBezTo>
                      <a:pt x="789" y="5"/>
                      <a:pt x="978" y="0"/>
                      <a:pt x="1162" y="9"/>
                    </a:cubicBezTo>
                    <a:cubicBezTo>
                      <a:pt x="1346" y="18"/>
                      <a:pt x="1554" y="61"/>
                      <a:pt x="1701" y="94"/>
                    </a:cubicBezTo>
                    <a:cubicBezTo>
                      <a:pt x="1848" y="127"/>
                      <a:pt x="1984" y="189"/>
                      <a:pt x="2041" y="208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75" name="Freeform 14">
                <a:extLst>
                  <a:ext uri="{FF2B5EF4-FFF2-40B4-BE49-F238E27FC236}">
                    <a16:creationId xmlns:a16="http://schemas.microsoft.com/office/drawing/2014/main" id="{4474E98F-90BD-5261-D2CF-3693E9A4B3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578" y="881"/>
                <a:ext cx="1493" cy="117"/>
              </a:xfrm>
              <a:custGeom>
                <a:avLst/>
                <a:gdLst>
                  <a:gd name="T0" fmla="*/ 0 w 2041"/>
                  <a:gd name="T1" fmla="*/ 1 h 208"/>
                  <a:gd name="T2" fmla="*/ 5 w 2041"/>
                  <a:gd name="T3" fmla="*/ 1 h 208"/>
                  <a:gd name="T4" fmla="*/ 11 w 2041"/>
                  <a:gd name="T5" fmla="*/ 1 h 208"/>
                  <a:gd name="T6" fmla="*/ 15 w 2041"/>
                  <a:gd name="T7" fmla="*/ 1 h 208"/>
                  <a:gd name="T8" fmla="*/ 19 w 2041"/>
                  <a:gd name="T9" fmla="*/ 1 h 2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41"/>
                  <a:gd name="T16" fmla="*/ 0 h 208"/>
                  <a:gd name="T17" fmla="*/ 2041 w 2041"/>
                  <a:gd name="T18" fmla="*/ 208 h 2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41" h="208">
                    <a:moveTo>
                      <a:pt x="0" y="208"/>
                    </a:moveTo>
                    <a:cubicBezTo>
                      <a:pt x="200" y="139"/>
                      <a:pt x="401" y="71"/>
                      <a:pt x="595" y="38"/>
                    </a:cubicBezTo>
                    <a:cubicBezTo>
                      <a:pt x="789" y="5"/>
                      <a:pt x="978" y="0"/>
                      <a:pt x="1162" y="9"/>
                    </a:cubicBezTo>
                    <a:cubicBezTo>
                      <a:pt x="1346" y="18"/>
                      <a:pt x="1554" y="61"/>
                      <a:pt x="1701" y="94"/>
                    </a:cubicBezTo>
                    <a:cubicBezTo>
                      <a:pt x="1848" y="127"/>
                      <a:pt x="1984" y="189"/>
                      <a:pt x="2041" y="208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76" name="Freeform 15">
                <a:extLst>
                  <a:ext uri="{FF2B5EF4-FFF2-40B4-BE49-F238E27FC236}">
                    <a16:creationId xmlns:a16="http://schemas.microsoft.com/office/drawing/2014/main" id="{61F200A8-0FEF-471F-7500-347C2EA5C6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657" y="1210"/>
                <a:ext cx="1464" cy="115"/>
              </a:xfrm>
              <a:custGeom>
                <a:avLst/>
                <a:gdLst>
                  <a:gd name="T0" fmla="*/ 0 w 2041"/>
                  <a:gd name="T1" fmla="*/ 1 h 208"/>
                  <a:gd name="T2" fmla="*/ 4 w 2041"/>
                  <a:gd name="T3" fmla="*/ 1 h 208"/>
                  <a:gd name="T4" fmla="*/ 8 w 2041"/>
                  <a:gd name="T5" fmla="*/ 1 h 208"/>
                  <a:gd name="T6" fmla="*/ 11 w 2041"/>
                  <a:gd name="T7" fmla="*/ 1 h 208"/>
                  <a:gd name="T8" fmla="*/ 14 w 2041"/>
                  <a:gd name="T9" fmla="*/ 1 h 2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41"/>
                  <a:gd name="T16" fmla="*/ 0 h 208"/>
                  <a:gd name="T17" fmla="*/ 2041 w 2041"/>
                  <a:gd name="T18" fmla="*/ 208 h 2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41" h="208">
                    <a:moveTo>
                      <a:pt x="0" y="208"/>
                    </a:moveTo>
                    <a:cubicBezTo>
                      <a:pt x="200" y="139"/>
                      <a:pt x="401" y="71"/>
                      <a:pt x="595" y="38"/>
                    </a:cubicBezTo>
                    <a:cubicBezTo>
                      <a:pt x="789" y="5"/>
                      <a:pt x="978" y="0"/>
                      <a:pt x="1162" y="9"/>
                    </a:cubicBezTo>
                    <a:cubicBezTo>
                      <a:pt x="1346" y="18"/>
                      <a:pt x="1554" y="61"/>
                      <a:pt x="1701" y="94"/>
                    </a:cubicBezTo>
                    <a:cubicBezTo>
                      <a:pt x="1848" y="127"/>
                      <a:pt x="1984" y="189"/>
                      <a:pt x="2041" y="208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77" name="Freeform 16">
                <a:extLst>
                  <a:ext uri="{FF2B5EF4-FFF2-40B4-BE49-F238E27FC236}">
                    <a16:creationId xmlns:a16="http://schemas.microsoft.com/office/drawing/2014/main" id="{E140CD40-4361-2957-E944-FF655181950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710" y="1510"/>
                <a:ext cx="1421" cy="110"/>
              </a:xfrm>
              <a:custGeom>
                <a:avLst/>
                <a:gdLst>
                  <a:gd name="T0" fmla="*/ 0 w 1871"/>
                  <a:gd name="T1" fmla="*/ 9 h 132"/>
                  <a:gd name="T2" fmla="*/ 10 w 1871"/>
                  <a:gd name="T3" fmla="*/ 3 h 132"/>
                  <a:gd name="T4" fmla="*/ 18 w 1871"/>
                  <a:gd name="T5" fmla="*/ 3 h 132"/>
                  <a:gd name="T6" fmla="*/ 25 w 1871"/>
                  <a:gd name="T7" fmla="*/ 5 h 132"/>
                  <a:gd name="T8" fmla="*/ 30 w 1871"/>
                  <a:gd name="T9" fmla="*/ 9 h 1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71"/>
                  <a:gd name="T16" fmla="*/ 0 h 132"/>
                  <a:gd name="T17" fmla="*/ 1871 w 1871"/>
                  <a:gd name="T18" fmla="*/ 132 h 1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71" h="132">
                    <a:moveTo>
                      <a:pt x="0" y="132"/>
                    </a:moveTo>
                    <a:cubicBezTo>
                      <a:pt x="203" y="85"/>
                      <a:pt x="407" y="38"/>
                      <a:pt x="596" y="19"/>
                    </a:cubicBezTo>
                    <a:cubicBezTo>
                      <a:pt x="785" y="0"/>
                      <a:pt x="973" y="10"/>
                      <a:pt x="1134" y="19"/>
                    </a:cubicBezTo>
                    <a:cubicBezTo>
                      <a:pt x="1295" y="28"/>
                      <a:pt x="1437" y="57"/>
                      <a:pt x="1560" y="76"/>
                    </a:cubicBezTo>
                    <a:cubicBezTo>
                      <a:pt x="1683" y="95"/>
                      <a:pt x="1819" y="123"/>
                      <a:pt x="1871" y="13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308241" name="Oval 17">
            <a:extLst>
              <a:ext uri="{FF2B5EF4-FFF2-40B4-BE49-F238E27FC236}">
                <a16:creationId xmlns:a16="http://schemas.microsoft.com/office/drawing/2014/main" id="{953B8463-6FB5-6F8D-8EF6-24AD36654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2205038"/>
            <a:ext cx="152400" cy="152400"/>
          </a:xfrm>
          <a:prstGeom prst="ellipse">
            <a:avLst/>
          </a:prstGeom>
          <a:gradFill rotWithShape="1">
            <a:gsLst>
              <a:gs pos="0">
                <a:srgbClr val="FFFF00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08242" name="Text Box 18">
            <a:extLst>
              <a:ext uri="{FF2B5EF4-FFF2-40B4-BE49-F238E27FC236}">
                <a16:creationId xmlns:a16="http://schemas.microsoft.com/office/drawing/2014/main" id="{B144AE00-2D83-10BA-66B4-BEC09D1079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325" y="1846263"/>
            <a:ext cx="355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>
                <a:solidFill>
                  <a:srgbClr val="FFFF00"/>
                </a:solidFill>
              </a:rPr>
              <a:t>a</a:t>
            </a:r>
          </a:p>
        </p:txBody>
      </p:sp>
      <p:sp>
        <p:nvSpPr>
          <p:cNvPr id="308243" name="Text Box 19">
            <a:extLst>
              <a:ext uri="{FF2B5EF4-FFF2-40B4-BE49-F238E27FC236}">
                <a16:creationId xmlns:a16="http://schemas.microsoft.com/office/drawing/2014/main" id="{906425F0-0310-A15E-1B01-52F72632A9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3875" y="2684463"/>
            <a:ext cx="434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 i="1">
                <a:solidFill>
                  <a:srgbClr val="FFFF00"/>
                </a:solidFill>
              </a:rPr>
              <a:t>b</a:t>
            </a:r>
          </a:p>
        </p:txBody>
      </p:sp>
      <p:sp>
        <p:nvSpPr>
          <p:cNvPr id="308244" name="Oval 20">
            <a:extLst>
              <a:ext uri="{FF2B5EF4-FFF2-40B4-BE49-F238E27FC236}">
                <a16:creationId xmlns:a16="http://schemas.microsoft.com/office/drawing/2014/main" id="{8753CB8C-3199-3DC6-AE60-CBE5F4A27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2628900"/>
            <a:ext cx="152400" cy="152400"/>
          </a:xfrm>
          <a:prstGeom prst="ellipse">
            <a:avLst/>
          </a:prstGeom>
          <a:gradFill rotWithShape="1">
            <a:gsLst>
              <a:gs pos="0">
                <a:srgbClr val="FFFF00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08245" name="Freeform 21" descr="浅色上对角线">
            <a:extLst>
              <a:ext uri="{FF2B5EF4-FFF2-40B4-BE49-F238E27FC236}">
                <a16:creationId xmlns:a16="http://schemas.microsoft.com/office/drawing/2014/main" id="{E0A85EE1-6094-76DF-FCE5-748A95A3386D}"/>
              </a:ext>
            </a:extLst>
          </p:cNvPr>
          <p:cNvSpPr>
            <a:spLocks/>
          </p:cNvSpPr>
          <p:nvPr/>
        </p:nvSpPr>
        <p:spPr bwMode="auto">
          <a:xfrm>
            <a:off x="2051050" y="2060575"/>
            <a:ext cx="1871663" cy="1657350"/>
          </a:xfrm>
          <a:custGeom>
            <a:avLst/>
            <a:gdLst>
              <a:gd name="T0" fmla="*/ 2147483646 w 522"/>
              <a:gd name="T1" fmla="*/ 2147483646 h 409"/>
              <a:gd name="T2" fmla="*/ 2147483646 w 522"/>
              <a:gd name="T3" fmla="*/ 2147483646 h 409"/>
              <a:gd name="T4" fmla="*/ 2147483646 w 522"/>
              <a:gd name="T5" fmla="*/ 2147483646 h 409"/>
              <a:gd name="T6" fmla="*/ 2147483646 w 522"/>
              <a:gd name="T7" fmla="*/ 2147483646 h 409"/>
              <a:gd name="T8" fmla="*/ 2147483646 w 522"/>
              <a:gd name="T9" fmla="*/ 2147483646 h 409"/>
              <a:gd name="T10" fmla="*/ 2147483646 w 522"/>
              <a:gd name="T11" fmla="*/ 2147483646 h 409"/>
              <a:gd name="T12" fmla="*/ 2147483646 w 522"/>
              <a:gd name="T13" fmla="*/ 2147483646 h 40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22"/>
              <a:gd name="T22" fmla="*/ 0 h 409"/>
              <a:gd name="T23" fmla="*/ 522 w 522"/>
              <a:gd name="T24" fmla="*/ 409 h 40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22" h="409">
                <a:moveTo>
                  <a:pt x="15" y="159"/>
                </a:moveTo>
                <a:cubicBezTo>
                  <a:pt x="0" y="99"/>
                  <a:pt x="15" y="46"/>
                  <a:pt x="61" y="23"/>
                </a:cubicBezTo>
                <a:cubicBezTo>
                  <a:pt x="107" y="0"/>
                  <a:pt x="220" y="8"/>
                  <a:pt x="288" y="23"/>
                </a:cubicBezTo>
                <a:cubicBezTo>
                  <a:pt x="356" y="38"/>
                  <a:pt x="439" y="69"/>
                  <a:pt x="469" y="114"/>
                </a:cubicBezTo>
                <a:cubicBezTo>
                  <a:pt x="499" y="159"/>
                  <a:pt x="522" y="250"/>
                  <a:pt x="469" y="295"/>
                </a:cubicBezTo>
                <a:cubicBezTo>
                  <a:pt x="416" y="340"/>
                  <a:pt x="228" y="409"/>
                  <a:pt x="152" y="386"/>
                </a:cubicBezTo>
                <a:cubicBezTo>
                  <a:pt x="76" y="363"/>
                  <a:pt x="30" y="219"/>
                  <a:pt x="15" y="159"/>
                </a:cubicBez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 w="12700">
            <a:solidFill>
              <a:srgbClr val="66FF33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246" name="Freeform 22">
            <a:extLst>
              <a:ext uri="{FF2B5EF4-FFF2-40B4-BE49-F238E27FC236}">
                <a16:creationId xmlns:a16="http://schemas.microsoft.com/office/drawing/2014/main" id="{FB18BD20-1391-0887-4B1F-DDACD68D6353}"/>
              </a:ext>
            </a:extLst>
          </p:cNvPr>
          <p:cNvSpPr>
            <a:spLocks/>
          </p:cNvSpPr>
          <p:nvPr/>
        </p:nvSpPr>
        <p:spPr bwMode="auto">
          <a:xfrm>
            <a:off x="2051050" y="2060575"/>
            <a:ext cx="1871663" cy="1657350"/>
          </a:xfrm>
          <a:custGeom>
            <a:avLst/>
            <a:gdLst>
              <a:gd name="T0" fmla="*/ 2147483646 w 522"/>
              <a:gd name="T1" fmla="*/ 2147483646 h 409"/>
              <a:gd name="T2" fmla="*/ 2147483646 w 522"/>
              <a:gd name="T3" fmla="*/ 2147483646 h 409"/>
              <a:gd name="T4" fmla="*/ 2147483646 w 522"/>
              <a:gd name="T5" fmla="*/ 2147483646 h 409"/>
              <a:gd name="T6" fmla="*/ 2147483646 w 522"/>
              <a:gd name="T7" fmla="*/ 2147483646 h 409"/>
              <a:gd name="T8" fmla="*/ 2147483646 w 522"/>
              <a:gd name="T9" fmla="*/ 2147483646 h 409"/>
              <a:gd name="T10" fmla="*/ 2147483646 w 522"/>
              <a:gd name="T11" fmla="*/ 2147483646 h 409"/>
              <a:gd name="T12" fmla="*/ 2147483646 w 522"/>
              <a:gd name="T13" fmla="*/ 2147483646 h 40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22"/>
              <a:gd name="T22" fmla="*/ 0 h 409"/>
              <a:gd name="T23" fmla="*/ 522 w 522"/>
              <a:gd name="T24" fmla="*/ 409 h 40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22" h="409">
                <a:moveTo>
                  <a:pt x="15" y="159"/>
                </a:moveTo>
                <a:cubicBezTo>
                  <a:pt x="0" y="99"/>
                  <a:pt x="15" y="46"/>
                  <a:pt x="61" y="23"/>
                </a:cubicBezTo>
                <a:cubicBezTo>
                  <a:pt x="107" y="0"/>
                  <a:pt x="220" y="8"/>
                  <a:pt x="288" y="23"/>
                </a:cubicBezTo>
                <a:cubicBezTo>
                  <a:pt x="356" y="38"/>
                  <a:pt x="439" y="69"/>
                  <a:pt x="469" y="114"/>
                </a:cubicBezTo>
                <a:cubicBezTo>
                  <a:pt x="499" y="159"/>
                  <a:pt x="522" y="250"/>
                  <a:pt x="469" y="295"/>
                </a:cubicBezTo>
                <a:cubicBezTo>
                  <a:pt x="416" y="340"/>
                  <a:pt x="228" y="409"/>
                  <a:pt x="152" y="386"/>
                </a:cubicBezTo>
                <a:cubicBezTo>
                  <a:pt x="76" y="363"/>
                  <a:pt x="30" y="219"/>
                  <a:pt x="15" y="159"/>
                </a:cubicBezTo>
                <a:close/>
              </a:path>
            </a:pathLst>
          </a:custGeom>
          <a:gradFill rotWithShape="0">
            <a:gsLst>
              <a:gs pos="0">
                <a:srgbClr val="0000FF">
                  <a:alpha val="20000"/>
                </a:srgbClr>
              </a:gs>
              <a:gs pos="100000">
                <a:srgbClr val="000076">
                  <a:alpha val="57999"/>
                </a:srgbClr>
              </a:gs>
            </a:gsLst>
            <a:path path="rect">
              <a:fillToRect l="50000" t="50000" r="50000" b="50000"/>
            </a:path>
          </a:gradFill>
          <a:ln w="12700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247" name="Oval 23">
            <a:extLst>
              <a:ext uri="{FF2B5EF4-FFF2-40B4-BE49-F238E27FC236}">
                <a16:creationId xmlns:a16="http://schemas.microsoft.com/office/drawing/2014/main" id="{0C2CBD6F-D371-8A01-2E7E-5FE77A5FAF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4288" y="2489200"/>
            <a:ext cx="152400" cy="152400"/>
          </a:xfrm>
          <a:prstGeom prst="ellipse">
            <a:avLst/>
          </a:prstGeom>
          <a:gradFill rotWithShape="1">
            <a:gsLst>
              <a:gs pos="0">
                <a:srgbClr val="FFFF00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08248" name="Line 24">
            <a:extLst>
              <a:ext uri="{FF2B5EF4-FFF2-40B4-BE49-F238E27FC236}">
                <a16:creationId xmlns:a16="http://schemas.microsoft.com/office/drawing/2014/main" id="{9B4A9FD5-A040-45D1-535A-1917932E116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8750" y="2600325"/>
            <a:ext cx="503238" cy="252413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8249" name="Text Box 25">
            <a:extLst>
              <a:ext uri="{FF2B5EF4-FFF2-40B4-BE49-F238E27FC236}">
                <a16:creationId xmlns:a16="http://schemas.microsoft.com/office/drawing/2014/main" id="{4C573E04-6344-1A85-B923-A03E745E2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3925" y="2179638"/>
            <a:ext cx="355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>
                <a:solidFill>
                  <a:srgbClr val="FFFF00"/>
                </a:solidFill>
              </a:rPr>
              <a:t>a</a:t>
            </a:r>
          </a:p>
        </p:txBody>
      </p:sp>
      <p:sp>
        <p:nvSpPr>
          <p:cNvPr id="308250" name="Text Box 26">
            <a:extLst>
              <a:ext uri="{FF2B5EF4-FFF2-40B4-BE49-F238E27FC236}">
                <a16:creationId xmlns:a16="http://schemas.microsoft.com/office/drawing/2014/main" id="{ADCD0D3B-E22A-8A13-E394-9BFC439A6C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1838" y="2708275"/>
            <a:ext cx="434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 i="1">
                <a:solidFill>
                  <a:srgbClr val="FFFF00"/>
                </a:solidFill>
              </a:rPr>
              <a:t>b</a:t>
            </a:r>
          </a:p>
        </p:txBody>
      </p:sp>
      <p:sp>
        <p:nvSpPr>
          <p:cNvPr id="308251" name="Oval 27">
            <a:extLst>
              <a:ext uri="{FF2B5EF4-FFF2-40B4-BE49-F238E27FC236}">
                <a16:creationId xmlns:a16="http://schemas.microsoft.com/office/drawing/2014/main" id="{C22DB3CD-4F85-EBAC-3823-0906BF163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3888" y="2779713"/>
            <a:ext cx="152400" cy="152400"/>
          </a:xfrm>
          <a:prstGeom prst="ellipse">
            <a:avLst/>
          </a:prstGeom>
          <a:gradFill rotWithShape="1">
            <a:gsLst>
              <a:gs pos="0">
                <a:srgbClr val="FFFF00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08252" name="Line 28">
            <a:extLst>
              <a:ext uri="{FF2B5EF4-FFF2-40B4-BE49-F238E27FC236}">
                <a16:creationId xmlns:a16="http://schemas.microsoft.com/office/drawing/2014/main" id="{0CC23D92-B51B-7462-F15C-ECD075F0A5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80175" y="1484313"/>
            <a:ext cx="900113" cy="792162"/>
          </a:xfrm>
          <a:prstGeom prst="line">
            <a:avLst/>
          </a:prstGeom>
          <a:noFill/>
          <a:ln w="28575">
            <a:solidFill>
              <a:srgbClr val="FF9966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8253" name="Line 29">
            <a:extLst>
              <a:ext uri="{FF2B5EF4-FFF2-40B4-BE49-F238E27FC236}">
                <a16:creationId xmlns:a16="http://schemas.microsoft.com/office/drawing/2014/main" id="{59B5CF65-D1D0-A442-E0CE-8BC7B61A8AC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0175" y="2276475"/>
            <a:ext cx="360363" cy="358775"/>
          </a:xfrm>
          <a:prstGeom prst="line">
            <a:avLst/>
          </a:prstGeom>
          <a:noFill/>
          <a:ln w="28575">
            <a:solidFill>
              <a:srgbClr val="66FF33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08254" name="Object 3">
            <a:extLst>
              <a:ext uri="{FF2B5EF4-FFF2-40B4-BE49-F238E27FC236}">
                <a16:creationId xmlns:a16="http://schemas.microsoft.com/office/drawing/2014/main" id="{F0009118-9A33-61EE-BF74-108655F3CE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51588" y="2497138"/>
          <a:ext cx="381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0333" imgH="320206" progId="Equation.3">
                  <p:embed/>
                </p:oleObj>
              </mc:Choice>
              <mc:Fallback>
                <p:oleObj name="Equation" r:id="rId6" imgW="350333" imgH="32020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1588" y="2497138"/>
                        <a:ext cx="3810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255" name="Object 4">
            <a:extLst>
              <a:ext uri="{FF2B5EF4-FFF2-40B4-BE49-F238E27FC236}">
                <a16:creationId xmlns:a16="http://schemas.microsoft.com/office/drawing/2014/main" id="{E6F17838-EB19-62CA-98C4-F79E783AE0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80288" y="1341438"/>
          <a:ext cx="317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74196" imgH="320206" progId="Equation.3">
                  <p:embed/>
                </p:oleObj>
              </mc:Choice>
              <mc:Fallback>
                <p:oleObj name="公式" r:id="rId8" imgW="274196" imgH="32020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288" y="1341438"/>
                        <a:ext cx="3175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256" name="Object 5">
            <a:extLst>
              <a:ext uri="{FF2B5EF4-FFF2-40B4-BE49-F238E27FC236}">
                <a16:creationId xmlns:a16="http://schemas.microsoft.com/office/drawing/2014/main" id="{A54BF2BC-4B20-589C-59F5-3F01B3E974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6238" y="2349500"/>
          <a:ext cx="381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0333" imgH="320206" progId="Equation.3">
                  <p:embed/>
                </p:oleObj>
              </mc:Choice>
              <mc:Fallback>
                <p:oleObj name="Equation" r:id="rId6" imgW="350333" imgH="320206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2349500"/>
                        <a:ext cx="3810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257" name="Object 6">
            <a:extLst>
              <a:ext uri="{FF2B5EF4-FFF2-40B4-BE49-F238E27FC236}">
                <a16:creationId xmlns:a16="http://schemas.microsoft.com/office/drawing/2014/main" id="{AD41CAB0-FDDB-8EE8-EB75-99E4235DD7F5}"/>
              </a:ext>
            </a:extLst>
          </p:cNvPr>
          <p:cNvGraphicFramePr>
            <a:graphicFrameLocks/>
          </p:cNvGraphicFramePr>
          <p:nvPr/>
        </p:nvGraphicFramePr>
        <p:xfrm>
          <a:off x="4565650" y="3644900"/>
          <a:ext cx="1878013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836264" imgH="1036431" progId="Equation.3">
                  <p:embed/>
                </p:oleObj>
              </mc:Choice>
              <mc:Fallback>
                <p:oleObj name="公式" r:id="rId11" imgW="1836264" imgH="1036431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5650" y="3644900"/>
                        <a:ext cx="1878013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258" name="Text Box 34">
            <a:extLst>
              <a:ext uri="{FF2B5EF4-FFF2-40B4-BE49-F238E27FC236}">
                <a16:creationId xmlns:a16="http://schemas.microsoft.com/office/drawing/2014/main" id="{92922EA8-97A5-97DB-C531-D79A8FE030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113" y="5302250"/>
            <a:ext cx="8335962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 b="1">
                <a:latin typeface="宋体" panose="02010600030101010101" pitchFamily="2" charset="-122"/>
              </a:rPr>
              <a:t>由导体的静电平衡条件和静电场的基本性质，可以得出导体上的电荷分布</a:t>
            </a:r>
            <a:r>
              <a:rPr lang="en-US" altLang="zh-CN" b="1">
                <a:latin typeface="宋体" panose="02010600030101010101" pitchFamily="2" charset="-122"/>
              </a:rPr>
              <a:t>(</a:t>
            </a:r>
            <a:r>
              <a:rPr lang="zh-CN" altLang="en-US" b="1">
                <a:latin typeface="宋体" panose="02010600030101010101" pitchFamily="2" charset="-122"/>
              </a:rPr>
              <a:t>有外场而且导体带电</a:t>
            </a:r>
            <a:r>
              <a:rPr lang="en-US" altLang="zh-CN" b="1">
                <a:latin typeface="宋体" panose="02010600030101010101" pitchFamily="2" charset="-122"/>
              </a:rPr>
              <a:t>)</a:t>
            </a:r>
            <a:r>
              <a:rPr lang="zh-CN" altLang="en-US" b="1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308259" name="Rectangle 35">
            <a:extLst>
              <a:ext uri="{FF2B5EF4-FFF2-40B4-BE49-F238E27FC236}">
                <a16:creationId xmlns:a16="http://schemas.microsoft.com/office/drawing/2014/main" id="{989741D6-FD33-2F70-E7A5-7876DEB74A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913" y="4710113"/>
            <a:ext cx="3124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二</a:t>
            </a:r>
            <a:r>
              <a:rPr lang="en-US" altLang="zh-CN" b="1">
                <a:solidFill>
                  <a:srgbClr val="FFFF00"/>
                </a:solidFill>
                <a:latin typeface="宋体" panose="02010600030101010101" pitchFamily="2" charset="-122"/>
              </a:rPr>
              <a:t>.</a:t>
            </a: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导体上电荷的分布</a:t>
            </a:r>
          </a:p>
        </p:txBody>
      </p:sp>
      <p:pic>
        <p:nvPicPr>
          <p:cNvPr id="36" name="Picture 16" descr="j0293240">
            <a:extLst>
              <a:ext uri="{FF2B5EF4-FFF2-40B4-BE49-F238E27FC236}">
                <a16:creationId xmlns:a16="http://schemas.microsoft.com/office/drawing/2014/main" id="{E3D9A8C7-9C06-8ADC-3D3F-D933C7BD5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08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44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8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08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08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8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08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08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08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08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082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082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08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308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08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308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000"/>
                                        <p:tgtEl>
                                          <p:spTgt spid="308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082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082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308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08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08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308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308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2000"/>
                                        <p:tgtEl>
                                          <p:spTgt spid="308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2000"/>
                                        <p:tgtEl>
                                          <p:spTgt spid="308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308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2000"/>
                                        <p:tgtEl>
                                          <p:spTgt spid="308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2000"/>
                                        <p:tgtEl>
                                          <p:spTgt spid="308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08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43000"/>
                                  </p:iterate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308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226" grpId="0" autoUpdateAnimBg="0"/>
      <p:bldP spid="308227" grpId="0" autoUpdateAnimBg="0"/>
      <p:bldP spid="308241" grpId="0" animBg="1"/>
      <p:bldP spid="308242" grpId="0"/>
      <p:bldP spid="308243" grpId="0"/>
      <p:bldP spid="308244" grpId="0" animBg="1"/>
      <p:bldP spid="308247" grpId="0" animBg="1"/>
      <p:bldP spid="308249" grpId="0"/>
      <p:bldP spid="308250" grpId="0"/>
      <p:bldP spid="308251" grpId="0" animBg="1"/>
      <p:bldP spid="308258" grpId="0" autoUpdateAnimBg="0"/>
      <p:bldP spid="308259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6214" name="Object 2">
            <a:extLst>
              <a:ext uri="{FF2B5EF4-FFF2-40B4-BE49-F238E27FC236}">
                <a16:creationId xmlns:a16="http://schemas.microsoft.com/office/drawing/2014/main" id="{D21CF3CB-81B3-018D-5727-18588F85729E}"/>
              </a:ext>
            </a:extLst>
          </p:cNvPr>
          <p:cNvGraphicFramePr>
            <a:graphicFrameLocks/>
          </p:cNvGraphicFramePr>
          <p:nvPr/>
        </p:nvGraphicFramePr>
        <p:xfrm>
          <a:off x="1214438" y="1071563"/>
          <a:ext cx="3073400" cy="1173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52469" imgH="441905" progId="Equation.3">
                  <p:embed/>
                </p:oleObj>
              </mc:Choice>
              <mc:Fallback>
                <p:oleObj name="Equation" r:id="rId2" imgW="952469" imgH="441905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8" y="1071563"/>
                        <a:ext cx="3073400" cy="1173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6215" name="Object 3">
            <a:extLst>
              <a:ext uri="{FF2B5EF4-FFF2-40B4-BE49-F238E27FC236}">
                <a16:creationId xmlns:a16="http://schemas.microsoft.com/office/drawing/2014/main" id="{92D0F8D7-42B6-99BD-121E-E572C77D7DAE}"/>
              </a:ext>
            </a:extLst>
          </p:cNvPr>
          <p:cNvGraphicFramePr>
            <a:graphicFrameLocks/>
          </p:cNvGraphicFramePr>
          <p:nvPr/>
        </p:nvGraphicFramePr>
        <p:xfrm>
          <a:off x="2286000" y="2362200"/>
          <a:ext cx="2360613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876331" imgH="343149" progId="Equation.3">
                  <p:embed/>
                </p:oleObj>
              </mc:Choice>
              <mc:Fallback>
                <p:oleObj name="公式" r:id="rId4" imgW="876331" imgH="343149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362200"/>
                        <a:ext cx="2360613" cy="954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6216" name="Text Box 40">
            <a:extLst>
              <a:ext uri="{FF2B5EF4-FFF2-40B4-BE49-F238E27FC236}">
                <a16:creationId xmlns:a16="http://schemas.microsoft.com/office/drawing/2014/main" id="{83DB0A93-7221-2FC5-1FE3-E2AE8EB4C0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714375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由高斯定理</a:t>
            </a:r>
          </a:p>
        </p:txBody>
      </p:sp>
      <p:sp>
        <p:nvSpPr>
          <p:cNvPr id="306217" name="Rectangle 41">
            <a:extLst>
              <a:ext uri="{FF2B5EF4-FFF2-40B4-BE49-F238E27FC236}">
                <a16:creationId xmlns:a16="http://schemas.microsoft.com/office/drawing/2014/main" id="{3131B1CA-8A8E-1F91-5898-39EAC9747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3500438"/>
            <a:ext cx="5224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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如果有空腔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且空腔中无电荷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则</a:t>
            </a:r>
          </a:p>
        </p:txBody>
      </p:sp>
      <p:sp>
        <p:nvSpPr>
          <p:cNvPr id="306218" name="Rectangle 42">
            <a:extLst>
              <a:ext uri="{FF2B5EF4-FFF2-40B4-BE49-F238E27FC236}">
                <a16:creationId xmlns:a16="http://schemas.microsoft.com/office/drawing/2014/main" id="{54FF09F4-4D03-4877-6626-487984A4C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4786313"/>
            <a:ext cx="55387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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如果有空腔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且空腔中有电荷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则</a:t>
            </a:r>
          </a:p>
        </p:txBody>
      </p:sp>
      <p:sp>
        <p:nvSpPr>
          <p:cNvPr id="306219" name="Text Box 43">
            <a:extLst>
              <a:ext uri="{FF2B5EF4-FFF2-40B4-BE49-F238E27FC236}">
                <a16:creationId xmlns:a16="http://schemas.microsoft.com/office/drawing/2014/main" id="{621D09EA-137B-0821-1BD1-5B721BF298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25" y="4143375"/>
            <a:ext cx="3657600" cy="479425"/>
          </a:xfrm>
          <a:prstGeom prst="rect">
            <a:avLst/>
          </a:prstGeom>
          <a:noFill/>
          <a:ln w="222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电荷只能分布在外表面</a:t>
            </a:r>
          </a:p>
        </p:txBody>
      </p:sp>
      <p:sp>
        <p:nvSpPr>
          <p:cNvPr id="306220" name="Text Box 44">
            <a:extLst>
              <a:ext uri="{FF2B5EF4-FFF2-40B4-BE49-F238E27FC236}">
                <a16:creationId xmlns:a16="http://schemas.microsoft.com/office/drawing/2014/main" id="{07F2A806-64CB-0902-E93D-B1D2531025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25" y="5500688"/>
            <a:ext cx="4114800" cy="479425"/>
          </a:xfrm>
          <a:prstGeom prst="rect">
            <a:avLst/>
          </a:prstGeom>
          <a:noFill/>
          <a:ln w="222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在内外表面都有电荷分布</a:t>
            </a:r>
          </a:p>
        </p:txBody>
      </p:sp>
      <p:sp>
        <p:nvSpPr>
          <p:cNvPr id="306221" name="Text Box 45">
            <a:extLst>
              <a:ext uri="{FF2B5EF4-FFF2-40B4-BE49-F238E27FC236}">
                <a16:creationId xmlns:a16="http://schemas.microsoft.com/office/drawing/2014/main" id="{CDD1C17D-81C9-2A37-F83F-FF5257AC2F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8600"/>
            <a:ext cx="6248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1.</a:t>
            </a:r>
            <a:r>
              <a:rPr lang="zh-CN" altLang="en-US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楷体_GB2312" pitchFamily="49" charset="-122"/>
                <a:ea typeface="楷体_GB2312" pitchFamily="49" charset="-122"/>
              </a:rPr>
              <a:t>导体中的净电荷只能分布在导体的表面</a:t>
            </a:r>
          </a:p>
        </p:txBody>
      </p:sp>
      <p:graphicFrame>
        <p:nvGraphicFramePr>
          <p:cNvPr id="306222" name="Object 4">
            <a:extLst>
              <a:ext uri="{FF2B5EF4-FFF2-40B4-BE49-F238E27FC236}">
                <a16:creationId xmlns:a16="http://schemas.microsoft.com/office/drawing/2014/main" id="{4BD288C2-331B-1D5B-B62F-1EC8F574C1C4}"/>
              </a:ext>
            </a:extLst>
          </p:cNvPr>
          <p:cNvGraphicFramePr>
            <a:graphicFrameLocks/>
          </p:cNvGraphicFramePr>
          <p:nvPr/>
        </p:nvGraphicFramePr>
        <p:xfrm>
          <a:off x="457200" y="2438400"/>
          <a:ext cx="1233488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58296" imgH="167585" progId="Equation.3">
                  <p:embed/>
                </p:oleObj>
              </mc:Choice>
              <mc:Fallback>
                <p:oleObj name="公式" r:id="rId6" imgW="358296" imgH="167585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438400"/>
                        <a:ext cx="1233488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6223" name="Freeform 47">
            <a:extLst>
              <a:ext uri="{FF2B5EF4-FFF2-40B4-BE49-F238E27FC236}">
                <a16:creationId xmlns:a16="http://schemas.microsoft.com/office/drawing/2014/main" id="{3724D3D3-E242-F5EF-E993-070937790638}"/>
              </a:ext>
            </a:extLst>
          </p:cNvPr>
          <p:cNvSpPr>
            <a:spLocks/>
          </p:cNvSpPr>
          <p:nvPr/>
        </p:nvSpPr>
        <p:spPr bwMode="auto">
          <a:xfrm>
            <a:off x="6324600" y="304800"/>
            <a:ext cx="2355850" cy="1793875"/>
          </a:xfrm>
          <a:custGeom>
            <a:avLst/>
            <a:gdLst>
              <a:gd name="T0" fmla="*/ 2147483646 w 1484"/>
              <a:gd name="T1" fmla="*/ 2147483646 h 986"/>
              <a:gd name="T2" fmla="*/ 2147483646 w 1484"/>
              <a:gd name="T3" fmla="*/ 2147483646 h 986"/>
              <a:gd name="T4" fmla="*/ 2147483646 w 1484"/>
              <a:gd name="T5" fmla="*/ 0 h 986"/>
              <a:gd name="T6" fmla="*/ 2147483646 w 1484"/>
              <a:gd name="T7" fmla="*/ 2147483646 h 986"/>
              <a:gd name="T8" fmla="*/ 2147483646 w 1484"/>
              <a:gd name="T9" fmla="*/ 2147483646 h 986"/>
              <a:gd name="T10" fmla="*/ 2147483646 w 1484"/>
              <a:gd name="T11" fmla="*/ 2147483646 h 986"/>
              <a:gd name="T12" fmla="*/ 2147483646 w 1484"/>
              <a:gd name="T13" fmla="*/ 2147483646 h 986"/>
              <a:gd name="T14" fmla="*/ 2147483646 w 1484"/>
              <a:gd name="T15" fmla="*/ 2147483646 h 986"/>
              <a:gd name="T16" fmla="*/ 2147483646 w 1484"/>
              <a:gd name="T17" fmla="*/ 2147483646 h 986"/>
              <a:gd name="T18" fmla="*/ 2147483646 w 1484"/>
              <a:gd name="T19" fmla="*/ 2147483646 h 986"/>
              <a:gd name="T20" fmla="*/ 2147483646 w 1484"/>
              <a:gd name="T21" fmla="*/ 2147483646 h 986"/>
              <a:gd name="T22" fmla="*/ 2147483646 w 1484"/>
              <a:gd name="T23" fmla="*/ 2147483646 h 986"/>
              <a:gd name="T24" fmla="*/ 2147483646 w 1484"/>
              <a:gd name="T25" fmla="*/ 2147483646 h 986"/>
              <a:gd name="T26" fmla="*/ 2147483646 w 1484"/>
              <a:gd name="T27" fmla="*/ 2147483646 h 986"/>
              <a:gd name="T28" fmla="*/ 2147483646 w 1484"/>
              <a:gd name="T29" fmla="*/ 2147483646 h 986"/>
              <a:gd name="T30" fmla="*/ 2147483646 w 1484"/>
              <a:gd name="T31" fmla="*/ 2147483646 h 986"/>
              <a:gd name="T32" fmla="*/ 0 w 1484"/>
              <a:gd name="T33" fmla="*/ 2147483646 h 986"/>
              <a:gd name="T34" fmla="*/ 2147483646 w 1484"/>
              <a:gd name="T35" fmla="*/ 2147483646 h 986"/>
              <a:gd name="T36" fmla="*/ 2147483646 w 1484"/>
              <a:gd name="T37" fmla="*/ 2147483646 h 986"/>
              <a:gd name="T38" fmla="*/ 2147483646 w 1484"/>
              <a:gd name="T39" fmla="*/ 2147483646 h 986"/>
              <a:gd name="T40" fmla="*/ 2147483646 w 1484"/>
              <a:gd name="T41" fmla="*/ 2147483646 h 986"/>
              <a:gd name="T42" fmla="*/ 2147483646 w 1484"/>
              <a:gd name="T43" fmla="*/ 2147483646 h 98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w 1484"/>
              <a:gd name="T67" fmla="*/ 0 h 986"/>
              <a:gd name="T68" fmla="*/ 1484 w 1484"/>
              <a:gd name="T69" fmla="*/ 986 h 986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T66" t="T67" r="T68" b="T69"/>
            <a:pathLst>
              <a:path w="1484" h="986">
                <a:moveTo>
                  <a:pt x="726" y="118"/>
                </a:moveTo>
                <a:cubicBezTo>
                  <a:pt x="772" y="87"/>
                  <a:pt x="744" y="110"/>
                  <a:pt x="797" y="39"/>
                </a:cubicBezTo>
                <a:cubicBezTo>
                  <a:pt x="810" y="21"/>
                  <a:pt x="858" y="8"/>
                  <a:pt x="884" y="0"/>
                </a:cubicBezTo>
                <a:cubicBezTo>
                  <a:pt x="952" y="10"/>
                  <a:pt x="1000" y="50"/>
                  <a:pt x="1066" y="63"/>
                </a:cubicBezTo>
                <a:cubicBezTo>
                  <a:pt x="1156" y="81"/>
                  <a:pt x="1187" y="74"/>
                  <a:pt x="1310" y="78"/>
                </a:cubicBezTo>
                <a:cubicBezTo>
                  <a:pt x="1361" y="84"/>
                  <a:pt x="1406" y="86"/>
                  <a:pt x="1452" y="110"/>
                </a:cubicBezTo>
                <a:cubicBezTo>
                  <a:pt x="1481" y="154"/>
                  <a:pt x="1478" y="209"/>
                  <a:pt x="1484" y="260"/>
                </a:cubicBezTo>
                <a:cubicBezTo>
                  <a:pt x="1469" y="360"/>
                  <a:pt x="1437" y="457"/>
                  <a:pt x="1405" y="552"/>
                </a:cubicBezTo>
                <a:cubicBezTo>
                  <a:pt x="1379" y="630"/>
                  <a:pt x="1360" y="706"/>
                  <a:pt x="1310" y="773"/>
                </a:cubicBezTo>
                <a:cubicBezTo>
                  <a:pt x="1301" y="827"/>
                  <a:pt x="1288" y="836"/>
                  <a:pt x="1255" y="875"/>
                </a:cubicBezTo>
                <a:cubicBezTo>
                  <a:pt x="1239" y="894"/>
                  <a:pt x="1242" y="906"/>
                  <a:pt x="1216" y="915"/>
                </a:cubicBezTo>
                <a:cubicBezTo>
                  <a:pt x="1201" y="920"/>
                  <a:pt x="1184" y="920"/>
                  <a:pt x="1168" y="923"/>
                </a:cubicBezTo>
                <a:cubicBezTo>
                  <a:pt x="1117" y="948"/>
                  <a:pt x="1067" y="948"/>
                  <a:pt x="1010" y="954"/>
                </a:cubicBezTo>
                <a:cubicBezTo>
                  <a:pt x="907" y="981"/>
                  <a:pt x="836" y="981"/>
                  <a:pt x="718" y="986"/>
                </a:cubicBezTo>
                <a:cubicBezTo>
                  <a:pt x="527" y="981"/>
                  <a:pt x="372" y="969"/>
                  <a:pt x="190" y="946"/>
                </a:cubicBezTo>
                <a:cubicBezTo>
                  <a:pt x="122" y="902"/>
                  <a:pt x="54" y="854"/>
                  <a:pt x="16" y="781"/>
                </a:cubicBezTo>
                <a:cubicBezTo>
                  <a:pt x="8" y="748"/>
                  <a:pt x="0" y="722"/>
                  <a:pt x="0" y="686"/>
                </a:cubicBezTo>
                <a:cubicBezTo>
                  <a:pt x="0" y="560"/>
                  <a:pt x="3" y="433"/>
                  <a:pt x="8" y="307"/>
                </a:cubicBezTo>
                <a:cubicBezTo>
                  <a:pt x="12" y="184"/>
                  <a:pt x="95" y="157"/>
                  <a:pt x="182" y="94"/>
                </a:cubicBezTo>
                <a:cubicBezTo>
                  <a:pt x="212" y="72"/>
                  <a:pt x="300" y="73"/>
                  <a:pt x="340" y="63"/>
                </a:cubicBezTo>
                <a:cubicBezTo>
                  <a:pt x="424" y="66"/>
                  <a:pt x="508" y="67"/>
                  <a:pt x="592" y="71"/>
                </a:cubicBezTo>
                <a:cubicBezTo>
                  <a:pt x="613" y="72"/>
                  <a:pt x="742" y="118"/>
                  <a:pt x="726" y="118"/>
                </a:cubicBezTo>
                <a:close/>
              </a:path>
            </a:pathLst>
          </a:custGeom>
          <a:gradFill rotWithShape="0">
            <a:gsLst>
              <a:gs pos="0">
                <a:srgbClr val="FF6600"/>
              </a:gs>
              <a:gs pos="100000">
                <a:srgbClr val="B24700"/>
              </a:gs>
            </a:gsLst>
            <a:path path="rect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306224" name="Object 5">
            <a:extLst>
              <a:ext uri="{FF2B5EF4-FFF2-40B4-BE49-F238E27FC236}">
                <a16:creationId xmlns:a16="http://schemas.microsoft.com/office/drawing/2014/main" id="{49A9996F-73B5-6208-A0D6-369A43A70C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10375" y="1038225"/>
          <a:ext cx="108426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34433" imgH="190528" progId="Equation.3">
                  <p:embed/>
                </p:oleObj>
              </mc:Choice>
              <mc:Fallback>
                <p:oleObj name="Equation" r:id="rId8" imgW="434433" imgH="19052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0375" y="1038225"/>
                        <a:ext cx="1084263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6225" name="Freeform 49">
            <a:extLst>
              <a:ext uri="{FF2B5EF4-FFF2-40B4-BE49-F238E27FC236}">
                <a16:creationId xmlns:a16="http://schemas.microsoft.com/office/drawing/2014/main" id="{37BF7D08-BACC-FF93-5335-303824615876}"/>
              </a:ext>
            </a:extLst>
          </p:cNvPr>
          <p:cNvSpPr>
            <a:spLocks/>
          </p:cNvSpPr>
          <p:nvPr/>
        </p:nvSpPr>
        <p:spPr bwMode="auto">
          <a:xfrm>
            <a:off x="6629400" y="685800"/>
            <a:ext cx="1524000" cy="1219200"/>
          </a:xfrm>
          <a:custGeom>
            <a:avLst/>
            <a:gdLst>
              <a:gd name="T0" fmla="*/ 2147483646 w 789"/>
              <a:gd name="T1" fmla="*/ 2147483646 h 707"/>
              <a:gd name="T2" fmla="*/ 2147483646 w 789"/>
              <a:gd name="T3" fmla="*/ 2147483646 h 707"/>
              <a:gd name="T4" fmla="*/ 2147483646 w 789"/>
              <a:gd name="T5" fmla="*/ 2147483646 h 707"/>
              <a:gd name="T6" fmla="*/ 2147483646 w 789"/>
              <a:gd name="T7" fmla="*/ 2147483646 h 707"/>
              <a:gd name="T8" fmla="*/ 2147483646 w 789"/>
              <a:gd name="T9" fmla="*/ 2147483646 h 707"/>
              <a:gd name="T10" fmla="*/ 2147483646 w 789"/>
              <a:gd name="T11" fmla="*/ 2147483646 h 707"/>
              <a:gd name="T12" fmla="*/ 2147483646 w 789"/>
              <a:gd name="T13" fmla="*/ 2147483646 h 707"/>
              <a:gd name="T14" fmla="*/ 2147483646 w 789"/>
              <a:gd name="T15" fmla="*/ 2147483646 h 707"/>
              <a:gd name="T16" fmla="*/ 2147483646 w 789"/>
              <a:gd name="T17" fmla="*/ 2147483646 h 707"/>
              <a:gd name="T18" fmla="*/ 2147483646 w 789"/>
              <a:gd name="T19" fmla="*/ 2147483646 h 707"/>
              <a:gd name="T20" fmla="*/ 2147483646 w 789"/>
              <a:gd name="T21" fmla="*/ 2147483646 h 707"/>
              <a:gd name="T22" fmla="*/ 2147483646 w 789"/>
              <a:gd name="T23" fmla="*/ 2147483646 h 707"/>
              <a:gd name="T24" fmla="*/ 2147483646 w 789"/>
              <a:gd name="T25" fmla="*/ 2147483646 h 707"/>
              <a:gd name="T26" fmla="*/ 2147483646 w 789"/>
              <a:gd name="T27" fmla="*/ 2147483646 h 707"/>
              <a:gd name="T28" fmla="*/ 2147483646 w 789"/>
              <a:gd name="T29" fmla="*/ 2147483646 h 707"/>
              <a:gd name="T30" fmla="*/ 2147483646 w 789"/>
              <a:gd name="T31" fmla="*/ 2147483646 h 707"/>
              <a:gd name="T32" fmla="*/ 2147483646 w 789"/>
              <a:gd name="T33" fmla="*/ 2147483646 h 707"/>
              <a:gd name="T34" fmla="*/ 0 w 789"/>
              <a:gd name="T35" fmla="*/ 2147483646 h 707"/>
              <a:gd name="T36" fmla="*/ 2147483646 w 789"/>
              <a:gd name="T37" fmla="*/ 2147483646 h 707"/>
              <a:gd name="T38" fmla="*/ 2147483646 w 789"/>
              <a:gd name="T39" fmla="*/ 2147483646 h 707"/>
              <a:gd name="T40" fmla="*/ 2147483646 w 789"/>
              <a:gd name="T41" fmla="*/ 2147483646 h 707"/>
              <a:gd name="T42" fmla="*/ 2147483646 w 789"/>
              <a:gd name="T43" fmla="*/ 2147483646 h 707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w 789"/>
              <a:gd name="T67" fmla="*/ 0 h 707"/>
              <a:gd name="T68" fmla="*/ 789 w 789"/>
              <a:gd name="T69" fmla="*/ 707 h 707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T66" t="T67" r="T68" b="T69"/>
            <a:pathLst>
              <a:path w="789" h="707">
                <a:moveTo>
                  <a:pt x="308" y="44"/>
                </a:moveTo>
                <a:cubicBezTo>
                  <a:pt x="346" y="31"/>
                  <a:pt x="386" y="28"/>
                  <a:pt x="426" y="21"/>
                </a:cubicBezTo>
                <a:cubicBezTo>
                  <a:pt x="533" y="26"/>
                  <a:pt x="595" y="0"/>
                  <a:pt x="663" y="68"/>
                </a:cubicBezTo>
                <a:cubicBezTo>
                  <a:pt x="706" y="111"/>
                  <a:pt x="696" y="180"/>
                  <a:pt x="734" y="226"/>
                </a:cubicBezTo>
                <a:cubicBezTo>
                  <a:pt x="752" y="247"/>
                  <a:pt x="762" y="248"/>
                  <a:pt x="773" y="273"/>
                </a:cubicBezTo>
                <a:cubicBezTo>
                  <a:pt x="780" y="288"/>
                  <a:pt x="789" y="321"/>
                  <a:pt x="789" y="321"/>
                </a:cubicBezTo>
                <a:cubicBezTo>
                  <a:pt x="780" y="380"/>
                  <a:pt x="776" y="452"/>
                  <a:pt x="742" y="502"/>
                </a:cubicBezTo>
                <a:cubicBezTo>
                  <a:pt x="717" y="603"/>
                  <a:pt x="623" y="651"/>
                  <a:pt x="529" y="676"/>
                </a:cubicBezTo>
                <a:cubicBezTo>
                  <a:pt x="518" y="679"/>
                  <a:pt x="508" y="680"/>
                  <a:pt x="497" y="683"/>
                </a:cubicBezTo>
                <a:cubicBezTo>
                  <a:pt x="489" y="685"/>
                  <a:pt x="481" y="689"/>
                  <a:pt x="473" y="691"/>
                </a:cubicBezTo>
                <a:cubicBezTo>
                  <a:pt x="452" y="697"/>
                  <a:pt x="410" y="707"/>
                  <a:pt x="410" y="707"/>
                </a:cubicBezTo>
                <a:cubicBezTo>
                  <a:pt x="360" y="701"/>
                  <a:pt x="316" y="695"/>
                  <a:pt x="268" y="683"/>
                </a:cubicBezTo>
                <a:cubicBezTo>
                  <a:pt x="228" y="657"/>
                  <a:pt x="180" y="660"/>
                  <a:pt x="134" y="652"/>
                </a:cubicBezTo>
                <a:cubicBezTo>
                  <a:pt x="124" y="647"/>
                  <a:pt x="112" y="643"/>
                  <a:pt x="103" y="636"/>
                </a:cubicBezTo>
                <a:cubicBezTo>
                  <a:pt x="85" y="622"/>
                  <a:pt x="55" y="589"/>
                  <a:pt x="55" y="589"/>
                </a:cubicBezTo>
                <a:cubicBezTo>
                  <a:pt x="46" y="570"/>
                  <a:pt x="32" y="553"/>
                  <a:pt x="24" y="534"/>
                </a:cubicBezTo>
                <a:cubicBezTo>
                  <a:pt x="17" y="519"/>
                  <a:pt x="8" y="486"/>
                  <a:pt x="8" y="486"/>
                </a:cubicBezTo>
                <a:cubicBezTo>
                  <a:pt x="5" y="465"/>
                  <a:pt x="0" y="444"/>
                  <a:pt x="0" y="423"/>
                </a:cubicBezTo>
                <a:cubicBezTo>
                  <a:pt x="0" y="386"/>
                  <a:pt x="4" y="350"/>
                  <a:pt x="8" y="313"/>
                </a:cubicBezTo>
                <a:cubicBezTo>
                  <a:pt x="10" y="294"/>
                  <a:pt x="9" y="274"/>
                  <a:pt x="16" y="257"/>
                </a:cubicBezTo>
                <a:cubicBezTo>
                  <a:pt x="57" y="159"/>
                  <a:pt x="155" y="173"/>
                  <a:pt x="229" y="123"/>
                </a:cubicBezTo>
                <a:cubicBezTo>
                  <a:pt x="257" y="83"/>
                  <a:pt x="256" y="44"/>
                  <a:pt x="308" y="44"/>
                </a:cubicBezTo>
                <a:close/>
              </a:path>
            </a:pathLst>
          </a:custGeom>
          <a:noFill/>
          <a:ln w="2222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306226" name="Object 6">
            <a:extLst>
              <a:ext uri="{FF2B5EF4-FFF2-40B4-BE49-F238E27FC236}">
                <a16:creationId xmlns:a16="http://schemas.microsoft.com/office/drawing/2014/main" id="{D3D1FC0D-32B5-CCD6-0929-351098F870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77200" y="685800"/>
          <a:ext cx="322263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99029" imgH="137160" progId="Equation.3">
                  <p:embed/>
                </p:oleObj>
              </mc:Choice>
              <mc:Fallback>
                <p:oleObj name="公式" r:id="rId10" imgW="99029" imgH="13716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0" y="685800"/>
                        <a:ext cx="322263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6227" name="Object 7">
            <a:extLst>
              <a:ext uri="{FF2B5EF4-FFF2-40B4-BE49-F238E27FC236}">
                <a16:creationId xmlns:a16="http://schemas.microsoft.com/office/drawing/2014/main" id="{DCF1B660-A14D-0437-E873-41EE1711449F}"/>
              </a:ext>
            </a:extLst>
          </p:cNvPr>
          <p:cNvGraphicFramePr>
            <a:graphicFrameLocks/>
          </p:cNvGraphicFramePr>
          <p:nvPr/>
        </p:nvGraphicFramePr>
        <p:xfrm>
          <a:off x="4275138" y="1376363"/>
          <a:ext cx="622300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05522" imgH="137160" progId="Equation.3">
                  <p:embed/>
                </p:oleObj>
              </mc:Choice>
              <mc:Fallback>
                <p:oleObj name="公式" r:id="rId12" imgW="205522" imgH="137160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5138" y="1376363"/>
                        <a:ext cx="622300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6228" name="AutoShape 52">
            <a:extLst>
              <a:ext uri="{FF2B5EF4-FFF2-40B4-BE49-F238E27FC236}">
                <a16:creationId xmlns:a16="http://schemas.microsoft.com/office/drawing/2014/main" id="{49573966-7553-5147-1776-3FB2AED73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1524000"/>
            <a:ext cx="381000" cy="1447800"/>
          </a:xfrm>
          <a:prstGeom prst="curvedLeftArrow">
            <a:avLst>
              <a:gd name="adj1" fmla="val 76000"/>
              <a:gd name="adj2" fmla="val 152000"/>
              <a:gd name="adj3" fmla="val 33333"/>
            </a:avLst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306229" name="Object 8">
            <a:extLst>
              <a:ext uri="{FF2B5EF4-FFF2-40B4-BE49-F238E27FC236}">
                <a16:creationId xmlns:a16="http://schemas.microsoft.com/office/drawing/2014/main" id="{185C8480-A55A-F92D-4756-2901124E3FD5}"/>
              </a:ext>
            </a:extLst>
          </p:cNvPr>
          <p:cNvGraphicFramePr>
            <a:graphicFrameLocks/>
          </p:cNvGraphicFramePr>
          <p:nvPr/>
        </p:nvGraphicFramePr>
        <p:xfrm>
          <a:off x="4572000" y="2455863"/>
          <a:ext cx="622300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05522" imgH="137160" progId="Equation.3">
                  <p:embed/>
                </p:oleObj>
              </mc:Choice>
              <mc:Fallback>
                <p:oleObj name="公式" r:id="rId14" imgW="205522" imgH="137160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455863"/>
                        <a:ext cx="622300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6230" name="AutoShape 54">
            <a:extLst>
              <a:ext uri="{FF2B5EF4-FFF2-40B4-BE49-F238E27FC236}">
                <a16:creationId xmlns:a16="http://schemas.microsoft.com/office/drawing/2014/main" id="{DC7031DC-9440-B3B7-87A1-062747D37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0" y="2500313"/>
            <a:ext cx="500063" cy="428625"/>
          </a:xfrm>
          <a:prstGeom prst="leftArrow">
            <a:avLst>
              <a:gd name="adj1" fmla="val 50000"/>
              <a:gd name="adj2" fmla="val 29123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800"/>
          </a:p>
        </p:txBody>
      </p:sp>
      <p:grpSp>
        <p:nvGrpSpPr>
          <p:cNvPr id="2" name="Group 55">
            <a:extLst>
              <a:ext uri="{FF2B5EF4-FFF2-40B4-BE49-F238E27FC236}">
                <a16:creationId xmlns:a16="http://schemas.microsoft.com/office/drawing/2014/main" id="{BC75B971-4512-CFBC-E38B-DE93BF0D60B6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2286000"/>
            <a:ext cx="2355850" cy="1793875"/>
            <a:chOff x="3984" y="1440"/>
            <a:chExt cx="1484" cy="1130"/>
          </a:xfrm>
        </p:grpSpPr>
        <p:sp>
          <p:nvSpPr>
            <p:cNvPr id="7233" name="Freeform 56">
              <a:extLst>
                <a:ext uri="{FF2B5EF4-FFF2-40B4-BE49-F238E27FC236}">
                  <a16:creationId xmlns:a16="http://schemas.microsoft.com/office/drawing/2014/main" id="{00BCA597-2AB6-67AB-DFE9-433F3785D5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1440"/>
              <a:ext cx="1484" cy="1130"/>
            </a:xfrm>
            <a:custGeom>
              <a:avLst/>
              <a:gdLst>
                <a:gd name="T0" fmla="*/ 726 w 1484"/>
                <a:gd name="T1" fmla="*/ 797 h 986"/>
                <a:gd name="T2" fmla="*/ 797 w 1484"/>
                <a:gd name="T3" fmla="*/ 269 h 986"/>
                <a:gd name="T4" fmla="*/ 884 w 1484"/>
                <a:gd name="T5" fmla="*/ 0 h 986"/>
                <a:gd name="T6" fmla="*/ 1066 w 1484"/>
                <a:gd name="T7" fmla="*/ 424 h 986"/>
                <a:gd name="T8" fmla="*/ 1310 w 1484"/>
                <a:gd name="T9" fmla="*/ 527 h 986"/>
                <a:gd name="T10" fmla="*/ 1452 w 1484"/>
                <a:gd name="T11" fmla="*/ 743 h 986"/>
                <a:gd name="T12" fmla="*/ 1484 w 1484"/>
                <a:gd name="T13" fmla="*/ 1756 h 986"/>
                <a:gd name="T14" fmla="*/ 1405 w 1484"/>
                <a:gd name="T15" fmla="*/ 3721 h 986"/>
                <a:gd name="T16" fmla="*/ 1310 w 1484"/>
                <a:gd name="T17" fmla="*/ 5212 h 986"/>
                <a:gd name="T18" fmla="*/ 1255 w 1484"/>
                <a:gd name="T19" fmla="*/ 5898 h 986"/>
                <a:gd name="T20" fmla="*/ 1216 w 1484"/>
                <a:gd name="T21" fmla="*/ 6173 h 986"/>
                <a:gd name="T22" fmla="*/ 1168 w 1484"/>
                <a:gd name="T23" fmla="*/ 6226 h 986"/>
                <a:gd name="T24" fmla="*/ 1010 w 1484"/>
                <a:gd name="T25" fmla="*/ 6433 h 986"/>
                <a:gd name="T26" fmla="*/ 718 w 1484"/>
                <a:gd name="T27" fmla="*/ 6647 h 986"/>
                <a:gd name="T28" fmla="*/ 190 w 1484"/>
                <a:gd name="T29" fmla="*/ 6377 h 986"/>
                <a:gd name="T30" fmla="*/ 16 w 1484"/>
                <a:gd name="T31" fmla="*/ 5270 h 986"/>
                <a:gd name="T32" fmla="*/ 0 w 1484"/>
                <a:gd name="T33" fmla="*/ 4628 h 986"/>
                <a:gd name="T34" fmla="*/ 8 w 1484"/>
                <a:gd name="T35" fmla="*/ 2069 h 986"/>
                <a:gd name="T36" fmla="*/ 182 w 1484"/>
                <a:gd name="T37" fmla="*/ 637 h 986"/>
                <a:gd name="T38" fmla="*/ 340 w 1484"/>
                <a:gd name="T39" fmla="*/ 424 h 986"/>
                <a:gd name="T40" fmla="*/ 592 w 1484"/>
                <a:gd name="T41" fmla="*/ 484 h 986"/>
                <a:gd name="T42" fmla="*/ 726 w 1484"/>
                <a:gd name="T43" fmla="*/ 797 h 98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484"/>
                <a:gd name="T67" fmla="*/ 0 h 986"/>
                <a:gd name="T68" fmla="*/ 1484 w 1484"/>
                <a:gd name="T69" fmla="*/ 986 h 98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484" h="986">
                  <a:moveTo>
                    <a:pt x="726" y="118"/>
                  </a:moveTo>
                  <a:cubicBezTo>
                    <a:pt x="772" y="87"/>
                    <a:pt x="744" y="110"/>
                    <a:pt x="797" y="39"/>
                  </a:cubicBezTo>
                  <a:cubicBezTo>
                    <a:pt x="810" y="21"/>
                    <a:pt x="858" y="8"/>
                    <a:pt x="884" y="0"/>
                  </a:cubicBezTo>
                  <a:cubicBezTo>
                    <a:pt x="952" y="10"/>
                    <a:pt x="1000" y="50"/>
                    <a:pt x="1066" y="63"/>
                  </a:cubicBezTo>
                  <a:cubicBezTo>
                    <a:pt x="1156" y="81"/>
                    <a:pt x="1187" y="74"/>
                    <a:pt x="1310" y="78"/>
                  </a:cubicBezTo>
                  <a:cubicBezTo>
                    <a:pt x="1361" y="84"/>
                    <a:pt x="1406" y="86"/>
                    <a:pt x="1452" y="110"/>
                  </a:cubicBezTo>
                  <a:cubicBezTo>
                    <a:pt x="1481" y="154"/>
                    <a:pt x="1478" y="209"/>
                    <a:pt x="1484" y="260"/>
                  </a:cubicBezTo>
                  <a:cubicBezTo>
                    <a:pt x="1469" y="360"/>
                    <a:pt x="1437" y="457"/>
                    <a:pt x="1405" y="552"/>
                  </a:cubicBezTo>
                  <a:cubicBezTo>
                    <a:pt x="1379" y="630"/>
                    <a:pt x="1360" y="706"/>
                    <a:pt x="1310" y="773"/>
                  </a:cubicBezTo>
                  <a:cubicBezTo>
                    <a:pt x="1301" y="827"/>
                    <a:pt x="1288" y="836"/>
                    <a:pt x="1255" y="875"/>
                  </a:cubicBezTo>
                  <a:cubicBezTo>
                    <a:pt x="1239" y="894"/>
                    <a:pt x="1242" y="906"/>
                    <a:pt x="1216" y="915"/>
                  </a:cubicBezTo>
                  <a:cubicBezTo>
                    <a:pt x="1201" y="920"/>
                    <a:pt x="1184" y="920"/>
                    <a:pt x="1168" y="923"/>
                  </a:cubicBezTo>
                  <a:cubicBezTo>
                    <a:pt x="1117" y="948"/>
                    <a:pt x="1067" y="948"/>
                    <a:pt x="1010" y="954"/>
                  </a:cubicBezTo>
                  <a:cubicBezTo>
                    <a:pt x="907" y="981"/>
                    <a:pt x="836" y="981"/>
                    <a:pt x="718" y="986"/>
                  </a:cubicBezTo>
                  <a:cubicBezTo>
                    <a:pt x="527" y="981"/>
                    <a:pt x="372" y="969"/>
                    <a:pt x="190" y="946"/>
                  </a:cubicBezTo>
                  <a:cubicBezTo>
                    <a:pt x="122" y="902"/>
                    <a:pt x="54" y="854"/>
                    <a:pt x="16" y="781"/>
                  </a:cubicBezTo>
                  <a:cubicBezTo>
                    <a:pt x="8" y="748"/>
                    <a:pt x="0" y="722"/>
                    <a:pt x="0" y="686"/>
                  </a:cubicBezTo>
                  <a:cubicBezTo>
                    <a:pt x="0" y="560"/>
                    <a:pt x="3" y="433"/>
                    <a:pt x="8" y="307"/>
                  </a:cubicBezTo>
                  <a:cubicBezTo>
                    <a:pt x="12" y="184"/>
                    <a:pt x="95" y="157"/>
                    <a:pt x="182" y="94"/>
                  </a:cubicBezTo>
                  <a:cubicBezTo>
                    <a:pt x="212" y="72"/>
                    <a:pt x="300" y="73"/>
                    <a:pt x="340" y="63"/>
                  </a:cubicBezTo>
                  <a:cubicBezTo>
                    <a:pt x="424" y="66"/>
                    <a:pt x="508" y="67"/>
                    <a:pt x="592" y="71"/>
                  </a:cubicBezTo>
                  <a:cubicBezTo>
                    <a:pt x="613" y="72"/>
                    <a:pt x="742" y="118"/>
                    <a:pt x="726" y="118"/>
                  </a:cubicBezTo>
                  <a:close/>
                </a:path>
              </a:pathLst>
            </a:custGeom>
            <a:gradFill rotWithShape="0">
              <a:gsLst>
                <a:gs pos="0">
                  <a:srgbClr val="FF6600"/>
                </a:gs>
                <a:gs pos="100000">
                  <a:srgbClr val="AA4400"/>
                </a:gs>
              </a:gsLst>
              <a:path path="rect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234" name="Freeform 57">
              <a:extLst>
                <a:ext uri="{FF2B5EF4-FFF2-40B4-BE49-F238E27FC236}">
                  <a16:creationId xmlns:a16="http://schemas.microsoft.com/office/drawing/2014/main" id="{A1C0029E-3903-F520-B6EA-CA16C70D6A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4" y="1728"/>
              <a:ext cx="864" cy="624"/>
            </a:xfrm>
            <a:custGeom>
              <a:avLst/>
              <a:gdLst>
                <a:gd name="T0" fmla="*/ 50089 w 613"/>
                <a:gd name="T1" fmla="*/ 2337 h 450"/>
                <a:gd name="T2" fmla="*/ 69375 w 613"/>
                <a:gd name="T3" fmla="*/ 6122 h 450"/>
                <a:gd name="T4" fmla="*/ 73143 w 613"/>
                <a:gd name="T5" fmla="*/ 13820 h 450"/>
                <a:gd name="T6" fmla="*/ 67410 w 613"/>
                <a:gd name="T7" fmla="*/ 36030 h 450"/>
                <a:gd name="T8" fmla="*/ 50089 w 613"/>
                <a:gd name="T9" fmla="*/ 41463 h 450"/>
                <a:gd name="T10" fmla="*/ 40433 w 613"/>
                <a:gd name="T11" fmla="*/ 43720 h 450"/>
                <a:gd name="T12" fmla="*/ 11412 w 613"/>
                <a:gd name="T13" fmla="*/ 41463 h 450"/>
                <a:gd name="T14" fmla="*/ 0 w 613"/>
                <a:gd name="T15" fmla="*/ 29912 h 450"/>
                <a:gd name="T16" fmla="*/ 1824 w 613"/>
                <a:gd name="T17" fmla="*/ 19164 h 450"/>
                <a:gd name="T18" fmla="*/ 4782 w 613"/>
                <a:gd name="T19" fmla="*/ 16121 h 450"/>
                <a:gd name="T20" fmla="*/ 10505 w 613"/>
                <a:gd name="T21" fmla="*/ 13049 h 450"/>
                <a:gd name="T22" fmla="*/ 24107 w 613"/>
                <a:gd name="T23" fmla="*/ 4559 h 450"/>
                <a:gd name="T24" fmla="*/ 32777 w 613"/>
                <a:gd name="T25" fmla="*/ 0 h 450"/>
                <a:gd name="T26" fmla="*/ 43363 w 613"/>
                <a:gd name="T27" fmla="*/ 1566 h 450"/>
                <a:gd name="T28" fmla="*/ 46198 w 613"/>
                <a:gd name="T29" fmla="*/ 3105 h 450"/>
                <a:gd name="T30" fmla="*/ 50089 w 613"/>
                <a:gd name="T31" fmla="*/ 2337 h 45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613"/>
                <a:gd name="T49" fmla="*/ 0 h 450"/>
                <a:gd name="T50" fmla="*/ 613 w 613"/>
                <a:gd name="T51" fmla="*/ 450 h 45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613" h="450">
                  <a:moveTo>
                    <a:pt x="410" y="24"/>
                  </a:moveTo>
                  <a:cubicBezTo>
                    <a:pt x="490" y="30"/>
                    <a:pt x="520" y="15"/>
                    <a:pt x="568" y="63"/>
                  </a:cubicBezTo>
                  <a:cubicBezTo>
                    <a:pt x="578" y="92"/>
                    <a:pt x="592" y="112"/>
                    <a:pt x="599" y="142"/>
                  </a:cubicBezTo>
                  <a:cubicBezTo>
                    <a:pt x="603" y="185"/>
                    <a:pt x="613" y="340"/>
                    <a:pt x="552" y="371"/>
                  </a:cubicBezTo>
                  <a:cubicBezTo>
                    <a:pt x="503" y="396"/>
                    <a:pt x="464" y="411"/>
                    <a:pt x="410" y="426"/>
                  </a:cubicBezTo>
                  <a:cubicBezTo>
                    <a:pt x="383" y="433"/>
                    <a:pt x="331" y="450"/>
                    <a:pt x="331" y="450"/>
                  </a:cubicBezTo>
                  <a:cubicBezTo>
                    <a:pt x="258" y="446"/>
                    <a:pt x="167" y="450"/>
                    <a:pt x="94" y="426"/>
                  </a:cubicBezTo>
                  <a:cubicBezTo>
                    <a:pt x="54" y="398"/>
                    <a:pt x="16" y="355"/>
                    <a:pt x="0" y="308"/>
                  </a:cubicBezTo>
                  <a:cubicBezTo>
                    <a:pt x="4" y="271"/>
                    <a:pt x="0" y="231"/>
                    <a:pt x="15" y="197"/>
                  </a:cubicBezTo>
                  <a:cubicBezTo>
                    <a:pt x="20" y="185"/>
                    <a:pt x="29" y="175"/>
                    <a:pt x="39" y="166"/>
                  </a:cubicBezTo>
                  <a:cubicBezTo>
                    <a:pt x="53" y="153"/>
                    <a:pt x="86" y="134"/>
                    <a:pt x="86" y="134"/>
                  </a:cubicBezTo>
                  <a:cubicBezTo>
                    <a:pt x="112" y="95"/>
                    <a:pt x="157" y="73"/>
                    <a:pt x="197" y="47"/>
                  </a:cubicBezTo>
                  <a:cubicBezTo>
                    <a:pt x="221" y="32"/>
                    <a:pt x="268" y="0"/>
                    <a:pt x="268" y="0"/>
                  </a:cubicBezTo>
                  <a:cubicBezTo>
                    <a:pt x="288" y="3"/>
                    <a:pt x="331" y="4"/>
                    <a:pt x="355" y="16"/>
                  </a:cubicBezTo>
                  <a:cubicBezTo>
                    <a:pt x="363" y="20"/>
                    <a:pt x="369" y="31"/>
                    <a:pt x="378" y="32"/>
                  </a:cubicBezTo>
                  <a:cubicBezTo>
                    <a:pt x="389" y="34"/>
                    <a:pt x="399" y="27"/>
                    <a:pt x="410" y="2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Group 58">
            <a:extLst>
              <a:ext uri="{FF2B5EF4-FFF2-40B4-BE49-F238E27FC236}">
                <a16:creationId xmlns:a16="http://schemas.microsoft.com/office/drawing/2014/main" id="{C1F3AA58-9361-CAC0-BFA7-396BA0658D68}"/>
              </a:ext>
            </a:extLst>
          </p:cNvPr>
          <p:cNvGrpSpPr>
            <a:grpSpLocks/>
          </p:cNvGrpSpPr>
          <p:nvPr/>
        </p:nvGrpSpPr>
        <p:grpSpPr bwMode="auto">
          <a:xfrm>
            <a:off x="6400800" y="4572000"/>
            <a:ext cx="2355850" cy="1793875"/>
            <a:chOff x="2496" y="2208"/>
            <a:chExt cx="1484" cy="1130"/>
          </a:xfrm>
        </p:grpSpPr>
        <p:sp>
          <p:nvSpPr>
            <p:cNvPr id="7231" name="Freeform 59">
              <a:extLst>
                <a:ext uri="{FF2B5EF4-FFF2-40B4-BE49-F238E27FC236}">
                  <a16:creationId xmlns:a16="http://schemas.microsoft.com/office/drawing/2014/main" id="{0E93D77E-0441-E6A0-E180-AF036C8C1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6" y="2208"/>
              <a:ext cx="1484" cy="1130"/>
            </a:xfrm>
            <a:custGeom>
              <a:avLst/>
              <a:gdLst>
                <a:gd name="T0" fmla="*/ 726 w 1484"/>
                <a:gd name="T1" fmla="*/ 797 h 986"/>
                <a:gd name="T2" fmla="*/ 797 w 1484"/>
                <a:gd name="T3" fmla="*/ 269 h 986"/>
                <a:gd name="T4" fmla="*/ 884 w 1484"/>
                <a:gd name="T5" fmla="*/ 0 h 986"/>
                <a:gd name="T6" fmla="*/ 1066 w 1484"/>
                <a:gd name="T7" fmla="*/ 424 h 986"/>
                <a:gd name="T8" fmla="*/ 1310 w 1484"/>
                <a:gd name="T9" fmla="*/ 527 h 986"/>
                <a:gd name="T10" fmla="*/ 1452 w 1484"/>
                <a:gd name="T11" fmla="*/ 743 h 986"/>
                <a:gd name="T12" fmla="*/ 1484 w 1484"/>
                <a:gd name="T13" fmla="*/ 1756 h 986"/>
                <a:gd name="T14" fmla="*/ 1405 w 1484"/>
                <a:gd name="T15" fmla="*/ 3721 h 986"/>
                <a:gd name="T16" fmla="*/ 1310 w 1484"/>
                <a:gd name="T17" fmla="*/ 5212 h 986"/>
                <a:gd name="T18" fmla="*/ 1255 w 1484"/>
                <a:gd name="T19" fmla="*/ 5898 h 986"/>
                <a:gd name="T20" fmla="*/ 1216 w 1484"/>
                <a:gd name="T21" fmla="*/ 6173 h 986"/>
                <a:gd name="T22" fmla="*/ 1168 w 1484"/>
                <a:gd name="T23" fmla="*/ 6226 h 986"/>
                <a:gd name="T24" fmla="*/ 1010 w 1484"/>
                <a:gd name="T25" fmla="*/ 6433 h 986"/>
                <a:gd name="T26" fmla="*/ 718 w 1484"/>
                <a:gd name="T27" fmla="*/ 6647 h 986"/>
                <a:gd name="T28" fmla="*/ 190 w 1484"/>
                <a:gd name="T29" fmla="*/ 6377 h 986"/>
                <a:gd name="T30" fmla="*/ 16 w 1484"/>
                <a:gd name="T31" fmla="*/ 5270 h 986"/>
                <a:gd name="T32" fmla="*/ 0 w 1484"/>
                <a:gd name="T33" fmla="*/ 4628 h 986"/>
                <a:gd name="T34" fmla="*/ 8 w 1484"/>
                <a:gd name="T35" fmla="*/ 2069 h 986"/>
                <a:gd name="T36" fmla="*/ 182 w 1484"/>
                <a:gd name="T37" fmla="*/ 637 h 986"/>
                <a:gd name="T38" fmla="*/ 340 w 1484"/>
                <a:gd name="T39" fmla="*/ 424 h 986"/>
                <a:gd name="T40" fmla="*/ 592 w 1484"/>
                <a:gd name="T41" fmla="*/ 484 h 986"/>
                <a:gd name="T42" fmla="*/ 726 w 1484"/>
                <a:gd name="T43" fmla="*/ 797 h 98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484"/>
                <a:gd name="T67" fmla="*/ 0 h 986"/>
                <a:gd name="T68" fmla="*/ 1484 w 1484"/>
                <a:gd name="T69" fmla="*/ 986 h 98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484" h="986">
                  <a:moveTo>
                    <a:pt x="726" y="118"/>
                  </a:moveTo>
                  <a:cubicBezTo>
                    <a:pt x="772" y="87"/>
                    <a:pt x="744" y="110"/>
                    <a:pt x="797" y="39"/>
                  </a:cubicBezTo>
                  <a:cubicBezTo>
                    <a:pt x="810" y="21"/>
                    <a:pt x="858" y="8"/>
                    <a:pt x="884" y="0"/>
                  </a:cubicBezTo>
                  <a:cubicBezTo>
                    <a:pt x="952" y="10"/>
                    <a:pt x="1000" y="50"/>
                    <a:pt x="1066" y="63"/>
                  </a:cubicBezTo>
                  <a:cubicBezTo>
                    <a:pt x="1156" y="81"/>
                    <a:pt x="1187" y="74"/>
                    <a:pt x="1310" y="78"/>
                  </a:cubicBezTo>
                  <a:cubicBezTo>
                    <a:pt x="1361" y="84"/>
                    <a:pt x="1406" y="86"/>
                    <a:pt x="1452" y="110"/>
                  </a:cubicBezTo>
                  <a:cubicBezTo>
                    <a:pt x="1481" y="154"/>
                    <a:pt x="1478" y="209"/>
                    <a:pt x="1484" y="260"/>
                  </a:cubicBezTo>
                  <a:cubicBezTo>
                    <a:pt x="1469" y="360"/>
                    <a:pt x="1437" y="457"/>
                    <a:pt x="1405" y="552"/>
                  </a:cubicBezTo>
                  <a:cubicBezTo>
                    <a:pt x="1379" y="630"/>
                    <a:pt x="1360" y="706"/>
                    <a:pt x="1310" y="773"/>
                  </a:cubicBezTo>
                  <a:cubicBezTo>
                    <a:pt x="1301" y="827"/>
                    <a:pt x="1288" y="836"/>
                    <a:pt x="1255" y="875"/>
                  </a:cubicBezTo>
                  <a:cubicBezTo>
                    <a:pt x="1239" y="894"/>
                    <a:pt x="1242" y="906"/>
                    <a:pt x="1216" y="915"/>
                  </a:cubicBezTo>
                  <a:cubicBezTo>
                    <a:pt x="1201" y="920"/>
                    <a:pt x="1184" y="920"/>
                    <a:pt x="1168" y="923"/>
                  </a:cubicBezTo>
                  <a:cubicBezTo>
                    <a:pt x="1117" y="948"/>
                    <a:pt x="1067" y="948"/>
                    <a:pt x="1010" y="954"/>
                  </a:cubicBezTo>
                  <a:cubicBezTo>
                    <a:pt x="907" y="981"/>
                    <a:pt x="836" y="981"/>
                    <a:pt x="718" y="986"/>
                  </a:cubicBezTo>
                  <a:cubicBezTo>
                    <a:pt x="527" y="981"/>
                    <a:pt x="372" y="969"/>
                    <a:pt x="190" y="946"/>
                  </a:cubicBezTo>
                  <a:cubicBezTo>
                    <a:pt x="122" y="902"/>
                    <a:pt x="54" y="854"/>
                    <a:pt x="16" y="781"/>
                  </a:cubicBezTo>
                  <a:cubicBezTo>
                    <a:pt x="8" y="748"/>
                    <a:pt x="0" y="722"/>
                    <a:pt x="0" y="686"/>
                  </a:cubicBezTo>
                  <a:cubicBezTo>
                    <a:pt x="0" y="560"/>
                    <a:pt x="3" y="433"/>
                    <a:pt x="8" y="307"/>
                  </a:cubicBezTo>
                  <a:cubicBezTo>
                    <a:pt x="12" y="184"/>
                    <a:pt x="95" y="157"/>
                    <a:pt x="182" y="94"/>
                  </a:cubicBezTo>
                  <a:cubicBezTo>
                    <a:pt x="212" y="72"/>
                    <a:pt x="300" y="73"/>
                    <a:pt x="340" y="63"/>
                  </a:cubicBezTo>
                  <a:cubicBezTo>
                    <a:pt x="424" y="66"/>
                    <a:pt x="508" y="67"/>
                    <a:pt x="592" y="71"/>
                  </a:cubicBezTo>
                  <a:cubicBezTo>
                    <a:pt x="613" y="72"/>
                    <a:pt x="742" y="118"/>
                    <a:pt x="726" y="118"/>
                  </a:cubicBezTo>
                  <a:close/>
                </a:path>
              </a:pathLst>
            </a:custGeom>
            <a:gradFill rotWithShape="0">
              <a:gsLst>
                <a:gs pos="0">
                  <a:srgbClr val="FF6600"/>
                </a:gs>
                <a:gs pos="100000">
                  <a:srgbClr val="993D00"/>
                </a:gs>
              </a:gsLst>
              <a:path path="rect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232" name="Freeform 60">
              <a:extLst>
                <a:ext uri="{FF2B5EF4-FFF2-40B4-BE49-F238E27FC236}">
                  <a16:creationId xmlns:a16="http://schemas.microsoft.com/office/drawing/2014/main" id="{13FCE9BE-E38F-3F66-6716-5C3C67EDB1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6" y="2496"/>
              <a:ext cx="864" cy="624"/>
            </a:xfrm>
            <a:custGeom>
              <a:avLst/>
              <a:gdLst>
                <a:gd name="T0" fmla="*/ 50089 w 613"/>
                <a:gd name="T1" fmla="*/ 2337 h 450"/>
                <a:gd name="T2" fmla="*/ 69375 w 613"/>
                <a:gd name="T3" fmla="*/ 6122 h 450"/>
                <a:gd name="T4" fmla="*/ 73143 w 613"/>
                <a:gd name="T5" fmla="*/ 13820 h 450"/>
                <a:gd name="T6" fmla="*/ 67410 w 613"/>
                <a:gd name="T7" fmla="*/ 36030 h 450"/>
                <a:gd name="T8" fmla="*/ 50089 w 613"/>
                <a:gd name="T9" fmla="*/ 41463 h 450"/>
                <a:gd name="T10" fmla="*/ 40433 w 613"/>
                <a:gd name="T11" fmla="*/ 43720 h 450"/>
                <a:gd name="T12" fmla="*/ 11412 w 613"/>
                <a:gd name="T13" fmla="*/ 41463 h 450"/>
                <a:gd name="T14" fmla="*/ 0 w 613"/>
                <a:gd name="T15" fmla="*/ 29912 h 450"/>
                <a:gd name="T16" fmla="*/ 1824 w 613"/>
                <a:gd name="T17" fmla="*/ 19164 h 450"/>
                <a:gd name="T18" fmla="*/ 4782 w 613"/>
                <a:gd name="T19" fmla="*/ 16121 h 450"/>
                <a:gd name="T20" fmla="*/ 10505 w 613"/>
                <a:gd name="T21" fmla="*/ 13049 h 450"/>
                <a:gd name="T22" fmla="*/ 24107 w 613"/>
                <a:gd name="T23" fmla="*/ 4559 h 450"/>
                <a:gd name="T24" fmla="*/ 32777 w 613"/>
                <a:gd name="T25" fmla="*/ 0 h 450"/>
                <a:gd name="T26" fmla="*/ 43363 w 613"/>
                <a:gd name="T27" fmla="*/ 1566 h 450"/>
                <a:gd name="T28" fmla="*/ 46198 w 613"/>
                <a:gd name="T29" fmla="*/ 3105 h 450"/>
                <a:gd name="T30" fmla="*/ 50089 w 613"/>
                <a:gd name="T31" fmla="*/ 2337 h 45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613"/>
                <a:gd name="T49" fmla="*/ 0 h 450"/>
                <a:gd name="T50" fmla="*/ 613 w 613"/>
                <a:gd name="T51" fmla="*/ 450 h 45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613" h="450">
                  <a:moveTo>
                    <a:pt x="410" y="24"/>
                  </a:moveTo>
                  <a:cubicBezTo>
                    <a:pt x="490" y="30"/>
                    <a:pt x="520" y="15"/>
                    <a:pt x="568" y="63"/>
                  </a:cubicBezTo>
                  <a:cubicBezTo>
                    <a:pt x="578" y="92"/>
                    <a:pt x="592" y="112"/>
                    <a:pt x="599" y="142"/>
                  </a:cubicBezTo>
                  <a:cubicBezTo>
                    <a:pt x="603" y="185"/>
                    <a:pt x="613" y="340"/>
                    <a:pt x="552" y="371"/>
                  </a:cubicBezTo>
                  <a:cubicBezTo>
                    <a:pt x="503" y="396"/>
                    <a:pt x="464" y="411"/>
                    <a:pt x="410" y="426"/>
                  </a:cubicBezTo>
                  <a:cubicBezTo>
                    <a:pt x="383" y="433"/>
                    <a:pt x="331" y="450"/>
                    <a:pt x="331" y="450"/>
                  </a:cubicBezTo>
                  <a:cubicBezTo>
                    <a:pt x="258" y="446"/>
                    <a:pt x="167" y="450"/>
                    <a:pt x="94" y="426"/>
                  </a:cubicBezTo>
                  <a:cubicBezTo>
                    <a:pt x="54" y="398"/>
                    <a:pt x="16" y="355"/>
                    <a:pt x="0" y="308"/>
                  </a:cubicBezTo>
                  <a:cubicBezTo>
                    <a:pt x="4" y="271"/>
                    <a:pt x="0" y="231"/>
                    <a:pt x="15" y="197"/>
                  </a:cubicBezTo>
                  <a:cubicBezTo>
                    <a:pt x="20" y="185"/>
                    <a:pt x="29" y="175"/>
                    <a:pt x="39" y="166"/>
                  </a:cubicBezTo>
                  <a:cubicBezTo>
                    <a:pt x="53" y="153"/>
                    <a:pt x="86" y="134"/>
                    <a:pt x="86" y="134"/>
                  </a:cubicBezTo>
                  <a:cubicBezTo>
                    <a:pt x="112" y="95"/>
                    <a:pt x="157" y="73"/>
                    <a:pt x="197" y="47"/>
                  </a:cubicBezTo>
                  <a:cubicBezTo>
                    <a:pt x="221" y="32"/>
                    <a:pt x="268" y="0"/>
                    <a:pt x="268" y="0"/>
                  </a:cubicBezTo>
                  <a:cubicBezTo>
                    <a:pt x="288" y="3"/>
                    <a:pt x="331" y="4"/>
                    <a:pt x="355" y="16"/>
                  </a:cubicBezTo>
                  <a:cubicBezTo>
                    <a:pt x="363" y="20"/>
                    <a:pt x="369" y="31"/>
                    <a:pt x="378" y="32"/>
                  </a:cubicBezTo>
                  <a:cubicBezTo>
                    <a:pt x="389" y="34"/>
                    <a:pt x="399" y="27"/>
                    <a:pt x="410" y="2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06237" name="Oval 61">
            <a:extLst>
              <a:ext uri="{FF2B5EF4-FFF2-40B4-BE49-F238E27FC236}">
                <a16:creationId xmlns:a16="http://schemas.microsoft.com/office/drawing/2014/main" id="{6C67EBDB-0B3E-9839-C162-187747AA4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5410200"/>
            <a:ext cx="152400" cy="152400"/>
          </a:xfrm>
          <a:prstGeom prst="ellipse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306238" name="Object 9">
            <a:extLst>
              <a:ext uri="{FF2B5EF4-FFF2-40B4-BE49-F238E27FC236}">
                <a16:creationId xmlns:a16="http://schemas.microsoft.com/office/drawing/2014/main" id="{CA1BF948-7482-D96E-317C-68E4D5B6CC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9000" y="5334000"/>
          <a:ext cx="29368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91564" imgH="129679" progId="Equation.3">
                  <p:embed/>
                </p:oleObj>
              </mc:Choice>
              <mc:Fallback>
                <p:oleObj name="公式" r:id="rId16" imgW="91564" imgH="129679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5334000"/>
                        <a:ext cx="293688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63">
            <a:extLst>
              <a:ext uri="{FF2B5EF4-FFF2-40B4-BE49-F238E27FC236}">
                <a16:creationId xmlns:a16="http://schemas.microsoft.com/office/drawing/2014/main" id="{034E8D09-53E0-E387-5E22-51AE13518B49}"/>
              </a:ext>
            </a:extLst>
          </p:cNvPr>
          <p:cNvGrpSpPr>
            <a:grpSpLocks/>
          </p:cNvGrpSpPr>
          <p:nvPr/>
        </p:nvGrpSpPr>
        <p:grpSpPr bwMode="auto">
          <a:xfrm>
            <a:off x="6172200" y="4267200"/>
            <a:ext cx="2667000" cy="2286000"/>
            <a:chOff x="3888" y="2688"/>
            <a:chExt cx="1680" cy="1440"/>
          </a:xfrm>
        </p:grpSpPr>
        <p:sp>
          <p:nvSpPr>
            <p:cNvPr id="7199" name="Line 64">
              <a:extLst>
                <a:ext uri="{FF2B5EF4-FFF2-40B4-BE49-F238E27FC236}">
                  <a16:creationId xmlns:a16="http://schemas.microsoft.com/office/drawing/2014/main" id="{9F792D07-FED0-F0C1-0819-E363C5D650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3552"/>
              <a:ext cx="96" cy="0"/>
            </a:xfrm>
            <a:prstGeom prst="line">
              <a:avLst/>
            </a:prstGeom>
            <a:noFill/>
            <a:ln w="2540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200" name="Line 65">
              <a:extLst>
                <a:ext uri="{FF2B5EF4-FFF2-40B4-BE49-F238E27FC236}">
                  <a16:creationId xmlns:a16="http://schemas.microsoft.com/office/drawing/2014/main" id="{1520B630-6918-C91B-3DD9-0669D3AEF6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3696"/>
              <a:ext cx="96" cy="0"/>
            </a:xfrm>
            <a:prstGeom prst="line">
              <a:avLst/>
            </a:prstGeom>
            <a:noFill/>
            <a:ln w="2540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201" name="Line 66">
              <a:extLst>
                <a:ext uri="{FF2B5EF4-FFF2-40B4-BE49-F238E27FC236}">
                  <a16:creationId xmlns:a16="http://schemas.microsoft.com/office/drawing/2014/main" id="{E1EB55EB-C13C-0201-4669-0A356ED947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3744"/>
              <a:ext cx="96" cy="0"/>
            </a:xfrm>
            <a:prstGeom prst="line">
              <a:avLst/>
            </a:prstGeom>
            <a:noFill/>
            <a:ln w="2540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202" name="Line 67">
              <a:extLst>
                <a:ext uri="{FF2B5EF4-FFF2-40B4-BE49-F238E27FC236}">
                  <a16:creationId xmlns:a16="http://schemas.microsoft.com/office/drawing/2014/main" id="{1EC74357-29D4-DD18-BAD6-6634C87A13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3360"/>
              <a:ext cx="96" cy="0"/>
            </a:xfrm>
            <a:prstGeom prst="line">
              <a:avLst/>
            </a:prstGeom>
            <a:noFill/>
            <a:ln w="2540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203" name="Line 68">
              <a:extLst>
                <a:ext uri="{FF2B5EF4-FFF2-40B4-BE49-F238E27FC236}">
                  <a16:creationId xmlns:a16="http://schemas.microsoft.com/office/drawing/2014/main" id="{49AEC84B-3E5C-3B7D-619E-40E6298FC4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3600"/>
              <a:ext cx="96" cy="0"/>
            </a:xfrm>
            <a:prstGeom prst="line">
              <a:avLst/>
            </a:prstGeom>
            <a:noFill/>
            <a:ln w="2540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204" name="Line 69">
              <a:extLst>
                <a:ext uri="{FF2B5EF4-FFF2-40B4-BE49-F238E27FC236}">
                  <a16:creationId xmlns:a16="http://schemas.microsoft.com/office/drawing/2014/main" id="{3D978539-EF8E-2F63-A256-74A03F95C7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3216"/>
              <a:ext cx="96" cy="0"/>
            </a:xfrm>
            <a:prstGeom prst="line">
              <a:avLst/>
            </a:prstGeom>
            <a:noFill/>
            <a:ln w="2540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205" name="Line 70">
              <a:extLst>
                <a:ext uri="{FF2B5EF4-FFF2-40B4-BE49-F238E27FC236}">
                  <a16:creationId xmlns:a16="http://schemas.microsoft.com/office/drawing/2014/main" id="{401B02C1-4B14-37E9-853C-A504945FEE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3312"/>
              <a:ext cx="96" cy="0"/>
            </a:xfrm>
            <a:prstGeom prst="line">
              <a:avLst/>
            </a:prstGeom>
            <a:noFill/>
            <a:ln w="2540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206" name="Line 71">
              <a:extLst>
                <a:ext uri="{FF2B5EF4-FFF2-40B4-BE49-F238E27FC236}">
                  <a16:creationId xmlns:a16="http://schemas.microsoft.com/office/drawing/2014/main" id="{A86FF48F-8655-8E86-5C53-8FF1DD9882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3456"/>
              <a:ext cx="96" cy="0"/>
            </a:xfrm>
            <a:prstGeom prst="line">
              <a:avLst/>
            </a:prstGeom>
            <a:noFill/>
            <a:ln w="2540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7207" name="Group 72">
              <a:extLst>
                <a:ext uri="{FF2B5EF4-FFF2-40B4-BE49-F238E27FC236}">
                  <a16:creationId xmlns:a16="http://schemas.microsoft.com/office/drawing/2014/main" id="{358F01DA-B147-879F-D5F1-3855F696A6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76" y="2784"/>
              <a:ext cx="144" cy="144"/>
              <a:chOff x="1200" y="3888"/>
              <a:chExt cx="192" cy="192"/>
            </a:xfrm>
          </p:grpSpPr>
          <p:sp>
            <p:nvSpPr>
              <p:cNvPr id="7229" name="Line 73">
                <a:extLst>
                  <a:ext uri="{FF2B5EF4-FFF2-40B4-BE49-F238E27FC236}">
                    <a16:creationId xmlns:a16="http://schemas.microsoft.com/office/drawing/2014/main" id="{3CBA136C-DDEA-ED73-DA70-6DCFC04C50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3984"/>
                <a:ext cx="192" cy="0"/>
              </a:xfrm>
              <a:prstGeom prst="line">
                <a:avLst/>
              </a:prstGeom>
              <a:noFill/>
              <a:ln w="25400">
                <a:solidFill>
                  <a:srgbClr val="00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30" name="Line 74">
                <a:extLst>
                  <a:ext uri="{FF2B5EF4-FFF2-40B4-BE49-F238E27FC236}">
                    <a16:creationId xmlns:a16="http://schemas.microsoft.com/office/drawing/2014/main" id="{37999837-AF7E-7046-5B40-BA3E948597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96" y="3888"/>
                <a:ext cx="0" cy="192"/>
              </a:xfrm>
              <a:prstGeom prst="line">
                <a:avLst/>
              </a:prstGeom>
              <a:noFill/>
              <a:ln w="25400">
                <a:solidFill>
                  <a:srgbClr val="00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7208" name="Group 75">
              <a:extLst>
                <a:ext uri="{FF2B5EF4-FFF2-40B4-BE49-F238E27FC236}">
                  <a16:creationId xmlns:a16="http://schemas.microsoft.com/office/drawing/2014/main" id="{B50109B2-F7CB-8004-7B8D-E96F648875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0" y="2688"/>
              <a:ext cx="144" cy="144"/>
              <a:chOff x="1200" y="3888"/>
              <a:chExt cx="192" cy="192"/>
            </a:xfrm>
          </p:grpSpPr>
          <p:sp>
            <p:nvSpPr>
              <p:cNvPr id="7227" name="Line 76">
                <a:extLst>
                  <a:ext uri="{FF2B5EF4-FFF2-40B4-BE49-F238E27FC236}">
                    <a16:creationId xmlns:a16="http://schemas.microsoft.com/office/drawing/2014/main" id="{DED9512C-5565-78B4-1ADB-B0203A0545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3984"/>
                <a:ext cx="192" cy="0"/>
              </a:xfrm>
              <a:prstGeom prst="line">
                <a:avLst/>
              </a:prstGeom>
              <a:noFill/>
              <a:ln w="25400">
                <a:solidFill>
                  <a:srgbClr val="00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28" name="Line 77">
                <a:extLst>
                  <a:ext uri="{FF2B5EF4-FFF2-40B4-BE49-F238E27FC236}">
                    <a16:creationId xmlns:a16="http://schemas.microsoft.com/office/drawing/2014/main" id="{B0BF7758-230C-4421-7C18-11CF9F5EF8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96" y="3888"/>
                <a:ext cx="0" cy="192"/>
              </a:xfrm>
              <a:prstGeom prst="line">
                <a:avLst/>
              </a:prstGeom>
              <a:noFill/>
              <a:ln w="25400">
                <a:solidFill>
                  <a:srgbClr val="00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7209" name="Group 78">
              <a:extLst>
                <a:ext uri="{FF2B5EF4-FFF2-40B4-BE49-F238E27FC236}">
                  <a16:creationId xmlns:a16="http://schemas.microsoft.com/office/drawing/2014/main" id="{E168B517-140A-F611-CE15-D8E7008650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72" y="2784"/>
              <a:ext cx="144" cy="144"/>
              <a:chOff x="1200" y="3888"/>
              <a:chExt cx="192" cy="192"/>
            </a:xfrm>
          </p:grpSpPr>
          <p:sp>
            <p:nvSpPr>
              <p:cNvPr id="7225" name="Line 79">
                <a:extLst>
                  <a:ext uri="{FF2B5EF4-FFF2-40B4-BE49-F238E27FC236}">
                    <a16:creationId xmlns:a16="http://schemas.microsoft.com/office/drawing/2014/main" id="{6EA80C77-53FD-71E1-CA9D-390A63C1D4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3984"/>
                <a:ext cx="192" cy="0"/>
              </a:xfrm>
              <a:prstGeom prst="line">
                <a:avLst/>
              </a:prstGeom>
              <a:noFill/>
              <a:ln w="25400">
                <a:solidFill>
                  <a:srgbClr val="00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26" name="Line 80">
                <a:extLst>
                  <a:ext uri="{FF2B5EF4-FFF2-40B4-BE49-F238E27FC236}">
                    <a16:creationId xmlns:a16="http://schemas.microsoft.com/office/drawing/2014/main" id="{968CDB29-1A6E-6978-E9A4-25FED2279F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96" y="3888"/>
                <a:ext cx="0" cy="192"/>
              </a:xfrm>
              <a:prstGeom prst="line">
                <a:avLst/>
              </a:prstGeom>
              <a:noFill/>
              <a:ln w="25400">
                <a:solidFill>
                  <a:srgbClr val="00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7210" name="Group 81">
              <a:extLst>
                <a:ext uri="{FF2B5EF4-FFF2-40B4-BE49-F238E27FC236}">
                  <a16:creationId xmlns:a16="http://schemas.microsoft.com/office/drawing/2014/main" id="{A3B1D401-5495-78DA-3F24-5C43D65FAF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3264"/>
              <a:ext cx="144" cy="144"/>
              <a:chOff x="1200" y="3888"/>
              <a:chExt cx="192" cy="192"/>
            </a:xfrm>
          </p:grpSpPr>
          <p:sp>
            <p:nvSpPr>
              <p:cNvPr id="7223" name="Line 82">
                <a:extLst>
                  <a:ext uri="{FF2B5EF4-FFF2-40B4-BE49-F238E27FC236}">
                    <a16:creationId xmlns:a16="http://schemas.microsoft.com/office/drawing/2014/main" id="{F40C5C42-54C1-F238-8AFC-0EB9D8D870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3984"/>
                <a:ext cx="192" cy="0"/>
              </a:xfrm>
              <a:prstGeom prst="line">
                <a:avLst/>
              </a:prstGeom>
              <a:noFill/>
              <a:ln w="25400">
                <a:solidFill>
                  <a:srgbClr val="00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24" name="Line 83">
                <a:extLst>
                  <a:ext uri="{FF2B5EF4-FFF2-40B4-BE49-F238E27FC236}">
                    <a16:creationId xmlns:a16="http://schemas.microsoft.com/office/drawing/2014/main" id="{E0EFB77C-E8C1-ED96-3C51-B97D34F798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96" y="3888"/>
                <a:ext cx="0" cy="192"/>
              </a:xfrm>
              <a:prstGeom prst="line">
                <a:avLst/>
              </a:prstGeom>
              <a:noFill/>
              <a:ln w="25400">
                <a:solidFill>
                  <a:srgbClr val="00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7211" name="Group 84">
              <a:extLst>
                <a:ext uri="{FF2B5EF4-FFF2-40B4-BE49-F238E27FC236}">
                  <a16:creationId xmlns:a16="http://schemas.microsoft.com/office/drawing/2014/main" id="{18079377-7AF8-8729-8B87-3EE04BCFAE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4" y="3792"/>
              <a:ext cx="144" cy="144"/>
              <a:chOff x="1200" y="3888"/>
              <a:chExt cx="192" cy="192"/>
            </a:xfrm>
          </p:grpSpPr>
          <p:sp>
            <p:nvSpPr>
              <p:cNvPr id="7221" name="Line 85">
                <a:extLst>
                  <a:ext uri="{FF2B5EF4-FFF2-40B4-BE49-F238E27FC236}">
                    <a16:creationId xmlns:a16="http://schemas.microsoft.com/office/drawing/2014/main" id="{47236AF1-5B95-C1D8-0F2E-A30A07ADC0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3984"/>
                <a:ext cx="192" cy="0"/>
              </a:xfrm>
              <a:prstGeom prst="line">
                <a:avLst/>
              </a:prstGeom>
              <a:noFill/>
              <a:ln w="25400">
                <a:solidFill>
                  <a:srgbClr val="00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22" name="Line 86">
                <a:extLst>
                  <a:ext uri="{FF2B5EF4-FFF2-40B4-BE49-F238E27FC236}">
                    <a16:creationId xmlns:a16="http://schemas.microsoft.com/office/drawing/2014/main" id="{69AB039D-2D4A-34A6-BCFB-B9DA9FE93C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96" y="3888"/>
                <a:ext cx="0" cy="192"/>
              </a:xfrm>
              <a:prstGeom prst="line">
                <a:avLst/>
              </a:prstGeom>
              <a:noFill/>
              <a:ln w="25400">
                <a:solidFill>
                  <a:srgbClr val="00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7212" name="Group 87">
              <a:extLst>
                <a:ext uri="{FF2B5EF4-FFF2-40B4-BE49-F238E27FC236}">
                  <a16:creationId xmlns:a16="http://schemas.microsoft.com/office/drawing/2014/main" id="{45636DA1-CD51-4990-3B9D-2D21F91082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24" y="3408"/>
              <a:ext cx="144" cy="144"/>
              <a:chOff x="1200" y="3888"/>
              <a:chExt cx="192" cy="192"/>
            </a:xfrm>
          </p:grpSpPr>
          <p:sp>
            <p:nvSpPr>
              <p:cNvPr id="7219" name="Line 88">
                <a:extLst>
                  <a:ext uri="{FF2B5EF4-FFF2-40B4-BE49-F238E27FC236}">
                    <a16:creationId xmlns:a16="http://schemas.microsoft.com/office/drawing/2014/main" id="{969AF92B-C720-FCDD-69B2-0B3E5B0699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3984"/>
                <a:ext cx="192" cy="0"/>
              </a:xfrm>
              <a:prstGeom prst="line">
                <a:avLst/>
              </a:prstGeom>
              <a:noFill/>
              <a:ln w="25400">
                <a:solidFill>
                  <a:srgbClr val="00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20" name="Line 89">
                <a:extLst>
                  <a:ext uri="{FF2B5EF4-FFF2-40B4-BE49-F238E27FC236}">
                    <a16:creationId xmlns:a16="http://schemas.microsoft.com/office/drawing/2014/main" id="{1856F5DD-52A1-0C5B-D379-91BBFD6EAF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96" y="3888"/>
                <a:ext cx="0" cy="192"/>
              </a:xfrm>
              <a:prstGeom prst="line">
                <a:avLst/>
              </a:prstGeom>
              <a:noFill/>
              <a:ln w="25400">
                <a:solidFill>
                  <a:srgbClr val="00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7213" name="Group 90">
              <a:extLst>
                <a:ext uri="{FF2B5EF4-FFF2-40B4-BE49-F238E27FC236}">
                  <a16:creationId xmlns:a16="http://schemas.microsoft.com/office/drawing/2014/main" id="{D9BBC0F4-F048-7BA2-63A2-579ECDBE13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0" y="3984"/>
              <a:ext cx="144" cy="144"/>
              <a:chOff x="1200" y="3888"/>
              <a:chExt cx="192" cy="192"/>
            </a:xfrm>
          </p:grpSpPr>
          <p:sp>
            <p:nvSpPr>
              <p:cNvPr id="7217" name="Line 91">
                <a:extLst>
                  <a:ext uri="{FF2B5EF4-FFF2-40B4-BE49-F238E27FC236}">
                    <a16:creationId xmlns:a16="http://schemas.microsoft.com/office/drawing/2014/main" id="{E7A46902-8317-49D1-9D24-A7BE26E841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3984"/>
                <a:ext cx="192" cy="0"/>
              </a:xfrm>
              <a:prstGeom prst="line">
                <a:avLst/>
              </a:prstGeom>
              <a:noFill/>
              <a:ln w="25400">
                <a:solidFill>
                  <a:srgbClr val="00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18" name="Line 92">
                <a:extLst>
                  <a:ext uri="{FF2B5EF4-FFF2-40B4-BE49-F238E27FC236}">
                    <a16:creationId xmlns:a16="http://schemas.microsoft.com/office/drawing/2014/main" id="{83A89D26-F613-0570-3041-468F60F6BA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96" y="3888"/>
                <a:ext cx="0" cy="192"/>
              </a:xfrm>
              <a:prstGeom prst="line">
                <a:avLst/>
              </a:prstGeom>
              <a:noFill/>
              <a:ln w="25400">
                <a:solidFill>
                  <a:srgbClr val="00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7214" name="Group 93">
              <a:extLst>
                <a:ext uri="{FF2B5EF4-FFF2-40B4-BE49-F238E27FC236}">
                  <a16:creationId xmlns:a16="http://schemas.microsoft.com/office/drawing/2014/main" id="{32DACB4B-2459-45A5-76E1-A89DA60D24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84" y="3888"/>
              <a:ext cx="144" cy="144"/>
              <a:chOff x="1200" y="3888"/>
              <a:chExt cx="192" cy="192"/>
            </a:xfrm>
          </p:grpSpPr>
          <p:sp>
            <p:nvSpPr>
              <p:cNvPr id="7215" name="Line 94">
                <a:extLst>
                  <a:ext uri="{FF2B5EF4-FFF2-40B4-BE49-F238E27FC236}">
                    <a16:creationId xmlns:a16="http://schemas.microsoft.com/office/drawing/2014/main" id="{A99DBEBE-0AF2-F296-7101-E12E7A5CDE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3984"/>
                <a:ext cx="192" cy="0"/>
              </a:xfrm>
              <a:prstGeom prst="line">
                <a:avLst/>
              </a:prstGeom>
              <a:noFill/>
              <a:ln w="25400">
                <a:solidFill>
                  <a:srgbClr val="00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16" name="Line 95">
                <a:extLst>
                  <a:ext uri="{FF2B5EF4-FFF2-40B4-BE49-F238E27FC236}">
                    <a16:creationId xmlns:a16="http://schemas.microsoft.com/office/drawing/2014/main" id="{4EB4EB93-8BAC-91C4-B73F-E2A9505C44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96" y="3888"/>
                <a:ext cx="0" cy="192"/>
              </a:xfrm>
              <a:prstGeom prst="line">
                <a:avLst/>
              </a:prstGeom>
              <a:noFill/>
              <a:ln w="25400">
                <a:solidFill>
                  <a:srgbClr val="00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306272" name="Object 10">
            <a:extLst>
              <a:ext uri="{FF2B5EF4-FFF2-40B4-BE49-F238E27FC236}">
                <a16:creationId xmlns:a16="http://schemas.microsoft.com/office/drawing/2014/main" id="{E6E5D9C1-0FDD-68EF-C841-693F42108B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0800" y="4648200"/>
          <a:ext cx="29368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91564" imgH="129679" progId="Equation.3">
                  <p:embed/>
                </p:oleObj>
              </mc:Choice>
              <mc:Fallback>
                <p:oleObj name="公式" r:id="rId18" imgW="91564" imgH="129679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4648200"/>
                        <a:ext cx="293688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6273" name="Object 11">
            <a:extLst>
              <a:ext uri="{FF2B5EF4-FFF2-40B4-BE49-F238E27FC236}">
                <a16:creationId xmlns:a16="http://schemas.microsoft.com/office/drawing/2014/main" id="{8EF2A5FF-821C-A266-EBFC-DF8CC3D596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0" y="4876800"/>
          <a:ext cx="381000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05522" imgH="129679" progId="Equation.3">
                  <p:embed/>
                </p:oleObj>
              </mc:Choice>
              <mc:Fallback>
                <p:oleObj name="公式" r:id="rId20" imgW="205522" imgH="129679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4876800"/>
                        <a:ext cx="381000" cy="35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6278" name="Freeform 102">
            <a:extLst>
              <a:ext uri="{FF2B5EF4-FFF2-40B4-BE49-F238E27FC236}">
                <a16:creationId xmlns:a16="http://schemas.microsoft.com/office/drawing/2014/main" id="{784794D3-6F11-28FA-9AFD-2A779DA5D749}"/>
              </a:ext>
            </a:extLst>
          </p:cNvPr>
          <p:cNvSpPr>
            <a:spLocks/>
          </p:cNvSpPr>
          <p:nvPr/>
        </p:nvSpPr>
        <p:spPr bwMode="auto">
          <a:xfrm>
            <a:off x="6629400" y="2590800"/>
            <a:ext cx="1600200" cy="1295400"/>
          </a:xfrm>
          <a:custGeom>
            <a:avLst/>
            <a:gdLst>
              <a:gd name="T0" fmla="*/ 2147483646 w 789"/>
              <a:gd name="T1" fmla="*/ 2147483646 h 707"/>
              <a:gd name="T2" fmla="*/ 2147483646 w 789"/>
              <a:gd name="T3" fmla="*/ 2147483646 h 707"/>
              <a:gd name="T4" fmla="*/ 2147483646 w 789"/>
              <a:gd name="T5" fmla="*/ 2147483646 h 707"/>
              <a:gd name="T6" fmla="*/ 2147483646 w 789"/>
              <a:gd name="T7" fmla="*/ 2147483646 h 707"/>
              <a:gd name="T8" fmla="*/ 2147483646 w 789"/>
              <a:gd name="T9" fmla="*/ 2147483646 h 707"/>
              <a:gd name="T10" fmla="*/ 2147483646 w 789"/>
              <a:gd name="T11" fmla="*/ 2147483646 h 707"/>
              <a:gd name="T12" fmla="*/ 2147483646 w 789"/>
              <a:gd name="T13" fmla="*/ 2147483646 h 707"/>
              <a:gd name="T14" fmla="*/ 2147483646 w 789"/>
              <a:gd name="T15" fmla="*/ 2147483646 h 707"/>
              <a:gd name="T16" fmla="*/ 2147483646 w 789"/>
              <a:gd name="T17" fmla="*/ 2147483646 h 707"/>
              <a:gd name="T18" fmla="*/ 2147483646 w 789"/>
              <a:gd name="T19" fmla="*/ 2147483646 h 707"/>
              <a:gd name="T20" fmla="*/ 2147483646 w 789"/>
              <a:gd name="T21" fmla="*/ 2147483646 h 707"/>
              <a:gd name="T22" fmla="*/ 2147483646 w 789"/>
              <a:gd name="T23" fmla="*/ 2147483646 h 707"/>
              <a:gd name="T24" fmla="*/ 2147483646 w 789"/>
              <a:gd name="T25" fmla="*/ 2147483646 h 707"/>
              <a:gd name="T26" fmla="*/ 2147483646 w 789"/>
              <a:gd name="T27" fmla="*/ 2147483646 h 707"/>
              <a:gd name="T28" fmla="*/ 2147483646 w 789"/>
              <a:gd name="T29" fmla="*/ 2147483646 h 707"/>
              <a:gd name="T30" fmla="*/ 2147483646 w 789"/>
              <a:gd name="T31" fmla="*/ 2147483646 h 707"/>
              <a:gd name="T32" fmla="*/ 2147483646 w 789"/>
              <a:gd name="T33" fmla="*/ 2147483646 h 707"/>
              <a:gd name="T34" fmla="*/ 0 w 789"/>
              <a:gd name="T35" fmla="*/ 2147483646 h 707"/>
              <a:gd name="T36" fmla="*/ 2147483646 w 789"/>
              <a:gd name="T37" fmla="*/ 2147483646 h 707"/>
              <a:gd name="T38" fmla="*/ 2147483646 w 789"/>
              <a:gd name="T39" fmla="*/ 2147483646 h 707"/>
              <a:gd name="T40" fmla="*/ 2147483646 w 789"/>
              <a:gd name="T41" fmla="*/ 2147483646 h 707"/>
              <a:gd name="T42" fmla="*/ 2147483646 w 789"/>
              <a:gd name="T43" fmla="*/ 2147483646 h 707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w 789"/>
              <a:gd name="T67" fmla="*/ 0 h 707"/>
              <a:gd name="T68" fmla="*/ 789 w 789"/>
              <a:gd name="T69" fmla="*/ 707 h 707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T66" t="T67" r="T68" b="T69"/>
            <a:pathLst>
              <a:path w="789" h="707">
                <a:moveTo>
                  <a:pt x="308" y="44"/>
                </a:moveTo>
                <a:cubicBezTo>
                  <a:pt x="346" y="31"/>
                  <a:pt x="386" y="28"/>
                  <a:pt x="426" y="21"/>
                </a:cubicBezTo>
                <a:cubicBezTo>
                  <a:pt x="533" y="26"/>
                  <a:pt x="595" y="0"/>
                  <a:pt x="663" y="68"/>
                </a:cubicBezTo>
                <a:cubicBezTo>
                  <a:pt x="706" y="111"/>
                  <a:pt x="696" y="180"/>
                  <a:pt x="734" y="226"/>
                </a:cubicBezTo>
                <a:cubicBezTo>
                  <a:pt x="752" y="247"/>
                  <a:pt x="762" y="248"/>
                  <a:pt x="773" y="273"/>
                </a:cubicBezTo>
                <a:cubicBezTo>
                  <a:pt x="780" y="288"/>
                  <a:pt x="789" y="321"/>
                  <a:pt x="789" y="321"/>
                </a:cubicBezTo>
                <a:cubicBezTo>
                  <a:pt x="780" y="380"/>
                  <a:pt x="776" y="452"/>
                  <a:pt x="742" y="502"/>
                </a:cubicBezTo>
                <a:cubicBezTo>
                  <a:pt x="717" y="603"/>
                  <a:pt x="623" y="651"/>
                  <a:pt x="529" y="676"/>
                </a:cubicBezTo>
                <a:cubicBezTo>
                  <a:pt x="518" y="679"/>
                  <a:pt x="508" y="680"/>
                  <a:pt x="497" y="683"/>
                </a:cubicBezTo>
                <a:cubicBezTo>
                  <a:pt x="489" y="685"/>
                  <a:pt x="481" y="689"/>
                  <a:pt x="473" y="691"/>
                </a:cubicBezTo>
                <a:cubicBezTo>
                  <a:pt x="452" y="697"/>
                  <a:pt x="410" y="707"/>
                  <a:pt x="410" y="707"/>
                </a:cubicBezTo>
                <a:cubicBezTo>
                  <a:pt x="360" y="701"/>
                  <a:pt x="316" y="695"/>
                  <a:pt x="268" y="683"/>
                </a:cubicBezTo>
                <a:cubicBezTo>
                  <a:pt x="228" y="657"/>
                  <a:pt x="180" y="660"/>
                  <a:pt x="134" y="652"/>
                </a:cubicBezTo>
                <a:cubicBezTo>
                  <a:pt x="124" y="647"/>
                  <a:pt x="112" y="643"/>
                  <a:pt x="103" y="636"/>
                </a:cubicBezTo>
                <a:cubicBezTo>
                  <a:pt x="85" y="622"/>
                  <a:pt x="55" y="589"/>
                  <a:pt x="55" y="589"/>
                </a:cubicBezTo>
                <a:cubicBezTo>
                  <a:pt x="46" y="570"/>
                  <a:pt x="32" y="553"/>
                  <a:pt x="24" y="534"/>
                </a:cubicBezTo>
                <a:cubicBezTo>
                  <a:pt x="17" y="519"/>
                  <a:pt x="8" y="486"/>
                  <a:pt x="8" y="486"/>
                </a:cubicBezTo>
                <a:cubicBezTo>
                  <a:pt x="5" y="465"/>
                  <a:pt x="0" y="444"/>
                  <a:pt x="0" y="423"/>
                </a:cubicBezTo>
                <a:cubicBezTo>
                  <a:pt x="0" y="386"/>
                  <a:pt x="4" y="350"/>
                  <a:pt x="8" y="313"/>
                </a:cubicBezTo>
                <a:cubicBezTo>
                  <a:pt x="10" y="294"/>
                  <a:pt x="9" y="274"/>
                  <a:pt x="16" y="257"/>
                </a:cubicBezTo>
                <a:cubicBezTo>
                  <a:pt x="57" y="159"/>
                  <a:pt x="155" y="173"/>
                  <a:pt x="229" y="123"/>
                </a:cubicBezTo>
                <a:cubicBezTo>
                  <a:pt x="257" y="83"/>
                  <a:pt x="256" y="44"/>
                  <a:pt x="308" y="44"/>
                </a:cubicBezTo>
                <a:close/>
              </a:path>
            </a:pathLst>
          </a:custGeom>
          <a:noFill/>
          <a:ln w="2222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306279" name="Object 12">
            <a:extLst>
              <a:ext uri="{FF2B5EF4-FFF2-40B4-BE49-F238E27FC236}">
                <a16:creationId xmlns:a16="http://schemas.microsoft.com/office/drawing/2014/main" id="{00CD53EF-3E0B-EB4F-4244-62E0B36F86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53400" y="2590800"/>
          <a:ext cx="322263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99029" imgH="137160" progId="Equation.3">
                  <p:embed/>
                </p:oleObj>
              </mc:Choice>
              <mc:Fallback>
                <p:oleObj name="公式" r:id="rId22" imgW="99029" imgH="13716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2590800"/>
                        <a:ext cx="322263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6280" name="Freeform 104">
            <a:extLst>
              <a:ext uri="{FF2B5EF4-FFF2-40B4-BE49-F238E27FC236}">
                <a16:creationId xmlns:a16="http://schemas.microsoft.com/office/drawing/2014/main" id="{920B0AAB-0C79-CDE1-7DE1-A43F740A1632}"/>
              </a:ext>
            </a:extLst>
          </p:cNvPr>
          <p:cNvSpPr>
            <a:spLocks/>
          </p:cNvSpPr>
          <p:nvPr/>
        </p:nvSpPr>
        <p:spPr bwMode="auto">
          <a:xfrm>
            <a:off x="6629400" y="4800600"/>
            <a:ext cx="1752600" cy="1371600"/>
          </a:xfrm>
          <a:custGeom>
            <a:avLst/>
            <a:gdLst>
              <a:gd name="T0" fmla="*/ 2147483646 w 789"/>
              <a:gd name="T1" fmla="*/ 2147483646 h 707"/>
              <a:gd name="T2" fmla="*/ 2147483646 w 789"/>
              <a:gd name="T3" fmla="*/ 2147483646 h 707"/>
              <a:gd name="T4" fmla="*/ 2147483646 w 789"/>
              <a:gd name="T5" fmla="*/ 2147483646 h 707"/>
              <a:gd name="T6" fmla="*/ 2147483646 w 789"/>
              <a:gd name="T7" fmla="*/ 2147483646 h 707"/>
              <a:gd name="T8" fmla="*/ 2147483646 w 789"/>
              <a:gd name="T9" fmla="*/ 2147483646 h 707"/>
              <a:gd name="T10" fmla="*/ 2147483646 w 789"/>
              <a:gd name="T11" fmla="*/ 2147483646 h 707"/>
              <a:gd name="T12" fmla="*/ 2147483646 w 789"/>
              <a:gd name="T13" fmla="*/ 2147483646 h 707"/>
              <a:gd name="T14" fmla="*/ 2147483646 w 789"/>
              <a:gd name="T15" fmla="*/ 2147483646 h 707"/>
              <a:gd name="T16" fmla="*/ 2147483646 w 789"/>
              <a:gd name="T17" fmla="*/ 2147483646 h 707"/>
              <a:gd name="T18" fmla="*/ 2147483646 w 789"/>
              <a:gd name="T19" fmla="*/ 2147483646 h 707"/>
              <a:gd name="T20" fmla="*/ 2147483646 w 789"/>
              <a:gd name="T21" fmla="*/ 2147483646 h 707"/>
              <a:gd name="T22" fmla="*/ 2147483646 w 789"/>
              <a:gd name="T23" fmla="*/ 2147483646 h 707"/>
              <a:gd name="T24" fmla="*/ 2147483646 w 789"/>
              <a:gd name="T25" fmla="*/ 2147483646 h 707"/>
              <a:gd name="T26" fmla="*/ 2147483646 w 789"/>
              <a:gd name="T27" fmla="*/ 2147483646 h 707"/>
              <a:gd name="T28" fmla="*/ 2147483646 w 789"/>
              <a:gd name="T29" fmla="*/ 2147483646 h 707"/>
              <a:gd name="T30" fmla="*/ 2147483646 w 789"/>
              <a:gd name="T31" fmla="*/ 2147483646 h 707"/>
              <a:gd name="T32" fmla="*/ 2147483646 w 789"/>
              <a:gd name="T33" fmla="*/ 2147483646 h 707"/>
              <a:gd name="T34" fmla="*/ 0 w 789"/>
              <a:gd name="T35" fmla="*/ 2147483646 h 707"/>
              <a:gd name="T36" fmla="*/ 2147483646 w 789"/>
              <a:gd name="T37" fmla="*/ 2147483646 h 707"/>
              <a:gd name="T38" fmla="*/ 2147483646 w 789"/>
              <a:gd name="T39" fmla="*/ 2147483646 h 707"/>
              <a:gd name="T40" fmla="*/ 2147483646 w 789"/>
              <a:gd name="T41" fmla="*/ 2147483646 h 707"/>
              <a:gd name="T42" fmla="*/ 2147483646 w 789"/>
              <a:gd name="T43" fmla="*/ 2147483646 h 707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w 789"/>
              <a:gd name="T67" fmla="*/ 0 h 707"/>
              <a:gd name="T68" fmla="*/ 789 w 789"/>
              <a:gd name="T69" fmla="*/ 707 h 707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T66" t="T67" r="T68" b="T69"/>
            <a:pathLst>
              <a:path w="789" h="707">
                <a:moveTo>
                  <a:pt x="308" y="44"/>
                </a:moveTo>
                <a:cubicBezTo>
                  <a:pt x="346" y="31"/>
                  <a:pt x="386" y="28"/>
                  <a:pt x="426" y="21"/>
                </a:cubicBezTo>
                <a:cubicBezTo>
                  <a:pt x="533" y="26"/>
                  <a:pt x="595" y="0"/>
                  <a:pt x="663" y="68"/>
                </a:cubicBezTo>
                <a:cubicBezTo>
                  <a:pt x="706" y="111"/>
                  <a:pt x="696" y="180"/>
                  <a:pt x="734" y="226"/>
                </a:cubicBezTo>
                <a:cubicBezTo>
                  <a:pt x="752" y="247"/>
                  <a:pt x="762" y="248"/>
                  <a:pt x="773" y="273"/>
                </a:cubicBezTo>
                <a:cubicBezTo>
                  <a:pt x="780" y="288"/>
                  <a:pt x="789" y="321"/>
                  <a:pt x="789" y="321"/>
                </a:cubicBezTo>
                <a:cubicBezTo>
                  <a:pt x="780" y="380"/>
                  <a:pt x="776" y="452"/>
                  <a:pt x="742" y="502"/>
                </a:cubicBezTo>
                <a:cubicBezTo>
                  <a:pt x="717" y="603"/>
                  <a:pt x="623" y="651"/>
                  <a:pt x="529" y="676"/>
                </a:cubicBezTo>
                <a:cubicBezTo>
                  <a:pt x="518" y="679"/>
                  <a:pt x="508" y="680"/>
                  <a:pt x="497" y="683"/>
                </a:cubicBezTo>
                <a:cubicBezTo>
                  <a:pt x="489" y="685"/>
                  <a:pt x="481" y="689"/>
                  <a:pt x="473" y="691"/>
                </a:cubicBezTo>
                <a:cubicBezTo>
                  <a:pt x="452" y="697"/>
                  <a:pt x="410" y="707"/>
                  <a:pt x="410" y="707"/>
                </a:cubicBezTo>
                <a:cubicBezTo>
                  <a:pt x="360" y="701"/>
                  <a:pt x="316" y="695"/>
                  <a:pt x="268" y="683"/>
                </a:cubicBezTo>
                <a:cubicBezTo>
                  <a:pt x="228" y="657"/>
                  <a:pt x="180" y="660"/>
                  <a:pt x="134" y="652"/>
                </a:cubicBezTo>
                <a:cubicBezTo>
                  <a:pt x="124" y="647"/>
                  <a:pt x="112" y="643"/>
                  <a:pt x="103" y="636"/>
                </a:cubicBezTo>
                <a:cubicBezTo>
                  <a:pt x="85" y="622"/>
                  <a:pt x="55" y="589"/>
                  <a:pt x="55" y="589"/>
                </a:cubicBezTo>
                <a:cubicBezTo>
                  <a:pt x="46" y="570"/>
                  <a:pt x="32" y="553"/>
                  <a:pt x="24" y="534"/>
                </a:cubicBezTo>
                <a:cubicBezTo>
                  <a:pt x="17" y="519"/>
                  <a:pt x="8" y="486"/>
                  <a:pt x="8" y="486"/>
                </a:cubicBezTo>
                <a:cubicBezTo>
                  <a:pt x="5" y="465"/>
                  <a:pt x="0" y="444"/>
                  <a:pt x="0" y="423"/>
                </a:cubicBezTo>
                <a:cubicBezTo>
                  <a:pt x="0" y="386"/>
                  <a:pt x="4" y="350"/>
                  <a:pt x="8" y="313"/>
                </a:cubicBezTo>
                <a:cubicBezTo>
                  <a:pt x="10" y="294"/>
                  <a:pt x="9" y="274"/>
                  <a:pt x="16" y="257"/>
                </a:cubicBezTo>
                <a:cubicBezTo>
                  <a:pt x="57" y="159"/>
                  <a:pt x="155" y="173"/>
                  <a:pt x="229" y="123"/>
                </a:cubicBezTo>
                <a:cubicBezTo>
                  <a:pt x="257" y="83"/>
                  <a:pt x="256" y="44"/>
                  <a:pt x="308" y="44"/>
                </a:cubicBezTo>
                <a:close/>
              </a:path>
            </a:pathLst>
          </a:custGeom>
          <a:noFill/>
          <a:ln w="2222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306281" name="Object 13">
            <a:extLst>
              <a:ext uri="{FF2B5EF4-FFF2-40B4-BE49-F238E27FC236}">
                <a16:creationId xmlns:a16="http://schemas.microsoft.com/office/drawing/2014/main" id="{304A7298-F952-B281-0566-82F436F099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88338" y="5486400"/>
          <a:ext cx="322262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99029" imgH="137160" progId="Equation.3">
                  <p:embed/>
                </p:oleObj>
              </mc:Choice>
              <mc:Fallback>
                <p:oleObj name="公式" r:id="rId22" imgW="99029" imgH="13716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8338" y="5486400"/>
                        <a:ext cx="322262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6" name="Picture 16" descr="j0293240">
            <a:extLst>
              <a:ext uri="{FF2B5EF4-FFF2-40B4-BE49-F238E27FC236}">
                <a16:creationId xmlns:a16="http://schemas.microsoft.com/office/drawing/2014/main" id="{5B3CBA27-3F18-5D6B-AC20-3373F2849D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306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6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6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06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06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06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06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6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6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6" dur="500"/>
                                        <p:tgtEl>
                                          <p:spTgt spid="306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06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06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306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306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300"/>
                                        <p:tgtEl>
                                          <p:spTgt spid="306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1" dur="500"/>
                                        <p:tgtEl>
                                          <p:spTgt spid="306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306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306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300"/>
                                        <p:tgtEl>
                                          <p:spTgt spid="306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06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06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06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06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06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3062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3062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306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306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216" grpId="0" build="p" autoUpdateAnimBg="0"/>
      <p:bldP spid="306217" grpId="0" build="p" autoUpdateAnimBg="0"/>
      <p:bldP spid="306218" grpId="0" autoUpdateAnimBg="0"/>
      <p:bldP spid="306219" grpId="0" animBg="1" autoUpdateAnimBg="0"/>
      <p:bldP spid="306220" grpId="0" animBg="1" autoUpdateAnimBg="0"/>
      <p:bldP spid="306221" grpId="0" build="p" autoUpdateAnimBg="0"/>
      <p:bldP spid="306228" grpId="0" animBg="1"/>
      <p:bldP spid="306230" grpId="0" animBg="1"/>
      <p:bldP spid="30623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Arc 2">
            <a:extLst>
              <a:ext uri="{FF2B5EF4-FFF2-40B4-BE49-F238E27FC236}">
                <a16:creationId xmlns:a16="http://schemas.microsoft.com/office/drawing/2014/main" id="{3CA078D2-EE11-69E9-9651-EFD43FA093D8}"/>
              </a:ext>
            </a:extLst>
          </p:cNvPr>
          <p:cNvSpPr>
            <a:spLocks/>
          </p:cNvSpPr>
          <p:nvPr/>
        </p:nvSpPr>
        <p:spPr bwMode="auto">
          <a:xfrm rot="273057">
            <a:off x="7077075" y="1701800"/>
            <a:ext cx="1144588" cy="877888"/>
          </a:xfrm>
          <a:custGeom>
            <a:avLst/>
            <a:gdLst>
              <a:gd name="T0" fmla="*/ 0 w 29439"/>
              <a:gd name="T1" fmla="*/ 2147483646 h 22601"/>
              <a:gd name="T2" fmla="*/ 2147483646 w 29439"/>
              <a:gd name="T3" fmla="*/ 2147483646 h 22601"/>
              <a:gd name="T4" fmla="*/ 2147483646 w 29439"/>
              <a:gd name="T5" fmla="*/ 2147483646 h 22601"/>
              <a:gd name="T6" fmla="*/ 0 60000 65536"/>
              <a:gd name="T7" fmla="*/ 0 60000 65536"/>
              <a:gd name="T8" fmla="*/ 0 60000 65536"/>
              <a:gd name="T9" fmla="*/ 0 w 29439"/>
              <a:gd name="T10" fmla="*/ 0 h 22601"/>
              <a:gd name="T11" fmla="*/ 29439 w 29439"/>
              <a:gd name="T12" fmla="*/ 22601 h 2260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9439" h="22601" fill="none" extrusionOk="0">
                <a:moveTo>
                  <a:pt x="-1" y="1472"/>
                </a:moveTo>
                <a:cubicBezTo>
                  <a:pt x="2498" y="499"/>
                  <a:pt x="5157" y="-1"/>
                  <a:pt x="7839" y="0"/>
                </a:cubicBezTo>
                <a:cubicBezTo>
                  <a:pt x="19768" y="0"/>
                  <a:pt x="29439" y="9670"/>
                  <a:pt x="29439" y="21600"/>
                </a:cubicBezTo>
                <a:cubicBezTo>
                  <a:pt x="29439" y="21933"/>
                  <a:pt x="29431" y="22267"/>
                  <a:pt x="29415" y="22600"/>
                </a:cubicBezTo>
              </a:path>
              <a:path w="29439" h="22601" stroke="0" extrusionOk="0">
                <a:moveTo>
                  <a:pt x="-1" y="1472"/>
                </a:moveTo>
                <a:cubicBezTo>
                  <a:pt x="2498" y="499"/>
                  <a:pt x="5157" y="-1"/>
                  <a:pt x="7839" y="0"/>
                </a:cubicBezTo>
                <a:cubicBezTo>
                  <a:pt x="19768" y="0"/>
                  <a:pt x="29439" y="9670"/>
                  <a:pt x="29439" y="21600"/>
                </a:cubicBezTo>
                <a:cubicBezTo>
                  <a:pt x="29439" y="21933"/>
                  <a:pt x="29431" y="22267"/>
                  <a:pt x="29415" y="22600"/>
                </a:cubicBezTo>
                <a:lnTo>
                  <a:pt x="7839" y="21600"/>
                </a:lnTo>
                <a:lnTo>
                  <a:pt x="-1" y="1472"/>
                </a:lnTo>
                <a:close/>
              </a:path>
            </a:pathLst>
          </a:custGeom>
          <a:noFill/>
          <a:ln w="5715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2803" name="Text Box 3">
            <a:extLst>
              <a:ext uri="{FF2B5EF4-FFF2-40B4-BE49-F238E27FC236}">
                <a16:creationId xmlns:a16="http://schemas.microsoft.com/office/drawing/2014/main" id="{26CADBD8-9B74-85D2-3495-B79B39729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04800"/>
            <a:ext cx="845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66FFFF"/>
                </a:solidFill>
                <a:latin typeface="宋体" panose="02010600030101010101" pitchFamily="2" charset="-122"/>
              </a:rPr>
              <a:t>2.</a:t>
            </a:r>
            <a:r>
              <a:rPr lang="zh-CN" altLang="en-US" b="1">
                <a:solidFill>
                  <a:srgbClr val="66FFFF"/>
                </a:solidFill>
                <a:latin typeface="宋体" panose="02010600030101010101" pitchFamily="2" charset="-122"/>
              </a:rPr>
              <a:t>静电平衡导体表面附近的电场强度与导体表面电荷的关系</a:t>
            </a:r>
          </a:p>
        </p:txBody>
      </p:sp>
      <p:graphicFrame>
        <p:nvGraphicFramePr>
          <p:cNvPr id="332804" name="Object 2">
            <a:extLst>
              <a:ext uri="{FF2B5EF4-FFF2-40B4-BE49-F238E27FC236}">
                <a16:creationId xmlns:a16="http://schemas.microsoft.com/office/drawing/2014/main" id="{97C335A7-EDFD-C578-85EE-5B8CB1A7B1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02125" y="869950"/>
          <a:ext cx="133032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94367" imgH="358112" progId="Equation.3">
                  <p:embed/>
                </p:oleObj>
              </mc:Choice>
              <mc:Fallback>
                <p:oleObj name="Equation" r:id="rId3" imgW="1394367" imgH="358112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2125" y="869950"/>
                        <a:ext cx="133032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05" name="Object 3">
            <a:extLst>
              <a:ext uri="{FF2B5EF4-FFF2-40B4-BE49-F238E27FC236}">
                <a16:creationId xmlns:a16="http://schemas.microsoft.com/office/drawing/2014/main" id="{FC6C72AB-67F6-DCD3-69C7-8A87769957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9538" y="1770063"/>
          <a:ext cx="1801812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53633" imgH="457366" progId="Equation.3">
                  <p:embed/>
                </p:oleObj>
              </mc:Choice>
              <mc:Fallback>
                <p:oleObj name="Equation" r:id="rId5" imgW="1653633" imgH="45736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9538" y="1770063"/>
                        <a:ext cx="1801812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06" name="Object 4">
            <a:extLst>
              <a:ext uri="{FF2B5EF4-FFF2-40B4-BE49-F238E27FC236}">
                <a16:creationId xmlns:a16="http://schemas.microsoft.com/office/drawing/2014/main" id="{49CB069B-1C12-EEB6-FF13-0B0EE4D25C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5813" y="2851150"/>
          <a:ext cx="1503362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20171" imgH="777074" progId="Equation.3">
                  <p:embed/>
                </p:oleObj>
              </mc:Choice>
              <mc:Fallback>
                <p:oleObj name="Equation" r:id="rId7" imgW="1120171" imgH="77707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2851150"/>
                        <a:ext cx="1503362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07" name="Object 5">
            <a:extLst>
              <a:ext uri="{FF2B5EF4-FFF2-40B4-BE49-F238E27FC236}">
                <a16:creationId xmlns:a16="http://schemas.microsoft.com/office/drawing/2014/main" id="{A200BF69-C6E8-60B8-1EC5-1D88DC39B3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35250" y="2825750"/>
          <a:ext cx="3352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3025109" imgH="785054" progId="Equation.3">
                  <p:embed/>
                </p:oleObj>
              </mc:Choice>
              <mc:Fallback>
                <p:oleObj name="公式" r:id="rId9" imgW="3025109" imgH="785054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5250" y="2825750"/>
                        <a:ext cx="33528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08" name="Object 6">
            <a:extLst>
              <a:ext uri="{FF2B5EF4-FFF2-40B4-BE49-F238E27FC236}">
                <a16:creationId xmlns:a16="http://schemas.microsoft.com/office/drawing/2014/main" id="{3325293E-DF7A-8F8D-6A8C-C9D50650D0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42975" y="3876675"/>
          <a:ext cx="2098675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768089" imgH="815479" progId="Equation.3">
                  <p:embed/>
                </p:oleObj>
              </mc:Choice>
              <mc:Fallback>
                <p:oleObj name="公式" r:id="rId11" imgW="1768089" imgH="81547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2975" y="3876675"/>
                        <a:ext cx="2098675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09" name="Object 7">
            <a:extLst>
              <a:ext uri="{FF2B5EF4-FFF2-40B4-BE49-F238E27FC236}">
                <a16:creationId xmlns:a16="http://schemas.microsoft.com/office/drawing/2014/main" id="{29DE45DF-5DB9-E5DA-9BA4-890DA87629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5003800"/>
          <a:ext cx="1344613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180882" imgH="876328" progId="Equation.3">
                  <p:embed/>
                </p:oleObj>
              </mc:Choice>
              <mc:Fallback>
                <p:oleObj name="公式" r:id="rId13" imgW="1180882" imgH="876328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003800"/>
                        <a:ext cx="1344613" cy="90805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2810" name="Text Box 10">
            <a:extLst>
              <a:ext uri="{FF2B5EF4-FFF2-40B4-BE49-F238E27FC236}">
                <a16:creationId xmlns:a16="http://schemas.microsoft.com/office/drawing/2014/main" id="{5EA061DC-75FA-8450-77B6-2DBFB6BD68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803275"/>
            <a:ext cx="3733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/>
              <a:t>设导体表面电荷面密度为</a:t>
            </a:r>
          </a:p>
        </p:txBody>
      </p:sp>
      <p:sp>
        <p:nvSpPr>
          <p:cNvPr id="332811" name="Text Box 11">
            <a:extLst>
              <a:ext uri="{FF2B5EF4-FFF2-40B4-BE49-F238E27FC236}">
                <a16:creationId xmlns:a16="http://schemas.microsoft.com/office/drawing/2014/main" id="{DE360B59-BAAD-70B1-D5BA-AE3179540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219200"/>
            <a:ext cx="57912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 b="1">
                <a:latin typeface="宋体" panose="02010600030101010101" pitchFamily="2" charset="-122"/>
              </a:rPr>
              <a:t>设</a:t>
            </a:r>
            <a:r>
              <a:rPr lang="zh-CN" altLang="en-US" b="1">
                <a:solidFill>
                  <a:srgbClr val="66FFFF"/>
                </a:solidFill>
              </a:rPr>
              <a:t> </a:t>
            </a:r>
            <a:r>
              <a:rPr lang="en-US" altLang="zh-CN" b="1">
                <a:solidFill>
                  <a:srgbClr val="66FFFF"/>
                </a:solidFill>
              </a:rPr>
              <a:t>P </a:t>
            </a:r>
            <a:r>
              <a:rPr lang="zh-CN" altLang="en-US" b="1">
                <a:latin typeface="宋体" panose="02010600030101010101" pitchFamily="2" charset="-122"/>
              </a:rPr>
              <a:t>是导体外紧靠导体表面的一点</a:t>
            </a:r>
            <a:r>
              <a:rPr lang="en-US" altLang="zh-CN" b="1">
                <a:latin typeface="宋体" panose="02010600030101010101" pitchFamily="2" charset="-122"/>
              </a:rPr>
              <a:t>,</a:t>
            </a:r>
            <a:r>
              <a:rPr lang="zh-CN" altLang="en-US" b="1">
                <a:latin typeface="宋体" panose="02010600030101010101" pitchFamily="2" charset="-122"/>
              </a:rPr>
              <a:t>相应的电场强度为</a:t>
            </a:r>
          </a:p>
        </p:txBody>
      </p:sp>
      <p:graphicFrame>
        <p:nvGraphicFramePr>
          <p:cNvPr id="332812" name="Object 8">
            <a:extLst>
              <a:ext uri="{FF2B5EF4-FFF2-40B4-BE49-F238E27FC236}">
                <a16:creationId xmlns:a16="http://schemas.microsoft.com/office/drawing/2014/main" id="{D377904F-99DB-A267-A197-7F002C5DEE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4388" y="5003800"/>
          <a:ext cx="1365250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447613" imgH="876328" progId="Equation.3">
                  <p:embed/>
                </p:oleObj>
              </mc:Choice>
              <mc:Fallback>
                <p:oleObj name="Equation" r:id="rId15" imgW="1447613" imgH="876328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4388" y="5003800"/>
                        <a:ext cx="1365250" cy="91757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2813" name="AutoShape 13">
            <a:extLst>
              <a:ext uri="{FF2B5EF4-FFF2-40B4-BE49-F238E27FC236}">
                <a16:creationId xmlns:a16="http://schemas.microsoft.com/office/drawing/2014/main" id="{B9E4EC8D-1802-6C5A-EF17-C828DC2F6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3963" y="5308600"/>
            <a:ext cx="533400" cy="304800"/>
          </a:xfrm>
          <a:prstGeom prst="notchedRightArrow">
            <a:avLst>
              <a:gd name="adj1" fmla="val 50000"/>
              <a:gd name="adj2" fmla="val 43750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32814" name="AutoShape 14">
            <a:extLst>
              <a:ext uri="{FF2B5EF4-FFF2-40B4-BE49-F238E27FC236}">
                <a16:creationId xmlns:a16="http://schemas.microsoft.com/office/drawing/2014/main" id="{6BBC595E-1491-930B-ED83-C757BF17E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846513"/>
            <a:ext cx="1752600" cy="914400"/>
          </a:xfrm>
          <a:prstGeom prst="wedgeRoundRectCallout">
            <a:avLst>
              <a:gd name="adj1" fmla="val -13588"/>
              <a:gd name="adj2" fmla="val 98093"/>
              <a:gd name="adj3" fmla="val 16667"/>
            </a:avLst>
          </a:prstGeom>
          <a:noFill/>
          <a:ln w="19050">
            <a:solidFill>
              <a:srgbClr val="66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b="1"/>
              <a:t>为导体外法线方向</a:t>
            </a:r>
            <a:endParaRPr lang="zh-CN" altLang="en-US"/>
          </a:p>
        </p:txBody>
      </p:sp>
      <p:sp>
        <p:nvSpPr>
          <p:cNvPr id="332815" name="Rectangle 15">
            <a:extLst>
              <a:ext uri="{FF2B5EF4-FFF2-40B4-BE49-F238E27FC236}">
                <a16:creationId xmlns:a16="http://schemas.microsoft.com/office/drawing/2014/main" id="{BB509C14-597A-19A9-1E5D-C8109D89B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286000"/>
            <a:ext cx="53879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latin typeface="宋体" panose="02010600030101010101" pitchFamily="2" charset="-122"/>
              </a:rPr>
              <a:t>确定电场强度 </a:t>
            </a:r>
            <a:r>
              <a:rPr lang="en-US" altLang="zh-CN" b="1" i="1">
                <a:solidFill>
                  <a:srgbClr val="66FFFF"/>
                </a:solidFill>
              </a:rPr>
              <a:t>E </a:t>
            </a:r>
            <a:r>
              <a:rPr lang="zh-CN" altLang="en-US" b="1">
                <a:latin typeface="宋体" panose="02010600030101010101" pitchFamily="2" charset="-122"/>
              </a:rPr>
              <a:t>和电荷密度</a:t>
            </a:r>
            <a:r>
              <a:rPr lang="zh-CN" altLang="en-US" b="1">
                <a:solidFill>
                  <a:srgbClr val="66FFFF"/>
                </a:solidFill>
                <a:sym typeface="Symbol" panose="05050102010706020507" pitchFamily="18" charset="2"/>
              </a:rPr>
              <a:t> </a:t>
            </a:r>
            <a:r>
              <a:rPr lang="zh-CN" altLang="en-US" b="1">
                <a:latin typeface="宋体" panose="02010600030101010101" pitchFamily="2" charset="-122"/>
              </a:rPr>
              <a:t>的关系</a:t>
            </a:r>
            <a:r>
              <a:rPr lang="en-US" altLang="zh-CN" b="1">
                <a:latin typeface="宋体" panose="02010600030101010101" pitchFamily="2" charset="-122"/>
              </a:rPr>
              <a:t>:</a:t>
            </a:r>
          </a:p>
        </p:txBody>
      </p:sp>
      <p:grpSp>
        <p:nvGrpSpPr>
          <p:cNvPr id="2" name="Group 16">
            <a:extLst>
              <a:ext uri="{FF2B5EF4-FFF2-40B4-BE49-F238E27FC236}">
                <a16:creationId xmlns:a16="http://schemas.microsoft.com/office/drawing/2014/main" id="{30CFE556-75C9-0830-5649-E494D7545DCE}"/>
              </a:ext>
            </a:extLst>
          </p:cNvPr>
          <p:cNvGrpSpPr>
            <a:grpSpLocks/>
          </p:cNvGrpSpPr>
          <p:nvPr/>
        </p:nvGrpSpPr>
        <p:grpSpPr bwMode="auto">
          <a:xfrm>
            <a:off x="6411913" y="4038600"/>
            <a:ext cx="2274887" cy="1962150"/>
            <a:chOff x="1296" y="1920"/>
            <a:chExt cx="1433" cy="1236"/>
          </a:xfrm>
        </p:grpSpPr>
        <p:sp>
          <p:nvSpPr>
            <p:cNvPr id="8238" name="Line 17">
              <a:extLst>
                <a:ext uri="{FF2B5EF4-FFF2-40B4-BE49-F238E27FC236}">
                  <a16:creationId xmlns:a16="http://schemas.microsoft.com/office/drawing/2014/main" id="{C9728B9E-2477-00A3-40D8-FA07E81BD2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7" y="2123"/>
              <a:ext cx="0" cy="720"/>
            </a:xfrm>
            <a:prstGeom prst="line">
              <a:avLst/>
            </a:prstGeom>
            <a:noFill/>
            <a:ln w="5715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39" name="Rectangle 18">
              <a:extLst>
                <a:ext uri="{FF2B5EF4-FFF2-40B4-BE49-F238E27FC236}">
                  <a16:creationId xmlns:a16="http://schemas.microsoft.com/office/drawing/2014/main" id="{113DCD34-B1A9-6D3C-47D6-6788DF1CE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256"/>
              <a:ext cx="432" cy="480"/>
            </a:xfrm>
            <a:prstGeom prst="rect">
              <a:avLst/>
            </a:prstGeom>
            <a:noFill/>
            <a:ln w="28575">
              <a:solidFill>
                <a:srgbClr val="FF99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8240" name="Text Box 19">
              <a:extLst>
                <a:ext uri="{FF2B5EF4-FFF2-40B4-BE49-F238E27FC236}">
                  <a16:creationId xmlns:a16="http://schemas.microsoft.com/office/drawing/2014/main" id="{53BD8FEB-B9B5-D8D6-32D7-AA86550F3B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0" y="2016"/>
              <a:ext cx="22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8241" name="Text Box 20">
              <a:extLst>
                <a:ext uri="{FF2B5EF4-FFF2-40B4-BE49-F238E27FC236}">
                  <a16:creationId xmlns:a16="http://schemas.microsoft.com/office/drawing/2014/main" id="{16ADD58B-C563-621A-8E23-A479E86C45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6" y="2245"/>
              <a:ext cx="22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8242" name="Text Box 21">
              <a:extLst>
                <a:ext uri="{FF2B5EF4-FFF2-40B4-BE49-F238E27FC236}">
                  <a16:creationId xmlns:a16="http://schemas.microsoft.com/office/drawing/2014/main" id="{581B5DD4-5329-38E7-FD37-0FF90C0CA6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0" y="2459"/>
              <a:ext cx="22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8243" name="Text Box 22">
              <a:extLst>
                <a:ext uri="{FF2B5EF4-FFF2-40B4-BE49-F238E27FC236}">
                  <a16:creationId xmlns:a16="http://schemas.microsoft.com/office/drawing/2014/main" id="{E867F011-C605-EA72-C44F-BEA9F2B228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7" y="2651"/>
              <a:ext cx="22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8244" name="Text Box 23">
              <a:extLst>
                <a:ext uri="{FF2B5EF4-FFF2-40B4-BE49-F238E27FC236}">
                  <a16:creationId xmlns:a16="http://schemas.microsoft.com/office/drawing/2014/main" id="{D5F42FED-61AF-E893-E69B-586B4F2692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5" y="2865"/>
              <a:ext cx="39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solidFill>
                    <a:srgbClr val="FFFF66"/>
                  </a:solidFill>
                  <a:sym typeface="Symbol" panose="05050102010706020507" pitchFamily="18" charset="2"/>
                </a:rPr>
                <a:t> </a:t>
              </a:r>
              <a:r>
                <a:rPr lang="en-US" altLang="zh-CN" b="1" i="1">
                  <a:solidFill>
                    <a:srgbClr val="FFFF66"/>
                  </a:solidFill>
                </a:rPr>
                <a:t>s</a:t>
              </a:r>
            </a:p>
          </p:txBody>
        </p:sp>
        <p:sp>
          <p:nvSpPr>
            <p:cNvPr id="8245" name="Line 24">
              <a:extLst>
                <a:ext uri="{FF2B5EF4-FFF2-40B4-BE49-F238E27FC236}">
                  <a16:creationId xmlns:a16="http://schemas.microsoft.com/office/drawing/2014/main" id="{CDC3D3F7-45EB-F4D9-8BCC-17ED78AF5F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496"/>
              <a:ext cx="432" cy="0"/>
            </a:xfrm>
            <a:prstGeom prst="line">
              <a:avLst/>
            </a:prstGeom>
            <a:noFill/>
            <a:ln w="28575">
              <a:solidFill>
                <a:srgbClr val="FFFF66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246" name="Object 13">
              <a:extLst>
                <a:ext uri="{FF2B5EF4-FFF2-40B4-BE49-F238E27FC236}">
                  <a16:creationId xmlns:a16="http://schemas.microsoft.com/office/drawing/2014/main" id="{7E0CC197-88F5-AAD3-57F7-07CB5DA05F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44" y="2592"/>
            <a:ext cx="185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289622" imgH="304745" progId="Equation.3">
                    <p:embed/>
                  </p:oleObj>
                </mc:Choice>
                <mc:Fallback>
                  <p:oleObj name="Equation" r:id="rId17" imgW="289622" imgH="304745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2592"/>
                          <a:ext cx="185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47" name="Object 14">
              <a:extLst>
                <a:ext uri="{FF2B5EF4-FFF2-40B4-BE49-F238E27FC236}">
                  <a16:creationId xmlns:a16="http://schemas.microsoft.com/office/drawing/2014/main" id="{694DD4A6-F0FF-D775-E2F9-C332FB7E226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72" y="1920"/>
            <a:ext cx="184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251304" imgH="190528" progId="Equation.3">
                    <p:embed/>
                  </p:oleObj>
                </mc:Choice>
                <mc:Fallback>
                  <p:oleObj name="Equation" r:id="rId19" imgW="251304" imgH="190528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1920"/>
                          <a:ext cx="184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48" name="Object 15">
              <a:extLst>
                <a:ext uri="{FF2B5EF4-FFF2-40B4-BE49-F238E27FC236}">
                  <a16:creationId xmlns:a16="http://schemas.microsoft.com/office/drawing/2014/main" id="{3D759CBE-8772-842F-FC86-CC31BFA0F1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96" y="2352"/>
            <a:ext cx="488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815122" imgH="320206" progId="Equation.3">
                    <p:embed/>
                  </p:oleObj>
                </mc:Choice>
                <mc:Fallback>
                  <p:oleObj name="Equation" r:id="rId21" imgW="815122" imgH="320206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2352"/>
                          <a:ext cx="488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2828" name="Oval 28">
            <a:extLst>
              <a:ext uri="{FF2B5EF4-FFF2-40B4-BE49-F238E27FC236}">
                <a16:creationId xmlns:a16="http://schemas.microsoft.com/office/drawing/2014/main" id="{6F5E56C3-D20A-4AA7-2CBB-C5EE68B03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313" y="1933575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332829" name="Object 9">
            <a:extLst>
              <a:ext uri="{FF2B5EF4-FFF2-40B4-BE49-F238E27FC236}">
                <a16:creationId xmlns:a16="http://schemas.microsoft.com/office/drawing/2014/main" id="{0C4FF7AB-6CAB-EAA3-BB1C-719F41ED86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48588" y="1323975"/>
          <a:ext cx="4206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114456" imgH="129679" progId="Equation.3">
                  <p:embed/>
                </p:oleObj>
              </mc:Choice>
              <mc:Fallback>
                <p:oleObj name="公式" r:id="rId23" imgW="114456" imgH="129679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8588" y="1323975"/>
                        <a:ext cx="42068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2830" name="Oval 30">
            <a:extLst>
              <a:ext uri="{FF2B5EF4-FFF2-40B4-BE49-F238E27FC236}">
                <a16:creationId xmlns:a16="http://schemas.microsoft.com/office/drawing/2014/main" id="{C36DB137-B766-2441-C735-04450491614B}"/>
              </a:ext>
            </a:extLst>
          </p:cNvPr>
          <p:cNvSpPr>
            <a:spLocks noChangeArrowheads="1"/>
          </p:cNvSpPr>
          <p:nvPr/>
        </p:nvSpPr>
        <p:spPr bwMode="auto">
          <a:xfrm rot="-2228669">
            <a:off x="7877175" y="1752600"/>
            <a:ext cx="277813" cy="457200"/>
          </a:xfrm>
          <a:prstGeom prst="ellipse">
            <a:avLst/>
          </a:prstGeom>
          <a:noFill/>
          <a:ln w="28575">
            <a:solidFill>
              <a:srgbClr val="F492F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32831" name="Line 31">
            <a:extLst>
              <a:ext uri="{FF2B5EF4-FFF2-40B4-BE49-F238E27FC236}">
                <a16:creationId xmlns:a16="http://schemas.microsoft.com/office/drawing/2014/main" id="{9CC7C25F-B688-2E7E-A342-29D88CE375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73988" y="2162175"/>
            <a:ext cx="381000" cy="381000"/>
          </a:xfrm>
          <a:prstGeom prst="line">
            <a:avLst/>
          </a:prstGeom>
          <a:noFill/>
          <a:ln w="28575">
            <a:solidFill>
              <a:srgbClr val="F492F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32832" name="Object 10">
            <a:extLst>
              <a:ext uri="{FF2B5EF4-FFF2-40B4-BE49-F238E27FC236}">
                <a16:creationId xmlns:a16="http://schemas.microsoft.com/office/drawing/2014/main" id="{85169AA8-1B2E-7C41-67AD-6F3EDF5609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97850" y="1989138"/>
          <a:ext cx="4064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365760" imgH="251377" progId="Equation.3">
                  <p:embed/>
                </p:oleObj>
              </mc:Choice>
              <mc:Fallback>
                <p:oleObj name="公式" r:id="rId25" imgW="365760" imgH="251377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7850" y="1989138"/>
                        <a:ext cx="4064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33" name="Object 11">
            <a:extLst>
              <a:ext uri="{FF2B5EF4-FFF2-40B4-BE49-F238E27FC236}">
                <a16:creationId xmlns:a16="http://schemas.microsoft.com/office/drawing/2014/main" id="{C99C34BF-7379-EC9D-E189-5B6FACC146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51838" y="1600200"/>
          <a:ext cx="322262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91564" imgH="129679" progId="Equation.3">
                  <p:embed/>
                </p:oleObj>
              </mc:Choice>
              <mc:Fallback>
                <p:oleObj name="Equation" r:id="rId27" imgW="91564" imgH="129679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1838" y="1600200"/>
                        <a:ext cx="322262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2834" name="Text Box 34">
            <a:extLst>
              <a:ext uri="{FF2B5EF4-FFF2-40B4-BE49-F238E27FC236}">
                <a16:creationId xmlns:a16="http://schemas.microsoft.com/office/drawing/2014/main" id="{9D112A8D-5E48-E3C7-1D58-D9DBF8F15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1558925"/>
            <a:ext cx="3635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3300"/>
                </a:solidFill>
              </a:rPr>
              <a:t>+</a:t>
            </a:r>
          </a:p>
        </p:txBody>
      </p:sp>
      <p:sp>
        <p:nvSpPr>
          <p:cNvPr id="332835" name="Text Box 35">
            <a:extLst>
              <a:ext uri="{FF2B5EF4-FFF2-40B4-BE49-F238E27FC236}">
                <a16:creationId xmlns:a16="http://schemas.microsoft.com/office/drawing/2014/main" id="{B23E4712-5635-92BA-D8B4-4EB17FD634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650" y="1819275"/>
            <a:ext cx="3635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3300"/>
                </a:solidFill>
              </a:rPr>
              <a:t>+</a:t>
            </a:r>
          </a:p>
        </p:txBody>
      </p:sp>
      <p:sp>
        <p:nvSpPr>
          <p:cNvPr id="332836" name="Text Box 36">
            <a:extLst>
              <a:ext uri="{FF2B5EF4-FFF2-40B4-BE49-F238E27FC236}">
                <a16:creationId xmlns:a16="http://schemas.microsoft.com/office/drawing/2014/main" id="{A551C1AE-A14D-DAB1-C549-1FB01B4C37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1463" y="2133600"/>
            <a:ext cx="3635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3300"/>
                </a:solidFill>
              </a:rPr>
              <a:t>+</a:t>
            </a:r>
          </a:p>
        </p:txBody>
      </p:sp>
      <p:sp>
        <p:nvSpPr>
          <p:cNvPr id="332837" name="Text Box 37">
            <a:extLst>
              <a:ext uri="{FF2B5EF4-FFF2-40B4-BE49-F238E27FC236}">
                <a16:creationId xmlns:a16="http://schemas.microsoft.com/office/drawing/2014/main" id="{39E1088F-6007-46CB-6190-A803ED012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6175" y="1593850"/>
            <a:ext cx="3635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3300"/>
                </a:solidFill>
              </a:rPr>
              <a:t>+</a:t>
            </a:r>
          </a:p>
        </p:txBody>
      </p:sp>
      <p:sp>
        <p:nvSpPr>
          <p:cNvPr id="332838" name="Line 38">
            <a:extLst>
              <a:ext uri="{FF2B5EF4-FFF2-40B4-BE49-F238E27FC236}">
                <a16:creationId xmlns:a16="http://schemas.microsoft.com/office/drawing/2014/main" id="{DB081556-2172-98B3-B18C-B96162EFCC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15288" y="1371600"/>
            <a:ext cx="671512" cy="581025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2839" name="Line 39">
            <a:extLst>
              <a:ext uri="{FF2B5EF4-FFF2-40B4-BE49-F238E27FC236}">
                <a16:creationId xmlns:a16="http://schemas.microsoft.com/office/drawing/2014/main" id="{132CD4F4-9A8E-FD39-350C-CE40A0B11B4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51800" y="1562100"/>
            <a:ext cx="407988" cy="358775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2840" name="Oval 40">
            <a:extLst>
              <a:ext uri="{FF2B5EF4-FFF2-40B4-BE49-F238E27FC236}">
                <a16:creationId xmlns:a16="http://schemas.microsoft.com/office/drawing/2014/main" id="{01943A87-3611-8497-D841-304CD1AFC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5763" y="1901825"/>
            <a:ext cx="76200" cy="76200"/>
          </a:xfrm>
          <a:prstGeom prst="ellipse">
            <a:avLst/>
          </a:prstGeom>
          <a:solidFill>
            <a:srgbClr val="FFFF00"/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332841" name="Object 12">
            <a:extLst>
              <a:ext uri="{FF2B5EF4-FFF2-40B4-BE49-F238E27FC236}">
                <a16:creationId xmlns:a16="http://schemas.microsoft.com/office/drawing/2014/main" id="{E9885B0C-AD26-E7AB-2DE6-646E276E5B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45488" y="914400"/>
          <a:ext cx="41751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14456" imgH="167585" progId="Equation.3">
                  <p:embed/>
                </p:oleObj>
              </mc:Choice>
              <mc:Fallback>
                <p:oleObj name="Equation" r:id="rId29" imgW="114456" imgH="16758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45488" y="914400"/>
                        <a:ext cx="417512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2842" name="Line 42">
            <a:extLst>
              <a:ext uri="{FF2B5EF4-FFF2-40B4-BE49-F238E27FC236}">
                <a16:creationId xmlns:a16="http://schemas.microsoft.com/office/drawing/2014/main" id="{A780E9F0-D0A2-9EAE-FDB4-53134AF5122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67600" y="1828800"/>
            <a:ext cx="381000" cy="381000"/>
          </a:xfrm>
          <a:prstGeom prst="line">
            <a:avLst/>
          </a:prstGeom>
          <a:noFill/>
          <a:ln w="28575">
            <a:solidFill>
              <a:srgbClr val="F492F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2843" name="Oval 43">
            <a:extLst>
              <a:ext uri="{FF2B5EF4-FFF2-40B4-BE49-F238E27FC236}">
                <a16:creationId xmlns:a16="http://schemas.microsoft.com/office/drawing/2014/main" id="{7D08CB88-FE17-C9A3-6736-E56EF6E80675}"/>
              </a:ext>
            </a:extLst>
          </p:cNvPr>
          <p:cNvSpPr>
            <a:spLocks noChangeArrowheads="1"/>
          </p:cNvSpPr>
          <p:nvPr/>
        </p:nvSpPr>
        <p:spPr bwMode="auto">
          <a:xfrm rot="-2228669">
            <a:off x="7534275" y="2060575"/>
            <a:ext cx="277813" cy="457200"/>
          </a:xfrm>
          <a:prstGeom prst="ellipse">
            <a:avLst/>
          </a:prstGeom>
          <a:noFill/>
          <a:ln w="28575" cap="rnd">
            <a:solidFill>
              <a:srgbClr val="F492F4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32844" name="Text Box 44">
            <a:extLst>
              <a:ext uri="{FF2B5EF4-FFF2-40B4-BE49-F238E27FC236}">
                <a16:creationId xmlns:a16="http://schemas.microsoft.com/office/drawing/2014/main" id="{0008E34F-DF93-DE29-1FBA-980108EF85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250" y="6078538"/>
            <a:ext cx="4849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66FFFF"/>
                </a:solidFill>
                <a:latin typeface="宋体" panose="02010600030101010101" pitchFamily="2" charset="-122"/>
              </a:rPr>
              <a:t>注意：</a:t>
            </a:r>
            <a:r>
              <a:rPr lang="zh-CN" altLang="en-US" b="1">
                <a:latin typeface="宋体" panose="02010600030101010101" pitchFamily="2" charset="-122"/>
              </a:rPr>
              <a:t>上式中的电场是合场强。</a:t>
            </a: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    </a:t>
            </a:r>
          </a:p>
        </p:txBody>
      </p:sp>
      <p:sp>
        <p:nvSpPr>
          <p:cNvPr id="8226" name="Line 45">
            <a:extLst>
              <a:ext uri="{FF2B5EF4-FFF2-40B4-BE49-F238E27FC236}">
                <a16:creationId xmlns:a16="http://schemas.microsoft.com/office/drawing/2014/main" id="{77DBCE0A-D756-9BC8-8C2D-5A7C35DFD5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35825" y="1700213"/>
            <a:ext cx="144463" cy="144462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27" name="Line 46">
            <a:extLst>
              <a:ext uri="{FF2B5EF4-FFF2-40B4-BE49-F238E27FC236}">
                <a16:creationId xmlns:a16="http://schemas.microsoft.com/office/drawing/2014/main" id="{843E8612-C778-6E4B-2BFD-668E2D9A69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80288" y="1700213"/>
            <a:ext cx="144462" cy="144462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28" name="Line 47">
            <a:extLst>
              <a:ext uri="{FF2B5EF4-FFF2-40B4-BE49-F238E27FC236}">
                <a16:creationId xmlns:a16="http://schemas.microsoft.com/office/drawing/2014/main" id="{44E3E040-AEB2-5AFE-3A3E-5B462B2EEE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24750" y="1700213"/>
            <a:ext cx="144463" cy="144462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29" name="Line 48">
            <a:extLst>
              <a:ext uri="{FF2B5EF4-FFF2-40B4-BE49-F238E27FC236}">
                <a16:creationId xmlns:a16="http://schemas.microsoft.com/office/drawing/2014/main" id="{474E709D-8F60-C39A-FD05-2FF91BAFB9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96188" y="1771650"/>
            <a:ext cx="144462" cy="144463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30" name="Line 49">
            <a:extLst>
              <a:ext uri="{FF2B5EF4-FFF2-40B4-BE49-F238E27FC236}">
                <a16:creationId xmlns:a16="http://schemas.microsoft.com/office/drawing/2014/main" id="{53520B99-F407-A271-7BD9-48D80480D4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67625" y="1843088"/>
            <a:ext cx="144463" cy="144462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31" name="Line 50">
            <a:extLst>
              <a:ext uri="{FF2B5EF4-FFF2-40B4-BE49-F238E27FC236}">
                <a16:creationId xmlns:a16="http://schemas.microsoft.com/office/drawing/2014/main" id="{FD17A003-470B-14C1-F200-101052D442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39063" y="1914525"/>
            <a:ext cx="144462" cy="144463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32" name="Line 51">
            <a:extLst>
              <a:ext uri="{FF2B5EF4-FFF2-40B4-BE49-F238E27FC236}">
                <a16:creationId xmlns:a16="http://schemas.microsoft.com/office/drawing/2014/main" id="{493FBEBE-D62F-DFE3-9AE6-FA2F10FFD9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10500" y="1985963"/>
            <a:ext cx="144463" cy="144462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33" name="Line 52">
            <a:extLst>
              <a:ext uri="{FF2B5EF4-FFF2-40B4-BE49-F238E27FC236}">
                <a16:creationId xmlns:a16="http://schemas.microsoft.com/office/drawing/2014/main" id="{F87173AF-4120-8707-8799-AD2F9351536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81938" y="2057400"/>
            <a:ext cx="144462" cy="144463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34" name="Line 53">
            <a:extLst>
              <a:ext uri="{FF2B5EF4-FFF2-40B4-BE49-F238E27FC236}">
                <a16:creationId xmlns:a16="http://schemas.microsoft.com/office/drawing/2014/main" id="{BF8D6BDE-DECE-AA13-95D3-CE5B5B60DB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53375" y="2128838"/>
            <a:ext cx="144463" cy="144462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35" name="Line 54">
            <a:extLst>
              <a:ext uri="{FF2B5EF4-FFF2-40B4-BE49-F238E27FC236}">
                <a16:creationId xmlns:a16="http://schemas.microsoft.com/office/drawing/2014/main" id="{D3CDEA7E-06EC-B1B0-0050-552A7D66D0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27988" y="2347913"/>
            <a:ext cx="144462" cy="144462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36" name="Line 55">
            <a:extLst>
              <a:ext uri="{FF2B5EF4-FFF2-40B4-BE49-F238E27FC236}">
                <a16:creationId xmlns:a16="http://schemas.microsoft.com/office/drawing/2014/main" id="{F541462D-5395-96AF-4C01-1FC90EAE19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27988" y="2492375"/>
            <a:ext cx="144462" cy="144463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332856" name="Picture 56" descr="j0293240">
            <a:extLst>
              <a:ext uri="{FF2B5EF4-FFF2-40B4-BE49-F238E27FC236}">
                <a16:creationId xmlns:a16="http://schemas.microsoft.com/office/drawing/2014/main" id="{BF913267-3D96-636F-D951-5F32886E1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28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2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32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2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2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2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2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32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32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32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32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32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32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32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332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332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332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332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332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332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332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332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32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32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32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32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32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332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8" dur="500"/>
                                        <p:tgtEl>
                                          <p:spTgt spid="332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332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328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3328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803" grpId="0" autoUpdateAnimBg="0"/>
      <p:bldP spid="332810" grpId="0" autoUpdateAnimBg="0"/>
      <p:bldP spid="332811" grpId="0" autoUpdateAnimBg="0"/>
      <p:bldP spid="332813" grpId="0" animBg="1"/>
      <p:bldP spid="332814" grpId="0" animBg="1" autoUpdateAnimBg="0"/>
      <p:bldP spid="332815" grpId="0" autoUpdateAnimBg="0"/>
      <p:bldP spid="332828" grpId="0" animBg="1"/>
      <p:bldP spid="332830" grpId="0" animBg="1"/>
      <p:bldP spid="332834" grpId="0" autoUpdateAnimBg="0"/>
      <p:bldP spid="332835" grpId="0" autoUpdateAnimBg="0"/>
      <p:bldP spid="332836" grpId="0" autoUpdateAnimBg="0"/>
      <p:bldP spid="332837" grpId="0" autoUpdateAnimBg="0"/>
      <p:bldP spid="332840" grpId="0" animBg="1"/>
      <p:bldP spid="332843" grpId="0" animBg="1"/>
      <p:bldP spid="332844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>
            <a:extLst>
              <a:ext uri="{FF2B5EF4-FFF2-40B4-BE49-F238E27FC236}">
                <a16:creationId xmlns:a16="http://schemas.microsoft.com/office/drawing/2014/main" id="{EE411A29-EFCB-E6A0-F197-C9F22994A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33375"/>
            <a:ext cx="56499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66FFFF"/>
                </a:solidFill>
              </a:rPr>
              <a:t>3. </a:t>
            </a:r>
            <a:r>
              <a:rPr lang="zh-CN" altLang="en-US" b="1">
                <a:solidFill>
                  <a:srgbClr val="66FFFF"/>
                </a:solidFill>
                <a:latin typeface="宋体" panose="02010600030101010101" pitchFamily="2" charset="-122"/>
              </a:rPr>
              <a:t>静电屏蔽</a:t>
            </a:r>
            <a:r>
              <a:rPr lang="en-US" altLang="zh-CN" b="1">
                <a:solidFill>
                  <a:srgbClr val="66FFFF"/>
                </a:solidFill>
                <a:latin typeface="宋体" panose="02010600030101010101" pitchFamily="2" charset="-122"/>
              </a:rPr>
              <a:t>(</a:t>
            </a:r>
            <a:r>
              <a:rPr lang="zh-CN" altLang="en-US" b="1">
                <a:solidFill>
                  <a:srgbClr val="66FFFF"/>
                </a:solidFill>
              </a:rPr>
              <a:t>腔内、腔外的场互不影响</a:t>
            </a:r>
            <a:r>
              <a:rPr lang="en-US" altLang="zh-CN" b="1">
                <a:solidFill>
                  <a:srgbClr val="66FFFF"/>
                </a:solidFill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300035" name="Rectangle 3">
            <a:extLst>
              <a:ext uri="{FF2B5EF4-FFF2-40B4-BE49-F238E27FC236}">
                <a16:creationId xmlns:a16="http://schemas.microsoft.com/office/drawing/2014/main" id="{4EAED583-95ED-8EBD-C501-869AFDAF9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762250"/>
            <a:ext cx="1517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静电屏蔽</a:t>
            </a:r>
            <a:r>
              <a:rPr lang="en-US" altLang="zh-CN" b="1"/>
              <a:t>:</a:t>
            </a:r>
          </a:p>
        </p:txBody>
      </p:sp>
      <p:sp>
        <p:nvSpPr>
          <p:cNvPr id="300036" name="Text Box 4">
            <a:extLst>
              <a:ext uri="{FF2B5EF4-FFF2-40B4-BE49-F238E27FC236}">
                <a16:creationId xmlns:a16="http://schemas.microsoft.com/office/drawing/2014/main" id="{746265FF-1C40-D28F-84D5-FAD03BB009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267075"/>
            <a:ext cx="78105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b="1"/>
              <a:t>(1) </a:t>
            </a:r>
            <a:r>
              <a:rPr lang="zh-CN" altLang="en-US" b="1"/>
              <a:t>空腔导体不论接地与否，其内部电场不受空腔外电荷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b="1"/>
              <a:t>      的影响。空腔内的电场是由空腔内电荷及内壁上电荷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b="1"/>
              <a:t>　  决定。</a:t>
            </a:r>
          </a:p>
        </p:txBody>
      </p:sp>
      <p:pic>
        <p:nvPicPr>
          <p:cNvPr id="300037" name="Picture 5" descr="art812">
            <a:extLst>
              <a:ext uri="{FF2B5EF4-FFF2-40B4-BE49-F238E27FC236}">
                <a16:creationId xmlns:a16="http://schemas.microsoft.com/office/drawing/2014/main" id="{519BBE3A-1BA8-CB57-2D33-C093F83B82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413" y="4491038"/>
            <a:ext cx="2182812" cy="2033587"/>
          </a:xfrm>
          <a:prstGeom prst="rect">
            <a:avLst/>
          </a:prstGeom>
          <a:solidFill>
            <a:srgbClr val="FFFFFF"/>
          </a:solidFill>
          <a:ln w="9525">
            <a:solidFill>
              <a:schemeClr val="bg2"/>
            </a:solidFill>
            <a:miter lim="800000"/>
            <a:headEnd/>
            <a:tailEnd/>
          </a:ln>
        </p:spPr>
      </p:pic>
      <p:pic>
        <p:nvPicPr>
          <p:cNvPr id="300038" name="Picture 6" descr="art813">
            <a:extLst>
              <a:ext uri="{FF2B5EF4-FFF2-40B4-BE49-F238E27FC236}">
                <a16:creationId xmlns:a16="http://schemas.microsoft.com/office/drawing/2014/main" id="{3F115A71-F398-F02C-3376-C750CC4AC4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4478338"/>
            <a:ext cx="2182813" cy="202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0039" name="Oval 7">
            <a:extLst>
              <a:ext uri="{FF2B5EF4-FFF2-40B4-BE49-F238E27FC236}">
                <a16:creationId xmlns:a16="http://schemas.microsoft.com/office/drawing/2014/main" id="{2D097293-577D-1790-B475-1808D1958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0288" y="5427663"/>
            <a:ext cx="152400" cy="152400"/>
          </a:xfrm>
          <a:prstGeom prst="ellipse">
            <a:avLst/>
          </a:prstGeom>
          <a:gradFill rotWithShape="1">
            <a:gsLst>
              <a:gs pos="0">
                <a:srgbClr val="66CCFF"/>
              </a:gs>
              <a:gs pos="100000">
                <a:srgbClr val="2F5E76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00040" name="Oval 8">
            <a:extLst>
              <a:ext uri="{FF2B5EF4-FFF2-40B4-BE49-F238E27FC236}">
                <a16:creationId xmlns:a16="http://schemas.microsoft.com/office/drawing/2014/main" id="{784077EC-7DEF-E6AB-E2EA-7ACE16FF1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6146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66CCFF"/>
              </a:gs>
              <a:gs pos="100000">
                <a:srgbClr val="2F5E76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00041" name="Oval 9">
            <a:extLst>
              <a:ext uri="{FF2B5EF4-FFF2-40B4-BE49-F238E27FC236}">
                <a16:creationId xmlns:a16="http://schemas.microsoft.com/office/drawing/2014/main" id="{E9875EE3-B326-503F-1070-B5F1669CB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4922838"/>
            <a:ext cx="152400" cy="152400"/>
          </a:xfrm>
          <a:prstGeom prst="ellipse">
            <a:avLst/>
          </a:prstGeom>
          <a:gradFill rotWithShape="1">
            <a:gsLst>
              <a:gs pos="0">
                <a:srgbClr val="66CCFF"/>
              </a:gs>
              <a:gs pos="100000">
                <a:srgbClr val="2F5E76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00042" name="Oval 10">
            <a:extLst>
              <a:ext uri="{FF2B5EF4-FFF2-40B4-BE49-F238E27FC236}">
                <a16:creationId xmlns:a16="http://schemas.microsoft.com/office/drawing/2014/main" id="{59C8DE52-F334-9EDF-F294-DA5279267B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0288" y="6075363"/>
            <a:ext cx="152400" cy="152400"/>
          </a:xfrm>
          <a:prstGeom prst="ellipse">
            <a:avLst/>
          </a:prstGeom>
          <a:gradFill rotWithShape="1">
            <a:gsLst>
              <a:gs pos="0">
                <a:srgbClr val="66CCFF"/>
              </a:gs>
              <a:gs pos="100000">
                <a:srgbClr val="2F5E76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00043" name="Oval 11">
            <a:extLst>
              <a:ext uri="{FF2B5EF4-FFF2-40B4-BE49-F238E27FC236}">
                <a16:creationId xmlns:a16="http://schemas.microsoft.com/office/drawing/2014/main" id="{2A4A70F1-938F-B056-8B92-434AF0C43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5427663"/>
            <a:ext cx="152400" cy="152400"/>
          </a:xfrm>
          <a:prstGeom prst="ellipse">
            <a:avLst/>
          </a:prstGeom>
          <a:gradFill rotWithShape="1">
            <a:gsLst>
              <a:gs pos="0">
                <a:srgbClr val="66CCFF"/>
              </a:gs>
              <a:gs pos="100000">
                <a:srgbClr val="2F5E76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00044" name="Oval 12">
            <a:extLst>
              <a:ext uri="{FF2B5EF4-FFF2-40B4-BE49-F238E27FC236}">
                <a16:creationId xmlns:a16="http://schemas.microsoft.com/office/drawing/2014/main" id="{6BCE6E49-3A72-DFA3-2103-BB6231165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6146800"/>
            <a:ext cx="152400" cy="152400"/>
          </a:xfrm>
          <a:prstGeom prst="ellipse">
            <a:avLst/>
          </a:prstGeom>
          <a:gradFill rotWithShape="1">
            <a:gsLst>
              <a:gs pos="0">
                <a:srgbClr val="66CCFF"/>
              </a:gs>
              <a:gs pos="100000">
                <a:srgbClr val="2F5E76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00045" name="Oval 13">
            <a:extLst>
              <a:ext uri="{FF2B5EF4-FFF2-40B4-BE49-F238E27FC236}">
                <a16:creationId xmlns:a16="http://schemas.microsoft.com/office/drawing/2014/main" id="{04C662EE-C080-F47A-F067-4E1696E57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4922838"/>
            <a:ext cx="152400" cy="152400"/>
          </a:xfrm>
          <a:prstGeom prst="ellipse">
            <a:avLst/>
          </a:prstGeom>
          <a:gradFill rotWithShape="1">
            <a:gsLst>
              <a:gs pos="0">
                <a:srgbClr val="66CCFF"/>
              </a:gs>
              <a:gs pos="100000">
                <a:srgbClr val="2F5E76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00046" name="Oval 14">
            <a:extLst>
              <a:ext uri="{FF2B5EF4-FFF2-40B4-BE49-F238E27FC236}">
                <a16:creationId xmlns:a16="http://schemas.microsoft.com/office/drawing/2014/main" id="{78789FAA-AE49-20B9-09A6-98EB2B25D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6075363"/>
            <a:ext cx="152400" cy="152400"/>
          </a:xfrm>
          <a:prstGeom prst="ellipse">
            <a:avLst/>
          </a:prstGeom>
          <a:gradFill rotWithShape="1">
            <a:gsLst>
              <a:gs pos="0">
                <a:srgbClr val="66CCFF"/>
              </a:gs>
              <a:gs pos="100000">
                <a:srgbClr val="2F5E76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00047" name="Oval 15">
            <a:extLst>
              <a:ext uri="{FF2B5EF4-FFF2-40B4-BE49-F238E27FC236}">
                <a16:creationId xmlns:a16="http://schemas.microsoft.com/office/drawing/2014/main" id="{11B80626-8B93-3FBC-B81A-43FCB54575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16238" y="4911725"/>
            <a:ext cx="1039812" cy="1039813"/>
          </a:xfrm>
          <a:prstGeom prst="ellipse">
            <a:avLst/>
          </a:prstGeom>
          <a:solidFill>
            <a:srgbClr val="FF3300">
              <a:alpha val="5098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00048" name="Oval 16">
            <a:extLst>
              <a:ext uri="{FF2B5EF4-FFF2-40B4-BE49-F238E27FC236}">
                <a16:creationId xmlns:a16="http://schemas.microsoft.com/office/drawing/2014/main" id="{4B6EE04C-AFBC-CAEF-EE6B-7499D7C250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0113" y="4891088"/>
            <a:ext cx="1039812" cy="1039812"/>
          </a:xfrm>
          <a:prstGeom prst="ellipse">
            <a:avLst/>
          </a:prstGeom>
          <a:solidFill>
            <a:srgbClr val="FF3300">
              <a:alpha val="5098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00049" name="AutoShape 17" descr="深色上对角线">
            <a:extLst>
              <a:ext uri="{FF2B5EF4-FFF2-40B4-BE49-F238E27FC236}">
                <a16:creationId xmlns:a16="http://schemas.microsoft.com/office/drawing/2014/main" id="{17677875-2787-CEA1-AF80-1C92436AA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6325" y="1582738"/>
            <a:ext cx="2133600" cy="99060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2147483646 w 21600"/>
              <a:gd name="T13" fmla="*/ 2147483646 h 21600"/>
              <a:gd name="T14" fmla="*/ 2147483646 w 21600"/>
              <a:gd name="T15" fmla="*/ 2147483646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4645" y="10800"/>
                </a:moveTo>
                <a:cubicBezTo>
                  <a:pt x="4645" y="14199"/>
                  <a:pt x="7401" y="16955"/>
                  <a:pt x="10800" y="16955"/>
                </a:cubicBezTo>
                <a:cubicBezTo>
                  <a:pt x="14199" y="16955"/>
                  <a:pt x="16955" y="14199"/>
                  <a:pt x="16955" y="10800"/>
                </a:cubicBezTo>
                <a:cubicBezTo>
                  <a:pt x="16955" y="7401"/>
                  <a:pt x="14199" y="4645"/>
                  <a:pt x="10800" y="4645"/>
                </a:cubicBezTo>
                <a:cubicBezTo>
                  <a:pt x="7401" y="4645"/>
                  <a:pt x="4645" y="7401"/>
                  <a:pt x="4645" y="10800"/>
                </a:cubicBez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 w="190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18">
            <a:extLst>
              <a:ext uri="{FF2B5EF4-FFF2-40B4-BE49-F238E27FC236}">
                <a16:creationId xmlns:a16="http://schemas.microsoft.com/office/drawing/2014/main" id="{CAF79EAC-5886-74E5-23F4-1F9C171D36CD}"/>
              </a:ext>
            </a:extLst>
          </p:cNvPr>
          <p:cNvGrpSpPr>
            <a:grpSpLocks/>
          </p:cNvGrpSpPr>
          <p:nvPr/>
        </p:nvGrpSpPr>
        <p:grpSpPr bwMode="auto">
          <a:xfrm>
            <a:off x="4149725" y="1125538"/>
            <a:ext cx="1600200" cy="1143000"/>
            <a:chOff x="4416" y="384"/>
            <a:chExt cx="1008" cy="720"/>
          </a:xfrm>
        </p:grpSpPr>
        <p:sp>
          <p:nvSpPr>
            <p:cNvPr id="9246" name="Text Box 19">
              <a:extLst>
                <a:ext uri="{FF2B5EF4-FFF2-40B4-BE49-F238E27FC236}">
                  <a16:creationId xmlns:a16="http://schemas.microsoft.com/office/drawing/2014/main" id="{909D9E0A-1D39-7CBD-F7FF-5798F6833F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816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rgbClr val="FFFF00"/>
                  </a:solidFill>
                </a:rPr>
                <a:t>腔内</a:t>
              </a:r>
              <a:endParaRPr lang="zh-CN" altLang="en-US">
                <a:solidFill>
                  <a:srgbClr val="FFFF00"/>
                </a:solidFill>
              </a:endParaRPr>
            </a:p>
          </p:txBody>
        </p:sp>
        <p:sp>
          <p:nvSpPr>
            <p:cNvPr id="9247" name="Text Box 20">
              <a:extLst>
                <a:ext uri="{FF2B5EF4-FFF2-40B4-BE49-F238E27FC236}">
                  <a16:creationId xmlns:a16="http://schemas.microsoft.com/office/drawing/2014/main" id="{DC8F1A84-44E4-6317-1370-3AF60E46B7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384"/>
              <a:ext cx="7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rgbClr val="FFFF00"/>
                  </a:solidFill>
                </a:rPr>
                <a:t>腔外</a:t>
              </a:r>
              <a:endParaRPr lang="zh-CN" altLang="en-US">
                <a:solidFill>
                  <a:srgbClr val="FFFF00"/>
                </a:solidFill>
              </a:endParaRPr>
            </a:p>
          </p:txBody>
        </p:sp>
      </p:grpSp>
      <p:sp>
        <p:nvSpPr>
          <p:cNvPr id="300053" name="AutoShape 21">
            <a:extLst>
              <a:ext uri="{FF2B5EF4-FFF2-40B4-BE49-F238E27FC236}">
                <a16:creationId xmlns:a16="http://schemas.microsoft.com/office/drawing/2014/main" id="{F437A5C3-31FC-948B-A2F3-52A83AF3B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5550" y="2116138"/>
            <a:ext cx="1219200" cy="533400"/>
          </a:xfrm>
          <a:prstGeom prst="wedgeEllipseCallout">
            <a:avLst>
              <a:gd name="adj1" fmla="val -142449"/>
              <a:gd name="adj2" fmla="val -27083"/>
            </a:avLst>
          </a:prstGeom>
          <a:noFill/>
          <a:ln w="19050">
            <a:solidFill>
              <a:srgbClr val="66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/>
              <a:t>内表面</a:t>
            </a:r>
          </a:p>
        </p:txBody>
      </p:sp>
      <p:sp>
        <p:nvSpPr>
          <p:cNvPr id="300054" name="AutoShape 22">
            <a:extLst>
              <a:ext uri="{FF2B5EF4-FFF2-40B4-BE49-F238E27FC236}">
                <a16:creationId xmlns:a16="http://schemas.microsoft.com/office/drawing/2014/main" id="{A0DF0428-7930-11C2-0356-40774D17B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6788" y="1392238"/>
            <a:ext cx="1219200" cy="533400"/>
          </a:xfrm>
          <a:prstGeom prst="wedgeEllipseCallout">
            <a:avLst>
              <a:gd name="adj1" fmla="val -72787"/>
              <a:gd name="adj2" fmla="val 64583"/>
            </a:avLst>
          </a:prstGeom>
          <a:noFill/>
          <a:ln w="19050">
            <a:solidFill>
              <a:srgbClr val="66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b="1"/>
              <a:t>外表面</a:t>
            </a:r>
            <a:endParaRPr lang="zh-CN" altLang="en-US"/>
          </a:p>
        </p:txBody>
      </p:sp>
      <p:sp>
        <p:nvSpPr>
          <p:cNvPr id="300055" name="AutoShape 23">
            <a:extLst>
              <a:ext uri="{FF2B5EF4-FFF2-40B4-BE49-F238E27FC236}">
                <a16:creationId xmlns:a16="http://schemas.microsoft.com/office/drawing/2014/main" id="{8852D2C3-E534-A100-9BA0-6578BAA6E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5725" y="1201738"/>
            <a:ext cx="990600" cy="533400"/>
          </a:xfrm>
          <a:prstGeom prst="wedgeRoundRectCallout">
            <a:avLst>
              <a:gd name="adj1" fmla="val 70352"/>
              <a:gd name="adj2" fmla="val 91069"/>
              <a:gd name="adj3" fmla="val 16667"/>
            </a:avLst>
          </a:prstGeom>
          <a:noFill/>
          <a:ln w="19050">
            <a:solidFill>
              <a:srgbClr val="66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latin typeface="宋体" panose="02010600030101010101" pitchFamily="2" charset="-122"/>
              </a:rPr>
              <a:t>导体</a:t>
            </a:r>
          </a:p>
        </p:txBody>
      </p:sp>
      <p:grpSp>
        <p:nvGrpSpPr>
          <p:cNvPr id="3" name="Group 24">
            <a:extLst>
              <a:ext uri="{FF2B5EF4-FFF2-40B4-BE49-F238E27FC236}">
                <a16:creationId xmlns:a16="http://schemas.microsoft.com/office/drawing/2014/main" id="{2AD1E629-4D5C-E724-101F-1D3FD268F70B}"/>
              </a:ext>
            </a:extLst>
          </p:cNvPr>
          <p:cNvGrpSpPr>
            <a:grpSpLocks/>
          </p:cNvGrpSpPr>
          <p:nvPr/>
        </p:nvGrpSpPr>
        <p:grpSpPr bwMode="auto">
          <a:xfrm>
            <a:off x="3028950" y="2289175"/>
            <a:ext cx="927100" cy="444500"/>
            <a:chOff x="1632" y="3872"/>
            <a:chExt cx="584" cy="280"/>
          </a:xfrm>
        </p:grpSpPr>
        <p:sp>
          <p:nvSpPr>
            <p:cNvPr id="9240" name="Line 25">
              <a:extLst>
                <a:ext uri="{FF2B5EF4-FFF2-40B4-BE49-F238E27FC236}">
                  <a16:creationId xmlns:a16="http://schemas.microsoft.com/office/drawing/2014/main" id="{0936515B-0163-9EDF-B507-40E24AA913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4056"/>
              <a:ext cx="144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1" name="Line 26">
              <a:extLst>
                <a:ext uri="{FF2B5EF4-FFF2-40B4-BE49-F238E27FC236}">
                  <a16:creationId xmlns:a16="http://schemas.microsoft.com/office/drawing/2014/main" id="{1E192835-0724-6705-7F22-A8DACE2A3D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8" y="4104"/>
              <a:ext cx="96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2" name="Line 27">
              <a:extLst>
                <a:ext uri="{FF2B5EF4-FFF2-40B4-BE49-F238E27FC236}">
                  <a16:creationId xmlns:a16="http://schemas.microsoft.com/office/drawing/2014/main" id="{A98EC35A-ECF6-3F21-2A63-00686FCF26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4056"/>
              <a:ext cx="144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3" name="Line 28">
              <a:extLst>
                <a:ext uri="{FF2B5EF4-FFF2-40B4-BE49-F238E27FC236}">
                  <a16:creationId xmlns:a16="http://schemas.microsoft.com/office/drawing/2014/main" id="{67666AA8-F240-37B5-8043-9F4019D00C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4152"/>
              <a:ext cx="32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4" name="Line 29">
              <a:extLst>
                <a:ext uri="{FF2B5EF4-FFF2-40B4-BE49-F238E27FC236}">
                  <a16:creationId xmlns:a16="http://schemas.microsoft.com/office/drawing/2014/main" id="{BE89CA37-3198-2D73-655D-6FA15549E1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6" y="3872"/>
              <a:ext cx="0" cy="192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5" name="Line 30">
              <a:extLst>
                <a:ext uri="{FF2B5EF4-FFF2-40B4-BE49-F238E27FC236}">
                  <a16:creationId xmlns:a16="http://schemas.microsoft.com/office/drawing/2014/main" id="{60AFB366-AC9C-4BEB-758C-33EA450668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8" y="3880"/>
              <a:ext cx="528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31" name="Picture 16" descr="j0293240">
            <a:extLst>
              <a:ext uri="{FF2B5EF4-FFF2-40B4-BE49-F238E27FC236}">
                <a16:creationId xmlns:a16="http://schemas.microsoft.com/office/drawing/2014/main" id="{DB5DBC52-354C-AFD6-A492-FD85D297C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00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0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0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0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0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0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41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0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00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7" dur="1000"/>
                                        <p:tgtEl>
                                          <p:spTgt spid="300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0" dur="1000"/>
                                        <p:tgtEl>
                                          <p:spTgt spid="300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3" dur="1000"/>
                                        <p:tgtEl>
                                          <p:spTgt spid="300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6" dur="1000"/>
                                        <p:tgtEl>
                                          <p:spTgt spid="300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64" presetClass="path" presetSubtype="0" repeatCount="5000" accel="50000" decel="5000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3.33333E-6 L -0.04774 -0.06365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3000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96" y="-3194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35" presetClass="path" presetSubtype="0" repeatCount="5000" accel="50000" decel="5000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2.22222E-6 L -0.04809 -0.06412 " pathEditMode="relative" rAng="0" ptsTypes="AA">
                                      <p:cBhvr>
                                        <p:cTn id="70" dur="2000" fill="hold"/>
                                        <p:tgtEl>
                                          <p:spTgt spid="3000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13" y="-3218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42" presetClass="path" presetSubtype="0" repeatCount="5000" accel="50000" decel="5000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1.11111E-6 L -5.55556E-7 0.10486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3000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31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49" presetClass="path" presetSubtype="0" repeatCount="5000" accel="50000" decel="5000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0.01063 L -0.04774 -0.0215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3000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96" y="-1618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23" presetClass="entr" presetSubtype="16" repeatCount="1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000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000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35" presetClass="emph" presetSubtype="0" repeatCount="1000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0" dur="1000" fill="hold"/>
                                        <p:tgtEl>
                                          <p:spTgt spid="300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300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8" dur="1000"/>
                                        <p:tgtEl>
                                          <p:spTgt spid="300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91" dur="1000"/>
                                        <p:tgtEl>
                                          <p:spTgt spid="300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94" dur="1000"/>
                                        <p:tgtEl>
                                          <p:spTgt spid="300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97" dur="1000"/>
                                        <p:tgtEl>
                                          <p:spTgt spid="300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64" presetClass="path" presetSubtype="0" repeatCount="5000" accel="50000" decel="5000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3.33333E-6 L -0.04774 -0.06365 " pathEditMode="relative" rAng="0" ptsTypes="AA">
                                      <p:cBhvr>
                                        <p:cTn id="99" dur="2000" fill="hold"/>
                                        <p:tgtEl>
                                          <p:spTgt spid="3000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96" y="-3194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35" presetClass="path" presetSubtype="0" repeatCount="5000" accel="50000" decel="5000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2.22222E-6 L -0.04809 -0.06412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3000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13" y="-3218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42" presetClass="path" presetSubtype="0" repeatCount="5000" accel="50000" decel="5000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1.11111E-6 L -5.55556E-7 0.10486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3000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31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49" presetClass="path" presetSubtype="0" repeatCount="5000" accel="50000" decel="5000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0.01063 L -0.04774 -0.0215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3000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96" y="-1618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23" presetClass="entr" presetSubtype="16" repeatCount="1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000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000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35" presetClass="emph" presetSubtype="0" repeatCount="1000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1" dur="1000" fill="hold"/>
                                        <p:tgtEl>
                                          <p:spTgt spid="300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034" grpId="0" autoUpdateAnimBg="0"/>
      <p:bldP spid="300035" grpId="0"/>
      <p:bldP spid="300036" grpId="0"/>
      <p:bldP spid="300039" grpId="0" animBg="1"/>
      <p:bldP spid="300039" grpId="1" animBg="1"/>
      <p:bldP spid="300040" grpId="0" animBg="1"/>
      <p:bldP spid="300040" grpId="1" animBg="1"/>
      <p:bldP spid="300041" grpId="0" animBg="1"/>
      <p:bldP spid="300041" grpId="1" animBg="1"/>
      <p:bldP spid="300042" grpId="0" animBg="1"/>
      <p:bldP spid="300042" grpId="1" animBg="1"/>
      <p:bldP spid="300043" grpId="0" animBg="1"/>
      <p:bldP spid="300043" grpId="1" animBg="1"/>
      <p:bldP spid="300044" grpId="0" animBg="1"/>
      <p:bldP spid="300044" grpId="1" animBg="1"/>
      <p:bldP spid="300045" grpId="0" animBg="1"/>
      <p:bldP spid="300045" grpId="1" animBg="1"/>
      <p:bldP spid="300046" grpId="0" animBg="1"/>
      <p:bldP spid="300046" grpId="1" animBg="1"/>
      <p:bldP spid="300047" grpId="0" animBg="1"/>
      <p:bldP spid="300047" grpId="1" animBg="1"/>
      <p:bldP spid="300048" grpId="0" animBg="1"/>
      <p:bldP spid="300048" grpId="1" animBg="1"/>
      <p:bldP spid="300053" grpId="0" animBg="1" autoUpdateAnimBg="0"/>
      <p:bldP spid="300054" grpId="0" animBg="1" autoUpdateAnimBg="0"/>
      <p:bldP spid="300055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010" name="Picture 2" descr="art813">
            <a:extLst>
              <a:ext uri="{FF2B5EF4-FFF2-40B4-BE49-F238E27FC236}">
                <a16:creationId xmlns:a16="http://schemas.microsoft.com/office/drawing/2014/main" id="{F03D118D-BE45-2962-BB09-045CFCBE8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1700213"/>
            <a:ext cx="2182813" cy="202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9011" name="Text Box 3">
            <a:extLst>
              <a:ext uri="{FF2B5EF4-FFF2-40B4-BE49-F238E27FC236}">
                <a16:creationId xmlns:a16="http://schemas.microsoft.com/office/drawing/2014/main" id="{29498D20-0E1B-4E21-0099-01F918F750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49275"/>
            <a:ext cx="7761288" cy="966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b="1" dirty="0"/>
              <a:t>(2) </a:t>
            </a:r>
            <a:r>
              <a:rPr lang="zh-CN" altLang="en-US" b="1" dirty="0"/>
              <a:t>接地的空腔导体外部的电场不受空腔内电荷的影响，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b="1" dirty="0"/>
              <a:t>　  而只由空腔导体外壁及外部的电荷决定。  </a:t>
            </a:r>
          </a:p>
        </p:txBody>
      </p:sp>
      <p:pic>
        <p:nvPicPr>
          <p:cNvPr id="299012" name="Picture 4" descr="art813">
            <a:extLst>
              <a:ext uri="{FF2B5EF4-FFF2-40B4-BE49-F238E27FC236}">
                <a16:creationId xmlns:a16="http://schemas.microsoft.com/office/drawing/2014/main" id="{4BD7FB65-5E39-6623-1AA7-E8316EE4C1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825" y="1700213"/>
            <a:ext cx="2182813" cy="202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9013" name="Oval 5">
            <a:extLst>
              <a:ext uri="{FF2B5EF4-FFF2-40B4-BE49-F238E27FC236}">
                <a16:creationId xmlns:a16="http://schemas.microsoft.com/office/drawing/2014/main" id="{8992259B-1380-FF4B-B5F6-9FCF596DE0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65763" y="2025650"/>
            <a:ext cx="1201737" cy="1201738"/>
          </a:xfrm>
          <a:prstGeom prst="ellipse">
            <a:avLst/>
          </a:prstGeom>
          <a:gradFill rotWithShape="1">
            <a:gsLst>
              <a:gs pos="0">
                <a:srgbClr val="761800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99014" name="Oval 6">
            <a:extLst>
              <a:ext uri="{FF2B5EF4-FFF2-40B4-BE49-F238E27FC236}">
                <a16:creationId xmlns:a16="http://schemas.microsoft.com/office/drawing/2014/main" id="{C75DB46A-13EF-7E74-EE39-8A2102EC3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2420938"/>
            <a:ext cx="152400" cy="152400"/>
          </a:xfrm>
          <a:prstGeom prst="ellipse">
            <a:avLst/>
          </a:prstGeom>
          <a:gradFill rotWithShape="1">
            <a:gsLst>
              <a:gs pos="0">
                <a:srgbClr val="66CCFF"/>
              </a:gs>
              <a:gs pos="100000">
                <a:srgbClr val="2F5E76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pic>
        <p:nvPicPr>
          <p:cNvPr id="7" name="Picture 16" descr="j0293240">
            <a:extLst>
              <a:ext uri="{FF2B5EF4-FFF2-40B4-BE49-F238E27FC236}">
                <a16:creationId xmlns:a16="http://schemas.microsoft.com/office/drawing/2014/main" id="{8A0B3B23-CF39-2DB7-037A-9FD464BF7E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DC1D892-9243-8B42-BC4B-31030E117C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75" t="46080" r="24013" b="19201"/>
          <a:stretch/>
        </p:blipFill>
        <p:spPr>
          <a:xfrm>
            <a:off x="750349" y="3913188"/>
            <a:ext cx="7494059" cy="2724788"/>
          </a:xfrm>
          <a:prstGeom prst="rect">
            <a:avLst/>
          </a:prstGeom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41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9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2000"/>
                                        <p:tgtEl>
                                          <p:spTgt spid="299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99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990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990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8" dur="1000"/>
                                        <p:tgtEl>
                                          <p:spTgt spid="299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path" presetSubtype="0" repeatCount="5000" accel="50000" decel="5000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3.7037E-7 L -0.00052 0.07292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990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3634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3 0.07292 C 0.00694 0.075 0.0144 0.07709 0.01822 0.07292 C 0.02204 0.06875 0.01822 0.05186 0.02239 0.04792 C 0.02656 0.04399 0.04114 0.05371 0.04322 0.04931 C 0.04531 0.04491 0.03437 0.02963 0.03489 0.02153 C 0.03541 0.01343 0.04652 0.00649 0.04635 0.0007 C 0.04617 -0.00509 0.03871 -0.01574 0.03385 -0.01319 C 0.02899 -0.01064 0.01805 0.01922 0.01718 0.01598 C 0.01631 0.01274 0.03072 -0.02338 0.02864 -0.03263 C 0.02656 -0.04189 0.0118 -0.04166 0.00468 -0.03958 C -0.00244 -0.0375 -0.00938 -0.02175 -0.01407 -0.02013 C -0.01876 -0.01851 -0.01928 -0.03125 -0.02344 -0.02986 C -0.02761 -0.02847 -0.03924 -0.02152 -0.03907 -0.0118 C -0.0389 -0.00208 -0.02258 0.01852 -0.0224 0.02848 C -0.02223 0.03843 -0.03976 0.04514 -0.03803 0.04792 C -0.03629 0.0507 -0.0139 0.04144 -0.01199 0.04514 C -0.01008 0.04885 -0.03108 0.07223 -0.02657 0.07014 C -0.02206 0.06806 0.00815 0.03889 0.0151 0.03264 " pathEditMode="relative" ptsTypes="aaaaaaaaaaaaaaaaaA">
                                      <p:cBhvr>
                                        <p:cTn id="32" dur="5000" fill="hold"/>
                                        <p:tgtEl>
                                          <p:spTgt spid="2990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11" grpId="0"/>
      <p:bldP spid="299013" grpId="0" animBg="1"/>
      <p:bldP spid="299014" grpId="0" animBg="1"/>
      <p:bldP spid="299014" grpId="1" animBg="1"/>
      <p:bldP spid="299014" grpId="2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Freeform 2">
            <a:extLst>
              <a:ext uri="{FF2B5EF4-FFF2-40B4-BE49-F238E27FC236}">
                <a16:creationId xmlns:a16="http://schemas.microsoft.com/office/drawing/2014/main" id="{53CF05D3-F829-2817-25F6-97332EF6F1EB}"/>
              </a:ext>
            </a:extLst>
          </p:cNvPr>
          <p:cNvSpPr>
            <a:spLocks/>
          </p:cNvSpPr>
          <p:nvPr/>
        </p:nvSpPr>
        <p:spPr bwMode="auto">
          <a:xfrm>
            <a:off x="3132138" y="3116263"/>
            <a:ext cx="2133600" cy="762000"/>
          </a:xfrm>
          <a:custGeom>
            <a:avLst/>
            <a:gdLst>
              <a:gd name="T0" fmla="*/ 2147483646 w 1344"/>
              <a:gd name="T1" fmla="*/ 2147483646 h 480"/>
              <a:gd name="T2" fmla="*/ 2147483646 w 1344"/>
              <a:gd name="T3" fmla="*/ 0 h 480"/>
              <a:gd name="T4" fmla="*/ 2147483646 w 1344"/>
              <a:gd name="T5" fmla="*/ 0 h 480"/>
              <a:gd name="T6" fmla="*/ 0 w 1344"/>
              <a:gd name="T7" fmla="*/ 2147483646 h 480"/>
              <a:gd name="T8" fmla="*/ 2147483646 w 1344"/>
              <a:gd name="T9" fmla="*/ 2147483646 h 480"/>
              <a:gd name="T10" fmla="*/ 2147483646 w 1344"/>
              <a:gd name="T11" fmla="*/ 2147483646 h 480"/>
              <a:gd name="T12" fmla="*/ 2147483646 w 1344"/>
              <a:gd name="T13" fmla="*/ 2147483646 h 480"/>
              <a:gd name="T14" fmla="*/ 2147483646 w 1344"/>
              <a:gd name="T15" fmla="*/ 2147483646 h 480"/>
              <a:gd name="T16" fmla="*/ 2147483646 w 1344"/>
              <a:gd name="T17" fmla="*/ 2147483646 h 48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344"/>
              <a:gd name="T28" fmla="*/ 0 h 480"/>
              <a:gd name="T29" fmla="*/ 1344 w 1344"/>
              <a:gd name="T30" fmla="*/ 480 h 48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344" h="480">
                <a:moveTo>
                  <a:pt x="1344" y="48"/>
                </a:moveTo>
                <a:lnTo>
                  <a:pt x="1296" y="0"/>
                </a:lnTo>
                <a:lnTo>
                  <a:pt x="528" y="0"/>
                </a:lnTo>
                <a:lnTo>
                  <a:pt x="0" y="240"/>
                </a:lnTo>
                <a:lnTo>
                  <a:pt x="480" y="480"/>
                </a:lnTo>
                <a:lnTo>
                  <a:pt x="1296" y="480"/>
                </a:lnTo>
                <a:lnTo>
                  <a:pt x="1344" y="432"/>
                </a:lnTo>
                <a:lnTo>
                  <a:pt x="960" y="240"/>
                </a:lnTo>
                <a:lnTo>
                  <a:pt x="1344" y="48"/>
                </a:lnTo>
                <a:close/>
              </a:path>
            </a:pathLst>
          </a:custGeom>
          <a:gradFill rotWithShape="1">
            <a:gsLst>
              <a:gs pos="0">
                <a:srgbClr val="0066FF">
                  <a:alpha val="67998"/>
                </a:srgbClr>
              </a:gs>
              <a:gs pos="100000">
                <a:srgbClr val="002F76"/>
              </a:gs>
            </a:gsLst>
            <a:path path="rect">
              <a:fillToRect l="50000" t="50000" r="50000" b="50000"/>
            </a:path>
          </a:gra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5155" name="Text Box 3">
            <a:extLst>
              <a:ext uri="{FF2B5EF4-FFF2-40B4-BE49-F238E27FC236}">
                <a16:creationId xmlns:a16="http://schemas.microsoft.com/office/drawing/2014/main" id="{2E3CDE13-E932-B8C3-5E71-342ACA23C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3332163"/>
            <a:ext cx="12239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ea typeface="楷体_GB2312" pitchFamily="49" charset="-122"/>
              </a:rPr>
              <a:t>孤立导体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22D12794-861A-E9ED-DDB1-F71840D4B1C8}"/>
              </a:ext>
            </a:extLst>
          </p:cNvPr>
          <p:cNvGrpSpPr>
            <a:grpSpLocks/>
          </p:cNvGrpSpPr>
          <p:nvPr/>
        </p:nvGrpSpPr>
        <p:grpSpPr bwMode="auto">
          <a:xfrm>
            <a:off x="7239000" y="2979738"/>
            <a:ext cx="1219200" cy="1257300"/>
            <a:chOff x="4224" y="1200"/>
            <a:chExt cx="768" cy="792"/>
          </a:xfrm>
        </p:grpSpPr>
        <p:sp>
          <p:nvSpPr>
            <p:cNvPr id="11296" name="Oval 5">
              <a:extLst>
                <a:ext uri="{FF2B5EF4-FFF2-40B4-BE49-F238E27FC236}">
                  <a16:creationId xmlns:a16="http://schemas.microsoft.com/office/drawing/2014/main" id="{08552272-A667-AC74-866D-0C53CA99B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1260"/>
              <a:ext cx="672" cy="672"/>
            </a:xfrm>
            <a:prstGeom prst="ellipse">
              <a:avLst/>
            </a:prstGeom>
            <a:gradFill rotWithShape="0">
              <a:gsLst>
                <a:gs pos="0">
                  <a:srgbClr val="FFFF00"/>
                </a:gs>
                <a:gs pos="100000">
                  <a:srgbClr val="FF99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/>
            </a:p>
          </p:txBody>
        </p:sp>
        <p:sp>
          <p:nvSpPr>
            <p:cNvPr id="11297" name="Text Box 6">
              <a:extLst>
                <a:ext uri="{FF2B5EF4-FFF2-40B4-BE49-F238E27FC236}">
                  <a16:creationId xmlns:a16="http://schemas.microsoft.com/office/drawing/2014/main" id="{3ED3E1CF-D672-1FBF-0169-1207EE1D74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1200"/>
              <a:ext cx="1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/>
                <a:t>+</a:t>
              </a:r>
            </a:p>
          </p:txBody>
        </p:sp>
        <p:sp>
          <p:nvSpPr>
            <p:cNvPr id="11298" name="Text Box 7">
              <a:extLst>
                <a:ext uri="{FF2B5EF4-FFF2-40B4-BE49-F238E27FC236}">
                  <a16:creationId xmlns:a16="http://schemas.microsoft.com/office/drawing/2014/main" id="{BFB57614-82D1-02F3-271D-F5E5EA8B88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2" y="1228"/>
              <a:ext cx="1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/>
                <a:t>+</a:t>
              </a:r>
            </a:p>
          </p:txBody>
        </p:sp>
        <p:sp>
          <p:nvSpPr>
            <p:cNvPr id="11299" name="Text Box 8">
              <a:extLst>
                <a:ext uri="{FF2B5EF4-FFF2-40B4-BE49-F238E27FC236}">
                  <a16:creationId xmlns:a16="http://schemas.microsoft.com/office/drawing/2014/main" id="{B9B22569-4C18-6FA2-5F99-D76D6D7A40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0" y="1268"/>
              <a:ext cx="1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/>
                <a:t>+</a:t>
              </a:r>
            </a:p>
          </p:txBody>
        </p:sp>
        <p:sp>
          <p:nvSpPr>
            <p:cNvPr id="11300" name="Text Box 9">
              <a:extLst>
                <a:ext uri="{FF2B5EF4-FFF2-40B4-BE49-F238E27FC236}">
                  <a16:creationId xmlns:a16="http://schemas.microsoft.com/office/drawing/2014/main" id="{F3310128-71FB-90E4-E19F-721F077F92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4" y="1340"/>
              <a:ext cx="1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/>
                <a:t>+</a:t>
              </a:r>
            </a:p>
          </p:txBody>
        </p:sp>
        <p:sp>
          <p:nvSpPr>
            <p:cNvPr id="11301" name="Text Box 10">
              <a:extLst>
                <a:ext uri="{FF2B5EF4-FFF2-40B4-BE49-F238E27FC236}">
                  <a16:creationId xmlns:a16="http://schemas.microsoft.com/office/drawing/2014/main" id="{99DE5A48-800C-AF56-2328-81076F6A56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1420"/>
              <a:ext cx="1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/>
                <a:t>+</a:t>
              </a:r>
            </a:p>
          </p:txBody>
        </p:sp>
        <p:sp>
          <p:nvSpPr>
            <p:cNvPr id="11302" name="Text Box 11">
              <a:extLst>
                <a:ext uri="{FF2B5EF4-FFF2-40B4-BE49-F238E27FC236}">
                  <a16:creationId xmlns:a16="http://schemas.microsoft.com/office/drawing/2014/main" id="{E63ADF62-E0E4-4807-470E-D839B21747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4" y="1516"/>
              <a:ext cx="1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/>
                <a:t>+</a:t>
              </a:r>
            </a:p>
          </p:txBody>
        </p:sp>
        <p:sp>
          <p:nvSpPr>
            <p:cNvPr id="11303" name="Text Box 12">
              <a:extLst>
                <a:ext uri="{FF2B5EF4-FFF2-40B4-BE49-F238E27FC236}">
                  <a16:creationId xmlns:a16="http://schemas.microsoft.com/office/drawing/2014/main" id="{75BEA7F6-8B4E-F6AE-D42E-6D046F20FC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8" y="1616"/>
              <a:ext cx="1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/>
                <a:t>+</a:t>
              </a:r>
            </a:p>
          </p:txBody>
        </p:sp>
        <p:sp>
          <p:nvSpPr>
            <p:cNvPr id="11304" name="Text Box 13">
              <a:extLst>
                <a:ext uri="{FF2B5EF4-FFF2-40B4-BE49-F238E27FC236}">
                  <a16:creationId xmlns:a16="http://schemas.microsoft.com/office/drawing/2014/main" id="{1D58E71D-C75D-0636-0711-BC8E63C024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4" y="1708"/>
              <a:ext cx="1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/>
                <a:t>+</a:t>
              </a:r>
            </a:p>
          </p:txBody>
        </p:sp>
        <p:sp>
          <p:nvSpPr>
            <p:cNvPr id="11305" name="Text Box 14">
              <a:extLst>
                <a:ext uri="{FF2B5EF4-FFF2-40B4-BE49-F238E27FC236}">
                  <a16:creationId xmlns:a16="http://schemas.microsoft.com/office/drawing/2014/main" id="{FE9C1FB6-4A7C-E24C-AE5D-EA76B26FF0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6" y="1748"/>
              <a:ext cx="1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/>
                <a:t>+</a:t>
              </a:r>
            </a:p>
          </p:txBody>
        </p:sp>
        <p:sp>
          <p:nvSpPr>
            <p:cNvPr id="11306" name="Text Box 15">
              <a:extLst>
                <a:ext uri="{FF2B5EF4-FFF2-40B4-BE49-F238E27FC236}">
                  <a16:creationId xmlns:a16="http://schemas.microsoft.com/office/drawing/2014/main" id="{E453B8DE-DC83-CF68-FB58-6863F0419A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1780"/>
              <a:ext cx="1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/>
                <a:t>+</a:t>
              </a:r>
            </a:p>
          </p:txBody>
        </p:sp>
        <p:sp>
          <p:nvSpPr>
            <p:cNvPr id="11307" name="Text Box 16">
              <a:extLst>
                <a:ext uri="{FF2B5EF4-FFF2-40B4-BE49-F238E27FC236}">
                  <a16:creationId xmlns:a16="http://schemas.microsoft.com/office/drawing/2014/main" id="{8F988EA0-F711-3381-794B-C10FE21AA5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1776"/>
              <a:ext cx="1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/>
                <a:t>+</a:t>
              </a:r>
            </a:p>
          </p:txBody>
        </p:sp>
        <p:sp>
          <p:nvSpPr>
            <p:cNvPr id="11308" name="Text Box 17">
              <a:extLst>
                <a:ext uri="{FF2B5EF4-FFF2-40B4-BE49-F238E27FC236}">
                  <a16:creationId xmlns:a16="http://schemas.microsoft.com/office/drawing/2014/main" id="{D3489530-CB98-6528-0F47-D2250FB549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4" y="1744"/>
              <a:ext cx="1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/>
                <a:t>+</a:t>
              </a:r>
            </a:p>
          </p:txBody>
        </p:sp>
        <p:sp>
          <p:nvSpPr>
            <p:cNvPr id="11309" name="Text Box 18">
              <a:extLst>
                <a:ext uri="{FF2B5EF4-FFF2-40B4-BE49-F238E27FC236}">
                  <a16:creationId xmlns:a16="http://schemas.microsoft.com/office/drawing/2014/main" id="{1B79BAE2-9EE0-C32F-6A25-F6F1A5E484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8" y="1688"/>
              <a:ext cx="1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/>
                <a:t>+</a:t>
              </a:r>
            </a:p>
          </p:txBody>
        </p:sp>
        <p:sp>
          <p:nvSpPr>
            <p:cNvPr id="11310" name="Text Box 19">
              <a:extLst>
                <a:ext uri="{FF2B5EF4-FFF2-40B4-BE49-F238E27FC236}">
                  <a16:creationId xmlns:a16="http://schemas.microsoft.com/office/drawing/2014/main" id="{B9BF76E8-4BBA-F1B6-E01B-CA7FF2638B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6" y="1616"/>
              <a:ext cx="1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/>
                <a:t>+</a:t>
              </a:r>
            </a:p>
          </p:txBody>
        </p:sp>
        <p:sp>
          <p:nvSpPr>
            <p:cNvPr id="11311" name="Text Box 20">
              <a:extLst>
                <a:ext uri="{FF2B5EF4-FFF2-40B4-BE49-F238E27FC236}">
                  <a16:creationId xmlns:a16="http://schemas.microsoft.com/office/drawing/2014/main" id="{742C1AF7-60D2-A973-B8EB-37337313E4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1536"/>
              <a:ext cx="1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/>
                <a:t>+</a:t>
              </a:r>
            </a:p>
          </p:txBody>
        </p:sp>
        <p:sp>
          <p:nvSpPr>
            <p:cNvPr id="11312" name="Text Box 21">
              <a:extLst>
                <a:ext uri="{FF2B5EF4-FFF2-40B4-BE49-F238E27FC236}">
                  <a16:creationId xmlns:a16="http://schemas.microsoft.com/office/drawing/2014/main" id="{262BF6C9-816E-D7A9-E4F2-2EA28673FB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1440"/>
              <a:ext cx="1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/>
                <a:t>+</a:t>
              </a:r>
            </a:p>
          </p:txBody>
        </p:sp>
        <p:sp>
          <p:nvSpPr>
            <p:cNvPr id="11313" name="Text Box 22">
              <a:extLst>
                <a:ext uri="{FF2B5EF4-FFF2-40B4-BE49-F238E27FC236}">
                  <a16:creationId xmlns:a16="http://schemas.microsoft.com/office/drawing/2014/main" id="{5698E7ED-18F7-BED4-6DD6-C09213D2A5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4" y="1344"/>
              <a:ext cx="1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/>
                <a:t>+</a:t>
              </a:r>
            </a:p>
          </p:txBody>
        </p:sp>
        <p:sp>
          <p:nvSpPr>
            <p:cNvPr id="11314" name="Text Box 23">
              <a:extLst>
                <a:ext uri="{FF2B5EF4-FFF2-40B4-BE49-F238E27FC236}">
                  <a16:creationId xmlns:a16="http://schemas.microsoft.com/office/drawing/2014/main" id="{62B3D966-1AFA-22EB-8FF5-433895E59B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1264"/>
              <a:ext cx="1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/>
                <a:t>+</a:t>
              </a:r>
            </a:p>
          </p:txBody>
        </p:sp>
        <p:sp>
          <p:nvSpPr>
            <p:cNvPr id="11315" name="Text Box 24">
              <a:extLst>
                <a:ext uri="{FF2B5EF4-FFF2-40B4-BE49-F238E27FC236}">
                  <a16:creationId xmlns:a16="http://schemas.microsoft.com/office/drawing/2014/main" id="{D0AD71B7-1629-3BE8-B137-19A4FFCC4C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8" y="1228"/>
              <a:ext cx="1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/>
                <a:t>+</a:t>
              </a:r>
            </a:p>
          </p:txBody>
        </p:sp>
      </p:grpSp>
      <p:graphicFrame>
        <p:nvGraphicFramePr>
          <p:cNvPr id="305177" name="Object 2">
            <a:extLst>
              <a:ext uri="{FF2B5EF4-FFF2-40B4-BE49-F238E27FC236}">
                <a16:creationId xmlns:a16="http://schemas.microsoft.com/office/drawing/2014/main" id="{1CA286FC-BACB-021F-62EC-0FB4262C98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88238" y="3432175"/>
          <a:ext cx="684212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81187" imgH="137160" progId="Equation.3">
                  <p:embed/>
                </p:oleObj>
              </mc:Choice>
              <mc:Fallback>
                <p:oleObj name="公式" r:id="rId2" imgW="381187" imgH="13716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8238" y="3432175"/>
                        <a:ext cx="684212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5178" name="Rectangle 26">
            <a:extLst>
              <a:ext uri="{FF2B5EF4-FFF2-40B4-BE49-F238E27FC236}">
                <a16:creationId xmlns:a16="http://schemas.microsoft.com/office/drawing/2014/main" id="{7AA44BEE-CB9C-BCF0-E853-62F033F8E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682875"/>
            <a:ext cx="4572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66FF33"/>
                </a:solidFill>
              </a:rPr>
              <a:t>尖端放电</a:t>
            </a:r>
          </a:p>
        </p:txBody>
      </p:sp>
      <p:sp>
        <p:nvSpPr>
          <p:cNvPr id="305179" name="Text Box 27">
            <a:extLst>
              <a:ext uri="{FF2B5EF4-FFF2-40B4-BE49-F238E27FC236}">
                <a16:creationId xmlns:a16="http://schemas.microsoft.com/office/drawing/2014/main" id="{BA9D1D8E-A3F0-B585-93C1-1231EE463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2675" y="2828925"/>
            <a:ext cx="923925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66FF33"/>
                </a:solidFill>
              </a:rPr>
              <a:t>导体球</a:t>
            </a:r>
          </a:p>
          <a:p>
            <a:pPr algn="ctr" eaLnBrk="1" hangingPunct="1"/>
            <a:r>
              <a:rPr lang="zh-CN" altLang="en-US" b="1">
                <a:solidFill>
                  <a:srgbClr val="66FF33"/>
                </a:solidFill>
              </a:rPr>
              <a:t>孤立带电</a:t>
            </a:r>
          </a:p>
        </p:txBody>
      </p:sp>
      <p:sp>
        <p:nvSpPr>
          <p:cNvPr id="305180" name="Rectangle 28">
            <a:extLst>
              <a:ext uri="{FF2B5EF4-FFF2-40B4-BE49-F238E27FC236}">
                <a16:creationId xmlns:a16="http://schemas.microsoft.com/office/drawing/2014/main" id="{98138D9C-150A-D0EC-784E-EB28E7CD8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013" y="2065338"/>
            <a:ext cx="4810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latin typeface="宋体" panose="02010600030101010101" pitchFamily="2" charset="-122"/>
              </a:rPr>
              <a:t>由实验可得以下定性的结论：</a:t>
            </a: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    </a:t>
            </a:r>
          </a:p>
        </p:txBody>
      </p:sp>
      <p:sp>
        <p:nvSpPr>
          <p:cNvPr id="305181" name="Rectangle 29">
            <a:extLst>
              <a:ext uri="{FF2B5EF4-FFF2-40B4-BE49-F238E27FC236}">
                <a16:creationId xmlns:a16="http://schemas.microsoft.com/office/drawing/2014/main" id="{F1C5BFA2-C5A0-08D3-2F49-7F16D1C59C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075" y="4845050"/>
            <a:ext cx="822960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 b="1">
                <a:latin typeface="宋体" panose="02010600030101010101" pitchFamily="2" charset="-122"/>
              </a:rPr>
              <a:t>在表面凸出的尖锐部分</a:t>
            </a:r>
            <a:r>
              <a:rPr lang="en-US" altLang="zh-CN" b="1">
                <a:latin typeface="宋体" panose="02010600030101010101" pitchFamily="2" charset="-122"/>
              </a:rPr>
              <a:t>(</a:t>
            </a:r>
            <a:r>
              <a:rPr lang="zh-CN" altLang="en-US" b="1">
                <a:latin typeface="宋体" panose="02010600030101010101" pitchFamily="2" charset="-122"/>
              </a:rPr>
              <a:t>曲率是正值且较大</a:t>
            </a:r>
            <a:r>
              <a:rPr lang="en-US" altLang="zh-CN" b="1">
                <a:latin typeface="宋体" panose="02010600030101010101" pitchFamily="2" charset="-122"/>
              </a:rPr>
              <a:t>)</a:t>
            </a:r>
            <a:r>
              <a:rPr lang="zh-CN" altLang="en-US" b="1">
                <a:latin typeface="宋体" panose="02010600030101010101" pitchFamily="2" charset="-122"/>
              </a:rPr>
              <a:t>电荷面密度较大，在比较平坦部分</a:t>
            </a:r>
            <a:r>
              <a:rPr lang="en-US" altLang="zh-CN" b="1">
                <a:latin typeface="宋体" panose="02010600030101010101" pitchFamily="2" charset="-122"/>
              </a:rPr>
              <a:t>(</a:t>
            </a:r>
            <a:r>
              <a:rPr lang="zh-CN" altLang="en-US" b="1">
                <a:latin typeface="宋体" panose="02010600030101010101" pitchFamily="2" charset="-122"/>
              </a:rPr>
              <a:t>曲率较小</a:t>
            </a:r>
            <a:r>
              <a:rPr lang="en-US" altLang="zh-CN" b="1">
                <a:latin typeface="宋体" panose="02010600030101010101" pitchFamily="2" charset="-122"/>
              </a:rPr>
              <a:t>)</a:t>
            </a:r>
            <a:r>
              <a:rPr lang="zh-CN" altLang="en-US" b="1">
                <a:latin typeface="宋体" panose="02010600030101010101" pitchFamily="2" charset="-122"/>
              </a:rPr>
              <a:t>电荷面密度较小，在表面凹进部分带电面密度最小。</a:t>
            </a:r>
          </a:p>
        </p:txBody>
      </p:sp>
      <p:graphicFrame>
        <p:nvGraphicFramePr>
          <p:cNvPr id="305182" name="Object 3">
            <a:extLst>
              <a:ext uri="{FF2B5EF4-FFF2-40B4-BE49-F238E27FC236}">
                <a16:creationId xmlns:a16="http://schemas.microsoft.com/office/drawing/2014/main" id="{C41599D1-0367-8865-0273-8BBD50740F2E}"/>
              </a:ext>
            </a:extLst>
          </p:cNvPr>
          <p:cNvGraphicFramePr>
            <a:graphicFrameLocks/>
          </p:cNvGraphicFramePr>
          <p:nvPr/>
        </p:nvGraphicFramePr>
        <p:xfrm>
          <a:off x="4984750" y="1884363"/>
          <a:ext cx="1536700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01358" imgH="785054" progId="Equation.3">
                  <p:embed/>
                </p:oleObj>
              </mc:Choice>
              <mc:Fallback>
                <p:oleObj name="Equation" r:id="rId4" imgW="1501358" imgH="785054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750" y="1884363"/>
                        <a:ext cx="1536700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5183" name="Object 4">
            <a:extLst>
              <a:ext uri="{FF2B5EF4-FFF2-40B4-BE49-F238E27FC236}">
                <a16:creationId xmlns:a16="http://schemas.microsoft.com/office/drawing/2014/main" id="{925B8433-E3CA-007A-1D85-1E2AAFAF9B15}"/>
              </a:ext>
            </a:extLst>
          </p:cNvPr>
          <p:cNvGraphicFramePr>
            <a:graphicFrameLocks/>
          </p:cNvGraphicFramePr>
          <p:nvPr/>
        </p:nvGraphicFramePr>
        <p:xfrm>
          <a:off x="3348038" y="4197350"/>
          <a:ext cx="19542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20364" imgH="396018" progId="Equation.3">
                  <p:embed/>
                </p:oleObj>
              </mc:Choice>
              <mc:Fallback>
                <p:oleObj name="Equation" r:id="rId6" imgW="1920364" imgH="396018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4197350"/>
                        <a:ext cx="19542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5184" name="Text Box 32">
            <a:extLst>
              <a:ext uri="{FF2B5EF4-FFF2-40B4-BE49-F238E27FC236}">
                <a16:creationId xmlns:a16="http://schemas.microsoft.com/office/drawing/2014/main" id="{B1B2593E-0841-C3B0-6625-37575BE232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556000"/>
            <a:ext cx="4079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/>
              <a:t>A</a:t>
            </a:r>
          </a:p>
        </p:txBody>
      </p:sp>
      <p:sp>
        <p:nvSpPr>
          <p:cNvPr id="305185" name="Text Box 33">
            <a:extLst>
              <a:ext uri="{FF2B5EF4-FFF2-40B4-BE49-F238E27FC236}">
                <a16:creationId xmlns:a16="http://schemas.microsoft.com/office/drawing/2014/main" id="{E747624B-C9DE-AED1-2251-433EE39D4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6238" y="2592388"/>
            <a:ext cx="4079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/>
              <a:t>B</a:t>
            </a:r>
          </a:p>
        </p:txBody>
      </p:sp>
      <p:sp>
        <p:nvSpPr>
          <p:cNvPr id="305186" name="Text Box 34">
            <a:extLst>
              <a:ext uri="{FF2B5EF4-FFF2-40B4-BE49-F238E27FC236}">
                <a16:creationId xmlns:a16="http://schemas.microsoft.com/office/drawing/2014/main" id="{E396506A-1DDB-A265-9DDB-C887AC21A9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6013" y="3286125"/>
            <a:ext cx="4079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/>
              <a:t>C</a:t>
            </a:r>
          </a:p>
        </p:txBody>
      </p:sp>
      <p:grpSp>
        <p:nvGrpSpPr>
          <p:cNvPr id="3" name="Group 35">
            <a:extLst>
              <a:ext uri="{FF2B5EF4-FFF2-40B4-BE49-F238E27FC236}">
                <a16:creationId xmlns:a16="http://schemas.microsoft.com/office/drawing/2014/main" id="{994810E6-A525-0381-4BB3-B1DCDFBA9017}"/>
              </a:ext>
            </a:extLst>
          </p:cNvPr>
          <p:cNvGrpSpPr>
            <a:grpSpLocks/>
          </p:cNvGrpSpPr>
          <p:nvPr/>
        </p:nvGrpSpPr>
        <p:grpSpPr bwMode="auto">
          <a:xfrm>
            <a:off x="1968500" y="3355975"/>
            <a:ext cx="557213" cy="228600"/>
            <a:chOff x="2462" y="1765"/>
            <a:chExt cx="351" cy="144"/>
          </a:xfrm>
        </p:grpSpPr>
        <p:grpSp>
          <p:nvGrpSpPr>
            <p:cNvPr id="11289" name="Group 36">
              <a:extLst>
                <a:ext uri="{FF2B5EF4-FFF2-40B4-BE49-F238E27FC236}">
                  <a16:creationId xmlns:a16="http://schemas.microsoft.com/office/drawing/2014/main" id="{B6BAF139-8897-2AA2-A8E0-937A3C0FE9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62" y="1765"/>
              <a:ext cx="144" cy="144"/>
              <a:chOff x="2352" y="1776"/>
              <a:chExt cx="144" cy="144"/>
            </a:xfrm>
          </p:grpSpPr>
          <p:sp>
            <p:nvSpPr>
              <p:cNvPr id="11293" name="Oval 37">
                <a:extLst>
                  <a:ext uri="{FF2B5EF4-FFF2-40B4-BE49-F238E27FC236}">
                    <a16:creationId xmlns:a16="http://schemas.microsoft.com/office/drawing/2014/main" id="{30D487E9-B2C6-741E-4BA6-DA2DBE3AFB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776"/>
                <a:ext cx="144" cy="14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1294" name="Line 38">
                <a:extLst>
                  <a:ext uri="{FF2B5EF4-FFF2-40B4-BE49-F238E27FC236}">
                    <a16:creationId xmlns:a16="http://schemas.microsoft.com/office/drawing/2014/main" id="{2C917E17-651F-4EF2-E1CE-BB954137A9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85" y="1850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5" name="Line 39">
                <a:extLst>
                  <a:ext uri="{FF2B5EF4-FFF2-40B4-BE49-F238E27FC236}">
                    <a16:creationId xmlns:a16="http://schemas.microsoft.com/office/drawing/2014/main" id="{FDA5E5E8-C8CF-2CB5-C87D-39EA40E900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33" y="1809"/>
                <a:ext cx="0" cy="9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290" name="Group 40">
              <a:extLst>
                <a:ext uri="{FF2B5EF4-FFF2-40B4-BE49-F238E27FC236}">
                  <a16:creationId xmlns:a16="http://schemas.microsoft.com/office/drawing/2014/main" id="{ED798175-0232-3B80-7998-161BA77BB4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69" y="1765"/>
              <a:ext cx="144" cy="144"/>
              <a:chOff x="2592" y="1776"/>
              <a:chExt cx="144" cy="144"/>
            </a:xfrm>
          </p:grpSpPr>
          <p:sp>
            <p:nvSpPr>
              <p:cNvPr id="11291" name="Oval 41">
                <a:extLst>
                  <a:ext uri="{FF2B5EF4-FFF2-40B4-BE49-F238E27FC236}">
                    <a16:creationId xmlns:a16="http://schemas.microsoft.com/office/drawing/2014/main" id="{157E4BB7-59EF-E785-6EF2-C0CB122A13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1776"/>
                <a:ext cx="144" cy="14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1292" name="Line 42">
                <a:extLst>
                  <a:ext uri="{FF2B5EF4-FFF2-40B4-BE49-F238E27FC236}">
                    <a16:creationId xmlns:a16="http://schemas.microsoft.com/office/drawing/2014/main" id="{822499D4-C781-1F1D-A76F-022F82A70F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18" y="1861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305195" name="Line 43">
            <a:extLst>
              <a:ext uri="{FF2B5EF4-FFF2-40B4-BE49-F238E27FC236}">
                <a16:creationId xmlns:a16="http://schemas.microsoft.com/office/drawing/2014/main" id="{3F6117D3-8B32-341E-B813-C7965587E0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4600" y="3467100"/>
            <a:ext cx="574675" cy="23813"/>
          </a:xfrm>
          <a:prstGeom prst="line">
            <a:avLst/>
          </a:prstGeom>
          <a:noFill/>
          <a:ln w="38100">
            <a:solidFill>
              <a:srgbClr val="66FF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5196" name="Line 44">
            <a:extLst>
              <a:ext uri="{FF2B5EF4-FFF2-40B4-BE49-F238E27FC236}">
                <a16:creationId xmlns:a16="http://schemas.microsoft.com/office/drawing/2014/main" id="{01F56394-BCE0-DB8D-C12B-FDED35BC90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47800" y="3467100"/>
            <a:ext cx="533400" cy="0"/>
          </a:xfrm>
          <a:prstGeom prst="line">
            <a:avLst/>
          </a:prstGeom>
          <a:noFill/>
          <a:ln w="38100">
            <a:solidFill>
              <a:srgbClr val="66FF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5197" name="Text Box 45">
            <a:extLst>
              <a:ext uri="{FF2B5EF4-FFF2-40B4-BE49-F238E27FC236}">
                <a16:creationId xmlns:a16="http://schemas.microsoft.com/office/drawing/2014/main" id="{0FF45DD4-8288-DE75-49D8-186E8E3843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23875"/>
            <a:ext cx="6477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66FFFF"/>
                </a:solidFill>
              </a:rPr>
              <a:t>4. </a:t>
            </a:r>
            <a:r>
              <a:rPr lang="zh-CN" altLang="en-US" b="1">
                <a:solidFill>
                  <a:srgbClr val="66FFFF"/>
                </a:solidFill>
                <a:latin typeface="宋体" panose="02010600030101010101" pitchFamily="2" charset="-122"/>
              </a:rPr>
              <a:t>处于静电平衡的孤立带电导体电荷分布</a:t>
            </a: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    </a:t>
            </a:r>
          </a:p>
        </p:txBody>
      </p:sp>
      <p:sp>
        <p:nvSpPr>
          <p:cNvPr id="305198" name="Oval 46">
            <a:extLst>
              <a:ext uri="{FF2B5EF4-FFF2-40B4-BE49-F238E27FC236}">
                <a16:creationId xmlns:a16="http://schemas.microsoft.com/office/drawing/2014/main" id="{15610EF6-9A9B-65C0-7940-54F578CCD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3405188"/>
            <a:ext cx="152400" cy="152400"/>
          </a:xfrm>
          <a:prstGeom prst="ellipse">
            <a:avLst/>
          </a:prstGeom>
          <a:gradFill rotWithShape="1">
            <a:gsLst>
              <a:gs pos="0">
                <a:srgbClr val="FFFF00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05199" name="Oval 47">
            <a:extLst>
              <a:ext uri="{FF2B5EF4-FFF2-40B4-BE49-F238E27FC236}">
                <a16:creationId xmlns:a16="http://schemas.microsoft.com/office/drawing/2014/main" id="{35D76420-8549-783F-81AC-E4F2FACF89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3036888"/>
            <a:ext cx="152400" cy="152400"/>
          </a:xfrm>
          <a:prstGeom prst="ellipse">
            <a:avLst/>
          </a:prstGeom>
          <a:gradFill rotWithShape="1">
            <a:gsLst>
              <a:gs pos="0">
                <a:srgbClr val="FFFF00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05200" name="Oval 48">
            <a:extLst>
              <a:ext uri="{FF2B5EF4-FFF2-40B4-BE49-F238E27FC236}">
                <a16:creationId xmlns:a16="http://schemas.microsoft.com/office/drawing/2014/main" id="{22D1FADF-7515-FBBF-9991-D6B5F9E7A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3405188"/>
            <a:ext cx="152400" cy="152400"/>
          </a:xfrm>
          <a:prstGeom prst="ellipse">
            <a:avLst/>
          </a:prstGeom>
          <a:gradFill rotWithShape="1">
            <a:gsLst>
              <a:gs pos="0">
                <a:srgbClr val="FFFF00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05201" name="Text Box 49">
            <a:extLst>
              <a:ext uri="{FF2B5EF4-FFF2-40B4-BE49-F238E27FC236}">
                <a16:creationId xmlns:a16="http://schemas.microsoft.com/office/drawing/2014/main" id="{339F40C2-D97F-7195-7116-46385A3A6C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268413"/>
            <a:ext cx="1571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宋体" panose="02010600030101010101" pitchFamily="2" charset="-122"/>
              </a:rPr>
              <a:t>孤立导体</a:t>
            </a:r>
            <a:r>
              <a:rPr lang="en-US" altLang="zh-CN" b="1">
                <a:latin typeface="宋体" panose="02010600030101010101" pitchFamily="2" charset="-122"/>
              </a:rPr>
              <a:t>:</a:t>
            </a:r>
          </a:p>
        </p:txBody>
      </p:sp>
      <p:sp>
        <p:nvSpPr>
          <p:cNvPr id="305202" name="Text Box 50">
            <a:extLst>
              <a:ext uri="{FF2B5EF4-FFF2-40B4-BE49-F238E27FC236}">
                <a16:creationId xmlns:a16="http://schemas.microsoft.com/office/drawing/2014/main" id="{39A1C26B-D68F-B073-87DC-9073F867F3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413" y="1268413"/>
            <a:ext cx="5672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其它导体和带电体都离它足够远</a:t>
            </a:r>
          </a:p>
        </p:txBody>
      </p:sp>
      <p:pic>
        <p:nvPicPr>
          <p:cNvPr id="51" name="Picture 16" descr="j0293240">
            <a:extLst>
              <a:ext uri="{FF2B5EF4-FFF2-40B4-BE49-F238E27FC236}">
                <a16:creationId xmlns:a16="http://schemas.microsoft.com/office/drawing/2014/main" id="{8E075C48-57B3-B25D-055E-E661AEFCF3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05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05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05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5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5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2" dur="1000"/>
                                        <p:tgtEl>
                                          <p:spTgt spid="305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5" dur="1000"/>
                                        <p:tgtEl>
                                          <p:spTgt spid="305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0" dur="1000"/>
                                        <p:tgtEl>
                                          <p:spTgt spid="305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3" dur="1000"/>
                                        <p:tgtEl>
                                          <p:spTgt spid="305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8" dur="1000"/>
                                        <p:tgtEl>
                                          <p:spTgt spid="305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1" dur="1000"/>
                                        <p:tgtEl>
                                          <p:spTgt spid="305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6" dur="1000"/>
                                        <p:tgtEl>
                                          <p:spTgt spid="305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9" dur="1000"/>
                                        <p:tgtEl>
                                          <p:spTgt spid="305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05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05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305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305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305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05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42000"/>
                                  </p:iterate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05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155" grpId="0"/>
      <p:bldP spid="305178" grpId="0" autoUpdateAnimBg="0"/>
      <p:bldP spid="305179" grpId="0" autoUpdateAnimBg="0"/>
      <p:bldP spid="305180" grpId="0" autoUpdateAnimBg="0"/>
      <p:bldP spid="305181" grpId="0" autoUpdateAnimBg="0"/>
      <p:bldP spid="305184" grpId="0"/>
      <p:bldP spid="305185" grpId="0"/>
      <p:bldP spid="305186" grpId="0"/>
      <p:bldP spid="305197" grpId="0" build="p" autoUpdateAnimBg="0"/>
      <p:bldP spid="305198" grpId="0" animBg="1"/>
      <p:bldP spid="305199" grpId="0" animBg="1"/>
      <p:bldP spid="305200" grpId="0" animBg="1"/>
      <p:bldP spid="305201" grpId="0"/>
      <p:bldP spid="30520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32928C7-5513-7A86-4791-F5E1A761B6F5}"/>
              </a:ext>
            </a:extLst>
          </p:cNvPr>
          <p:cNvGrpSpPr>
            <a:grpSpLocks/>
          </p:cNvGrpSpPr>
          <p:nvPr/>
        </p:nvGrpSpPr>
        <p:grpSpPr bwMode="auto">
          <a:xfrm>
            <a:off x="4419600" y="914400"/>
            <a:ext cx="2592388" cy="2590800"/>
            <a:chOff x="2880" y="912"/>
            <a:chExt cx="1633" cy="1632"/>
          </a:xfrm>
        </p:grpSpPr>
        <p:grpSp>
          <p:nvGrpSpPr>
            <p:cNvPr id="15397" name="Group 3">
              <a:extLst>
                <a:ext uri="{FF2B5EF4-FFF2-40B4-BE49-F238E27FC236}">
                  <a16:creationId xmlns:a16="http://schemas.microsoft.com/office/drawing/2014/main" id="{72E5C5AD-D28F-E8B3-5220-815874BF05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912"/>
              <a:ext cx="1633" cy="1632"/>
              <a:chOff x="2880" y="912"/>
              <a:chExt cx="1633" cy="1632"/>
            </a:xfrm>
          </p:grpSpPr>
          <p:sp>
            <p:nvSpPr>
              <p:cNvPr id="5" name="Arc 4">
                <a:extLst>
                  <a:ext uri="{FF2B5EF4-FFF2-40B4-BE49-F238E27FC236}">
                    <a16:creationId xmlns:a16="http://schemas.microsoft.com/office/drawing/2014/main" id="{A0724234-61BC-473A-5B6D-DFA435370E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0" y="912"/>
                <a:ext cx="1633" cy="1632"/>
              </a:xfrm>
              <a:custGeom>
                <a:avLst/>
                <a:gdLst>
                  <a:gd name="G0" fmla="+- 13 0 0"/>
                  <a:gd name="G1" fmla="+- 21600 0 0"/>
                  <a:gd name="G2" fmla="+- 21600 0 0"/>
                  <a:gd name="T0" fmla="*/ 0 w 21613"/>
                  <a:gd name="T1" fmla="*/ 0 h 21600"/>
                  <a:gd name="T2" fmla="*/ 21613 w 21613"/>
                  <a:gd name="T3" fmla="*/ 21600 h 21600"/>
                  <a:gd name="T4" fmla="*/ 13 w 21613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13" h="21600" fill="none" extrusionOk="0">
                    <a:moveTo>
                      <a:pt x="0" y="0"/>
                    </a:moveTo>
                    <a:cubicBezTo>
                      <a:pt x="4" y="0"/>
                      <a:pt x="8" y="-1"/>
                      <a:pt x="13" y="0"/>
                    </a:cubicBezTo>
                    <a:cubicBezTo>
                      <a:pt x="11942" y="0"/>
                      <a:pt x="21613" y="9670"/>
                      <a:pt x="21613" y="21600"/>
                    </a:cubicBezTo>
                  </a:path>
                  <a:path w="21613" h="21600" stroke="0" extrusionOk="0">
                    <a:moveTo>
                      <a:pt x="0" y="0"/>
                    </a:moveTo>
                    <a:cubicBezTo>
                      <a:pt x="4" y="0"/>
                      <a:pt x="8" y="-1"/>
                      <a:pt x="13" y="0"/>
                    </a:cubicBezTo>
                    <a:cubicBezTo>
                      <a:pt x="11942" y="0"/>
                      <a:pt x="21613" y="9670"/>
                      <a:pt x="21613" y="21600"/>
                    </a:cubicBezTo>
                    <a:lnTo>
                      <a:pt x="13" y="216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9933"/>
                  </a:gs>
                  <a:gs pos="100000">
                    <a:srgbClr val="FF9933">
                      <a:gamma/>
                      <a:shade val="89804"/>
                      <a:invGamma/>
                    </a:srgbClr>
                  </a:gs>
                </a:gsLst>
                <a:path path="shape">
                  <a:fillToRect l="50000" t="50000" r="50000" b="50000"/>
                </a:path>
              </a:gradFill>
              <a:ln w="12700" cap="rnd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graphicFrame>
            <p:nvGraphicFramePr>
              <p:cNvPr id="15400" name="Object 15">
                <a:extLst>
                  <a:ext uri="{FF2B5EF4-FFF2-40B4-BE49-F238E27FC236}">
                    <a16:creationId xmlns:a16="http://schemas.microsoft.com/office/drawing/2014/main" id="{A6E908D4-2387-A1AB-9137-A45F52F556E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168" y="1776"/>
              <a:ext cx="252" cy="2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" imgW="152276" imgH="152622" progId="Equation.3">
                      <p:embed/>
                    </p:oleObj>
                  </mc:Choice>
                  <mc:Fallback>
                    <p:oleObj name="公式" r:id="rId2" imgW="152276" imgH="152622" progId="Equation.3">
                      <p:embed/>
                      <p:pic>
                        <p:nvPicPr>
                          <p:cNvPr id="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68" y="1776"/>
                            <a:ext cx="252" cy="2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5398" name="Object 14">
              <a:extLst>
                <a:ext uri="{FF2B5EF4-FFF2-40B4-BE49-F238E27FC236}">
                  <a16:creationId xmlns:a16="http://schemas.microsoft.com/office/drawing/2014/main" id="{A5A38DAC-8CF4-F6EF-9986-8B380DBF556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76" y="960"/>
            <a:ext cx="304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05522" imgH="213471" progId="Equation.3">
                    <p:embed/>
                  </p:oleObj>
                </mc:Choice>
                <mc:Fallback>
                  <p:oleObj name="公式" r:id="rId4" imgW="205522" imgH="213471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lum bright="70000" contrast="-7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960"/>
                          <a:ext cx="304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363" name="Text Box 7">
            <a:extLst>
              <a:ext uri="{FF2B5EF4-FFF2-40B4-BE49-F238E27FC236}">
                <a16:creationId xmlns:a16="http://schemas.microsoft.com/office/drawing/2014/main" id="{262129A3-9A11-9892-DC2C-CA40AB7B0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428625"/>
            <a:ext cx="1412875" cy="579438"/>
          </a:xfrm>
          <a:prstGeom prst="rect">
            <a:avLst/>
          </a:prstGeom>
          <a:solidFill>
            <a:srgbClr val="FFFFCC"/>
          </a:solidFill>
          <a:ln w="9525">
            <a:miter lim="800000"/>
            <a:headEnd/>
            <a:tailEnd/>
          </a:ln>
          <a:scene3d>
            <a:camera prst="legacyPerspectiveTop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FFFFCC"/>
            </a:extrusionClr>
            <a:contourClr>
              <a:srgbClr val="FFFFCC"/>
            </a:contourClr>
          </a:sp3d>
        </p:spPr>
        <p:txBody>
          <a:bodyPr wrap="none">
            <a:spAutoFit/>
            <a:flatTx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讨论题</a:t>
            </a:r>
          </a:p>
        </p:txBody>
      </p:sp>
      <p:grpSp>
        <p:nvGrpSpPr>
          <p:cNvPr id="4" name="Group 8">
            <a:extLst>
              <a:ext uri="{FF2B5EF4-FFF2-40B4-BE49-F238E27FC236}">
                <a16:creationId xmlns:a16="http://schemas.microsoft.com/office/drawing/2014/main" id="{DF1CF7C1-2132-CD51-3D9F-B7D387CB2A46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857250"/>
            <a:ext cx="1066800" cy="1860550"/>
            <a:chOff x="3696" y="732"/>
            <a:chExt cx="672" cy="1172"/>
          </a:xfrm>
        </p:grpSpPr>
        <p:grpSp>
          <p:nvGrpSpPr>
            <p:cNvPr id="15390" name="Group 9">
              <a:extLst>
                <a:ext uri="{FF2B5EF4-FFF2-40B4-BE49-F238E27FC236}">
                  <a16:creationId xmlns:a16="http://schemas.microsoft.com/office/drawing/2014/main" id="{5CAB671C-176A-3E8F-0206-48E9C8A9F6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732"/>
              <a:ext cx="672" cy="1172"/>
              <a:chOff x="3696" y="732"/>
              <a:chExt cx="672" cy="1172"/>
            </a:xfrm>
          </p:grpSpPr>
          <p:graphicFrame>
            <p:nvGraphicFramePr>
              <p:cNvPr id="15392" name="Object 11">
                <a:extLst>
                  <a:ext uri="{FF2B5EF4-FFF2-40B4-BE49-F238E27FC236}">
                    <a16:creationId xmlns:a16="http://schemas.microsoft.com/office/drawing/2014/main" id="{958C5217-2D0E-AD69-C95A-18447AACDF5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696" y="1296"/>
              <a:ext cx="288" cy="2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6" imgW="137347" imgH="114217" progId="Equation.3">
                      <p:embed/>
                    </p:oleObj>
                  </mc:Choice>
                  <mc:Fallback>
                    <p:oleObj name="公式" r:id="rId6" imgW="137347" imgH="114217" progId="Equation.3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96" y="1296"/>
                            <a:ext cx="288" cy="24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393" name="Line 11">
                <a:extLst>
                  <a:ext uri="{FF2B5EF4-FFF2-40B4-BE49-F238E27FC236}">
                    <a16:creationId xmlns:a16="http://schemas.microsoft.com/office/drawing/2014/main" id="{6255F642-DA88-D41E-662D-86C6C873AA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32" y="981"/>
                <a:ext cx="336" cy="336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5394" name="Object 12">
                <a:extLst>
                  <a:ext uri="{FF2B5EF4-FFF2-40B4-BE49-F238E27FC236}">
                    <a16:creationId xmlns:a16="http://schemas.microsoft.com/office/drawing/2014/main" id="{46D43EBA-46CF-2063-0845-AFA6CA3E99D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152" y="1312"/>
              <a:ext cx="192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8" imgW="114456" imgH="129679" progId="Equation.3">
                      <p:embed/>
                    </p:oleObj>
                  </mc:Choice>
                  <mc:Fallback>
                    <p:oleObj name="公式" r:id="rId8" imgW="114456" imgH="129679" progId="Equation.3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52" y="1312"/>
                            <a:ext cx="192" cy="208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395" name="Object 13">
                <a:extLst>
                  <a:ext uri="{FF2B5EF4-FFF2-40B4-BE49-F238E27FC236}">
                    <a16:creationId xmlns:a16="http://schemas.microsoft.com/office/drawing/2014/main" id="{4F878E31-2C89-26FE-5478-9746D48D8F6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912" y="732"/>
              <a:ext cx="300" cy="3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0" imgW="152276" imgH="190528" progId="Equation.3">
                      <p:embed/>
                    </p:oleObj>
                  </mc:Choice>
                  <mc:Fallback>
                    <p:oleObj name="公式" r:id="rId10" imgW="152276" imgH="190528" progId="Equation.3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12" y="732"/>
                            <a:ext cx="300" cy="36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396" name="Arc 14">
                <a:extLst>
                  <a:ext uri="{FF2B5EF4-FFF2-40B4-BE49-F238E27FC236}">
                    <a16:creationId xmlns:a16="http://schemas.microsoft.com/office/drawing/2014/main" id="{0CA9288C-5713-7809-F5F0-5950E9D2175C}"/>
                  </a:ext>
                </a:extLst>
              </p:cNvPr>
              <p:cNvSpPr>
                <a:spLocks/>
              </p:cNvSpPr>
              <p:nvPr/>
            </p:nvSpPr>
            <p:spPr bwMode="auto">
              <a:xfrm rot="-546468">
                <a:off x="3796" y="1251"/>
                <a:ext cx="299" cy="653"/>
              </a:xfrm>
              <a:custGeom>
                <a:avLst/>
                <a:gdLst>
                  <a:gd name="T0" fmla="*/ 0 w 17279"/>
                  <a:gd name="T1" fmla="*/ 0 h 20090"/>
                  <a:gd name="T2" fmla="*/ 0 w 17279"/>
                  <a:gd name="T3" fmla="*/ 0 h 20090"/>
                  <a:gd name="T4" fmla="*/ 0 w 17279"/>
                  <a:gd name="T5" fmla="*/ 0 h 20090"/>
                  <a:gd name="T6" fmla="*/ 0 60000 65536"/>
                  <a:gd name="T7" fmla="*/ 0 60000 65536"/>
                  <a:gd name="T8" fmla="*/ 0 60000 65536"/>
                  <a:gd name="T9" fmla="*/ 0 w 17279"/>
                  <a:gd name="T10" fmla="*/ 0 h 20090"/>
                  <a:gd name="T11" fmla="*/ 17279 w 17279"/>
                  <a:gd name="T12" fmla="*/ 20090 h 2009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279" h="20090" fill="none" extrusionOk="0">
                    <a:moveTo>
                      <a:pt x="7934" y="0"/>
                    </a:moveTo>
                    <a:cubicBezTo>
                      <a:pt x="11648" y="1467"/>
                      <a:pt x="14882" y="3934"/>
                      <a:pt x="17278" y="7128"/>
                    </a:cubicBezTo>
                  </a:path>
                  <a:path w="17279" h="20090" stroke="0" extrusionOk="0">
                    <a:moveTo>
                      <a:pt x="7934" y="0"/>
                    </a:moveTo>
                    <a:cubicBezTo>
                      <a:pt x="11648" y="1467"/>
                      <a:pt x="14882" y="3934"/>
                      <a:pt x="17278" y="7128"/>
                    </a:cubicBezTo>
                    <a:lnTo>
                      <a:pt x="0" y="20090"/>
                    </a:lnTo>
                    <a:lnTo>
                      <a:pt x="7934" y="0"/>
                    </a:lnTo>
                    <a:close/>
                  </a:path>
                </a:pathLst>
              </a:custGeom>
              <a:noFill/>
              <a:ln w="76200">
                <a:solidFill>
                  <a:schemeClr val="accent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391" name="Oval 15">
              <a:extLst>
                <a:ext uri="{FF2B5EF4-FFF2-40B4-BE49-F238E27FC236}">
                  <a16:creationId xmlns:a16="http://schemas.microsoft.com/office/drawing/2014/main" id="{14A2E2E5-2C29-56E8-97D3-B90E778442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1272"/>
              <a:ext cx="60" cy="53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7" name="Group 16">
            <a:extLst>
              <a:ext uri="{FF2B5EF4-FFF2-40B4-BE49-F238E27FC236}">
                <a16:creationId xmlns:a16="http://schemas.microsoft.com/office/drawing/2014/main" id="{D29C9C49-989B-90AA-CA8D-A77079545FC1}"/>
              </a:ext>
            </a:extLst>
          </p:cNvPr>
          <p:cNvGrpSpPr>
            <a:grpSpLocks/>
          </p:cNvGrpSpPr>
          <p:nvPr/>
        </p:nvGrpSpPr>
        <p:grpSpPr bwMode="auto">
          <a:xfrm>
            <a:off x="7239000" y="152400"/>
            <a:ext cx="1701800" cy="1727200"/>
            <a:chOff x="4560" y="288"/>
            <a:chExt cx="1072" cy="1088"/>
          </a:xfrm>
        </p:grpSpPr>
        <p:sp>
          <p:nvSpPr>
            <p:cNvPr id="15387" name="Freeform 17">
              <a:extLst>
                <a:ext uri="{FF2B5EF4-FFF2-40B4-BE49-F238E27FC236}">
                  <a16:creationId xmlns:a16="http://schemas.microsoft.com/office/drawing/2014/main" id="{D6C1668D-5C7B-7801-A0B6-9DFA68E6EC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0" y="288"/>
              <a:ext cx="1072" cy="1088"/>
            </a:xfrm>
            <a:custGeom>
              <a:avLst/>
              <a:gdLst>
                <a:gd name="T0" fmla="*/ 672 w 1072"/>
                <a:gd name="T1" fmla="*/ 152 h 1088"/>
                <a:gd name="T2" fmla="*/ 1008 w 1072"/>
                <a:gd name="T3" fmla="*/ 296 h 1088"/>
                <a:gd name="T4" fmla="*/ 1056 w 1072"/>
                <a:gd name="T5" fmla="*/ 584 h 1088"/>
                <a:gd name="T6" fmla="*/ 912 w 1072"/>
                <a:gd name="T7" fmla="*/ 1016 h 1088"/>
                <a:gd name="T8" fmla="*/ 672 w 1072"/>
                <a:gd name="T9" fmla="*/ 1016 h 1088"/>
                <a:gd name="T10" fmla="*/ 384 w 1072"/>
                <a:gd name="T11" fmla="*/ 968 h 1088"/>
                <a:gd name="T12" fmla="*/ 48 w 1072"/>
                <a:gd name="T13" fmla="*/ 344 h 1088"/>
                <a:gd name="T14" fmla="*/ 96 w 1072"/>
                <a:gd name="T15" fmla="*/ 56 h 1088"/>
                <a:gd name="T16" fmla="*/ 288 w 1072"/>
                <a:gd name="T17" fmla="*/ 8 h 1088"/>
                <a:gd name="T18" fmla="*/ 480 w 1072"/>
                <a:gd name="T19" fmla="*/ 8 h 1088"/>
                <a:gd name="T20" fmla="*/ 576 w 1072"/>
                <a:gd name="T21" fmla="*/ 56 h 1088"/>
                <a:gd name="T22" fmla="*/ 672 w 1072"/>
                <a:gd name="T23" fmla="*/ 152 h 108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72"/>
                <a:gd name="T37" fmla="*/ 0 h 1088"/>
                <a:gd name="T38" fmla="*/ 1072 w 1072"/>
                <a:gd name="T39" fmla="*/ 1088 h 108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72" h="1088">
                  <a:moveTo>
                    <a:pt x="672" y="152"/>
                  </a:moveTo>
                  <a:cubicBezTo>
                    <a:pt x="744" y="192"/>
                    <a:pt x="944" y="224"/>
                    <a:pt x="1008" y="296"/>
                  </a:cubicBezTo>
                  <a:cubicBezTo>
                    <a:pt x="1072" y="368"/>
                    <a:pt x="1072" y="464"/>
                    <a:pt x="1056" y="584"/>
                  </a:cubicBezTo>
                  <a:cubicBezTo>
                    <a:pt x="1040" y="704"/>
                    <a:pt x="976" y="944"/>
                    <a:pt x="912" y="1016"/>
                  </a:cubicBezTo>
                  <a:cubicBezTo>
                    <a:pt x="848" y="1088"/>
                    <a:pt x="760" y="1024"/>
                    <a:pt x="672" y="1016"/>
                  </a:cubicBezTo>
                  <a:cubicBezTo>
                    <a:pt x="584" y="1008"/>
                    <a:pt x="488" y="1080"/>
                    <a:pt x="384" y="968"/>
                  </a:cubicBezTo>
                  <a:cubicBezTo>
                    <a:pt x="280" y="856"/>
                    <a:pt x="96" y="496"/>
                    <a:pt x="48" y="344"/>
                  </a:cubicBezTo>
                  <a:cubicBezTo>
                    <a:pt x="0" y="192"/>
                    <a:pt x="56" y="112"/>
                    <a:pt x="96" y="56"/>
                  </a:cubicBezTo>
                  <a:cubicBezTo>
                    <a:pt x="136" y="0"/>
                    <a:pt x="224" y="16"/>
                    <a:pt x="288" y="8"/>
                  </a:cubicBezTo>
                  <a:cubicBezTo>
                    <a:pt x="352" y="0"/>
                    <a:pt x="432" y="0"/>
                    <a:pt x="480" y="8"/>
                  </a:cubicBezTo>
                  <a:cubicBezTo>
                    <a:pt x="528" y="16"/>
                    <a:pt x="544" y="40"/>
                    <a:pt x="576" y="56"/>
                  </a:cubicBezTo>
                  <a:cubicBezTo>
                    <a:pt x="608" y="72"/>
                    <a:pt x="600" y="112"/>
                    <a:pt x="672" y="152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5388" name="Object 9">
              <a:extLst>
                <a:ext uri="{FF2B5EF4-FFF2-40B4-BE49-F238E27FC236}">
                  <a16:creationId xmlns:a16="http://schemas.microsoft.com/office/drawing/2014/main" id="{9AA9E37C-93F2-0E22-53DB-2B2ECD1D8BD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52" y="480"/>
            <a:ext cx="252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52276" imgH="152622" progId="Equation.3">
                    <p:embed/>
                  </p:oleObj>
                </mc:Choice>
                <mc:Fallback>
                  <p:oleObj name="公式" r:id="rId12" imgW="152276" imgH="152622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2" y="480"/>
                          <a:ext cx="252" cy="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89" name="Object 10">
              <a:extLst>
                <a:ext uri="{FF2B5EF4-FFF2-40B4-BE49-F238E27FC236}">
                  <a16:creationId xmlns:a16="http://schemas.microsoft.com/office/drawing/2014/main" id="{A4FC44C3-3020-B60A-385E-6FDFA32E86D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75" y="742"/>
            <a:ext cx="234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52276" imgH="175066" progId="Equation.3">
                    <p:embed/>
                  </p:oleObj>
                </mc:Choice>
                <mc:Fallback>
                  <p:oleObj name="公式" r:id="rId14" imgW="152276" imgH="175066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lum bright="70000" contrast="-7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75" y="742"/>
                          <a:ext cx="234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20">
            <a:extLst>
              <a:ext uri="{FF2B5EF4-FFF2-40B4-BE49-F238E27FC236}">
                <a16:creationId xmlns:a16="http://schemas.microsoft.com/office/drawing/2014/main" id="{7BF82D9A-9EA4-EFB9-3A01-AE0DB84F350E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066800"/>
            <a:ext cx="3049588" cy="998538"/>
            <a:chOff x="336" y="816"/>
            <a:chExt cx="1921" cy="629"/>
          </a:xfrm>
        </p:grpSpPr>
        <p:grpSp>
          <p:nvGrpSpPr>
            <p:cNvPr id="15383" name="Group 21">
              <a:extLst>
                <a:ext uri="{FF2B5EF4-FFF2-40B4-BE49-F238E27FC236}">
                  <a16:creationId xmlns:a16="http://schemas.microsoft.com/office/drawing/2014/main" id="{7FAEB002-C5CE-CB42-1FD4-6BE541066B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816"/>
              <a:ext cx="1921" cy="629"/>
              <a:chOff x="336" y="816"/>
              <a:chExt cx="1921" cy="629"/>
            </a:xfrm>
          </p:grpSpPr>
          <p:sp>
            <p:nvSpPr>
              <p:cNvPr id="15385" name="Text Box 22">
                <a:extLst>
                  <a:ext uri="{FF2B5EF4-FFF2-40B4-BE49-F238E27FC236}">
                    <a16:creationId xmlns:a16="http://schemas.microsoft.com/office/drawing/2014/main" id="{84D2AFF3-D240-057F-4B7E-50F4A6686D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" y="816"/>
                <a:ext cx="286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 b="1"/>
                  <a:t>1.</a:t>
                </a:r>
              </a:p>
            </p:txBody>
          </p:sp>
          <p:sp>
            <p:nvSpPr>
              <p:cNvPr id="15386" name="Text Box 23">
                <a:extLst>
                  <a:ext uri="{FF2B5EF4-FFF2-40B4-BE49-F238E27FC236}">
                    <a16:creationId xmlns:a16="http://schemas.microsoft.com/office/drawing/2014/main" id="{13BD9A80-5551-7970-DD69-59F30A884B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4" y="844"/>
                <a:ext cx="1643" cy="6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 b="1"/>
                  <a:t>带电导体</a:t>
                </a:r>
                <a:r>
                  <a:rPr lang="en-US" altLang="zh-CN" sz="2800" b="1">
                    <a:solidFill>
                      <a:srgbClr val="FFFF00"/>
                    </a:solidFill>
                  </a:rPr>
                  <a:t>A</a:t>
                </a:r>
                <a:r>
                  <a:rPr lang="zh-CN" altLang="en-US" sz="2800" b="1"/>
                  <a:t>附近</a:t>
                </a:r>
              </a:p>
              <a:p>
                <a:pPr eaLnBrk="1" hangingPunct="1"/>
                <a:endParaRPr lang="zh-CN" altLang="en-US" sz="2800" b="1"/>
              </a:p>
            </p:txBody>
          </p:sp>
        </p:grpSp>
        <p:sp>
          <p:nvSpPr>
            <p:cNvPr id="15384" name="Text Box 25">
              <a:extLst>
                <a:ext uri="{FF2B5EF4-FFF2-40B4-BE49-F238E27FC236}">
                  <a16:creationId xmlns:a16="http://schemas.microsoft.com/office/drawing/2014/main" id="{A1844B44-8812-0E70-6F41-ACC0CBAC44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864"/>
              <a:ext cx="11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 b="1"/>
            </a:p>
          </p:txBody>
        </p:sp>
      </p:grpSp>
      <p:grpSp>
        <p:nvGrpSpPr>
          <p:cNvPr id="10" name="Group 26">
            <a:extLst>
              <a:ext uri="{FF2B5EF4-FFF2-40B4-BE49-F238E27FC236}">
                <a16:creationId xmlns:a16="http://schemas.microsoft.com/office/drawing/2014/main" id="{6ED4AC13-B0CE-0D5E-4C7D-7BDC3B042B85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1600200"/>
            <a:ext cx="2279650" cy="1012825"/>
            <a:chOff x="864" y="1248"/>
            <a:chExt cx="1436" cy="638"/>
          </a:xfrm>
        </p:grpSpPr>
        <p:graphicFrame>
          <p:nvGraphicFramePr>
            <p:cNvPr id="15381" name="Object 6">
              <a:extLst>
                <a:ext uri="{FF2B5EF4-FFF2-40B4-BE49-F238E27FC236}">
                  <a16:creationId xmlns:a16="http://schemas.microsoft.com/office/drawing/2014/main" id="{306CB49B-4574-455B-C205-F32F7D78D2C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84" y="1248"/>
            <a:ext cx="716" cy="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556353" imgH="495272" progId="Equation.3">
                    <p:embed/>
                  </p:oleObj>
                </mc:Choice>
                <mc:Fallback>
                  <p:oleObj name="公式" r:id="rId16" imgW="556353" imgH="495272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1248"/>
                          <a:ext cx="716" cy="638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9525">
                          <a:solidFill>
                            <a:schemeClr val="accent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2" name="Text Box 29">
              <a:extLst>
                <a:ext uri="{FF2B5EF4-FFF2-40B4-BE49-F238E27FC236}">
                  <a16:creationId xmlns:a16="http://schemas.microsoft.com/office/drawing/2014/main" id="{D8964EE7-32D9-33AE-5225-B8D5187ACF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344"/>
              <a:ext cx="49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>
                  <a:solidFill>
                    <a:srgbClr val="FFFF00"/>
                  </a:solidFill>
                </a:rPr>
                <a:t>P</a:t>
              </a:r>
              <a:r>
                <a:rPr lang="zh-CN" altLang="en-US" sz="2800" b="1"/>
                <a:t>点</a:t>
              </a:r>
            </a:p>
          </p:txBody>
        </p:sp>
      </p:grpSp>
      <p:sp>
        <p:nvSpPr>
          <p:cNvPr id="8209" name="Text Box 31">
            <a:extLst>
              <a:ext uri="{FF2B5EF4-FFF2-40B4-BE49-F238E27FC236}">
                <a16:creationId xmlns:a16="http://schemas.microsoft.com/office/drawing/2014/main" id="{FC8DF4F1-C02F-306C-E5EE-0C7687651D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681288"/>
            <a:ext cx="22479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移近带电体</a:t>
            </a:r>
            <a:r>
              <a:rPr lang="en-US" altLang="zh-CN" sz="2800" b="1">
                <a:solidFill>
                  <a:srgbClr val="FFFF00"/>
                </a:solidFill>
              </a:rPr>
              <a:t>B</a:t>
            </a:r>
            <a:endParaRPr lang="zh-CN" altLang="en-US" sz="2800" b="1">
              <a:solidFill>
                <a:srgbClr val="FFFF00"/>
              </a:solidFill>
            </a:endParaRPr>
          </a:p>
        </p:txBody>
      </p:sp>
      <p:grpSp>
        <p:nvGrpSpPr>
          <p:cNvPr id="11" name="Group 33">
            <a:extLst>
              <a:ext uri="{FF2B5EF4-FFF2-40B4-BE49-F238E27FC236}">
                <a16:creationId xmlns:a16="http://schemas.microsoft.com/office/drawing/2014/main" id="{9B7BEB05-C107-C564-17E7-18CD36B8EA65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3657600"/>
            <a:ext cx="4438650" cy="1008063"/>
            <a:chOff x="576" y="2640"/>
            <a:chExt cx="2796" cy="635"/>
          </a:xfrm>
        </p:grpSpPr>
        <p:sp>
          <p:nvSpPr>
            <p:cNvPr id="15377" name="Text Box 34">
              <a:extLst>
                <a:ext uri="{FF2B5EF4-FFF2-40B4-BE49-F238E27FC236}">
                  <a16:creationId xmlns:a16="http://schemas.microsoft.com/office/drawing/2014/main" id="{DAC75965-2A51-03B5-5A9E-29B9B10873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640"/>
              <a:ext cx="41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问:</a:t>
              </a:r>
            </a:p>
          </p:txBody>
        </p:sp>
        <p:sp>
          <p:nvSpPr>
            <p:cNvPr id="15378" name="Rectangle 36">
              <a:extLst>
                <a:ext uri="{FF2B5EF4-FFF2-40B4-BE49-F238E27FC236}">
                  <a16:creationId xmlns:a16="http://schemas.microsoft.com/office/drawing/2014/main" id="{31BE58CA-20BC-C6E9-E8F6-DEA6DA5AE0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674"/>
              <a:ext cx="1692" cy="6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/>
                <a:t>P</a:t>
              </a:r>
              <a:r>
                <a:rPr lang="zh-CN" altLang="en-US" sz="2800" b="1"/>
                <a:t>点</a:t>
              </a:r>
              <a:r>
                <a:rPr lang="en-US" altLang="zh-CN" sz="2800" b="1"/>
                <a:t>E</a:t>
              </a:r>
              <a:r>
                <a:rPr lang="zh-CN" altLang="en-US" sz="2800" b="1"/>
                <a:t>是否改变?</a:t>
              </a:r>
            </a:p>
            <a:p>
              <a:pPr eaLnBrk="1" hangingPunct="1"/>
              <a:endParaRPr lang="zh-CN" altLang="en-US" sz="2800" b="1"/>
            </a:p>
          </p:txBody>
        </p:sp>
        <p:sp>
          <p:nvSpPr>
            <p:cNvPr id="15379" name="Text Box 38">
              <a:extLst>
                <a:ext uri="{FF2B5EF4-FFF2-40B4-BE49-F238E27FC236}">
                  <a16:creationId xmlns:a16="http://schemas.microsoft.com/office/drawing/2014/main" id="{3D267F76-3A52-EA62-2327-94BD1FC9C8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2688"/>
              <a:ext cx="11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 b="1"/>
            </a:p>
          </p:txBody>
        </p:sp>
        <p:sp>
          <p:nvSpPr>
            <p:cNvPr id="8231" name="AutoShape 39">
              <a:extLst>
                <a:ext uri="{FF2B5EF4-FFF2-40B4-BE49-F238E27FC236}">
                  <a16:creationId xmlns:a16="http://schemas.microsoft.com/office/drawing/2014/main" id="{FD2DE938-0355-2764-CDC8-055D55D5E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640"/>
              <a:ext cx="336" cy="288"/>
            </a:xfrm>
            <a:prstGeom prst="star5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grpSp>
        <p:nvGrpSpPr>
          <p:cNvPr id="12" name="Group 47">
            <a:extLst>
              <a:ext uri="{FF2B5EF4-FFF2-40B4-BE49-F238E27FC236}">
                <a16:creationId xmlns:a16="http://schemas.microsoft.com/office/drawing/2014/main" id="{E03F57DE-36AA-489C-F3A6-97A199B97C7E}"/>
              </a:ext>
            </a:extLst>
          </p:cNvPr>
          <p:cNvGrpSpPr>
            <a:grpSpLocks/>
          </p:cNvGrpSpPr>
          <p:nvPr/>
        </p:nvGrpSpPr>
        <p:grpSpPr bwMode="auto">
          <a:xfrm>
            <a:off x="1577975" y="4397375"/>
            <a:ext cx="4494213" cy="1012825"/>
            <a:chOff x="912" y="2674"/>
            <a:chExt cx="2831" cy="638"/>
          </a:xfrm>
        </p:grpSpPr>
        <p:sp>
          <p:nvSpPr>
            <p:cNvPr id="8233" name="AutoShape 41">
              <a:extLst>
                <a:ext uri="{FF2B5EF4-FFF2-40B4-BE49-F238E27FC236}">
                  <a16:creationId xmlns:a16="http://schemas.microsoft.com/office/drawing/2014/main" id="{90A5174A-FA4A-B353-D13C-5CF0360B9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770"/>
              <a:ext cx="336" cy="288"/>
            </a:xfrm>
            <a:prstGeom prst="star5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graphicFrame>
          <p:nvGraphicFramePr>
            <p:cNvPr id="15375" name="Object 2">
              <a:extLst>
                <a:ext uri="{FF2B5EF4-FFF2-40B4-BE49-F238E27FC236}">
                  <a16:creationId xmlns:a16="http://schemas.microsoft.com/office/drawing/2014/main" id="{CE82A547-6C3E-1160-BD99-6AB8705B787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40" y="2674"/>
            <a:ext cx="716" cy="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556353" imgH="495272" progId="Equation.3">
                    <p:embed/>
                  </p:oleObj>
                </mc:Choice>
                <mc:Fallback>
                  <p:oleObj name="公式" r:id="rId16" imgW="556353" imgH="495272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2674"/>
                          <a:ext cx="716" cy="638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6" name="Text Box 43">
              <a:extLst>
                <a:ext uri="{FF2B5EF4-FFF2-40B4-BE49-F238E27FC236}">
                  <a16:creationId xmlns:a16="http://schemas.microsoft.com/office/drawing/2014/main" id="{F6D829E3-CFBB-39AC-CB85-A211F12B44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2784"/>
              <a:ext cx="139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是否仍成立?</a:t>
              </a:r>
            </a:p>
          </p:txBody>
        </p:sp>
      </p:grpSp>
      <p:sp>
        <p:nvSpPr>
          <p:cNvPr id="8240" name="Text Box 48">
            <a:extLst>
              <a:ext uri="{FF2B5EF4-FFF2-40B4-BE49-F238E27FC236}">
                <a16:creationId xmlns:a16="http://schemas.microsoft.com/office/drawing/2014/main" id="{02920EE5-6755-240F-8C65-22EA0CC72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3733800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accent1"/>
                </a:solidFill>
              </a:rPr>
              <a:t>改变</a:t>
            </a:r>
            <a:r>
              <a:rPr lang="zh-CN" altLang="en-US" sz="2800" b="1">
                <a:solidFill>
                  <a:schemeClr val="accent1"/>
                </a:solidFill>
                <a:latin typeface="宋体" panose="02010600030101010101" pitchFamily="2" charset="-122"/>
              </a:rPr>
              <a:t>!</a:t>
            </a:r>
          </a:p>
        </p:txBody>
      </p:sp>
      <p:sp>
        <p:nvSpPr>
          <p:cNvPr id="8241" name="Text Box 49">
            <a:extLst>
              <a:ext uri="{FF2B5EF4-FFF2-40B4-BE49-F238E27FC236}">
                <a16:creationId xmlns:a16="http://schemas.microsoft.com/office/drawing/2014/main" id="{A835222B-EC1C-6ED3-9C49-8365F294C5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495800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accent1"/>
                </a:solidFill>
              </a:rPr>
              <a:t>成立！</a:t>
            </a:r>
          </a:p>
        </p:txBody>
      </p:sp>
      <p:sp>
        <p:nvSpPr>
          <p:cNvPr id="8242" name="Text Box 50">
            <a:extLst>
              <a:ext uri="{FF2B5EF4-FFF2-40B4-BE49-F238E27FC236}">
                <a16:creationId xmlns:a16="http://schemas.microsoft.com/office/drawing/2014/main" id="{A029701E-BAED-658F-7537-474C4EAF40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8813" y="5572125"/>
            <a:ext cx="32146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FF00"/>
                </a:solidFill>
              </a:rPr>
              <a:t>不过 </a:t>
            </a:r>
            <a:r>
              <a:rPr lang="en-US" altLang="zh-CN" sz="2800" b="1" i="1">
                <a:solidFill>
                  <a:srgbClr val="FFFF00"/>
                </a:solidFill>
              </a:rPr>
              <a:t>E  </a:t>
            </a:r>
            <a:r>
              <a:rPr lang="zh-CN" altLang="en-US" sz="2800" b="1">
                <a:solidFill>
                  <a:srgbClr val="FFFF00"/>
                </a:solidFill>
              </a:rPr>
              <a:t>随</a:t>
            </a:r>
            <a:r>
              <a:rPr lang="en-US" altLang="zh-CN" sz="2800" b="1">
                <a:solidFill>
                  <a:srgbClr val="FFFF00"/>
                </a:solidFill>
                <a:cs typeface="Times New Roman" panose="02020603050405020304" pitchFamily="18" charset="0"/>
              </a:rPr>
              <a:t>σ </a:t>
            </a:r>
            <a:r>
              <a:rPr lang="zh-CN" altLang="en-US" sz="2800" b="1">
                <a:solidFill>
                  <a:srgbClr val="FFFF00"/>
                </a:solidFill>
              </a:rPr>
              <a:t>变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2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2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8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9" grpId="0"/>
      <p:bldP spid="8240" grpId="0" autoUpdateAnimBg="0"/>
      <p:bldP spid="8241" grpId="0" autoUpdateAnimBg="0"/>
      <p:bldP spid="8242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7FE2575-C069-4A1A-BEC5-99891C64516F}"/>
              </a:ext>
            </a:extLst>
          </p:cNvPr>
          <p:cNvGrpSpPr>
            <a:grpSpLocks/>
          </p:cNvGrpSpPr>
          <p:nvPr/>
        </p:nvGrpSpPr>
        <p:grpSpPr bwMode="auto">
          <a:xfrm>
            <a:off x="7699375" y="0"/>
            <a:ext cx="760413" cy="4038600"/>
            <a:chOff x="4848" y="0"/>
            <a:chExt cx="479" cy="2544"/>
          </a:xfrm>
        </p:grpSpPr>
        <p:sp>
          <p:nvSpPr>
            <p:cNvPr id="16422" name="Rectangle 3" descr="宽上对角线">
              <a:extLst>
                <a:ext uri="{FF2B5EF4-FFF2-40B4-BE49-F238E27FC236}">
                  <a16:creationId xmlns:a16="http://schemas.microsoft.com/office/drawing/2014/main" id="{B20C9D2B-58B3-1498-8884-5B70A73A7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192"/>
              <a:ext cx="384" cy="2160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3810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zh-CN">
                <a:solidFill>
                  <a:srgbClr val="FFFF00"/>
                </a:solidFill>
              </a:endParaRPr>
            </a:p>
          </p:txBody>
        </p:sp>
        <p:sp>
          <p:nvSpPr>
            <p:cNvPr id="16423" name="Line 4">
              <a:extLst>
                <a:ext uri="{FF2B5EF4-FFF2-40B4-BE49-F238E27FC236}">
                  <a16:creationId xmlns:a16="http://schemas.microsoft.com/office/drawing/2014/main" id="{9A9B5A92-FA1A-0043-57A6-2660E819E8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2016"/>
              <a:ext cx="0" cy="432"/>
            </a:xfrm>
            <a:prstGeom prst="line">
              <a:avLst/>
            </a:prstGeom>
            <a:noFill/>
            <a:ln w="57150">
              <a:solidFill>
                <a:srgbClr val="006699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24" name="Line 5">
              <a:extLst>
                <a:ext uri="{FF2B5EF4-FFF2-40B4-BE49-F238E27FC236}">
                  <a16:creationId xmlns:a16="http://schemas.microsoft.com/office/drawing/2014/main" id="{A093537C-1EF8-D2E7-329A-284593A58C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2" y="0"/>
              <a:ext cx="0" cy="528"/>
            </a:xfrm>
            <a:prstGeom prst="line">
              <a:avLst/>
            </a:prstGeom>
            <a:noFill/>
            <a:ln w="57150">
              <a:solidFill>
                <a:srgbClr val="006699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25" name="Line 6">
              <a:extLst>
                <a:ext uri="{FF2B5EF4-FFF2-40B4-BE49-F238E27FC236}">
                  <a16:creationId xmlns:a16="http://schemas.microsoft.com/office/drawing/2014/main" id="{303A0F4A-7808-6F21-CBC7-829B8B886C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0"/>
              <a:ext cx="0" cy="528"/>
            </a:xfrm>
            <a:prstGeom prst="line">
              <a:avLst/>
            </a:prstGeom>
            <a:noFill/>
            <a:ln w="57150">
              <a:solidFill>
                <a:srgbClr val="006699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26" name="Line 7">
              <a:extLst>
                <a:ext uri="{FF2B5EF4-FFF2-40B4-BE49-F238E27FC236}">
                  <a16:creationId xmlns:a16="http://schemas.microsoft.com/office/drawing/2014/main" id="{C156E243-264A-4623-0C2D-881A7D2F71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2" y="2016"/>
              <a:ext cx="0" cy="528"/>
            </a:xfrm>
            <a:prstGeom prst="line">
              <a:avLst/>
            </a:prstGeom>
            <a:noFill/>
            <a:ln w="57150">
              <a:solidFill>
                <a:srgbClr val="006699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27" name="Line 8">
              <a:extLst>
                <a:ext uri="{FF2B5EF4-FFF2-40B4-BE49-F238E27FC236}">
                  <a16:creationId xmlns:a16="http://schemas.microsoft.com/office/drawing/2014/main" id="{204E1849-D175-CA29-F69D-96297FE4548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358831">
              <a:off x="5094" y="2121"/>
              <a:ext cx="1" cy="464"/>
            </a:xfrm>
            <a:prstGeom prst="line">
              <a:avLst/>
            </a:prstGeom>
            <a:noFill/>
            <a:ln w="57150">
              <a:solidFill>
                <a:srgbClr val="0066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28" name="Line 9">
              <a:extLst>
                <a:ext uri="{FF2B5EF4-FFF2-40B4-BE49-F238E27FC236}">
                  <a16:creationId xmlns:a16="http://schemas.microsoft.com/office/drawing/2014/main" id="{9368544F-3204-38D5-95FA-A74843600A0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358831">
              <a:off x="5051" y="12"/>
              <a:ext cx="0" cy="360"/>
            </a:xfrm>
            <a:prstGeom prst="line">
              <a:avLst/>
            </a:prstGeom>
            <a:noFill/>
            <a:ln w="57150">
              <a:solidFill>
                <a:srgbClr val="0066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59754" name="Object 10">
            <a:extLst>
              <a:ext uri="{FF2B5EF4-FFF2-40B4-BE49-F238E27FC236}">
                <a16:creationId xmlns:a16="http://schemas.microsoft.com/office/drawing/2014/main" id="{140C970E-E926-A340-90C8-09B2F9E04A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0" y="1905000"/>
          <a:ext cx="144780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441898" imgH="175066" progId="Equation.3">
                  <p:embed/>
                </p:oleObj>
              </mc:Choice>
              <mc:Fallback>
                <p:oleObj name="公式" r:id="rId3" imgW="441898" imgH="175066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905000"/>
                        <a:ext cx="1447800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1">
            <a:extLst>
              <a:ext uri="{FF2B5EF4-FFF2-40B4-BE49-F238E27FC236}">
                <a16:creationId xmlns:a16="http://schemas.microsoft.com/office/drawing/2014/main" id="{5620860E-3178-ED33-CA10-E2C8A2AAF5BE}"/>
              </a:ext>
            </a:extLst>
          </p:cNvPr>
          <p:cNvGrpSpPr>
            <a:grpSpLocks/>
          </p:cNvGrpSpPr>
          <p:nvPr/>
        </p:nvGrpSpPr>
        <p:grpSpPr bwMode="auto">
          <a:xfrm>
            <a:off x="7848600" y="1752600"/>
            <a:ext cx="457200" cy="609600"/>
            <a:chOff x="4368" y="1872"/>
            <a:chExt cx="301" cy="480"/>
          </a:xfrm>
        </p:grpSpPr>
        <p:sp>
          <p:nvSpPr>
            <p:cNvPr id="16420" name="AutoShape 12">
              <a:extLst>
                <a:ext uri="{FF2B5EF4-FFF2-40B4-BE49-F238E27FC236}">
                  <a16:creationId xmlns:a16="http://schemas.microsoft.com/office/drawing/2014/main" id="{A1B201ED-2705-C1F3-3080-DF38A8BEE8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2304"/>
              <a:ext cx="48" cy="48"/>
            </a:xfrm>
            <a:prstGeom prst="octagon">
              <a:avLst>
                <a:gd name="adj" fmla="val 29287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16421" name="Object 13">
              <a:extLst>
                <a:ext uri="{FF2B5EF4-FFF2-40B4-BE49-F238E27FC236}">
                  <a16:creationId xmlns:a16="http://schemas.microsoft.com/office/drawing/2014/main" id="{8424EF50-4505-4BDE-5BA9-83677E7ACE5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8" y="1872"/>
            <a:ext cx="301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228600" imgH="241300" progId="Equation.3">
                    <p:embed/>
                  </p:oleObj>
                </mc:Choice>
                <mc:Fallback>
                  <p:oleObj name="公式" r:id="rId5" imgW="228600" imgH="2413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72"/>
                          <a:ext cx="301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9758" name="Object 14">
            <a:extLst>
              <a:ext uri="{FF2B5EF4-FFF2-40B4-BE49-F238E27FC236}">
                <a16:creationId xmlns:a16="http://schemas.microsoft.com/office/drawing/2014/main" id="{705E1409-A9EC-7C14-0F16-1969B74990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2590800"/>
          <a:ext cx="19050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70809" imgH="175066" progId="Equation.3">
                  <p:embed/>
                </p:oleObj>
              </mc:Choice>
              <mc:Fallback>
                <p:oleObj name="Equation" r:id="rId7" imgW="670809" imgH="175066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590800"/>
                        <a:ext cx="19050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59" name="Object 15">
            <a:extLst>
              <a:ext uri="{FF2B5EF4-FFF2-40B4-BE49-F238E27FC236}">
                <a16:creationId xmlns:a16="http://schemas.microsoft.com/office/drawing/2014/main" id="{8E53937C-30C1-1F7F-B576-997B1852F8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5334000"/>
          <a:ext cx="35052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156242" imgH="701262" progId="Equation.3">
                  <p:embed/>
                </p:oleObj>
              </mc:Choice>
              <mc:Fallback>
                <p:oleObj name="公式" r:id="rId9" imgW="2156242" imgH="701262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5334000"/>
                        <a:ext cx="35052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60" name="Object 16">
            <a:extLst>
              <a:ext uri="{FF2B5EF4-FFF2-40B4-BE49-F238E27FC236}">
                <a16:creationId xmlns:a16="http://schemas.microsoft.com/office/drawing/2014/main" id="{C11D7059-A98D-D681-83AC-1D6BA839B2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34200" y="4495800"/>
          <a:ext cx="1752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120171" imgH="624951" progId="Equation.3">
                  <p:embed/>
                </p:oleObj>
              </mc:Choice>
              <mc:Fallback>
                <p:oleObj name="公式" r:id="rId11" imgW="1120171" imgH="624951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4495800"/>
                        <a:ext cx="1752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61" name="Object 17">
            <a:extLst>
              <a:ext uri="{FF2B5EF4-FFF2-40B4-BE49-F238E27FC236}">
                <a16:creationId xmlns:a16="http://schemas.microsoft.com/office/drawing/2014/main" id="{EF5491D9-CC78-2360-33FF-9C1DC80C9B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34200" y="5562600"/>
          <a:ext cx="1752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967896" imgH="624951" progId="Equation.3">
                  <p:embed/>
                </p:oleObj>
              </mc:Choice>
              <mc:Fallback>
                <p:oleObj name="公式" r:id="rId13" imgW="967896" imgH="624951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5562600"/>
                        <a:ext cx="1752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62" name="Text Box 18">
            <a:extLst>
              <a:ext uri="{FF2B5EF4-FFF2-40B4-BE49-F238E27FC236}">
                <a16:creationId xmlns:a16="http://schemas.microsoft.com/office/drawing/2014/main" id="{FEEDCA16-4072-5333-C57B-897D9D545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9812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latin typeface="宋体" panose="02010600030101010101" pitchFamily="2" charset="-122"/>
              </a:rPr>
              <a:t>解</a:t>
            </a:r>
            <a:r>
              <a:rPr lang="en-US" altLang="zh-CN" b="1">
                <a:latin typeface="宋体" panose="02010600030101010101" pitchFamily="2" charset="-122"/>
              </a:rPr>
              <a:t>:</a:t>
            </a:r>
          </a:p>
        </p:txBody>
      </p:sp>
      <p:sp>
        <p:nvSpPr>
          <p:cNvPr id="159763" name="Text Box 19">
            <a:extLst>
              <a:ext uri="{FF2B5EF4-FFF2-40B4-BE49-F238E27FC236}">
                <a16:creationId xmlns:a16="http://schemas.microsoft.com/office/drawing/2014/main" id="{46C40227-E6D7-2289-395F-7C2AF46E6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981200"/>
            <a:ext cx="388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66FF33"/>
                </a:solidFill>
              </a:rPr>
              <a:t>设金属板面电荷密度</a:t>
            </a:r>
            <a:endParaRPr lang="zh-CN" altLang="en-US">
              <a:solidFill>
                <a:srgbClr val="66FF33"/>
              </a:solidFill>
            </a:endParaRPr>
          </a:p>
        </p:txBody>
      </p:sp>
      <p:graphicFrame>
        <p:nvGraphicFramePr>
          <p:cNvPr id="159764" name="Object 20">
            <a:extLst>
              <a:ext uri="{FF2B5EF4-FFF2-40B4-BE49-F238E27FC236}">
                <a16:creationId xmlns:a16="http://schemas.microsoft.com/office/drawing/2014/main" id="{36106B5B-DD9E-2933-651D-2897895A17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9000" y="762000"/>
          <a:ext cx="914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05049" imgH="175066" progId="Equation.3">
                  <p:embed/>
                </p:oleObj>
              </mc:Choice>
              <mc:Fallback>
                <p:oleObj name="Equation" r:id="rId15" imgW="305049" imgH="175066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762000"/>
                        <a:ext cx="9144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65" name="Text Box 21">
            <a:extLst>
              <a:ext uri="{FF2B5EF4-FFF2-40B4-BE49-F238E27FC236}">
                <a16:creationId xmlns:a16="http://schemas.microsoft.com/office/drawing/2014/main" id="{957E2AEE-E523-404B-F7CC-4D1B9C233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667000"/>
            <a:ext cx="182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66FF33"/>
                </a:solidFill>
              </a:rPr>
              <a:t>由电荷守恒</a:t>
            </a:r>
          </a:p>
        </p:txBody>
      </p:sp>
      <p:sp>
        <p:nvSpPr>
          <p:cNvPr id="159766" name="Text Box 22">
            <a:extLst>
              <a:ext uri="{FF2B5EF4-FFF2-40B4-BE49-F238E27FC236}">
                <a16:creationId xmlns:a16="http://schemas.microsoft.com/office/drawing/2014/main" id="{2669B82F-F729-74BD-2B6B-229AD3D77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352800"/>
            <a:ext cx="396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66FF33"/>
                </a:solidFill>
                <a:latin typeface="宋体" panose="02010600030101010101" pitchFamily="2" charset="-122"/>
              </a:rPr>
              <a:t>导体体内任一点</a:t>
            </a:r>
            <a:r>
              <a:rPr lang="en-US" altLang="zh-CN" b="1">
                <a:solidFill>
                  <a:srgbClr val="66FF33"/>
                </a:solidFill>
                <a:latin typeface="宋体" panose="02010600030101010101" pitchFamily="2" charset="-122"/>
              </a:rPr>
              <a:t>P</a:t>
            </a:r>
            <a:r>
              <a:rPr lang="zh-CN" altLang="en-US" b="1">
                <a:solidFill>
                  <a:srgbClr val="66FF33"/>
                </a:solidFill>
                <a:latin typeface="宋体" panose="02010600030101010101" pitchFamily="2" charset="-122"/>
              </a:rPr>
              <a:t>场强为零</a:t>
            </a:r>
          </a:p>
        </p:txBody>
      </p:sp>
      <p:grpSp>
        <p:nvGrpSpPr>
          <p:cNvPr id="4" name="Group 23">
            <a:extLst>
              <a:ext uri="{FF2B5EF4-FFF2-40B4-BE49-F238E27FC236}">
                <a16:creationId xmlns:a16="http://schemas.microsoft.com/office/drawing/2014/main" id="{EEBBB980-0EE1-29CB-7E2F-6C5A6758A5BC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228600"/>
            <a:ext cx="0" cy="3657600"/>
            <a:chOff x="4320" y="144"/>
            <a:chExt cx="0" cy="2304"/>
          </a:xfrm>
        </p:grpSpPr>
        <p:sp>
          <p:nvSpPr>
            <p:cNvPr id="16417" name="Line 24">
              <a:extLst>
                <a:ext uri="{FF2B5EF4-FFF2-40B4-BE49-F238E27FC236}">
                  <a16:creationId xmlns:a16="http://schemas.microsoft.com/office/drawing/2014/main" id="{93804FCF-6261-AE42-9A18-C8873FE9E9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468"/>
              <a:ext cx="0" cy="1644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8" name="Line 25">
              <a:extLst>
                <a:ext uri="{FF2B5EF4-FFF2-40B4-BE49-F238E27FC236}">
                  <a16:creationId xmlns:a16="http://schemas.microsoft.com/office/drawing/2014/main" id="{7B6F75C7-D92D-CD6A-E95E-ED529E2312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112"/>
              <a:ext cx="0" cy="336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9" name="Line 26">
              <a:extLst>
                <a:ext uri="{FF2B5EF4-FFF2-40B4-BE49-F238E27FC236}">
                  <a16:creationId xmlns:a16="http://schemas.microsoft.com/office/drawing/2014/main" id="{A30E33B6-DE5B-0E6B-65B5-CFFF74F108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44"/>
              <a:ext cx="0" cy="336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59771" name="Object 27">
            <a:extLst>
              <a:ext uri="{FF2B5EF4-FFF2-40B4-BE49-F238E27FC236}">
                <a16:creationId xmlns:a16="http://schemas.microsoft.com/office/drawing/2014/main" id="{1D89FFBE-9253-F768-D75C-F3BD459B7A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43900" y="803275"/>
          <a:ext cx="57150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52276" imgH="175066" progId="Equation.3">
                  <p:embed/>
                </p:oleObj>
              </mc:Choice>
              <mc:Fallback>
                <p:oleObj name="Equation" r:id="rId17" imgW="152276" imgH="175066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43900" y="803275"/>
                        <a:ext cx="571500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72" name="Object 28">
            <a:extLst>
              <a:ext uri="{FF2B5EF4-FFF2-40B4-BE49-F238E27FC236}">
                <a16:creationId xmlns:a16="http://schemas.microsoft.com/office/drawing/2014/main" id="{F7CDE013-9CF7-9483-52AA-D1F8F6BF7E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0" y="1600200"/>
          <a:ext cx="4572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19978" imgH="205989" progId="Equation.3">
                  <p:embed/>
                </p:oleObj>
              </mc:Choice>
              <mc:Fallback>
                <p:oleObj name="Equation" r:id="rId19" imgW="319978" imgH="205989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1600200"/>
                        <a:ext cx="4572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73" name="Line 29">
            <a:extLst>
              <a:ext uri="{FF2B5EF4-FFF2-40B4-BE49-F238E27FC236}">
                <a16:creationId xmlns:a16="http://schemas.microsoft.com/office/drawing/2014/main" id="{8981FB1E-B8F9-DE93-93D8-4E2045DD0AE6}"/>
              </a:ext>
            </a:extLst>
          </p:cNvPr>
          <p:cNvSpPr>
            <a:spLocks noChangeShapeType="1"/>
          </p:cNvSpPr>
          <p:nvPr/>
        </p:nvSpPr>
        <p:spPr bwMode="auto">
          <a:xfrm rot="-10635374">
            <a:off x="8026400" y="2171700"/>
            <a:ext cx="533400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9774" name="Text Box 30">
            <a:extLst>
              <a:ext uri="{FF2B5EF4-FFF2-40B4-BE49-F238E27FC236}">
                <a16:creationId xmlns:a16="http://schemas.microsoft.com/office/drawing/2014/main" id="{0735121F-E9D8-C6FD-8AD6-854592E3B9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3450" y="23622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/>
              <a:t>E</a:t>
            </a:r>
            <a:r>
              <a:rPr lang="en-US" altLang="zh-CN" b="1" i="1" baseline="-25000"/>
              <a:t>0</a:t>
            </a:r>
          </a:p>
        </p:txBody>
      </p:sp>
      <p:sp>
        <p:nvSpPr>
          <p:cNvPr id="159775" name="Text Box 31">
            <a:extLst>
              <a:ext uri="{FF2B5EF4-FFF2-40B4-BE49-F238E27FC236}">
                <a16:creationId xmlns:a16="http://schemas.microsoft.com/office/drawing/2014/main" id="{F6CAD4E7-8511-E89A-7A65-2CF53F5D02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1700" y="2463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/>
              <a:t>E</a:t>
            </a:r>
            <a:r>
              <a:rPr lang="en-US" altLang="zh-CN" b="1" i="1" baseline="-25000"/>
              <a:t>2</a:t>
            </a:r>
          </a:p>
        </p:txBody>
      </p:sp>
      <p:sp>
        <p:nvSpPr>
          <p:cNvPr id="159776" name="Text Box 32">
            <a:extLst>
              <a:ext uri="{FF2B5EF4-FFF2-40B4-BE49-F238E27FC236}">
                <a16:creationId xmlns:a16="http://schemas.microsoft.com/office/drawing/2014/main" id="{5E6B85CD-0E3B-1F33-1D09-7155DCA0C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16764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/>
              <a:t>E</a:t>
            </a:r>
            <a:r>
              <a:rPr lang="en-US" altLang="zh-CN" b="1" i="1" baseline="-25000"/>
              <a:t>1</a:t>
            </a:r>
          </a:p>
        </p:txBody>
      </p:sp>
      <p:graphicFrame>
        <p:nvGraphicFramePr>
          <p:cNvPr id="159777" name="Object 33">
            <a:extLst>
              <a:ext uri="{FF2B5EF4-FFF2-40B4-BE49-F238E27FC236}">
                <a16:creationId xmlns:a16="http://schemas.microsoft.com/office/drawing/2014/main" id="{5733F370-638B-C388-9F45-3DCEC9DD66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0" y="3276600"/>
          <a:ext cx="23622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975360" imgH="205989" progId="Equation.3">
                  <p:embed/>
                </p:oleObj>
              </mc:Choice>
              <mc:Fallback>
                <p:oleObj name="Equation" r:id="rId21" imgW="975360" imgH="205989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276600"/>
                        <a:ext cx="23622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78" name="Line 34">
            <a:extLst>
              <a:ext uri="{FF2B5EF4-FFF2-40B4-BE49-F238E27FC236}">
                <a16:creationId xmlns:a16="http://schemas.microsoft.com/office/drawing/2014/main" id="{8A418EA2-ECE5-BCC6-4CEA-F2EA22287187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800" y="3810000"/>
            <a:ext cx="1600200" cy="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9779" name="Text Box 35">
            <a:extLst>
              <a:ext uri="{FF2B5EF4-FFF2-40B4-BE49-F238E27FC236}">
                <a16:creationId xmlns:a16="http://schemas.microsoft.com/office/drawing/2014/main" id="{83B0E4AF-E2D6-6222-4579-034E6D4A93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2650" y="3810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solidFill>
                  <a:srgbClr val="FFFF00"/>
                </a:solidFill>
              </a:rPr>
              <a:t>x</a:t>
            </a:r>
          </a:p>
        </p:txBody>
      </p:sp>
      <p:graphicFrame>
        <p:nvGraphicFramePr>
          <p:cNvPr id="159780" name="Object 36">
            <a:extLst>
              <a:ext uri="{FF2B5EF4-FFF2-40B4-BE49-F238E27FC236}">
                <a16:creationId xmlns:a16="http://schemas.microsoft.com/office/drawing/2014/main" id="{B14B7D1B-58C7-2D66-7901-3048B8BF03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4078288"/>
          <a:ext cx="460851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5509291" imgH="876328" progId="Equation.3">
                  <p:embed/>
                </p:oleObj>
              </mc:Choice>
              <mc:Fallback>
                <p:oleObj name="公式" r:id="rId23" imgW="5509291" imgH="876328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4078288"/>
                        <a:ext cx="4608513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81" name="Text Box 37">
            <a:extLst>
              <a:ext uri="{FF2B5EF4-FFF2-40B4-BE49-F238E27FC236}">
                <a16:creationId xmlns:a16="http://schemas.microsoft.com/office/drawing/2014/main" id="{3A8D8B97-6BC7-349D-B0D7-552CA2883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114800"/>
            <a:ext cx="800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宋体" panose="02010600030101010101" pitchFamily="2" charset="-122"/>
              </a:rPr>
              <a:t>其中</a:t>
            </a:r>
          </a:p>
        </p:txBody>
      </p:sp>
      <p:sp>
        <p:nvSpPr>
          <p:cNvPr id="159782" name="AutoShape 38">
            <a:extLst>
              <a:ext uri="{FF2B5EF4-FFF2-40B4-BE49-F238E27FC236}">
                <a16:creationId xmlns:a16="http://schemas.microsoft.com/office/drawing/2014/main" id="{C99C4116-E229-ABA9-3DFE-A4653BBBAFCC}"/>
              </a:ext>
            </a:extLst>
          </p:cNvPr>
          <p:cNvSpPr>
            <a:spLocks/>
          </p:cNvSpPr>
          <p:nvPr/>
        </p:nvSpPr>
        <p:spPr bwMode="auto">
          <a:xfrm>
            <a:off x="6477000" y="4953000"/>
            <a:ext cx="304800" cy="1143000"/>
          </a:xfrm>
          <a:prstGeom prst="leftBrace">
            <a:avLst>
              <a:gd name="adj1" fmla="val 31250"/>
              <a:gd name="adj2" fmla="val 50000"/>
            </a:avLst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5" name="Group 39">
            <a:extLst>
              <a:ext uri="{FF2B5EF4-FFF2-40B4-BE49-F238E27FC236}">
                <a16:creationId xmlns:a16="http://schemas.microsoft.com/office/drawing/2014/main" id="{CB83694B-D822-A397-AE7E-D9C5F1410B26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304800"/>
            <a:ext cx="6172200" cy="1592263"/>
            <a:chOff x="192" y="192"/>
            <a:chExt cx="3888" cy="1003"/>
          </a:xfrm>
        </p:grpSpPr>
        <p:sp>
          <p:nvSpPr>
            <p:cNvPr id="16415" name="Text Box 40">
              <a:extLst>
                <a:ext uri="{FF2B5EF4-FFF2-40B4-BE49-F238E27FC236}">
                  <a16:creationId xmlns:a16="http://schemas.microsoft.com/office/drawing/2014/main" id="{0DCF19C6-6657-10AD-CD87-3B595764D1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92"/>
              <a:ext cx="3888" cy="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latin typeface="宋体" panose="02010600030101010101" pitchFamily="2" charset="-122"/>
                </a:rPr>
                <a:t>例</a:t>
              </a:r>
              <a:r>
                <a:rPr lang="zh-CN" altLang="en-US" b="1">
                  <a:solidFill>
                    <a:srgbClr val="FFFF00"/>
                  </a:solidFill>
                  <a:latin typeface="宋体" panose="02010600030101010101" pitchFamily="2" charset="-122"/>
                </a:rPr>
                <a:t> 在无限大带电平面的电场中</a:t>
              </a:r>
              <a:r>
                <a:rPr lang="en-US" altLang="zh-CN" b="1">
                  <a:solidFill>
                    <a:srgbClr val="FFFF00"/>
                  </a:solidFill>
                  <a:latin typeface="宋体" panose="02010600030101010101" pitchFamily="2" charset="-122"/>
                </a:rPr>
                <a:t>,</a:t>
              </a:r>
              <a:r>
                <a:rPr lang="zh-CN" altLang="en-US" b="1">
                  <a:solidFill>
                    <a:srgbClr val="FFFF00"/>
                  </a:solidFill>
                  <a:latin typeface="宋体" panose="02010600030101010101" pitchFamily="2" charset="-122"/>
                </a:rPr>
                <a:t>平行放置        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rgbClr val="FFFF00"/>
                  </a:solidFill>
                  <a:latin typeface="宋体" panose="02010600030101010101" pitchFamily="2" charset="-122"/>
                </a:rPr>
                <a:t>    一无限大金属平板 </a:t>
              </a:r>
              <a:r>
                <a:rPr lang="en-US" altLang="zh-CN" b="1">
                  <a:solidFill>
                    <a:srgbClr val="FFFF00"/>
                  </a:solidFill>
                  <a:latin typeface="宋体" panose="02010600030101010101" pitchFamily="2" charset="-122"/>
                </a:rPr>
                <a:t>,</a:t>
              </a:r>
              <a:r>
                <a:rPr lang="zh-CN" altLang="en-US" b="1">
                  <a:solidFill>
                    <a:srgbClr val="FFFF00"/>
                  </a:solidFill>
                  <a:latin typeface="宋体" panose="02010600030101010101" pitchFamily="2" charset="-122"/>
                </a:rPr>
                <a:t>设带电平面的面密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rgbClr val="FFFF00"/>
                  </a:solidFill>
                  <a:latin typeface="宋体" panose="02010600030101010101" pitchFamily="2" charset="-122"/>
                </a:rPr>
                <a:t>    度为    </a:t>
              </a:r>
              <a:r>
                <a:rPr lang="en-US" altLang="zh-CN" b="1">
                  <a:solidFill>
                    <a:srgbClr val="FFFF00"/>
                  </a:solidFill>
                  <a:latin typeface="宋体" panose="02010600030101010101" pitchFamily="2" charset="-122"/>
                </a:rPr>
                <a:t>.</a:t>
              </a:r>
              <a:r>
                <a:rPr lang="zh-CN" altLang="en-US" b="1">
                  <a:latin typeface="宋体" panose="02010600030101010101" pitchFamily="2" charset="-122"/>
                </a:rPr>
                <a:t>求：金属板两面电荷面密度</a:t>
              </a:r>
              <a:r>
                <a:rPr lang="en-US" altLang="zh-CN" b="1">
                  <a:latin typeface="宋体" panose="02010600030101010101" pitchFamily="2" charset="-122"/>
                </a:rPr>
                <a:t>.</a:t>
              </a:r>
            </a:p>
          </p:txBody>
        </p:sp>
        <p:graphicFrame>
          <p:nvGraphicFramePr>
            <p:cNvPr id="16416" name="Object 41">
              <a:extLst>
                <a:ext uri="{FF2B5EF4-FFF2-40B4-BE49-F238E27FC236}">
                  <a16:creationId xmlns:a16="http://schemas.microsoft.com/office/drawing/2014/main" id="{2F1BD068-755C-AF39-E685-4DCB2BFD465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80" y="945"/>
            <a:ext cx="251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5" imgW="114456" imgH="99254" progId="Equation.3">
                    <p:embed/>
                  </p:oleObj>
                </mc:Choice>
                <mc:Fallback>
                  <p:oleObj name="公式" r:id="rId25" imgW="114456" imgH="99254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0" y="945"/>
                          <a:ext cx="251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9786" name="Line 42">
            <a:extLst>
              <a:ext uri="{FF2B5EF4-FFF2-40B4-BE49-F238E27FC236}">
                <a16:creationId xmlns:a16="http://schemas.microsoft.com/office/drawing/2014/main" id="{C75551A8-DFCD-9159-6C28-21B88EB0F77E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0300" y="246380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9787" name="Line 43">
            <a:extLst>
              <a:ext uri="{FF2B5EF4-FFF2-40B4-BE49-F238E27FC236}">
                <a16:creationId xmlns:a16="http://schemas.microsoft.com/office/drawing/2014/main" id="{76A410AA-16A8-2217-3948-7E90964C73F8}"/>
              </a:ext>
            </a:extLst>
          </p:cNvPr>
          <p:cNvSpPr>
            <a:spLocks noChangeShapeType="1"/>
          </p:cNvSpPr>
          <p:nvPr/>
        </p:nvSpPr>
        <p:spPr bwMode="auto">
          <a:xfrm>
            <a:off x="8064500" y="2324100"/>
            <a:ext cx="8255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59788" name="Picture 44" descr="j0293240">
            <a:extLst>
              <a:ext uri="{FF2B5EF4-FFF2-40B4-BE49-F238E27FC236}">
                <a16:creationId xmlns:a16="http://schemas.microsoft.com/office/drawing/2014/main" id="{7866C8FC-1260-AC09-DA9D-8502A1520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59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59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59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59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59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59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59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59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59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59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59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59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59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59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59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159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159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159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159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159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159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159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159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159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159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159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62" grpId="0" autoUpdateAnimBg="0"/>
      <p:bldP spid="159763" grpId="0" autoUpdateAnimBg="0"/>
      <p:bldP spid="159765" grpId="0" autoUpdateAnimBg="0"/>
      <p:bldP spid="159766" grpId="0" autoUpdateAnimBg="0"/>
      <p:bldP spid="159774" grpId="0" autoUpdateAnimBg="0"/>
      <p:bldP spid="159775" grpId="0" autoUpdateAnimBg="0"/>
      <p:bldP spid="159776" grpId="0" autoUpdateAnimBg="0"/>
      <p:bldP spid="159779" grpId="0" autoUpdateAnimBg="0"/>
      <p:bldP spid="159781" grpId="0" autoUpdateAnimBg="0"/>
      <p:bldP spid="15978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Text Box 2">
            <a:extLst>
              <a:ext uri="{FF2B5EF4-FFF2-40B4-BE49-F238E27FC236}">
                <a16:creationId xmlns:a16="http://schemas.microsoft.com/office/drawing/2014/main" id="{CEF18025-4BC8-8EBD-1682-1BE6FA5466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04800"/>
            <a:ext cx="6096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latin typeface="宋体" panose="02010600030101010101" pitchFamily="2" charset="-122"/>
              </a:rPr>
              <a:t>例</a:t>
            </a: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 金属球</a:t>
            </a:r>
            <a:r>
              <a:rPr lang="en-US" altLang="zh-CN" b="1">
                <a:solidFill>
                  <a:srgbClr val="FFFF00"/>
                </a:solidFill>
                <a:latin typeface="宋体" panose="02010600030101010101" pitchFamily="2" charset="-122"/>
              </a:rPr>
              <a:t>A</a:t>
            </a:r>
            <a:r>
              <a:rPr lang="zh-CN" altLang="zh-CN" b="1">
                <a:solidFill>
                  <a:srgbClr val="FFFF00"/>
                </a:solidFill>
                <a:latin typeface="宋体" panose="02010600030101010101" pitchFamily="2" charset="-122"/>
              </a:rPr>
              <a:t>与金属球壳</a:t>
            </a:r>
            <a:r>
              <a:rPr lang="en-US" altLang="zh-CN" b="1">
                <a:solidFill>
                  <a:srgbClr val="FFFF00"/>
                </a:solidFill>
                <a:latin typeface="宋体" panose="02010600030101010101" pitchFamily="2" charset="-122"/>
              </a:rPr>
              <a:t>B</a:t>
            </a:r>
            <a:r>
              <a:rPr lang="zh-CN" altLang="zh-CN" b="1">
                <a:solidFill>
                  <a:srgbClr val="FFFF00"/>
                </a:solidFill>
                <a:latin typeface="宋体" panose="02010600030101010101" pitchFamily="2" charset="-122"/>
              </a:rPr>
              <a:t>同心放置</a:t>
            </a:r>
            <a:r>
              <a:rPr lang="en-US" altLang="zh-CN" b="1">
                <a:solidFill>
                  <a:srgbClr val="FFFF00"/>
                </a:solidFill>
                <a:latin typeface="宋体" panose="02010600030101010101" pitchFamily="2" charset="-122"/>
              </a:rPr>
              <a:t>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FFFF00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已知：球 </a:t>
            </a:r>
            <a:r>
              <a:rPr lang="en-US" altLang="zh-CN" b="1">
                <a:solidFill>
                  <a:srgbClr val="66FF33"/>
                </a:solidFill>
                <a:latin typeface="宋体" panose="02010600030101010101" pitchFamily="2" charset="-122"/>
              </a:rPr>
              <a:t>A</a:t>
            </a:r>
            <a:r>
              <a:rPr lang="en-US" altLang="zh-CN" b="1">
                <a:solidFill>
                  <a:srgbClr val="FFFF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半径为 </a:t>
            </a:r>
            <a:r>
              <a:rPr lang="en-US" altLang="zh-CN" b="1" i="1">
                <a:latin typeface="宋体" panose="02010600030101010101" pitchFamily="2" charset="-122"/>
              </a:rPr>
              <a:t>R</a:t>
            </a:r>
            <a:r>
              <a:rPr lang="en-US" altLang="zh-CN" b="1" baseline="-25000">
                <a:latin typeface="宋体" panose="02010600030101010101" pitchFamily="2" charset="-122"/>
              </a:rPr>
              <a:t>0</a:t>
            </a:r>
            <a:r>
              <a:rPr lang="zh-CN" altLang="en-US" b="1">
                <a:solidFill>
                  <a:srgbClr val="FFFF00"/>
                </a:solidFill>
              </a:rPr>
              <a:t>带电为  </a:t>
            </a:r>
            <a:r>
              <a:rPr lang="en-US" altLang="zh-CN" b="1" i="1"/>
              <a:t>q </a:t>
            </a:r>
            <a:r>
              <a:rPr lang="en-US" altLang="zh-CN" b="1" i="1">
                <a:solidFill>
                  <a:srgbClr val="FFFF00"/>
                </a:solidFill>
              </a:rPr>
              <a:t> ,</a:t>
            </a:r>
            <a:endParaRPr lang="en-US" altLang="zh-CN" b="1">
              <a:solidFill>
                <a:srgbClr val="FFFF00"/>
              </a:solidFill>
              <a:latin typeface="宋体" panose="02010600030101010101" pitchFamily="2" charset="-122"/>
            </a:endParaRPr>
          </a:p>
        </p:txBody>
      </p:sp>
      <p:sp>
        <p:nvSpPr>
          <p:cNvPr id="160771" name="Text Box 3">
            <a:extLst>
              <a:ext uri="{FF2B5EF4-FFF2-40B4-BE49-F238E27FC236}">
                <a16:creationId xmlns:a16="http://schemas.microsoft.com/office/drawing/2014/main" id="{D7BE6E26-C92F-7022-9FE2-33F06F5733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43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latin typeface="宋体" panose="02010600030101010101" pitchFamily="2" charset="-122"/>
              </a:rPr>
              <a:t>求</a:t>
            </a:r>
            <a:r>
              <a:rPr lang="en-US" altLang="zh-CN" b="1">
                <a:solidFill>
                  <a:srgbClr val="FF9900"/>
                </a:solidFill>
                <a:latin typeface="宋体" panose="02010600030101010101" pitchFamily="2" charset="-122"/>
              </a:rPr>
              <a:t>:(1)</a:t>
            </a:r>
            <a:r>
              <a:rPr lang="zh-CN" altLang="en-US" b="1">
                <a:solidFill>
                  <a:srgbClr val="FF9900"/>
                </a:solidFill>
                <a:latin typeface="宋体" panose="02010600030101010101" pitchFamily="2" charset="-122"/>
              </a:rPr>
              <a:t>电量分布</a:t>
            </a:r>
          </a:p>
        </p:txBody>
      </p:sp>
      <p:sp>
        <p:nvSpPr>
          <p:cNvPr id="160772" name="Oval 4">
            <a:extLst>
              <a:ext uri="{FF2B5EF4-FFF2-40B4-BE49-F238E27FC236}">
                <a16:creationId xmlns:a16="http://schemas.microsoft.com/office/drawing/2014/main" id="{0CD4B0D8-B59A-0DA5-D182-49B90C90D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5950" y="1528763"/>
            <a:ext cx="914400" cy="838200"/>
          </a:xfrm>
          <a:prstGeom prst="ellipse">
            <a:avLst/>
          </a:prstGeom>
          <a:gradFill rotWithShape="0">
            <a:gsLst>
              <a:gs pos="0">
                <a:srgbClr val="FFFF00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60773" name="Object 5">
            <a:extLst>
              <a:ext uri="{FF2B5EF4-FFF2-40B4-BE49-F238E27FC236}">
                <a16:creationId xmlns:a16="http://schemas.microsoft.com/office/drawing/2014/main" id="{60EBFEDB-813A-863E-7A54-7023A91C7C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6600" y="1147763"/>
          <a:ext cx="4159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9384" imgH="129679" progId="Equation.3">
                  <p:embed/>
                </p:oleObj>
              </mc:Choice>
              <mc:Fallback>
                <p:oleObj name="Equation" r:id="rId2" imgW="129384" imgH="12967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1147763"/>
                        <a:ext cx="41592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774" name="AutoShape 6">
            <a:extLst>
              <a:ext uri="{FF2B5EF4-FFF2-40B4-BE49-F238E27FC236}">
                <a16:creationId xmlns:a16="http://schemas.microsoft.com/office/drawing/2014/main" id="{8FDE952F-9DE5-05C6-0993-8990F4580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3950" y="766763"/>
            <a:ext cx="2438400" cy="236220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2147483646 w 21600"/>
              <a:gd name="T13" fmla="*/ 2147483646 h 21600"/>
              <a:gd name="T14" fmla="*/ 2147483646 w 21600"/>
              <a:gd name="T15" fmla="*/ 2147483646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878" y="10800"/>
                </a:moveTo>
                <a:cubicBezTo>
                  <a:pt x="1878" y="15727"/>
                  <a:pt x="5873" y="19722"/>
                  <a:pt x="10800" y="19722"/>
                </a:cubicBezTo>
                <a:cubicBezTo>
                  <a:pt x="15727" y="19722"/>
                  <a:pt x="19722" y="15727"/>
                  <a:pt x="19722" y="10800"/>
                </a:cubicBezTo>
                <a:cubicBezTo>
                  <a:pt x="19722" y="5873"/>
                  <a:pt x="15727" y="1878"/>
                  <a:pt x="10800" y="1878"/>
                </a:cubicBezTo>
                <a:cubicBezTo>
                  <a:pt x="5873" y="1878"/>
                  <a:pt x="1878" y="5873"/>
                  <a:pt x="1878" y="10800"/>
                </a:cubicBezTo>
                <a:close/>
              </a:path>
            </a:pathLst>
          </a:custGeom>
          <a:gradFill rotWithShape="0">
            <a:gsLst>
              <a:gs pos="0">
                <a:srgbClr val="FFFF00"/>
              </a:gs>
              <a:gs pos="100000">
                <a:srgbClr val="FF3300"/>
              </a:gs>
            </a:gsLst>
            <a:path path="rect">
              <a:fillToRect l="50000" t="50000" r="50000" b="50000"/>
            </a:path>
          </a:gradFill>
          <a:ln w="9525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60775" name="Object 7">
            <a:extLst>
              <a:ext uri="{FF2B5EF4-FFF2-40B4-BE49-F238E27FC236}">
                <a16:creationId xmlns:a16="http://schemas.microsoft.com/office/drawing/2014/main" id="{9610CDDC-34B7-FFD1-C694-B52547C536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70750" y="385763"/>
          <a:ext cx="49053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456" imgH="129679" progId="Equation.3">
                  <p:embed/>
                </p:oleObj>
              </mc:Choice>
              <mc:Fallback>
                <p:oleObj name="Equation" r:id="rId4" imgW="114456" imgH="12967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0750" y="385763"/>
                        <a:ext cx="490538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776" name="Line 8">
            <a:extLst>
              <a:ext uri="{FF2B5EF4-FFF2-40B4-BE49-F238E27FC236}">
                <a16:creationId xmlns:a16="http://schemas.microsoft.com/office/drawing/2014/main" id="{48F30A12-9EDC-B26B-54D5-531D9876C34E}"/>
              </a:ext>
            </a:extLst>
          </p:cNvPr>
          <p:cNvSpPr>
            <a:spLocks noChangeShapeType="1"/>
          </p:cNvSpPr>
          <p:nvPr/>
        </p:nvSpPr>
        <p:spPr bwMode="auto">
          <a:xfrm>
            <a:off x="7427913" y="1922463"/>
            <a:ext cx="407987" cy="228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777" name="Line 9">
            <a:extLst>
              <a:ext uri="{FF2B5EF4-FFF2-40B4-BE49-F238E27FC236}">
                <a16:creationId xmlns:a16="http://schemas.microsoft.com/office/drawing/2014/main" id="{90E313D5-1534-EC64-5A6A-5857959B59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61175" y="1909763"/>
            <a:ext cx="579438" cy="8382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778" name="Line 10">
            <a:extLst>
              <a:ext uri="{FF2B5EF4-FFF2-40B4-BE49-F238E27FC236}">
                <a16:creationId xmlns:a16="http://schemas.microsoft.com/office/drawing/2014/main" id="{796AFCE6-6FB9-DCD7-42DA-A54D69DA1B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24600" y="1935163"/>
            <a:ext cx="1103313" cy="5842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60779" name="Object 11">
            <a:extLst>
              <a:ext uri="{FF2B5EF4-FFF2-40B4-BE49-F238E27FC236}">
                <a16:creationId xmlns:a16="http://schemas.microsoft.com/office/drawing/2014/main" id="{7E5563E4-D290-F748-6F04-346AB39847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96150" y="1985963"/>
          <a:ext cx="320675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91564" imgH="99254" progId="Equation.3">
                  <p:embed/>
                </p:oleObj>
              </mc:Choice>
              <mc:Fallback>
                <p:oleObj name="公式" r:id="rId6" imgW="91564" imgH="99254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6150" y="1985963"/>
                        <a:ext cx="320675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80" name="Object 12">
            <a:extLst>
              <a:ext uri="{FF2B5EF4-FFF2-40B4-BE49-F238E27FC236}">
                <a16:creationId xmlns:a16="http://schemas.microsoft.com/office/drawing/2014/main" id="{C9A61817-C915-B4ED-2356-6383E2CE99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13675" y="1528763"/>
          <a:ext cx="347663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1564" imgH="129679" progId="Equation.3">
                  <p:embed/>
                </p:oleObj>
              </mc:Choice>
              <mc:Fallback>
                <p:oleObj name="Equation" r:id="rId8" imgW="91564" imgH="129679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3675" y="1528763"/>
                        <a:ext cx="347663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81" name="Object 13">
            <a:extLst>
              <a:ext uri="{FF2B5EF4-FFF2-40B4-BE49-F238E27FC236}">
                <a16:creationId xmlns:a16="http://schemas.microsoft.com/office/drawing/2014/main" id="{749C93BE-17C7-94A4-0CCE-39853A3DD0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01038" y="766763"/>
          <a:ext cx="461962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4456" imgH="167585" progId="Equation.3">
                  <p:embed/>
                </p:oleObj>
              </mc:Choice>
              <mc:Fallback>
                <p:oleObj name="Equation" r:id="rId10" imgW="114456" imgH="167585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1038" y="766763"/>
                        <a:ext cx="461962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782" name="Text Box 14">
            <a:extLst>
              <a:ext uri="{FF2B5EF4-FFF2-40B4-BE49-F238E27FC236}">
                <a16:creationId xmlns:a16="http://schemas.microsoft.com/office/drawing/2014/main" id="{E657D181-772F-FABD-8669-FD5FF5DA8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971800"/>
            <a:ext cx="342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latin typeface="宋体" panose="02010600030101010101" pitchFamily="2" charset="-122"/>
              </a:rPr>
              <a:t>(3)</a:t>
            </a:r>
            <a:r>
              <a:rPr lang="zh-CN" altLang="en-US" b="1">
                <a:latin typeface="宋体" panose="02010600030101010101" pitchFamily="2" charset="-122"/>
              </a:rPr>
              <a:t>球</a:t>
            </a:r>
            <a:r>
              <a:rPr lang="en-US" altLang="zh-CN" b="1">
                <a:latin typeface="宋体" panose="02010600030101010101" pitchFamily="2" charset="-122"/>
              </a:rPr>
              <a:t>A</a:t>
            </a:r>
            <a:r>
              <a:rPr lang="zh-CN" altLang="en-US" b="1">
                <a:latin typeface="宋体" panose="02010600030101010101" pitchFamily="2" charset="-122"/>
              </a:rPr>
              <a:t>和壳</a:t>
            </a:r>
            <a:r>
              <a:rPr lang="en-US" altLang="zh-CN" b="1">
                <a:latin typeface="宋体" panose="02010600030101010101" pitchFamily="2" charset="-122"/>
              </a:rPr>
              <a:t>B</a:t>
            </a:r>
            <a:r>
              <a:rPr lang="zh-CN" altLang="en-US" b="1">
                <a:latin typeface="宋体" panose="02010600030101010101" pitchFamily="2" charset="-122"/>
              </a:rPr>
              <a:t>的电势</a:t>
            </a:r>
          </a:p>
        </p:txBody>
      </p:sp>
      <p:sp>
        <p:nvSpPr>
          <p:cNvPr id="160783" name="Oval 15">
            <a:extLst>
              <a:ext uri="{FF2B5EF4-FFF2-40B4-BE49-F238E27FC236}">
                <a16:creationId xmlns:a16="http://schemas.microsoft.com/office/drawing/2014/main" id="{FBAB232F-5BEB-91FC-FB19-DA70353B8D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1909763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0784" name="Text Box 16">
            <a:extLst>
              <a:ext uri="{FF2B5EF4-FFF2-40B4-BE49-F238E27FC236}">
                <a16:creationId xmlns:a16="http://schemas.microsoft.com/office/drawing/2014/main" id="{A10CD174-4180-CAEB-1437-5248F00C0E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5850" y="160496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R</a:t>
            </a:r>
            <a:r>
              <a:rPr lang="en-US" altLang="zh-CN" baseline="-25000"/>
              <a:t>0</a:t>
            </a:r>
          </a:p>
        </p:txBody>
      </p:sp>
      <p:sp>
        <p:nvSpPr>
          <p:cNvPr id="160785" name="Text Box 17">
            <a:extLst>
              <a:ext uri="{FF2B5EF4-FFF2-40B4-BE49-F238E27FC236}">
                <a16:creationId xmlns:a16="http://schemas.microsoft.com/office/drawing/2014/main" id="{56EF8B6B-2408-BA54-9254-3357F584EB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236696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R</a:t>
            </a:r>
            <a:r>
              <a:rPr lang="en-US" altLang="zh-CN" baseline="-25000"/>
              <a:t>1</a:t>
            </a:r>
          </a:p>
        </p:txBody>
      </p:sp>
      <p:sp>
        <p:nvSpPr>
          <p:cNvPr id="160786" name="Text Box 18">
            <a:extLst>
              <a:ext uri="{FF2B5EF4-FFF2-40B4-BE49-F238E27FC236}">
                <a16:creationId xmlns:a16="http://schemas.microsoft.com/office/drawing/2014/main" id="{69DC68F7-8177-9916-41E2-A65F3CB400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175736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R</a:t>
            </a:r>
            <a:r>
              <a:rPr lang="en-US" altLang="zh-CN" baseline="-25000"/>
              <a:t>2</a:t>
            </a:r>
          </a:p>
        </p:txBody>
      </p:sp>
      <p:sp>
        <p:nvSpPr>
          <p:cNvPr id="160787" name="Text Box 19">
            <a:extLst>
              <a:ext uri="{FF2B5EF4-FFF2-40B4-BE49-F238E27FC236}">
                <a16:creationId xmlns:a16="http://schemas.microsoft.com/office/drawing/2014/main" id="{B0C8F571-5117-7B46-00C7-0A70DE3F2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992563"/>
            <a:ext cx="8178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</a:t>
            </a:r>
            <a:r>
              <a:rPr lang="zh-CN" altLang="en-US" b="1">
                <a:latin typeface="宋体" panose="02010600030101010101" pitchFamily="2" charset="-122"/>
              </a:rPr>
              <a:t>球 </a:t>
            </a:r>
            <a:r>
              <a:rPr lang="en-US" altLang="zh-CN" b="1">
                <a:latin typeface="宋体" panose="02010600030101010101" pitchFamily="2" charset="-122"/>
              </a:rPr>
              <a:t>A</a:t>
            </a:r>
            <a:r>
              <a:rPr lang="en-US" altLang="zh-CN" b="1">
                <a:solidFill>
                  <a:srgbClr val="FFFF00"/>
                </a:solidFill>
                <a:latin typeface="宋体" panose="02010600030101010101" pitchFamily="2" charset="-122"/>
              </a:rPr>
              <a:t>:</a:t>
            </a:r>
            <a:r>
              <a:rPr lang="zh-CN" altLang="en-US" b="1">
                <a:solidFill>
                  <a:srgbClr val="00CCFF"/>
                </a:solidFill>
                <a:latin typeface="宋体" panose="02010600030101010101" pitchFamily="2" charset="-122"/>
              </a:rPr>
              <a:t>根据对称性</a:t>
            </a:r>
            <a:r>
              <a:rPr lang="en-US" altLang="zh-CN" b="1">
                <a:solidFill>
                  <a:srgbClr val="00CCFF"/>
                </a:solidFill>
                <a:latin typeface="宋体" panose="02010600030101010101" pitchFamily="2" charset="-122"/>
              </a:rPr>
              <a:t>,</a:t>
            </a:r>
            <a:r>
              <a:rPr lang="zh-CN" altLang="en-US" b="1">
                <a:solidFill>
                  <a:srgbClr val="FFCC00"/>
                </a:solidFill>
                <a:latin typeface="宋体" panose="02010600030101010101" pitchFamily="2" charset="-122"/>
              </a:rPr>
              <a:t>电量</a:t>
            </a: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均匀分布在球面上</a:t>
            </a:r>
            <a:r>
              <a:rPr lang="en-US" altLang="zh-CN" b="1">
                <a:solidFill>
                  <a:srgbClr val="FFFF00"/>
                </a:solidFill>
                <a:latin typeface="宋体" panose="02010600030101010101" pitchFamily="2" charset="-122"/>
              </a:rPr>
              <a:t>,</a:t>
            </a: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电量为</a:t>
            </a:r>
            <a:r>
              <a:rPr lang="en-US" altLang="zh-CN" sz="3200" b="1" i="1">
                <a:latin typeface="宋体" panose="02010600030101010101" pitchFamily="2" charset="-122"/>
              </a:rPr>
              <a:t>q </a:t>
            </a:r>
            <a:r>
              <a:rPr lang="en-US" altLang="zh-CN" sz="3200" b="1" i="1">
                <a:solidFill>
                  <a:srgbClr val="FFFF00"/>
                </a:solidFill>
                <a:latin typeface="宋体" panose="02010600030101010101" pitchFamily="2" charset="-122"/>
              </a:rPr>
              <a:t>.</a:t>
            </a:r>
            <a:r>
              <a:rPr lang="en-US" altLang="zh-CN" b="1">
                <a:solidFill>
                  <a:srgbClr val="FFFF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   </a:t>
            </a:r>
            <a:endParaRPr lang="en-US" altLang="zh-CN" b="1">
              <a:solidFill>
                <a:srgbClr val="FFFF00"/>
              </a:solidFill>
              <a:latin typeface="宋体" panose="02010600030101010101" pitchFamily="2" charset="-122"/>
            </a:endParaRPr>
          </a:p>
        </p:txBody>
      </p:sp>
      <p:sp>
        <p:nvSpPr>
          <p:cNvPr id="160788" name="Oval 20">
            <a:extLst>
              <a:ext uri="{FF2B5EF4-FFF2-40B4-BE49-F238E27FC236}">
                <a16:creationId xmlns:a16="http://schemas.microsoft.com/office/drawing/2014/main" id="{F4E6F55A-EEF0-48F5-4166-FAF232880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2700" y="893763"/>
            <a:ext cx="2133600" cy="2108200"/>
          </a:xfrm>
          <a:prstGeom prst="ellips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0789" name="Rectangle 21">
            <a:extLst>
              <a:ext uri="{FF2B5EF4-FFF2-40B4-BE49-F238E27FC236}">
                <a16:creationId xmlns:a16="http://schemas.microsoft.com/office/drawing/2014/main" id="{C91F05DB-18EE-6EAC-0AD3-23BF804F5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5600" y="5135563"/>
            <a:ext cx="7747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9900"/>
                </a:solidFill>
                <a:latin typeface="宋体" panose="02010600030101010101" pitchFamily="2" charset="-122"/>
              </a:rPr>
              <a:t>根据电荷守恒</a:t>
            </a:r>
            <a:r>
              <a:rPr lang="en-US" altLang="zh-CN" b="1">
                <a:solidFill>
                  <a:srgbClr val="FF9900"/>
                </a:solidFill>
                <a:latin typeface="宋体" panose="02010600030101010101" pitchFamily="2" charset="-122"/>
              </a:rPr>
              <a:t>,</a:t>
            </a: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球壳外表面电量为</a:t>
            </a:r>
            <a:r>
              <a:rPr lang="en-US" altLang="zh-CN" b="1">
                <a:solidFill>
                  <a:srgbClr val="FFFF00"/>
                </a:solidFill>
                <a:latin typeface="宋体" panose="02010600030101010101" pitchFamily="2" charset="-122"/>
              </a:rPr>
              <a:t>:</a:t>
            </a:r>
            <a:r>
              <a:rPr lang="en-US" altLang="zh-CN" b="1" i="1">
                <a:latin typeface="宋体" panose="02010600030101010101" pitchFamily="2" charset="-122"/>
              </a:rPr>
              <a:t>Q </a:t>
            </a:r>
            <a:r>
              <a:rPr lang="en-US" altLang="zh-CN" sz="2000" b="1">
                <a:latin typeface="宋体" panose="02010600030101010101" pitchFamily="2" charset="-122"/>
              </a:rPr>
              <a:t>+</a:t>
            </a:r>
            <a:r>
              <a:rPr lang="en-US" altLang="zh-CN" sz="3200" b="1" i="1">
                <a:latin typeface="宋体" panose="02010600030101010101" pitchFamily="2" charset="-122"/>
              </a:rPr>
              <a:t>q </a:t>
            </a:r>
            <a:r>
              <a:rPr lang="en-US" altLang="zh-CN" b="1">
                <a:solidFill>
                  <a:srgbClr val="FFCC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b="1" i="1">
                <a:solidFill>
                  <a:srgbClr val="FFCC00"/>
                </a:solidFill>
                <a:latin typeface="宋体" panose="02010600030101010101" pitchFamily="2" charset="-122"/>
              </a:rPr>
              <a:t>均</a:t>
            </a:r>
            <a:r>
              <a:rPr lang="zh-CN" altLang="en-US" b="1">
                <a:solidFill>
                  <a:srgbClr val="FFCC00"/>
                </a:solidFill>
                <a:latin typeface="宋体" panose="02010600030101010101" pitchFamily="2" charset="-122"/>
              </a:rPr>
              <a:t>匀分布</a:t>
            </a:r>
            <a:r>
              <a:rPr lang="en-US" altLang="zh-CN" b="1">
                <a:solidFill>
                  <a:srgbClr val="FFCC00"/>
                </a:solidFill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160790" name="Rectangle 22">
            <a:extLst>
              <a:ext uri="{FF2B5EF4-FFF2-40B4-BE49-F238E27FC236}">
                <a16:creationId xmlns:a16="http://schemas.microsoft.com/office/drawing/2014/main" id="{ED1F0C3C-7306-7AE4-CF3F-F76D48852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5905500"/>
            <a:ext cx="7235825" cy="528638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结论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en-US" sz="28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相当于在真空中的三个均匀带电的球面</a:t>
            </a:r>
          </a:p>
        </p:txBody>
      </p:sp>
      <p:sp>
        <p:nvSpPr>
          <p:cNvPr id="160791" name="AutoShape 23">
            <a:extLst>
              <a:ext uri="{FF2B5EF4-FFF2-40B4-BE49-F238E27FC236}">
                <a16:creationId xmlns:a16="http://schemas.microsoft.com/office/drawing/2014/main" id="{086BD1CC-EE05-4234-1434-8D419D73A5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6100" y="373063"/>
            <a:ext cx="946150" cy="685800"/>
          </a:xfrm>
          <a:prstGeom prst="wedgeRoundRectCallout">
            <a:avLst>
              <a:gd name="adj1" fmla="val 79361"/>
              <a:gd name="adj2" fmla="val 65278"/>
              <a:gd name="adj3" fmla="val 16667"/>
            </a:avLst>
          </a:prstGeom>
          <a:solidFill>
            <a:srgbClr val="00CC99">
              <a:alpha val="3999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 anchorCtr="1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FFFF00"/>
                </a:solidFill>
              </a:rPr>
              <a:t>-</a:t>
            </a:r>
            <a:r>
              <a:rPr lang="en-US" altLang="zh-CN" sz="2800" b="1" i="1">
                <a:solidFill>
                  <a:srgbClr val="FFFF00"/>
                </a:solidFill>
              </a:rPr>
              <a:t>q</a:t>
            </a:r>
          </a:p>
        </p:txBody>
      </p:sp>
      <p:sp>
        <p:nvSpPr>
          <p:cNvPr id="160792" name="AutoShape 24">
            <a:extLst>
              <a:ext uri="{FF2B5EF4-FFF2-40B4-BE49-F238E27FC236}">
                <a16:creationId xmlns:a16="http://schemas.microsoft.com/office/drawing/2014/main" id="{042678EF-7453-08A5-2FF1-EEF3838B6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650" y="3111500"/>
            <a:ext cx="1035050" cy="533400"/>
          </a:xfrm>
          <a:prstGeom prst="wedgeRoundRectCallout">
            <a:avLst>
              <a:gd name="adj1" fmla="val -71778"/>
              <a:gd name="adj2" fmla="val -47319"/>
              <a:gd name="adj3" fmla="val 16667"/>
            </a:avLst>
          </a:prstGeom>
          <a:solidFill>
            <a:srgbClr val="00CC99">
              <a:alpha val="30196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FF00"/>
                </a:solidFill>
              </a:rPr>
              <a:t>Q+q</a:t>
            </a:r>
          </a:p>
        </p:txBody>
      </p:sp>
      <p:sp>
        <p:nvSpPr>
          <p:cNvPr id="160793" name="Rectangle 25">
            <a:extLst>
              <a:ext uri="{FF2B5EF4-FFF2-40B4-BE49-F238E27FC236}">
                <a16:creationId xmlns:a16="http://schemas.microsoft.com/office/drawing/2014/main" id="{B24D8F0C-D431-EA4A-00C7-93D10D079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412875"/>
            <a:ext cx="44196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金属壳</a:t>
            </a:r>
            <a:r>
              <a:rPr lang="zh-CN" altLang="en-US" b="1">
                <a:solidFill>
                  <a:srgbClr val="66FF33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>
                <a:solidFill>
                  <a:srgbClr val="66FF33"/>
                </a:solidFill>
                <a:latin typeface="宋体" panose="02010600030101010101" pitchFamily="2" charset="-122"/>
              </a:rPr>
              <a:t>B</a:t>
            </a:r>
            <a:r>
              <a:rPr lang="en-US" altLang="zh-CN" b="1">
                <a:solidFill>
                  <a:srgbClr val="FFFF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内外半径分别为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1" i="1">
                <a:latin typeface="宋体" panose="02010600030101010101" pitchFamily="2" charset="-122"/>
              </a:rPr>
              <a:t>R</a:t>
            </a:r>
            <a:r>
              <a:rPr lang="en-US" altLang="zh-CN" b="1" baseline="-25000">
                <a:latin typeface="宋体" panose="02010600030101010101" pitchFamily="2" charset="-122"/>
              </a:rPr>
              <a:t>1</a:t>
            </a:r>
            <a:r>
              <a:rPr lang="en-US" altLang="zh-CN" b="1" baseline="-25000">
                <a:solidFill>
                  <a:srgbClr val="FFFF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和 </a:t>
            </a:r>
            <a:r>
              <a:rPr lang="en-US" altLang="zh-CN" b="1" i="1">
                <a:latin typeface="宋体" panose="02010600030101010101" pitchFamily="2" charset="-122"/>
              </a:rPr>
              <a:t>R</a:t>
            </a:r>
            <a:r>
              <a:rPr lang="en-US" altLang="zh-CN" b="1" baseline="-25000">
                <a:latin typeface="宋体" panose="02010600030101010101" pitchFamily="2" charset="-122"/>
              </a:rPr>
              <a:t>2,</a:t>
            </a:r>
            <a:r>
              <a:rPr lang="zh-CN" altLang="en-US" b="1">
                <a:solidFill>
                  <a:srgbClr val="FFFF00"/>
                </a:solidFill>
              </a:rPr>
              <a:t>带电为</a:t>
            </a:r>
            <a:r>
              <a:rPr lang="zh-CN" altLang="en-US" b="1"/>
              <a:t> </a:t>
            </a:r>
            <a:r>
              <a:rPr lang="en-US" altLang="zh-CN" b="1" i="1"/>
              <a:t>Q</a:t>
            </a:r>
            <a:r>
              <a:rPr lang="en-US" altLang="zh-CN" b="1" i="1">
                <a:solidFill>
                  <a:srgbClr val="FFFF00"/>
                </a:solidFill>
              </a:rPr>
              <a:t> .</a:t>
            </a:r>
          </a:p>
        </p:txBody>
      </p:sp>
      <p:graphicFrame>
        <p:nvGraphicFramePr>
          <p:cNvPr id="160794" name="Object 26">
            <a:extLst>
              <a:ext uri="{FF2B5EF4-FFF2-40B4-BE49-F238E27FC236}">
                <a16:creationId xmlns:a16="http://schemas.microsoft.com/office/drawing/2014/main" id="{6EE3FE2B-AB22-5D36-184E-1680B6B20C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81938" y="1528763"/>
          <a:ext cx="347662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1564" imgH="129679" progId="Equation.3">
                  <p:embed/>
                </p:oleObj>
              </mc:Choice>
              <mc:Fallback>
                <p:oleObj name="Equation" r:id="rId12" imgW="91564" imgH="129679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1938" y="1528763"/>
                        <a:ext cx="347662" cy="417512"/>
                      </a:xfrm>
                      <a:prstGeom prst="rect">
                        <a:avLst/>
                      </a:prstGeom>
                      <a:solidFill>
                        <a:srgbClr val="006699">
                          <a:alpha val="70195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795" name="Rectangle 27">
            <a:extLst>
              <a:ext uri="{FF2B5EF4-FFF2-40B4-BE49-F238E27FC236}">
                <a16:creationId xmlns:a16="http://schemas.microsoft.com/office/drawing/2014/main" id="{52534B37-6FA9-3987-B4D3-3F11FCEE4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" y="4648200"/>
            <a:ext cx="8420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</a:t>
            </a:r>
            <a:r>
              <a:rPr lang="zh-CN" altLang="en-US" b="1">
                <a:latin typeface="宋体" panose="02010600030101010101" pitchFamily="2" charset="-122"/>
              </a:rPr>
              <a:t>壳 </a:t>
            </a:r>
            <a:r>
              <a:rPr lang="en-US" altLang="zh-CN" b="1">
                <a:latin typeface="宋体" panose="02010600030101010101" pitchFamily="2" charset="-122"/>
              </a:rPr>
              <a:t>B:</a:t>
            </a:r>
            <a:r>
              <a:rPr lang="zh-CN" altLang="en-US" b="1">
                <a:solidFill>
                  <a:srgbClr val="FF9900"/>
                </a:solidFill>
                <a:latin typeface="宋体" panose="02010600030101010101" pitchFamily="2" charset="-122"/>
              </a:rPr>
              <a:t>根据高斯定律</a:t>
            </a:r>
            <a:r>
              <a:rPr lang="en-US" altLang="zh-CN" b="1">
                <a:solidFill>
                  <a:srgbClr val="FF9900"/>
                </a:solidFill>
                <a:latin typeface="宋体" panose="02010600030101010101" pitchFamily="2" charset="-122"/>
              </a:rPr>
              <a:t>,</a:t>
            </a:r>
          </a:p>
        </p:txBody>
      </p:sp>
      <p:sp>
        <p:nvSpPr>
          <p:cNvPr id="160796" name="Rectangle 28">
            <a:extLst>
              <a:ext uri="{FF2B5EF4-FFF2-40B4-BE49-F238E27FC236}">
                <a16:creationId xmlns:a16="http://schemas.microsoft.com/office/drawing/2014/main" id="{9E590767-D015-5EBB-4FBB-E05693FE6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581400"/>
            <a:ext cx="434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latin typeface="宋体" panose="02010600030101010101" pitchFamily="2" charset="-122"/>
              </a:rPr>
              <a:t>解：</a:t>
            </a:r>
            <a:r>
              <a:rPr lang="en-US" altLang="zh-CN" b="1">
                <a:solidFill>
                  <a:srgbClr val="FFFF00"/>
                </a:solidFill>
                <a:latin typeface="宋体" panose="02010600030101010101" pitchFamily="2" charset="-122"/>
              </a:rPr>
              <a:t>(1)</a:t>
            </a:r>
            <a:r>
              <a:rPr lang="zh-CN" altLang="en-US" b="1">
                <a:solidFill>
                  <a:srgbClr val="FF9900"/>
                </a:solidFill>
                <a:latin typeface="宋体" panose="02010600030101010101" pitchFamily="2" charset="-122"/>
              </a:rPr>
              <a:t>电量分布</a:t>
            </a:r>
            <a:r>
              <a:rPr lang="en-US" altLang="zh-CN" b="1">
                <a:solidFill>
                  <a:srgbClr val="FF9900"/>
                </a:solidFill>
                <a:latin typeface="宋体" panose="02010600030101010101" pitchFamily="2" charset="-122"/>
              </a:rPr>
              <a:t>:</a:t>
            </a:r>
          </a:p>
        </p:txBody>
      </p:sp>
      <p:sp>
        <p:nvSpPr>
          <p:cNvPr id="160797" name="Text Box 29">
            <a:extLst>
              <a:ext uri="{FF2B5EF4-FFF2-40B4-BE49-F238E27FC236}">
                <a16:creationId xmlns:a16="http://schemas.microsoft.com/office/drawing/2014/main" id="{A623D7F6-3B81-AE77-46D9-122D2E8DE1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24511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00FF00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b="1" dirty="0">
                <a:solidFill>
                  <a:srgbClr val="00FF00"/>
                </a:solidFill>
                <a:latin typeface="宋体" panose="02010600030101010101" pitchFamily="2" charset="-122"/>
              </a:rPr>
              <a:t>电场分布</a:t>
            </a:r>
          </a:p>
        </p:txBody>
      </p:sp>
      <p:sp>
        <p:nvSpPr>
          <p:cNvPr id="160798" name="Rectangle 30">
            <a:extLst>
              <a:ext uri="{FF2B5EF4-FFF2-40B4-BE49-F238E27FC236}">
                <a16:creationId xmlns:a16="http://schemas.microsoft.com/office/drawing/2014/main" id="{896549F9-453F-B481-DA7C-5D83F9991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4521200"/>
            <a:ext cx="50704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球壳内表面电量为</a:t>
            </a:r>
            <a:r>
              <a:rPr lang="en-US" altLang="zh-CN" b="1">
                <a:solidFill>
                  <a:srgbClr val="FFFF00"/>
                </a:solidFill>
                <a:latin typeface="宋体" panose="02010600030101010101" pitchFamily="2" charset="-122"/>
              </a:rPr>
              <a:t>: </a:t>
            </a:r>
            <a:r>
              <a:rPr lang="en-US" altLang="zh-CN" b="1">
                <a:latin typeface="宋体" panose="02010600030101010101" pitchFamily="2" charset="-122"/>
              </a:rPr>
              <a:t>-</a:t>
            </a:r>
            <a:r>
              <a:rPr lang="en-US" altLang="zh-CN" sz="3200" b="1" i="1">
                <a:latin typeface="宋体" panose="02010600030101010101" pitchFamily="2" charset="-122"/>
              </a:rPr>
              <a:t>q </a:t>
            </a:r>
            <a:r>
              <a:rPr lang="en-US" altLang="zh-CN" b="1">
                <a:solidFill>
                  <a:srgbClr val="FFCC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b="1" i="1">
                <a:solidFill>
                  <a:srgbClr val="FFCC00"/>
                </a:solidFill>
                <a:latin typeface="宋体" panose="02010600030101010101" pitchFamily="2" charset="-122"/>
              </a:rPr>
              <a:t>均</a:t>
            </a:r>
            <a:r>
              <a:rPr lang="zh-CN" altLang="en-US" b="1">
                <a:solidFill>
                  <a:srgbClr val="FFCC00"/>
                </a:solidFill>
                <a:latin typeface="宋体" panose="02010600030101010101" pitchFamily="2" charset="-122"/>
              </a:rPr>
              <a:t>匀分布</a:t>
            </a:r>
            <a:r>
              <a:rPr lang="en-US" altLang="zh-CN" b="1">
                <a:solidFill>
                  <a:srgbClr val="FFCC00"/>
                </a:solidFill>
                <a:latin typeface="宋体" panose="02010600030101010101" pitchFamily="2" charset="-122"/>
              </a:rPr>
              <a:t>)</a:t>
            </a:r>
          </a:p>
        </p:txBody>
      </p:sp>
      <p:pic>
        <p:nvPicPr>
          <p:cNvPr id="160799" name="Picture 31" descr="j0293240">
            <a:extLst>
              <a:ext uri="{FF2B5EF4-FFF2-40B4-BE49-F238E27FC236}">
                <a16:creationId xmlns:a16="http://schemas.microsoft.com/office/drawing/2014/main" id="{91054342-3452-DCB8-2857-538723C75C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0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0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0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0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0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0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0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0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0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60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0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60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160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60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160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60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60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60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60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60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60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60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607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607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160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0" fill="hold"/>
                                        <p:tgtEl>
                                          <p:spTgt spid="1607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0" fill="hold"/>
                                        <p:tgtEl>
                                          <p:spTgt spid="1607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60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60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16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60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160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1607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1607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0" grpId="0" build="p" autoUpdateAnimBg="0"/>
      <p:bldP spid="160771" grpId="0" autoUpdateAnimBg="0"/>
      <p:bldP spid="160772" grpId="0" animBg="1"/>
      <p:bldP spid="160782" grpId="0" autoUpdateAnimBg="0"/>
      <p:bldP spid="160783" grpId="0" animBg="1"/>
      <p:bldP spid="160784" grpId="0" autoUpdateAnimBg="0"/>
      <p:bldP spid="160785" grpId="0" autoUpdateAnimBg="0"/>
      <p:bldP spid="160786" grpId="0" autoUpdateAnimBg="0"/>
      <p:bldP spid="160787" grpId="0" build="p" autoUpdateAnimBg="0"/>
      <p:bldP spid="160788" grpId="0" animBg="1"/>
      <p:bldP spid="160789" grpId="0" autoUpdateAnimBg="0"/>
      <p:bldP spid="160790" grpId="0" animBg="1" autoUpdateAnimBg="0"/>
      <p:bldP spid="160791" grpId="0" animBg="1" autoUpdateAnimBg="0"/>
      <p:bldP spid="160792" grpId="0" animBg="1" autoUpdateAnimBg="0"/>
      <p:bldP spid="160793" grpId="0" autoUpdateAnimBg="0"/>
      <p:bldP spid="160795" grpId="0" autoUpdateAnimBg="0"/>
      <p:bldP spid="160796" grpId="0" autoUpdateAnimBg="0"/>
      <p:bldP spid="160797" grpId="0" autoUpdateAnimBg="0"/>
      <p:bldP spid="160798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Text Box 2">
            <a:extLst>
              <a:ext uri="{FF2B5EF4-FFF2-40B4-BE49-F238E27FC236}">
                <a16:creationId xmlns:a16="http://schemas.microsoft.com/office/drawing/2014/main" id="{16B6C028-0C17-5177-2495-EA9D1DFA1C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559300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66FF33"/>
                </a:solidFill>
              </a:rPr>
              <a:t>(3)</a:t>
            </a:r>
            <a:r>
              <a:rPr lang="zh-CN" altLang="en-US" b="1">
                <a:solidFill>
                  <a:srgbClr val="66FF33"/>
                </a:solidFill>
              </a:rPr>
              <a:t>利用叠加原理</a:t>
            </a:r>
          </a:p>
        </p:txBody>
      </p:sp>
      <p:sp>
        <p:nvSpPr>
          <p:cNvPr id="161795" name="Rectangle 3">
            <a:extLst>
              <a:ext uri="{FF2B5EF4-FFF2-40B4-BE49-F238E27FC236}">
                <a16:creationId xmlns:a16="http://schemas.microsoft.com/office/drawing/2014/main" id="{7E80C58C-6EF0-D428-B345-031EBEABF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12738"/>
            <a:ext cx="6169025" cy="46672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结论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en-US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相当于在真空中的三个均匀带电的球面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624E5C3-8FD1-541B-08A6-1D62E4F15862}"/>
              </a:ext>
            </a:extLst>
          </p:cNvPr>
          <p:cNvGrpSpPr>
            <a:grpSpLocks/>
          </p:cNvGrpSpPr>
          <p:nvPr/>
        </p:nvGrpSpPr>
        <p:grpSpPr bwMode="auto">
          <a:xfrm>
            <a:off x="5364163" y="1341438"/>
            <a:ext cx="3390900" cy="3200400"/>
            <a:chOff x="3544" y="576"/>
            <a:chExt cx="2136" cy="2016"/>
          </a:xfrm>
        </p:grpSpPr>
        <p:sp>
          <p:nvSpPr>
            <p:cNvPr id="18446" name="Oval 5">
              <a:extLst>
                <a:ext uri="{FF2B5EF4-FFF2-40B4-BE49-F238E27FC236}">
                  <a16:creationId xmlns:a16="http://schemas.microsoft.com/office/drawing/2014/main" id="{442A019A-A714-6587-713F-69B2398833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8" y="1304"/>
              <a:ext cx="576" cy="528"/>
            </a:xfrm>
            <a:prstGeom prst="ellipse">
              <a:avLst/>
            </a:prstGeom>
            <a:gradFill rotWithShape="0">
              <a:gsLst>
                <a:gs pos="0">
                  <a:srgbClr val="FFFF00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18447" name="Object 6">
              <a:extLst>
                <a:ext uri="{FF2B5EF4-FFF2-40B4-BE49-F238E27FC236}">
                  <a16:creationId xmlns:a16="http://schemas.microsoft.com/office/drawing/2014/main" id="{277E208F-1CD1-EEAC-639A-BDB99DC0E88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64" y="1064"/>
            <a:ext cx="262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29384" imgH="129679" progId="Equation.3">
                    <p:embed/>
                  </p:oleObj>
                </mc:Choice>
                <mc:Fallback>
                  <p:oleObj name="Equation" r:id="rId3" imgW="129384" imgH="129679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1064"/>
                          <a:ext cx="262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48" name="AutoShape 7">
              <a:extLst>
                <a:ext uri="{FF2B5EF4-FFF2-40B4-BE49-F238E27FC236}">
                  <a16:creationId xmlns:a16="http://schemas.microsoft.com/office/drawing/2014/main" id="{5E5CFC2C-3554-E731-9F1F-9A83F8AF24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8" y="824"/>
              <a:ext cx="1536" cy="14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4 w 21600"/>
                <a:gd name="T25" fmla="*/ 3165 h 21600"/>
                <a:gd name="T26" fmla="*/ 18436 w 21600"/>
                <a:gd name="T27" fmla="*/ 1843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878" y="10800"/>
                  </a:moveTo>
                  <a:cubicBezTo>
                    <a:pt x="1878" y="15727"/>
                    <a:pt x="5873" y="19722"/>
                    <a:pt x="10800" y="19722"/>
                  </a:cubicBezTo>
                  <a:cubicBezTo>
                    <a:pt x="15727" y="19722"/>
                    <a:pt x="19722" y="15727"/>
                    <a:pt x="19722" y="10800"/>
                  </a:cubicBezTo>
                  <a:cubicBezTo>
                    <a:pt x="19722" y="5873"/>
                    <a:pt x="15727" y="1878"/>
                    <a:pt x="10800" y="1878"/>
                  </a:cubicBezTo>
                  <a:cubicBezTo>
                    <a:pt x="5873" y="1878"/>
                    <a:pt x="1878" y="5873"/>
                    <a:pt x="1878" y="10800"/>
                  </a:cubicBezTo>
                  <a:close/>
                </a:path>
              </a:pathLst>
            </a:custGeom>
            <a:gradFill rotWithShape="0">
              <a:gsLst>
                <a:gs pos="0">
                  <a:srgbClr val="FFFF00"/>
                </a:gs>
                <a:gs pos="100000">
                  <a:srgbClr val="FF3300"/>
                </a:gs>
              </a:gsLst>
              <a:path path="rect">
                <a:fillToRect l="50000" t="50000" r="50000" b="50000"/>
              </a:path>
            </a:gradFill>
            <a:ln w="9525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449" name="Object 8">
              <a:extLst>
                <a:ext uri="{FF2B5EF4-FFF2-40B4-BE49-F238E27FC236}">
                  <a16:creationId xmlns:a16="http://schemas.microsoft.com/office/drawing/2014/main" id="{327A67B3-91A7-42FE-9D26-2A64D3F7F45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80" y="584"/>
            <a:ext cx="309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14456" imgH="129679" progId="Equation.3">
                    <p:embed/>
                  </p:oleObj>
                </mc:Choice>
                <mc:Fallback>
                  <p:oleObj name="Equation" r:id="rId5" imgW="114456" imgH="129679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0" y="584"/>
                          <a:ext cx="309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50" name="Line 9">
              <a:extLst>
                <a:ext uri="{FF2B5EF4-FFF2-40B4-BE49-F238E27FC236}">
                  <a16:creationId xmlns:a16="http://schemas.microsoft.com/office/drawing/2014/main" id="{B26FB77E-2F6B-6A74-A3A8-68F300B4B9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9" y="1552"/>
              <a:ext cx="257" cy="14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1" name="Line 10">
              <a:extLst>
                <a:ext uri="{FF2B5EF4-FFF2-40B4-BE49-F238E27FC236}">
                  <a16:creationId xmlns:a16="http://schemas.microsoft.com/office/drawing/2014/main" id="{9BBF150B-EF23-4052-6A5B-9F3C595C51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2" y="1544"/>
              <a:ext cx="365" cy="52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2" name="Line 11">
              <a:extLst>
                <a:ext uri="{FF2B5EF4-FFF2-40B4-BE49-F238E27FC236}">
                  <a16:creationId xmlns:a16="http://schemas.microsoft.com/office/drawing/2014/main" id="{94695222-2BC6-D9D6-78B5-0B977D471A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84" y="1560"/>
              <a:ext cx="695" cy="36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453" name="Object 12">
              <a:extLst>
                <a:ext uri="{FF2B5EF4-FFF2-40B4-BE49-F238E27FC236}">
                  <a16:creationId xmlns:a16="http://schemas.microsoft.com/office/drawing/2014/main" id="{6366CF05-844C-8747-DF12-3869696D9A5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96" y="1592"/>
            <a:ext cx="202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91564" imgH="99254" progId="Equation.3">
                    <p:embed/>
                  </p:oleObj>
                </mc:Choice>
                <mc:Fallback>
                  <p:oleObj name="公式" r:id="rId7" imgW="91564" imgH="99254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6" y="1592"/>
                          <a:ext cx="202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4" name="Object 13">
              <a:extLst>
                <a:ext uri="{FF2B5EF4-FFF2-40B4-BE49-F238E27FC236}">
                  <a16:creationId xmlns:a16="http://schemas.microsoft.com/office/drawing/2014/main" id="{835A4CFE-1D40-F492-06FA-21ED3CD840C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22" y="1304"/>
            <a:ext cx="219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91564" imgH="129679" progId="Equation.3">
                    <p:embed/>
                  </p:oleObj>
                </mc:Choice>
                <mc:Fallback>
                  <p:oleObj name="Equation" r:id="rId9" imgW="91564" imgH="129679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2" y="1304"/>
                          <a:ext cx="219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55" name="Oval 14">
              <a:extLst>
                <a:ext uri="{FF2B5EF4-FFF2-40B4-BE49-F238E27FC236}">
                  <a16:creationId xmlns:a16="http://schemas.microsoft.com/office/drawing/2014/main" id="{EBCBB655-8AE0-609E-A322-010FD98626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154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56" name="Text Box 15">
              <a:extLst>
                <a:ext uri="{FF2B5EF4-FFF2-40B4-BE49-F238E27FC236}">
                  <a16:creationId xmlns:a16="http://schemas.microsoft.com/office/drawing/2014/main" id="{446A158D-185B-85FF-E316-C836779BDA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4" y="1352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R</a:t>
              </a:r>
              <a:r>
                <a:rPr lang="en-US" altLang="zh-CN" baseline="-25000"/>
                <a:t>0</a:t>
              </a:r>
            </a:p>
          </p:txBody>
        </p:sp>
        <p:sp>
          <p:nvSpPr>
            <p:cNvPr id="18457" name="Text Box 16">
              <a:extLst>
                <a:ext uri="{FF2B5EF4-FFF2-40B4-BE49-F238E27FC236}">
                  <a16:creationId xmlns:a16="http://schemas.microsoft.com/office/drawing/2014/main" id="{560D5773-790D-A7D3-3443-42A8EE439D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1832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R</a:t>
              </a:r>
              <a:r>
                <a:rPr lang="en-US" altLang="zh-CN" baseline="-25000"/>
                <a:t>1</a:t>
              </a:r>
            </a:p>
          </p:txBody>
        </p:sp>
        <p:sp>
          <p:nvSpPr>
            <p:cNvPr id="18458" name="Text Box 17">
              <a:extLst>
                <a:ext uri="{FF2B5EF4-FFF2-40B4-BE49-F238E27FC236}">
                  <a16:creationId xmlns:a16="http://schemas.microsoft.com/office/drawing/2014/main" id="{E0F864E2-DD2C-D02B-98AE-13129E25D1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1448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R</a:t>
              </a:r>
              <a:r>
                <a:rPr lang="en-US" altLang="zh-CN" baseline="-25000"/>
                <a:t>2</a:t>
              </a:r>
            </a:p>
          </p:txBody>
        </p:sp>
        <p:sp>
          <p:nvSpPr>
            <p:cNvPr id="18459" name="AutoShape 18">
              <a:extLst>
                <a:ext uri="{FF2B5EF4-FFF2-40B4-BE49-F238E27FC236}">
                  <a16:creationId xmlns:a16="http://schemas.microsoft.com/office/drawing/2014/main" id="{663F14CB-982D-97DA-66A7-B4A6C05D17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4" y="576"/>
              <a:ext cx="596" cy="432"/>
            </a:xfrm>
            <a:prstGeom prst="wedgeRoundRectCallout">
              <a:avLst>
                <a:gd name="adj1" fmla="val 79361"/>
                <a:gd name="adj2" fmla="val 65278"/>
                <a:gd name="adj3" fmla="val 16667"/>
              </a:avLst>
            </a:prstGeom>
            <a:solidFill>
              <a:srgbClr val="00CC99">
                <a:alpha val="39999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 anchorCtr="1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>
                  <a:solidFill>
                    <a:srgbClr val="FFFF00"/>
                  </a:solidFill>
                </a:rPr>
                <a:t>-</a:t>
              </a:r>
              <a:r>
                <a:rPr lang="en-US" altLang="zh-CN" sz="2800" b="1" i="1">
                  <a:solidFill>
                    <a:srgbClr val="FFFF00"/>
                  </a:solidFill>
                </a:rPr>
                <a:t>q</a:t>
              </a:r>
            </a:p>
          </p:txBody>
        </p:sp>
        <p:sp>
          <p:nvSpPr>
            <p:cNvPr id="18460" name="AutoShape 19">
              <a:extLst>
                <a:ext uri="{FF2B5EF4-FFF2-40B4-BE49-F238E27FC236}">
                  <a16:creationId xmlns:a16="http://schemas.microsoft.com/office/drawing/2014/main" id="{D95A1212-DCB6-3378-CBD9-807C1D586D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8" y="2256"/>
              <a:ext cx="652" cy="336"/>
            </a:xfrm>
            <a:prstGeom prst="wedgeRoundRectCallout">
              <a:avLst>
                <a:gd name="adj1" fmla="val -71778"/>
                <a:gd name="adj2" fmla="val -41963"/>
                <a:gd name="adj3" fmla="val 16667"/>
              </a:avLst>
            </a:prstGeom>
            <a:solidFill>
              <a:srgbClr val="00CC99">
                <a:alpha val="39999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FF00"/>
                  </a:solidFill>
                </a:rPr>
                <a:t>Q+q</a:t>
              </a:r>
            </a:p>
          </p:txBody>
        </p:sp>
        <p:graphicFrame>
          <p:nvGraphicFramePr>
            <p:cNvPr id="18461" name="Object 20">
              <a:extLst>
                <a:ext uri="{FF2B5EF4-FFF2-40B4-BE49-F238E27FC236}">
                  <a16:creationId xmlns:a16="http://schemas.microsoft.com/office/drawing/2014/main" id="{F2F2BDD0-EF7F-176F-D3E9-CE36DF1DBC2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65" y="1304"/>
            <a:ext cx="219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91564" imgH="129679" progId="Equation.3">
                    <p:embed/>
                  </p:oleObj>
                </mc:Choice>
                <mc:Fallback>
                  <p:oleObj name="Equation" r:id="rId11" imgW="91564" imgH="129679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5" y="1304"/>
                          <a:ext cx="219" cy="263"/>
                        </a:xfrm>
                        <a:prstGeom prst="rect">
                          <a:avLst/>
                        </a:prstGeom>
                        <a:solidFill>
                          <a:srgbClr val="006699">
                            <a:alpha val="70195"/>
                          </a:srgbClr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1813" name="Text Box 21">
            <a:extLst>
              <a:ext uri="{FF2B5EF4-FFF2-40B4-BE49-F238E27FC236}">
                <a16:creationId xmlns:a16="http://schemas.microsoft.com/office/drawing/2014/main" id="{86F318DC-1913-E0F4-A0A0-EFAF44BEBC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811213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00FF00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b="1">
                <a:solidFill>
                  <a:srgbClr val="00FF00"/>
                </a:solidFill>
                <a:latin typeface="宋体" panose="02010600030101010101" pitchFamily="2" charset="-122"/>
              </a:rPr>
              <a:t>电场分布</a:t>
            </a:r>
          </a:p>
        </p:txBody>
      </p:sp>
      <p:graphicFrame>
        <p:nvGraphicFramePr>
          <p:cNvPr id="161814" name="Object 22">
            <a:extLst>
              <a:ext uri="{FF2B5EF4-FFF2-40B4-BE49-F238E27FC236}">
                <a16:creationId xmlns:a16="http://schemas.microsoft.com/office/drawing/2014/main" id="{023806D6-8216-AF7D-7DF5-BDF8DE900C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7900" y="1341438"/>
          <a:ext cx="24511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013678" imgH="205989" progId="Equation.3">
                  <p:embed/>
                </p:oleObj>
              </mc:Choice>
              <mc:Fallback>
                <p:oleObj name="公式" r:id="rId13" imgW="1013678" imgH="205989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7900" y="1341438"/>
                        <a:ext cx="24511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15" name="Object 23">
            <a:extLst>
              <a:ext uri="{FF2B5EF4-FFF2-40B4-BE49-F238E27FC236}">
                <a16:creationId xmlns:a16="http://schemas.microsoft.com/office/drawing/2014/main" id="{0D94048E-EE94-9642-6C72-390ACF7DE2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7900" y="1895475"/>
          <a:ext cx="4025900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844227" imgH="396018" progId="Equation.3">
                  <p:embed/>
                </p:oleObj>
              </mc:Choice>
              <mc:Fallback>
                <p:oleObj name="公式" r:id="rId15" imgW="1844227" imgH="396018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7900" y="1895475"/>
                        <a:ext cx="4025900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16" name="Object 24">
            <a:extLst>
              <a:ext uri="{FF2B5EF4-FFF2-40B4-BE49-F238E27FC236}">
                <a16:creationId xmlns:a16="http://schemas.microsoft.com/office/drawing/2014/main" id="{BD7F4129-6B35-00B0-D9AB-3ADD725AA1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7900" y="2903538"/>
          <a:ext cx="304165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272447" imgH="190528" progId="Equation.3">
                  <p:embed/>
                </p:oleObj>
              </mc:Choice>
              <mc:Fallback>
                <p:oleObj name="Equation" r:id="rId17" imgW="1272447" imgH="190528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7900" y="2903538"/>
                        <a:ext cx="3041650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17" name="Object 25">
            <a:extLst>
              <a:ext uri="{FF2B5EF4-FFF2-40B4-BE49-F238E27FC236}">
                <a16:creationId xmlns:a16="http://schemas.microsoft.com/office/drawing/2014/main" id="{55786096-83AB-00B0-4DA7-08C444EEC3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7900" y="3551238"/>
          <a:ext cx="4014788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691453" imgH="396018" progId="Equation.3">
                  <p:embed/>
                </p:oleObj>
              </mc:Choice>
              <mc:Fallback>
                <p:oleObj name="Equation" r:id="rId19" imgW="1691453" imgH="396018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7900" y="3551238"/>
                        <a:ext cx="4014788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818" name="Text Box 26">
            <a:extLst>
              <a:ext uri="{FF2B5EF4-FFF2-40B4-BE49-F238E27FC236}">
                <a16:creationId xmlns:a16="http://schemas.microsoft.com/office/drawing/2014/main" id="{A0460F53-338C-3DF9-6D26-0A8D1F49F4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5013325"/>
            <a:ext cx="3048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000" b="1">
                <a:latin typeface="楷体_GB2312" pitchFamily="49" charset="-122"/>
                <a:ea typeface="楷体_GB2312" pitchFamily="49" charset="-122"/>
              </a:rPr>
              <a:t>无穷远为电势零点</a:t>
            </a:r>
            <a:r>
              <a:rPr lang="en-US" altLang="zh-CN" sz="2000" b="1">
                <a:latin typeface="楷体_GB2312" pitchFamily="49" charset="-122"/>
                <a:ea typeface="楷体_GB2312" pitchFamily="49" charset="-122"/>
              </a:rPr>
              <a:t>)</a:t>
            </a:r>
          </a:p>
        </p:txBody>
      </p:sp>
      <p:graphicFrame>
        <p:nvGraphicFramePr>
          <p:cNvPr id="161819" name="Object 27">
            <a:extLst>
              <a:ext uri="{FF2B5EF4-FFF2-40B4-BE49-F238E27FC236}">
                <a16:creationId xmlns:a16="http://schemas.microsoft.com/office/drawing/2014/main" id="{85B66EE4-47D9-ABB4-A981-39F5FECA74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0200" y="5445125"/>
          <a:ext cx="4635500" cy="113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958184" imgH="396018" progId="Equation.3">
                  <p:embed/>
                </p:oleObj>
              </mc:Choice>
              <mc:Fallback>
                <p:oleObj name="Equation" r:id="rId21" imgW="1958184" imgH="396018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5445125"/>
                        <a:ext cx="4635500" cy="1135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20" name="Object 28">
            <a:extLst>
              <a:ext uri="{FF2B5EF4-FFF2-40B4-BE49-F238E27FC236}">
                <a16:creationId xmlns:a16="http://schemas.microsoft.com/office/drawing/2014/main" id="{DDBECFA3-A776-28E7-5710-A956966264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5688" y="5516563"/>
          <a:ext cx="2292350" cy="108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777302" imgH="396018" progId="Equation.3">
                  <p:embed/>
                </p:oleObj>
              </mc:Choice>
              <mc:Fallback>
                <p:oleObj name="Equation" r:id="rId23" imgW="777302" imgH="396018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688" y="5516563"/>
                        <a:ext cx="2292350" cy="1081087"/>
                      </a:xfrm>
                      <a:prstGeom prst="rect">
                        <a:avLst/>
                      </a:prstGeom>
                      <a:solidFill>
                        <a:srgbClr val="006699">
                          <a:alpha val="50195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1821" name="Picture 29" descr="j0293240">
            <a:extLst>
              <a:ext uri="{FF2B5EF4-FFF2-40B4-BE49-F238E27FC236}">
                <a16:creationId xmlns:a16="http://schemas.microsoft.com/office/drawing/2014/main" id="{4289FF03-D752-08B6-3104-9054EC2B8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1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18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1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1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1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1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1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18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1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1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1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1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4" grpId="0" autoUpdateAnimBg="0"/>
      <p:bldP spid="161795" grpId="0" animBg="1" autoUpdateAnimBg="0"/>
      <p:bldP spid="161813" grpId="0" autoUpdateAnimBg="0"/>
      <p:bldP spid="161818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Text Box 2">
            <a:extLst>
              <a:ext uri="{FF2B5EF4-FFF2-40B4-BE49-F238E27FC236}">
                <a16:creationId xmlns:a16="http://schemas.microsoft.com/office/drawing/2014/main" id="{57290433-248F-0F73-A14B-3EB37F39EA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3" y="457200"/>
            <a:ext cx="655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latin typeface="宋体" panose="02010600030101010101" pitchFamily="2" charset="-122"/>
              </a:rPr>
              <a:t>如图所示</a:t>
            </a:r>
            <a:r>
              <a:rPr lang="en-US" altLang="zh-CN" b="1">
                <a:latin typeface="宋体" panose="02010600030101010101" pitchFamily="2" charset="-122"/>
              </a:rPr>
              <a:t>,</a:t>
            </a:r>
            <a:r>
              <a:rPr lang="zh-CN" altLang="en-US" b="1">
                <a:latin typeface="宋体" panose="02010600030101010101" pitchFamily="2" charset="-122"/>
              </a:rPr>
              <a:t>导体球附近有一点电荷</a:t>
            </a:r>
            <a:r>
              <a:rPr lang="en-US" altLang="zh-CN" b="1" i="1">
                <a:solidFill>
                  <a:srgbClr val="66FFFF"/>
                </a:solidFill>
              </a:rPr>
              <a:t>q </a:t>
            </a:r>
            <a:r>
              <a:rPr lang="zh-CN" altLang="en-US" b="1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162819" name="Text Box 3">
            <a:extLst>
              <a:ext uri="{FF2B5EF4-FFF2-40B4-BE49-F238E27FC236}">
                <a16:creationId xmlns:a16="http://schemas.microsoft.com/office/drawing/2014/main" id="{6DF4AF26-E67E-37AB-9F6F-E0C1222E8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582738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解</a:t>
            </a:r>
          </a:p>
        </p:txBody>
      </p:sp>
      <p:sp>
        <p:nvSpPr>
          <p:cNvPr id="162820" name="Text Box 4">
            <a:extLst>
              <a:ext uri="{FF2B5EF4-FFF2-40B4-BE49-F238E27FC236}">
                <a16:creationId xmlns:a16="http://schemas.microsoft.com/office/drawing/2014/main" id="{3D83227F-0E6B-85EF-11EB-AB84982036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3" y="3411538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/>
              <a:t>接地  即</a:t>
            </a:r>
          </a:p>
        </p:txBody>
      </p:sp>
      <p:graphicFrame>
        <p:nvGraphicFramePr>
          <p:cNvPr id="162821" name="Object 5">
            <a:extLst>
              <a:ext uri="{FF2B5EF4-FFF2-40B4-BE49-F238E27FC236}">
                <a16:creationId xmlns:a16="http://schemas.microsoft.com/office/drawing/2014/main" id="{82FC6294-E6D6-F21C-1EB5-1372FFDFD2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5663" y="5254625"/>
          <a:ext cx="2987675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75747" imgH="876328" progId="Equation.3">
                  <p:embed/>
                </p:oleObj>
              </mc:Choice>
              <mc:Fallback>
                <p:oleObj name="Equation" r:id="rId2" imgW="2575747" imgH="87632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663" y="5254625"/>
                        <a:ext cx="2987675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2822" name="Object 6">
            <a:extLst>
              <a:ext uri="{FF2B5EF4-FFF2-40B4-BE49-F238E27FC236}">
                <a16:creationId xmlns:a16="http://schemas.microsoft.com/office/drawing/2014/main" id="{77582EFD-A235-40C8-0835-46690B7713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5257800"/>
          <a:ext cx="1849437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09793" imgH="785054" progId="Equation.3">
                  <p:embed/>
                </p:oleObj>
              </mc:Choice>
              <mc:Fallback>
                <p:oleObj name="Equation" r:id="rId4" imgW="1409793" imgH="78505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5257800"/>
                        <a:ext cx="1849437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2823" name="Object 7">
            <a:extLst>
              <a:ext uri="{FF2B5EF4-FFF2-40B4-BE49-F238E27FC236}">
                <a16:creationId xmlns:a16="http://schemas.microsoft.com/office/drawing/2014/main" id="{3EE0E4B8-FD19-0A25-1205-1BEBA92867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20913" y="3470275"/>
          <a:ext cx="107315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15122" imgH="281801" progId="Equation.3">
                  <p:embed/>
                </p:oleObj>
              </mc:Choice>
              <mc:Fallback>
                <p:oleObj name="Equation" r:id="rId6" imgW="815122" imgH="281801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0913" y="3470275"/>
                        <a:ext cx="1073150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>
            <a:extLst>
              <a:ext uri="{FF2B5EF4-FFF2-40B4-BE49-F238E27FC236}">
                <a16:creationId xmlns:a16="http://schemas.microsoft.com/office/drawing/2014/main" id="{526F4940-D195-94BB-09A2-6E58E187C4AD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3886200"/>
            <a:ext cx="381000" cy="533400"/>
            <a:chOff x="4213" y="2016"/>
            <a:chExt cx="240" cy="336"/>
          </a:xfrm>
        </p:grpSpPr>
        <p:sp>
          <p:nvSpPr>
            <p:cNvPr id="19496" name="Line 9">
              <a:extLst>
                <a:ext uri="{FF2B5EF4-FFF2-40B4-BE49-F238E27FC236}">
                  <a16:creationId xmlns:a16="http://schemas.microsoft.com/office/drawing/2014/main" id="{E0E7A418-AABA-A219-6115-B792CC4862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1" y="2016"/>
              <a:ext cx="0" cy="202"/>
            </a:xfrm>
            <a:prstGeom prst="line">
              <a:avLst/>
            </a:prstGeom>
            <a:noFill/>
            <a:ln w="38100">
              <a:solidFill>
                <a:srgbClr val="FF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7" name="Line 10">
              <a:extLst>
                <a:ext uri="{FF2B5EF4-FFF2-40B4-BE49-F238E27FC236}">
                  <a16:creationId xmlns:a16="http://schemas.microsoft.com/office/drawing/2014/main" id="{54F4687D-A7A0-F85B-B704-5292E1FB7F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3" y="2251"/>
              <a:ext cx="240" cy="0"/>
            </a:xfrm>
            <a:prstGeom prst="line">
              <a:avLst/>
            </a:prstGeom>
            <a:noFill/>
            <a:ln w="38100">
              <a:solidFill>
                <a:srgbClr val="FF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8" name="Line 11">
              <a:extLst>
                <a:ext uri="{FF2B5EF4-FFF2-40B4-BE49-F238E27FC236}">
                  <a16:creationId xmlns:a16="http://schemas.microsoft.com/office/drawing/2014/main" id="{B394F041-7746-D616-C049-763CD4AC88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2" y="2307"/>
              <a:ext cx="133" cy="0"/>
            </a:xfrm>
            <a:prstGeom prst="line">
              <a:avLst/>
            </a:prstGeom>
            <a:noFill/>
            <a:ln w="38100">
              <a:solidFill>
                <a:srgbClr val="FF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9" name="Line 12">
              <a:extLst>
                <a:ext uri="{FF2B5EF4-FFF2-40B4-BE49-F238E27FC236}">
                  <a16:creationId xmlns:a16="http://schemas.microsoft.com/office/drawing/2014/main" id="{E8C53796-4374-BCB8-0ABE-4BDA65D567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7" y="2352"/>
              <a:ext cx="80" cy="0"/>
            </a:xfrm>
            <a:prstGeom prst="line">
              <a:avLst/>
            </a:prstGeom>
            <a:noFill/>
            <a:ln w="38100">
              <a:solidFill>
                <a:srgbClr val="FF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13">
            <a:extLst>
              <a:ext uri="{FF2B5EF4-FFF2-40B4-BE49-F238E27FC236}">
                <a16:creationId xmlns:a16="http://schemas.microsoft.com/office/drawing/2014/main" id="{D0924E1E-37EF-AA31-0AAA-7D75DA7DA629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1954213"/>
            <a:ext cx="3365500" cy="1931987"/>
            <a:chOff x="3216" y="895"/>
            <a:chExt cx="2120" cy="1217"/>
          </a:xfrm>
        </p:grpSpPr>
        <p:graphicFrame>
          <p:nvGraphicFramePr>
            <p:cNvPr id="19485" name="Object 14">
              <a:extLst>
                <a:ext uri="{FF2B5EF4-FFF2-40B4-BE49-F238E27FC236}">
                  <a16:creationId xmlns:a16="http://schemas.microsoft.com/office/drawing/2014/main" id="{DF1B9137-466E-D868-83C0-D524DCCAF14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73" y="1887"/>
            <a:ext cx="163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13484" imgH="281801" progId="Equation.3">
                    <p:embed/>
                  </p:oleObj>
                </mc:Choice>
                <mc:Fallback>
                  <p:oleObj name="Equation" r:id="rId8" imgW="213484" imgH="281801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73" y="1887"/>
                          <a:ext cx="163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86" name="Oval 15">
              <a:extLst>
                <a:ext uri="{FF2B5EF4-FFF2-40B4-BE49-F238E27FC236}">
                  <a16:creationId xmlns:a16="http://schemas.microsoft.com/office/drawing/2014/main" id="{D89E51F8-3BF7-F982-F60F-B2D2765F6E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392"/>
              <a:ext cx="720" cy="720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487" name="Oval 16">
              <a:extLst>
                <a:ext uri="{FF2B5EF4-FFF2-40B4-BE49-F238E27FC236}">
                  <a16:creationId xmlns:a16="http://schemas.microsoft.com/office/drawing/2014/main" id="{80B43486-2D6D-766F-82E5-E65D48490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4" y="1709"/>
              <a:ext cx="96" cy="96"/>
            </a:xfrm>
            <a:prstGeom prst="ellipse">
              <a:avLst/>
            </a:prstGeom>
            <a:solidFill>
              <a:srgbClr val="66FFFF"/>
            </a:solidFill>
            <a:ln w="9525">
              <a:solidFill>
                <a:srgbClr val="66FF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19488" name="Object 17">
              <a:extLst>
                <a:ext uri="{FF2B5EF4-FFF2-40B4-BE49-F238E27FC236}">
                  <a16:creationId xmlns:a16="http://schemas.microsoft.com/office/drawing/2014/main" id="{D955A45A-A66B-7DA3-973F-C8D148EF4BF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16" y="1392"/>
            <a:ext cx="179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66731" imgH="266839" progId="Equation.3">
                    <p:embed/>
                  </p:oleObj>
                </mc:Choice>
                <mc:Fallback>
                  <p:oleObj name="Equation" r:id="rId10" imgW="266731" imgH="266839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1392"/>
                          <a:ext cx="179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gradFill rotWithShape="0">
                                <a:gsLst>
                                  <a:gs pos="0">
                                    <a:srgbClr val="FFCC66"/>
                                  </a:gs>
                                  <a:gs pos="100000">
                                    <a:srgbClr val="765E2F"/>
                                  </a:gs>
                                </a:gsLst>
                                <a:path path="shape">
                                  <a:fillToRect l="50000" t="50000" r="50000" b="50000"/>
                                </a:path>
                              </a:gra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89" name="Line 18">
              <a:extLst>
                <a:ext uri="{FF2B5EF4-FFF2-40B4-BE49-F238E27FC236}">
                  <a16:creationId xmlns:a16="http://schemas.microsoft.com/office/drawing/2014/main" id="{0DEB9147-611C-913B-F6CD-2A73EA7BC6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82" y="1558"/>
              <a:ext cx="288" cy="19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490" name="Object 19">
              <a:extLst>
                <a:ext uri="{FF2B5EF4-FFF2-40B4-BE49-F238E27FC236}">
                  <a16:creationId xmlns:a16="http://schemas.microsoft.com/office/drawing/2014/main" id="{7146E95D-5EFE-379A-90AE-C6248F58BCE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60" y="1728"/>
            <a:ext cx="22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26835" imgH="139518" progId="Equation.3">
                    <p:embed/>
                  </p:oleObj>
                </mc:Choice>
                <mc:Fallback>
                  <p:oleObj name="公式" r:id="rId12" imgW="126835" imgH="139518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0" y="1728"/>
                          <a:ext cx="228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gradFill rotWithShape="0">
                                <a:gsLst>
                                  <a:gs pos="0">
                                    <a:srgbClr val="FFCC66"/>
                                  </a:gs>
                                  <a:gs pos="100000">
                                    <a:srgbClr val="765E2F"/>
                                  </a:gs>
                                </a:gsLst>
                                <a:path path="shape">
                                  <a:fillToRect l="50000" t="50000" r="50000" b="50000"/>
                                </a:path>
                              </a:gra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91" name="Line 20">
              <a:extLst>
                <a:ext uri="{FF2B5EF4-FFF2-40B4-BE49-F238E27FC236}">
                  <a16:creationId xmlns:a16="http://schemas.microsoft.com/office/drawing/2014/main" id="{F052C43D-217B-48FE-9F51-8639673910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7" y="1056"/>
              <a:ext cx="0" cy="72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2" name="Line 21">
              <a:extLst>
                <a:ext uri="{FF2B5EF4-FFF2-40B4-BE49-F238E27FC236}">
                  <a16:creationId xmlns:a16="http://schemas.microsoft.com/office/drawing/2014/main" id="{D573A345-E1FB-7275-79EF-CDECA28943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2" y="1008"/>
              <a:ext cx="0" cy="72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3" name="Line 22">
              <a:extLst>
                <a:ext uri="{FF2B5EF4-FFF2-40B4-BE49-F238E27FC236}">
                  <a16:creationId xmlns:a16="http://schemas.microsoft.com/office/drawing/2014/main" id="{ADE8A32E-BB48-60F6-747D-8C80C8E499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1008"/>
              <a:ext cx="493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4" name="Line 23">
              <a:extLst>
                <a:ext uri="{FF2B5EF4-FFF2-40B4-BE49-F238E27FC236}">
                  <a16:creationId xmlns:a16="http://schemas.microsoft.com/office/drawing/2014/main" id="{509772AC-9EDE-2899-E259-857F247F51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04" y="1008"/>
              <a:ext cx="531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495" name="Object 24">
              <a:extLst>
                <a:ext uri="{FF2B5EF4-FFF2-40B4-BE49-F238E27FC236}">
                  <a16:creationId xmlns:a16="http://schemas.microsoft.com/office/drawing/2014/main" id="{AC6AF0A7-AE03-F98C-B7AA-FB088791460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51" y="895"/>
            <a:ext cx="70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99029" imgH="289782" progId="Equation.3">
                    <p:embed/>
                  </p:oleObj>
                </mc:Choice>
                <mc:Fallback>
                  <p:oleObj name="Equation" r:id="rId14" imgW="99029" imgH="289782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1" y="895"/>
                          <a:ext cx="70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2841" name="Text Box 25">
            <a:extLst>
              <a:ext uri="{FF2B5EF4-FFF2-40B4-BE49-F238E27FC236}">
                <a16:creationId xmlns:a16="http://schemas.microsoft.com/office/drawing/2014/main" id="{A213BBA2-96AE-E8E2-A3C5-6426C9845A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006850"/>
            <a:ext cx="3810000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/>
              <a:t>由导体是个等势体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800" b="1" i="1">
                <a:solidFill>
                  <a:srgbClr val="66FFFF"/>
                </a:solidFill>
              </a:rPr>
              <a:t>O</a:t>
            </a:r>
            <a:r>
              <a:rPr lang="zh-CN" altLang="zh-CN" b="1"/>
              <a:t>点的电势为</a:t>
            </a:r>
            <a:r>
              <a:rPr lang="zh-CN" altLang="zh-CN" b="1">
                <a:solidFill>
                  <a:srgbClr val="66FFFF"/>
                </a:solidFill>
              </a:rPr>
              <a:t>0  </a:t>
            </a:r>
            <a:r>
              <a:rPr lang="zh-CN" altLang="zh-CN" b="1"/>
              <a:t> 则</a:t>
            </a:r>
            <a:endParaRPr lang="zh-CN" altLang="en-US" b="1"/>
          </a:p>
        </p:txBody>
      </p:sp>
      <p:sp>
        <p:nvSpPr>
          <p:cNvPr id="162842" name="Text Box 26">
            <a:extLst>
              <a:ext uri="{FF2B5EF4-FFF2-40B4-BE49-F238E27FC236}">
                <a16:creationId xmlns:a16="http://schemas.microsoft.com/office/drawing/2014/main" id="{9CAEBDE4-1B55-BF0A-2C8B-83D8DC6740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713" y="1008063"/>
            <a:ext cx="418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latin typeface="宋体" panose="02010600030101010101" pitchFamily="2" charset="-122"/>
              </a:rPr>
              <a:t>接地后导体上感应电荷的电量</a:t>
            </a:r>
            <a:endParaRPr lang="zh-CN" altLang="en-US"/>
          </a:p>
        </p:txBody>
      </p:sp>
      <p:sp>
        <p:nvSpPr>
          <p:cNvPr id="162843" name="Text Box 27">
            <a:extLst>
              <a:ext uri="{FF2B5EF4-FFF2-40B4-BE49-F238E27FC236}">
                <a16:creationId xmlns:a16="http://schemas.microsoft.com/office/drawing/2014/main" id="{8EA51F2D-9DAB-E45B-11F0-9C8993DAF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565275"/>
            <a:ext cx="23510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设感应电量为</a:t>
            </a:r>
            <a:r>
              <a:rPr lang="en-US" altLang="zh-CN" b="1">
                <a:solidFill>
                  <a:srgbClr val="66FFFF"/>
                </a:solidFill>
              </a:rPr>
              <a:t>Q</a:t>
            </a:r>
            <a:r>
              <a:rPr lang="en-US" altLang="zh-CN" sz="2800" b="1">
                <a:solidFill>
                  <a:srgbClr val="66FFFF"/>
                </a:solidFill>
              </a:rPr>
              <a:t> </a:t>
            </a:r>
          </a:p>
        </p:txBody>
      </p:sp>
      <p:graphicFrame>
        <p:nvGraphicFramePr>
          <p:cNvPr id="162844" name="Object 28">
            <a:extLst>
              <a:ext uri="{FF2B5EF4-FFF2-40B4-BE49-F238E27FC236}">
                <a16:creationId xmlns:a16="http://schemas.microsoft.com/office/drawing/2014/main" id="{47B902DD-1F3C-41F3-DFF1-35B92EDF6B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6938" y="2438400"/>
          <a:ext cx="584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48889" imgH="343149" progId="Equation.3">
                  <p:embed/>
                </p:oleObj>
              </mc:Choice>
              <mc:Fallback>
                <p:oleObj name="Equation" r:id="rId16" imgW="548889" imgH="343149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6938" y="2438400"/>
                        <a:ext cx="584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2845" name="AutoShape 29">
            <a:extLst>
              <a:ext uri="{FF2B5EF4-FFF2-40B4-BE49-F238E27FC236}">
                <a16:creationId xmlns:a16="http://schemas.microsoft.com/office/drawing/2014/main" id="{63836043-BDCB-7D58-6784-EA6B8E9AB4DA}"/>
              </a:ext>
            </a:extLst>
          </p:cNvPr>
          <p:cNvSpPr>
            <a:spLocks/>
          </p:cNvSpPr>
          <p:nvPr/>
        </p:nvSpPr>
        <p:spPr bwMode="auto">
          <a:xfrm>
            <a:off x="1582738" y="2209800"/>
            <a:ext cx="152400" cy="838200"/>
          </a:xfrm>
          <a:prstGeom prst="leftBrace">
            <a:avLst>
              <a:gd name="adj1" fmla="val 45833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62846" name="Object 30">
            <a:extLst>
              <a:ext uri="{FF2B5EF4-FFF2-40B4-BE49-F238E27FC236}">
                <a16:creationId xmlns:a16="http://schemas.microsoft.com/office/drawing/2014/main" id="{317AB247-7F9D-A882-6535-5F99DFF179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11338" y="2209800"/>
          <a:ext cx="511175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72253" imgH="281801" progId="Equation.3">
                  <p:embed/>
                </p:oleObj>
              </mc:Choice>
              <mc:Fallback>
                <p:oleObj name="Equation" r:id="rId18" imgW="472253" imgH="281801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1338" y="2209800"/>
                        <a:ext cx="511175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2847" name="Text Box 31">
            <a:extLst>
              <a:ext uri="{FF2B5EF4-FFF2-40B4-BE49-F238E27FC236}">
                <a16:creationId xmlns:a16="http://schemas.microsoft.com/office/drawing/2014/main" id="{B928409E-E044-323B-8FB3-C4018E59C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3738" y="2733675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FFCC00"/>
                </a:solidFill>
              </a:rPr>
              <a:t>0</a:t>
            </a:r>
          </a:p>
        </p:txBody>
      </p:sp>
      <p:sp>
        <p:nvSpPr>
          <p:cNvPr id="162848" name="AutoShape 32">
            <a:extLst>
              <a:ext uri="{FF2B5EF4-FFF2-40B4-BE49-F238E27FC236}">
                <a16:creationId xmlns:a16="http://schemas.microsoft.com/office/drawing/2014/main" id="{CD204087-15A2-1157-B87D-F1D482217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3413" y="5538788"/>
            <a:ext cx="6096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2849" name="Text Box 33">
            <a:extLst>
              <a:ext uri="{FF2B5EF4-FFF2-40B4-BE49-F238E27FC236}">
                <a16:creationId xmlns:a16="http://schemas.microsoft.com/office/drawing/2014/main" id="{5127B5EA-5C83-8F33-71B9-84C27518D0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4113" y="2106613"/>
            <a:ext cx="1028700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6600" b="1">
                <a:solidFill>
                  <a:srgbClr val="FF99FF"/>
                </a:solidFill>
              </a:rPr>
              <a:t>？</a:t>
            </a:r>
          </a:p>
        </p:txBody>
      </p:sp>
      <p:sp>
        <p:nvSpPr>
          <p:cNvPr id="162850" name="Text Box 34">
            <a:extLst>
              <a:ext uri="{FF2B5EF4-FFF2-40B4-BE49-F238E27FC236}">
                <a16:creationId xmlns:a16="http://schemas.microsoft.com/office/drawing/2014/main" id="{5F4F0E7F-8D80-4E70-EA7C-A0F296C267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0938" y="2101850"/>
            <a:ext cx="1028700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6600" b="1">
                <a:solidFill>
                  <a:srgbClr val="FF99FF"/>
                </a:solidFill>
              </a:rPr>
              <a:t>？</a:t>
            </a:r>
          </a:p>
        </p:txBody>
      </p:sp>
      <p:sp>
        <p:nvSpPr>
          <p:cNvPr id="162851" name="Text Box 35">
            <a:extLst>
              <a:ext uri="{FF2B5EF4-FFF2-40B4-BE49-F238E27FC236}">
                <a16:creationId xmlns:a16="http://schemas.microsoft.com/office/drawing/2014/main" id="{52E6F4FC-890A-9B4C-D3B0-616737E54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9350" y="2098675"/>
            <a:ext cx="1028700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6600" b="1">
                <a:solidFill>
                  <a:srgbClr val="FF99FF"/>
                </a:solidFill>
              </a:rPr>
              <a:t>？</a:t>
            </a:r>
          </a:p>
        </p:txBody>
      </p:sp>
      <p:grpSp>
        <p:nvGrpSpPr>
          <p:cNvPr id="4" name="Group 36">
            <a:extLst>
              <a:ext uri="{FF2B5EF4-FFF2-40B4-BE49-F238E27FC236}">
                <a16:creationId xmlns:a16="http://schemas.microsoft.com/office/drawing/2014/main" id="{C2343EF1-7815-2CE9-22CF-DC898F1A9E92}"/>
              </a:ext>
            </a:extLst>
          </p:cNvPr>
          <p:cNvGrpSpPr>
            <a:grpSpLocks/>
          </p:cNvGrpSpPr>
          <p:nvPr/>
        </p:nvGrpSpPr>
        <p:grpSpPr bwMode="auto">
          <a:xfrm>
            <a:off x="3182938" y="2362200"/>
            <a:ext cx="838200" cy="609600"/>
            <a:chOff x="2448" y="1536"/>
            <a:chExt cx="528" cy="384"/>
          </a:xfrm>
        </p:grpSpPr>
        <p:sp>
          <p:nvSpPr>
            <p:cNvPr id="19481" name="Rectangle 37">
              <a:extLst>
                <a:ext uri="{FF2B5EF4-FFF2-40B4-BE49-F238E27FC236}">
                  <a16:creationId xmlns:a16="http://schemas.microsoft.com/office/drawing/2014/main" id="{49C26495-DA7B-3AD0-93FF-76A7E1FBF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536"/>
              <a:ext cx="528" cy="384"/>
            </a:xfrm>
            <a:prstGeom prst="rect">
              <a:avLst/>
            </a:prstGeom>
            <a:solidFill>
              <a:srgbClr val="CCFFFF">
                <a:alpha val="70195"/>
              </a:srgbClr>
            </a:solidFill>
            <a:ln w="9525">
              <a:solidFill>
                <a:srgbClr val="CCFF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19482" name="Group 38">
              <a:extLst>
                <a:ext uri="{FF2B5EF4-FFF2-40B4-BE49-F238E27FC236}">
                  <a16:creationId xmlns:a16="http://schemas.microsoft.com/office/drawing/2014/main" id="{FFA52848-BF3A-C815-BC5A-312EE7FE0F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2" y="1610"/>
              <a:ext cx="240" cy="240"/>
              <a:chOff x="5184" y="2544"/>
              <a:chExt cx="240" cy="240"/>
            </a:xfrm>
          </p:grpSpPr>
          <p:sp>
            <p:nvSpPr>
              <p:cNvPr id="19483" name="Line 39">
                <a:extLst>
                  <a:ext uri="{FF2B5EF4-FFF2-40B4-BE49-F238E27FC236}">
                    <a16:creationId xmlns:a16="http://schemas.microsoft.com/office/drawing/2014/main" id="{B93DF1DB-A3EB-6ACE-5377-431A5CB94F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84" y="2544"/>
                <a:ext cx="240" cy="240"/>
              </a:xfrm>
              <a:prstGeom prst="line">
                <a:avLst/>
              </a:prstGeom>
              <a:noFill/>
              <a:ln w="762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84" name="Line 40">
                <a:extLst>
                  <a:ext uri="{FF2B5EF4-FFF2-40B4-BE49-F238E27FC236}">
                    <a16:creationId xmlns:a16="http://schemas.microsoft.com/office/drawing/2014/main" id="{A5144969-C08F-2FF1-0153-80B3E275E4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84" y="2544"/>
                <a:ext cx="240" cy="240"/>
              </a:xfrm>
              <a:prstGeom prst="line">
                <a:avLst/>
              </a:prstGeom>
              <a:noFill/>
              <a:ln w="762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62857" name="Rectangle 41">
            <a:extLst>
              <a:ext uri="{FF2B5EF4-FFF2-40B4-BE49-F238E27FC236}">
                <a16:creationId xmlns:a16="http://schemas.microsoft.com/office/drawing/2014/main" id="{116F6BA0-655C-A3C1-DA95-757F0717EB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439738"/>
            <a:ext cx="4937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例</a:t>
            </a:r>
            <a:endParaRPr lang="zh-CN" altLang="en-US" b="1">
              <a:solidFill>
                <a:srgbClr val="FFFF66"/>
              </a:solidFill>
              <a:latin typeface="宋体" panose="02010600030101010101" pitchFamily="2" charset="-122"/>
            </a:endParaRPr>
          </a:p>
        </p:txBody>
      </p:sp>
      <p:sp>
        <p:nvSpPr>
          <p:cNvPr id="162858" name="Rectangle 42">
            <a:extLst>
              <a:ext uri="{FF2B5EF4-FFF2-40B4-BE49-F238E27FC236}">
                <a16:creationId xmlns:a16="http://schemas.microsoft.com/office/drawing/2014/main" id="{9B40FA74-C69F-9ED0-FB8B-CEEE01765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" y="9906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求</a:t>
            </a:r>
          </a:p>
        </p:txBody>
      </p:sp>
      <p:pic>
        <p:nvPicPr>
          <p:cNvPr id="162859" name="Picture 43" descr="j0293240">
            <a:extLst>
              <a:ext uri="{FF2B5EF4-FFF2-40B4-BE49-F238E27FC236}">
                <a16:creationId xmlns:a16="http://schemas.microsoft.com/office/drawing/2014/main" id="{D818CA19-1C29-FD5A-2288-B4F0265A7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2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2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2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2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2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2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2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2" dur="500"/>
                                        <p:tgtEl>
                                          <p:spTgt spid="162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2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2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1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1" presetID="1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62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62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62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62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62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62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628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628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18" grpId="0" autoUpdateAnimBg="0"/>
      <p:bldP spid="162819" grpId="0" autoUpdateAnimBg="0"/>
      <p:bldP spid="162820" grpId="0" autoUpdateAnimBg="0"/>
      <p:bldP spid="162841" grpId="0" autoUpdateAnimBg="0"/>
      <p:bldP spid="162842" grpId="0" autoUpdateAnimBg="0"/>
      <p:bldP spid="162843" grpId="0" autoUpdateAnimBg="0"/>
      <p:bldP spid="162845" grpId="0" animBg="1"/>
      <p:bldP spid="162847" grpId="0" autoUpdateAnimBg="0"/>
      <p:bldP spid="162848" grpId="0" animBg="1"/>
      <p:bldP spid="162849" grpId="0" autoUpdateAnimBg="0"/>
      <p:bldP spid="162850" grpId="0" autoUpdateAnimBg="0"/>
      <p:bldP spid="162851" grpId="0" autoUpdateAnimBg="0"/>
      <p:bldP spid="162857" grpId="0" autoUpdateAnimBg="0"/>
      <p:bldP spid="162858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Text Box 2">
            <a:extLst>
              <a:ext uri="{FF2B5EF4-FFF2-40B4-BE49-F238E27FC236}">
                <a16:creationId xmlns:a16="http://schemas.microsoft.com/office/drawing/2014/main" id="{65EFDC6B-A24B-FECA-14D7-0376DC7FBB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15888"/>
            <a:ext cx="78486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b="1"/>
              <a:t>两球半径分别为</a:t>
            </a:r>
            <a:r>
              <a:rPr lang="en-US" altLang="zh-CN" b="1" i="1">
                <a:solidFill>
                  <a:srgbClr val="66FFFF"/>
                </a:solidFill>
              </a:rPr>
              <a:t>R</a:t>
            </a:r>
            <a:r>
              <a:rPr lang="en-US" altLang="zh-CN" b="1" baseline="-25000">
                <a:solidFill>
                  <a:srgbClr val="66FFFF"/>
                </a:solidFill>
              </a:rPr>
              <a:t>1</a:t>
            </a:r>
            <a:r>
              <a:rPr lang="zh-CN" altLang="en-US" b="1"/>
              <a:t>、</a:t>
            </a:r>
            <a:r>
              <a:rPr lang="en-US" altLang="zh-CN" b="1" i="1">
                <a:solidFill>
                  <a:srgbClr val="66FFFF"/>
                </a:solidFill>
              </a:rPr>
              <a:t>R</a:t>
            </a:r>
            <a:r>
              <a:rPr lang="en-US" altLang="zh-CN" b="1" baseline="-25000">
                <a:solidFill>
                  <a:srgbClr val="66FFFF"/>
                </a:solidFill>
              </a:rPr>
              <a:t>2</a:t>
            </a:r>
            <a:r>
              <a:rPr lang="zh-CN" altLang="en-US" b="1" baseline="-25000"/>
              <a:t>，</a:t>
            </a:r>
            <a:r>
              <a:rPr lang="zh-CN" altLang="en-US" b="1"/>
              <a:t>带电量</a:t>
            </a:r>
            <a:r>
              <a:rPr lang="en-US" altLang="zh-CN" b="1" i="1">
                <a:solidFill>
                  <a:srgbClr val="66FFFF"/>
                </a:solidFill>
              </a:rPr>
              <a:t>q</a:t>
            </a:r>
            <a:r>
              <a:rPr lang="en-US" altLang="zh-CN" b="1" baseline="-25000">
                <a:solidFill>
                  <a:srgbClr val="66FFFF"/>
                </a:solidFill>
              </a:rPr>
              <a:t>1</a:t>
            </a:r>
            <a:r>
              <a:rPr lang="zh-CN" altLang="en-US" b="1"/>
              <a:t>、</a:t>
            </a:r>
            <a:r>
              <a:rPr lang="en-US" altLang="zh-CN" b="1" i="1">
                <a:solidFill>
                  <a:srgbClr val="66FFFF"/>
                </a:solidFill>
              </a:rPr>
              <a:t>q</a:t>
            </a:r>
            <a:r>
              <a:rPr lang="en-US" altLang="zh-CN" b="1" baseline="-25000">
                <a:solidFill>
                  <a:srgbClr val="66FFFF"/>
                </a:solidFill>
              </a:rPr>
              <a:t>2</a:t>
            </a:r>
            <a:r>
              <a:rPr lang="zh-CN" altLang="en-US" b="1"/>
              <a:t>，设两球相距很远，   当用导线将彼此连接时，电荷将如何 分布？</a:t>
            </a:r>
          </a:p>
        </p:txBody>
      </p:sp>
      <p:sp>
        <p:nvSpPr>
          <p:cNvPr id="304131" name="Text Box 3">
            <a:extLst>
              <a:ext uri="{FF2B5EF4-FFF2-40B4-BE49-F238E27FC236}">
                <a16:creationId xmlns:a16="http://schemas.microsoft.com/office/drawing/2014/main" id="{52C9F6C2-836B-2340-FA6F-DC261AAAC1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189038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</a:rPr>
              <a:t>解</a:t>
            </a:r>
          </a:p>
        </p:txBody>
      </p:sp>
      <p:sp>
        <p:nvSpPr>
          <p:cNvPr id="304132" name="Freeform 4">
            <a:extLst>
              <a:ext uri="{FF2B5EF4-FFF2-40B4-BE49-F238E27FC236}">
                <a16:creationId xmlns:a16="http://schemas.microsoft.com/office/drawing/2014/main" id="{2D789708-0848-B06F-9FEC-71C6AB9770FD}"/>
              </a:ext>
            </a:extLst>
          </p:cNvPr>
          <p:cNvSpPr>
            <a:spLocks/>
          </p:cNvSpPr>
          <p:nvPr/>
        </p:nvSpPr>
        <p:spPr bwMode="auto">
          <a:xfrm>
            <a:off x="5715000" y="1906588"/>
            <a:ext cx="2362200" cy="342900"/>
          </a:xfrm>
          <a:custGeom>
            <a:avLst/>
            <a:gdLst>
              <a:gd name="T0" fmla="*/ 0 w 1488"/>
              <a:gd name="T1" fmla="*/ 2147483646 h 216"/>
              <a:gd name="T2" fmla="*/ 2147483646 w 1488"/>
              <a:gd name="T3" fmla="*/ 2147483646 h 216"/>
              <a:gd name="T4" fmla="*/ 2147483646 w 1488"/>
              <a:gd name="T5" fmla="*/ 2147483646 h 216"/>
              <a:gd name="T6" fmla="*/ 2147483646 w 1488"/>
              <a:gd name="T7" fmla="*/ 2147483646 h 216"/>
              <a:gd name="T8" fmla="*/ 0 60000 65536"/>
              <a:gd name="T9" fmla="*/ 0 60000 65536"/>
              <a:gd name="T10" fmla="*/ 0 60000 65536"/>
              <a:gd name="T11" fmla="*/ 0 60000 65536"/>
              <a:gd name="T12" fmla="*/ 0 w 1488"/>
              <a:gd name="T13" fmla="*/ 0 h 216"/>
              <a:gd name="T14" fmla="*/ 1488 w 1488"/>
              <a:gd name="T15" fmla="*/ 216 h 21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88" h="216">
                <a:moveTo>
                  <a:pt x="0" y="64"/>
                </a:moveTo>
                <a:cubicBezTo>
                  <a:pt x="120" y="140"/>
                  <a:pt x="240" y="216"/>
                  <a:pt x="384" y="208"/>
                </a:cubicBezTo>
                <a:cubicBezTo>
                  <a:pt x="528" y="200"/>
                  <a:pt x="680" y="32"/>
                  <a:pt x="864" y="16"/>
                </a:cubicBezTo>
                <a:cubicBezTo>
                  <a:pt x="1048" y="0"/>
                  <a:pt x="1384" y="96"/>
                  <a:pt x="1488" y="112"/>
                </a:cubicBezTo>
              </a:path>
            </a:pathLst>
          </a:cu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4133" name="Text Box 5">
            <a:extLst>
              <a:ext uri="{FF2B5EF4-FFF2-40B4-BE49-F238E27FC236}">
                <a16:creationId xmlns:a16="http://schemas.microsoft.com/office/drawing/2014/main" id="{4BF70B7B-C4BF-232A-E01D-FB9838DB77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108075"/>
            <a:ext cx="35369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b="1"/>
              <a:t>设用导线连接后，两球带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b="1"/>
              <a:t>电量为</a:t>
            </a:r>
          </a:p>
        </p:txBody>
      </p:sp>
      <p:graphicFrame>
        <p:nvGraphicFramePr>
          <p:cNvPr id="304134" name="Object 6">
            <a:extLst>
              <a:ext uri="{FF2B5EF4-FFF2-40B4-BE49-F238E27FC236}">
                <a16:creationId xmlns:a16="http://schemas.microsoft.com/office/drawing/2014/main" id="{2D207BE3-9277-5454-BF39-2C5EC5416B6A}"/>
              </a:ext>
            </a:extLst>
          </p:cNvPr>
          <p:cNvGraphicFramePr>
            <a:graphicFrameLocks/>
          </p:cNvGraphicFramePr>
          <p:nvPr/>
        </p:nvGraphicFramePr>
        <p:xfrm>
          <a:off x="1895475" y="1681163"/>
          <a:ext cx="8382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00193" imgH="647894" progId="Equation.3">
                  <p:embed/>
                </p:oleObj>
              </mc:Choice>
              <mc:Fallback>
                <p:oleObj name="Equation" r:id="rId2" imgW="800193" imgH="647894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5475" y="1681163"/>
                        <a:ext cx="8382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135" name="Object 7">
            <a:extLst>
              <a:ext uri="{FF2B5EF4-FFF2-40B4-BE49-F238E27FC236}">
                <a16:creationId xmlns:a16="http://schemas.microsoft.com/office/drawing/2014/main" id="{5C6A8D69-0D6E-B302-009D-7873CEB5BC30}"/>
              </a:ext>
            </a:extLst>
          </p:cNvPr>
          <p:cNvGraphicFramePr>
            <a:graphicFrameLocks/>
          </p:cNvGraphicFramePr>
          <p:nvPr/>
        </p:nvGraphicFramePr>
        <p:xfrm>
          <a:off x="881063" y="3095625"/>
          <a:ext cx="1727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91453" imgH="876328" progId="Equation.3">
                  <p:embed/>
                </p:oleObj>
              </mc:Choice>
              <mc:Fallback>
                <p:oleObj name="公式" r:id="rId4" imgW="1691453" imgH="876328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1063" y="3095625"/>
                        <a:ext cx="17272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136" name="Object 8">
            <a:extLst>
              <a:ext uri="{FF2B5EF4-FFF2-40B4-BE49-F238E27FC236}">
                <a16:creationId xmlns:a16="http://schemas.microsoft.com/office/drawing/2014/main" id="{609499B7-F202-E248-AB6E-FC9377E1CD97}"/>
              </a:ext>
            </a:extLst>
          </p:cNvPr>
          <p:cNvGraphicFramePr>
            <a:graphicFrameLocks/>
          </p:cNvGraphicFramePr>
          <p:nvPr/>
        </p:nvGraphicFramePr>
        <p:xfrm>
          <a:off x="876300" y="4230688"/>
          <a:ext cx="18018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768089" imgH="876328" progId="Equation.3">
                  <p:embed/>
                </p:oleObj>
              </mc:Choice>
              <mc:Fallback>
                <p:oleObj name="公式" r:id="rId6" imgW="1768089" imgH="876328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" y="4230688"/>
                        <a:ext cx="18018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137" name="Object 9">
            <a:extLst>
              <a:ext uri="{FF2B5EF4-FFF2-40B4-BE49-F238E27FC236}">
                <a16:creationId xmlns:a16="http://schemas.microsoft.com/office/drawing/2014/main" id="{E3904357-9756-994B-8EB3-FD3D78EDE867}"/>
              </a:ext>
            </a:extLst>
          </p:cNvPr>
          <p:cNvGraphicFramePr>
            <a:graphicFrameLocks/>
          </p:cNvGraphicFramePr>
          <p:nvPr/>
        </p:nvGraphicFramePr>
        <p:xfrm>
          <a:off x="954088" y="2332038"/>
          <a:ext cx="2209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71669" imgH="381055" progId="Equation.3">
                  <p:embed/>
                </p:oleObj>
              </mc:Choice>
              <mc:Fallback>
                <p:oleObj name="Equation" r:id="rId8" imgW="2171669" imgH="381055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4088" y="2332038"/>
                        <a:ext cx="2209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138" name="Object 10">
            <a:extLst>
              <a:ext uri="{FF2B5EF4-FFF2-40B4-BE49-F238E27FC236}">
                <a16:creationId xmlns:a16="http://schemas.microsoft.com/office/drawing/2014/main" id="{1B47852C-12E9-2AA6-44F6-E13BB4861162}"/>
              </a:ext>
            </a:extLst>
          </p:cNvPr>
          <p:cNvGraphicFramePr>
            <a:graphicFrameLocks/>
          </p:cNvGraphicFramePr>
          <p:nvPr/>
        </p:nvGraphicFramePr>
        <p:xfrm>
          <a:off x="4337050" y="3621088"/>
          <a:ext cx="2143125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110958" imgH="975582" progId="Equation.3">
                  <p:embed/>
                </p:oleObj>
              </mc:Choice>
              <mc:Fallback>
                <p:oleObj name="公式" r:id="rId10" imgW="2110958" imgH="975582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7050" y="3621088"/>
                        <a:ext cx="2143125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4139" name="AutoShape 11">
            <a:extLst>
              <a:ext uri="{FF2B5EF4-FFF2-40B4-BE49-F238E27FC236}">
                <a16:creationId xmlns:a16="http://schemas.microsoft.com/office/drawing/2014/main" id="{1B31BE35-ADF8-D04E-8275-2D6D12877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7650" y="4040188"/>
            <a:ext cx="654050" cy="228600"/>
          </a:xfrm>
          <a:prstGeom prst="rightArrow">
            <a:avLst>
              <a:gd name="adj1" fmla="val 50000"/>
              <a:gd name="adj2" fmla="val 71528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304140" name="Object 12">
            <a:extLst>
              <a:ext uri="{FF2B5EF4-FFF2-40B4-BE49-F238E27FC236}">
                <a16:creationId xmlns:a16="http://schemas.microsoft.com/office/drawing/2014/main" id="{3607A9A1-20A8-5384-3289-4EF8B82EEE4A}"/>
              </a:ext>
            </a:extLst>
          </p:cNvPr>
          <p:cNvGraphicFramePr>
            <a:graphicFrameLocks/>
          </p:cNvGraphicFramePr>
          <p:nvPr/>
        </p:nvGraphicFramePr>
        <p:xfrm>
          <a:off x="7385050" y="3697288"/>
          <a:ext cx="11303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089816" imgH="876328" progId="Equation.3">
                  <p:embed/>
                </p:oleObj>
              </mc:Choice>
              <mc:Fallback>
                <p:oleObj name="公式" r:id="rId12" imgW="1089816" imgH="876328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5050" y="3697288"/>
                        <a:ext cx="11303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>
            <a:extLst>
              <a:ext uri="{FF2B5EF4-FFF2-40B4-BE49-F238E27FC236}">
                <a16:creationId xmlns:a16="http://schemas.microsoft.com/office/drawing/2014/main" id="{E041CD03-3C33-CA0C-F48E-CE710868EB4D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1060450"/>
            <a:ext cx="4197350" cy="1911350"/>
            <a:chOff x="2832" y="916"/>
            <a:chExt cx="2644" cy="1204"/>
          </a:xfrm>
        </p:grpSpPr>
        <p:sp>
          <p:nvSpPr>
            <p:cNvPr id="20502" name="Oval 14">
              <a:extLst>
                <a:ext uri="{FF2B5EF4-FFF2-40B4-BE49-F238E27FC236}">
                  <a16:creationId xmlns:a16="http://schemas.microsoft.com/office/drawing/2014/main" id="{8DCBFE55-4E87-1C23-1F60-7125CFB289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" y="1252"/>
              <a:ext cx="436" cy="458"/>
            </a:xfrm>
            <a:prstGeom prst="ellipse">
              <a:avLst/>
            </a:prstGeom>
            <a:gradFill rotWithShape="0">
              <a:gsLst>
                <a:gs pos="0">
                  <a:srgbClr val="99FFCC"/>
                </a:gs>
                <a:gs pos="100000">
                  <a:srgbClr val="339933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0503" name="Oval 15">
              <a:extLst>
                <a:ext uri="{FF2B5EF4-FFF2-40B4-BE49-F238E27FC236}">
                  <a16:creationId xmlns:a16="http://schemas.microsoft.com/office/drawing/2014/main" id="{6E3A2D66-6C45-28E6-069C-65D1EC262E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1130"/>
              <a:ext cx="768" cy="720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/>
            </a:p>
          </p:txBody>
        </p:sp>
        <p:sp>
          <p:nvSpPr>
            <p:cNvPr id="20504" name="Line 16">
              <a:extLst>
                <a:ext uri="{FF2B5EF4-FFF2-40B4-BE49-F238E27FC236}">
                  <a16:creationId xmlns:a16="http://schemas.microsoft.com/office/drawing/2014/main" id="{C7261870-BBAF-DBF4-3D9A-7D81215DCC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16" y="1204"/>
              <a:ext cx="231" cy="31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5" name="Line 17">
              <a:extLst>
                <a:ext uri="{FF2B5EF4-FFF2-40B4-BE49-F238E27FC236}">
                  <a16:creationId xmlns:a16="http://schemas.microsoft.com/office/drawing/2014/main" id="{331E3A76-0995-601E-E6E9-C5C4CCD559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58" y="1276"/>
              <a:ext cx="90" cy="232"/>
            </a:xfrm>
            <a:prstGeom prst="line">
              <a:avLst/>
            </a:prstGeom>
            <a:noFill/>
            <a:ln w="38100">
              <a:solidFill>
                <a:srgbClr val="FF99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506" name="Object 18">
              <a:extLst>
                <a:ext uri="{FF2B5EF4-FFF2-40B4-BE49-F238E27FC236}">
                  <a16:creationId xmlns:a16="http://schemas.microsoft.com/office/drawing/2014/main" id="{203A828E-3DCC-380B-DF79-D9B9D61ABA78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120" y="1857"/>
            <a:ext cx="184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51304" imgH="381055" progId="Equation.3">
                    <p:embed/>
                  </p:oleObj>
                </mc:Choice>
                <mc:Fallback>
                  <p:oleObj name="Equation" r:id="rId14" imgW="251304" imgH="381055" progId="Equation.3">
                    <p:embed/>
                    <p:pic>
                      <p:nvPicPr>
                        <p:cNvPr id="0" name="Object 1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1857"/>
                          <a:ext cx="184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7" name="Object 19">
              <a:extLst>
                <a:ext uri="{FF2B5EF4-FFF2-40B4-BE49-F238E27FC236}">
                  <a16:creationId xmlns:a16="http://schemas.microsoft.com/office/drawing/2014/main" id="{CB260128-B249-34F3-7BCA-925604F96A79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136" y="1713"/>
            <a:ext cx="209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289622" imgH="381055" progId="Equation.3">
                    <p:embed/>
                  </p:oleObj>
                </mc:Choice>
                <mc:Fallback>
                  <p:oleObj name="Equation" r:id="rId16" imgW="289622" imgH="381055" progId="Equation.3">
                    <p:embed/>
                    <p:pic>
                      <p:nvPicPr>
                        <p:cNvPr id="0" name="Object 1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6" y="1713"/>
                          <a:ext cx="209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8" name="Text Box 20">
              <a:extLst>
                <a:ext uri="{FF2B5EF4-FFF2-40B4-BE49-F238E27FC236}">
                  <a16:creationId xmlns:a16="http://schemas.microsoft.com/office/drawing/2014/main" id="{C8CD3AC3-C888-198F-2BB7-6EB8E0BCF0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66" y="942"/>
              <a:ext cx="29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66FFFF"/>
                  </a:solidFill>
                </a:rPr>
                <a:t>R</a:t>
              </a:r>
              <a:r>
                <a:rPr lang="en-US" altLang="zh-CN" baseline="-25000">
                  <a:solidFill>
                    <a:srgbClr val="66FFFF"/>
                  </a:solidFill>
                </a:rPr>
                <a:t>2</a:t>
              </a:r>
            </a:p>
          </p:txBody>
        </p:sp>
        <p:sp>
          <p:nvSpPr>
            <p:cNvPr id="20509" name="Text Box 21">
              <a:extLst>
                <a:ext uri="{FF2B5EF4-FFF2-40B4-BE49-F238E27FC236}">
                  <a16:creationId xmlns:a16="http://schemas.microsoft.com/office/drawing/2014/main" id="{95ADF4A9-D24C-C6CE-02C3-A794017EBC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916"/>
              <a:ext cx="29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00"/>
                  </a:solidFill>
                </a:rPr>
                <a:t>R</a:t>
              </a:r>
              <a:r>
                <a:rPr lang="en-US" altLang="zh-CN" baseline="-25000">
                  <a:solidFill>
                    <a:srgbClr val="FFFF00"/>
                  </a:solidFill>
                </a:rPr>
                <a:t>1</a:t>
              </a:r>
            </a:p>
          </p:txBody>
        </p:sp>
      </p:grpSp>
      <p:sp>
        <p:nvSpPr>
          <p:cNvPr id="304150" name="Text Box 22">
            <a:extLst>
              <a:ext uri="{FF2B5EF4-FFF2-40B4-BE49-F238E27FC236}">
                <a16:creationId xmlns:a16="http://schemas.microsoft.com/office/drawing/2014/main" id="{04F32FFD-E4A7-D90D-FFFA-32927D912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2750" y="6211888"/>
            <a:ext cx="4451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ea typeface="楷体_GB2312" pitchFamily="49" charset="-122"/>
              </a:rPr>
              <a:t>如果两球相距较近，结果怎样？</a:t>
            </a:r>
          </a:p>
        </p:txBody>
      </p:sp>
      <p:sp>
        <p:nvSpPr>
          <p:cNvPr id="304151" name="Rectangle 23">
            <a:extLst>
              <a:ext uri="{FF2B5EF4-FFF2-40B4-BE49-F238E27FC236}">
                <a16:creationId xmlns:a16="http://schemas.microsoft.com/office/drawing/2014/main" id="{F8242069-71A5-6579-DDF0-E045DBC28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3" y="142875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FFFF00"/>
                </a:solidFill>
              </a:rPr>
              <a:t>例</a:t>
            </a:r>
          </a:p>
        </p:txBody>
      </p:sp>
      <p:sp>
        <p:nvSpPr>
          <p:cNvPr id="304152" name="Text Box 24">
            <a:extLst>
              <a:ext uri="{FF2B5EF4-FFF2-40B4-BE49-F238E27FC236}">
                <a16:creationId xmlns:a16="http://schemas.microsoft.com/office/drawing/2014/main" id="{DD8D4718-A98A-5082-71A1-2C5C754F96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6194425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FFFF00"/>
                </a:solidFill>
              </a:rPr>
              <a:t>思考</a:t>
            </a:r>
          </a:p>
        </p:txBody>
      </p:sp>
      <p:sp>
        <p:nvSpPr>
          <p:cNvPr id="304153" name="AutoShape 25">
            <a:extLst>
              <a:ext uri="{FF2B5EF4-FFF2-40B4-BE49-F238E27FC236}">
                <a16:creationId xmlns:a16="http://schemas.microsoft.com/office/drawing/2014/main" id="{1F23CF6F-1765-723E-3FD0-BE6AE4BDE239}"/>
              </a:ext>
            </a:extLst>
          </p:cNvPr>
          <p:cNvSpPr>
            <a:spLocks/>
          </p:cNvSpPr>
          <p:nvPr/>
        </p:nvSpPr>
        <p:spPr bwMode="auto">
          <a:xfrm>
            <a:off x="2743200" y="3602038"/>
            <a:ext cx="228600" cy="990600"/>
          </a:xfrm>
          <a:prstGeom prst="rightBrace">
            <a:avLst>
              <a:gd name="adj1" fmla="val 36111"/>
              <a:gd name="adj2" fmla="val 50000"/>
            </a:avLst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04154" name="AutoShape 26">
            <a:extLst>
              <a:ext uri="{FF2B5EF4-FFF2-40B4-BE49-F238E27FC236}">
                <a16:creationId xmlns:a16="http://schemas.microsoft.com/office/drawing/2014/main" id="{DF7BB6A9-BD6C-EAE7-5D78-B181418FE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002088"/>
            <a:ext cx="990600" cy="228600"/>
          </a:xfrm>
          <a:prstGeom prst="rightArrow">
            <a:avLst>
              <a:gd name="adj1" fmla="val 50000"/>
              <a:gd name="adj2" fmla="val 108333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304155" name="Object 27">
            <a:extLst>
              <a:ext uri="{FF2B5EF4-FFF2-40B4-BE49-F238E27FC236}">
                <a16:creationId xmlns:a16="http://schemas.microsoft.com/office/drawing/2014/main" id="{C6B4C12F-3FA0-88B6-7332-8FE8C508F9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3525838"/>
          <a:ext cx="952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914649" imgH="381055" progId="Equation.3">
                  <p:embed/>
                </p:oleObj>
              </mc:Choice>
              <mc:Fallback>
                <p:oleObj name="Equation" r:id="rId18" imgW="914649" imgH="381055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525838"/>
                        <a:ext cx="952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156" name="Object 28">
            <a:extLst>
              <a:ext uri="{FF2B5EF4-FFF2-40B4-BE49-F238E27FC236}">
                <a16:creationId xmlns:a16="http://schemas.microsoft.com/office/drawing/2014/main" id="{B8282D39-C304-99F9-9270-A8ECB56566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5013325"/>
          <a:ext cx="1309688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19007" imgH="358112" progId="Equation.3">
                  <p:embed/>
                </p:oleObj>
              </mc:Choice>
              <mc:Fallback>
                <p:oleObj name="Equation" r:id="rId20" imgW="419007" imgH="358112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013325"/>
                        <a:ext cx="1309688" cy="928688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FF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4157" name="AutoShape 29">
            <a:extLst>
              <a:ext uri="{FF2B5EF4-FFF2-40B4-BE49-F238E27FC236}">
                <a16:creationId xmlns:a16="http://schemas.microsoft.com/office/drawing/2014/main" id="{5FE0D360-9294-2560-8F23-4653471DF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4868863"/>
            <a:ext cx="3708400" cy="863600"/>
          </a:xfrm>
          <a:prstGeom prst="wedgeRectCallout">
            <a:avLst>
              <a:gd name="adj1" fmla="val -61514"/>
              <a:gd name="adj2" fmla="val 44301"/>
            </a:avLst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tx2"/>
                </a:solidFill>
                <a:ea typeface="楷体_GB2312" pitchFamily="49" charset="-122"/>
              </a:rPr>
              <a:t>     </a:t>
            </a:r>
            <a:r>
              <a:rPr lang="zh-CN" altLang="en-US" b="1">
                <a:solidFill>
                  <a:schemeClr val="tx2"/>
                </a:solidFill>
                <a:ea typeface="楷体_GB2312" pitchFamily="49" charset="-122"/>
              </a:rPr>
              <a:t>导体表面的电荷面密度与曲率半径成反比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4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04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4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04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04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04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04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04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04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4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04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04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04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04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304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8" dur="300"/>
                                        <p:tgtEl>
                                          <p:spTgt spid="304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04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04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130" grpId="0" autoUpdateAnimBg="0"/>
      <p:bldP spid="304131" grpId="0" autoUpdateAnimBg="0"/>
      <p:bldP spid="304133" grpId="0" autoUpdateAnimBg="0"/>
      <p:bldP spid="304139" grpId="0" animBg="1"/>
      <p:bldP spid="304150" grpId="0" autoUpdateAnimBg="0"/>
      <p:bldP spid="304151" grpId="0" autoUpdateAnimBg="0"/>
      <p:bldP spid="304152" grpId="0" autoUpdateAnimBg="0"/>
      <p:bldP spid="304153" grpId="0" animBg="1"/>
      <p:bldP spid="304154" grpId="0" animBg="1"/>
      <p:bldP spid="304157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Text Box 2">
            <a:extLst>
              <a:ext uri="{FF2B5EF4-FFF2-40B4-BE49-F238E27FC236}">
                <a16:creationId xmlns:a16="http://schemas.microsoft.com/office/drawing/2014/main" id="{50F6FCC5-E859-87AA-9C54-97A6C09D17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905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例</a:t>
            </a:r>
            <a:r>
              <a:rPr lang="en-US" altLang="zh-CN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 </a:t>
            </a:r>
            <a:endParaRPr lang="en-US" altLang="zh-CN">
              <a:solidFill>
                <a:srgbClr val="FFFF00"/>
              </a:solidFill>
              <a:ea typeface="楷体_GB2312" pitchFamily="49" charset="-122"/>
            </a:endParaRPr>
          </a:p>
        </p:txBody>
      </p:sp>
      <p:sp>
        <p:nvSpPr>
          <p:cNvPr id="374787" name="Rectangle 3">
            <a:extLst>
              <a:ext uri="{FF2B5EF4-FFF2-40B4-BE49-F238E27FC236}">
                <a16:creationId xmlns:a16="http://schemas.microsoft.com/office/drawing/2014/main" id="{6D7F9445-E4EF-645B-A97A-228982466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575" y="190500"/>
            <a:ext cx="8150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ea typeface="楷体_GB2312" pitchFamily="49" charset="-122"/>
                <a:sym typeface="Symbol" panose="05050102010706020507" pitchFamily="18" charset="2"/>
              </a:rPr>
              <a:t>一接地无限大厚导体板的一侧有一半无限长均匀带电直线，</a:t>
            </a:r>
            <a:endParaRPr lang="zh-CN" altLang="en-US" dirty="0">
              <a:solidFill>
                <a:schemeClr val="hlink"/>
              </a:solidFill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374788" name="Rectangle 4">
            <a:extLst>
              <a:ext uri="{FF2B5EF4-FFF2-40B4-BE49-F238E27FC236}">
                <a16:creationId xmlns:a16="http://schemas.microsoft.com/office/drawing/2014/main" id="{1498A8D4-9B10-4CB1-1A0E-B1CE110BF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685800"/>
            <a:ext cx="891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ea typeface="楷体_GB2312" pitchFamily="49" charset="-122"/>
                <a:sym typeface="Symbol" panose="05050102010706020507" pitchFamily="18" charset="2"/>
              </a:rPr>
              <a:t>垂直于导体板放置，带电直线的一端距板为</a:t>
            </a:r>
            <a:r>
              <a:rPr lang="en-US" altLang="zh-CN" i="1" dirty="0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d</a:t>
            </a:r>
            <a:r>
              <a:rPr lang="zh-CN" altLang="en-US" dirty="0">
                <a:ea typeface="楷体_GB2312" pitchFamily="49" charset="-122"/>
                <a:sym typeface="Symbol" panose="05050102010706020507" pitchFamily="18" charset="2"/>
              </a:rPr>
              <a:t>，已知带电直线</a:t>
            </a:r>
            <a:endParaRPr lang="zh-CN" altLang="en-US" dirty="0">
              <a:solidFill>
                <a:schemeClr val="hlink"/>
              </a:solidFill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374789" name="Rectangle 5">
            <a:extLst>
              <a:ext uri="{FF2B5EF4-FFF2-40B4-BE49-F238E27FC236}">
                <a16:creationId xmlns:a16="http://schemas.microsoft.com/office/drawing/2014/main" id="{D95F52B2-A9AA-4D64-3404-D1F67F9C4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143000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ea typeface="楷体_GB2312" pitchFamily="49" charset="-122"/>
                <a:sym typeface="Symbol" panose="05050102010706020507" pitchFamily="18" charset="2"/>
              </a:rPr>
              <a:t>上电荷线密度为</a:t>
            </a:r>
          </a:p>
        </p:txBody>
      </p:sp>
      <p:graphicFrame>
        <p:nvGraphicFramePr>
          <p:cNvPr id="374790" name="Object 2">
            <a:extLst>
              <a:ext uri="{FF2B5EF4-FFF2-40B4-BE49-F238E27FC236}">
                <a16:creationId xmlns:a16="http://schemas.microsoft.com/office/drawing/2014/main" id="{A2BD5845-08EB-8AC8-045A-9D06ACBC55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7138" y="1143000"/>
          <a:ext cx="322262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99029" imgH="137160" progId="Equation.3">
                  <p:embed/>
                </p:oleObj>
              </mc:Choice>
              <mc:Fallback>
                <p:oleObj name="公式" r:id="rId3" imgW="99029" imgH="13716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7138" y="1143000"/>
                        <a:ext cx="322262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4791" name="Rectangle 7">
            <a:extLst>
              <a:ext uri="{FF2B5EF4-FFF2-40B4-BE49-F238E27FC236}">
                <a16:creationId xmlns:a16="http://schemas.microsoft.com/office/drawing/2014/main" id="{33709959-F711-6482-11B3-491BF839E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8588" y="1143000"/>
            <a:ext cx="4722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ea typeface="楷体_GB2312" pitchFamily="49" charset="-122"/>
                <a:sym typeface="Symbol" panose="05050102010706020507" pitchFamily="18" charset="2"/>
              </a:rPr>
              <a:t>，求板面上垂足</a:t>
            </a:r>
          </a:p>
        </p:txBody>
      </p:sp>
      <p:graphicFrame>
        <p:nvGraphicFramePr>
          <p:cNvPr id="374792" name="Object 3">
            <a:extLst>
              <a:ext uri="{FF2B5EF4-FFF2-40B4-BE49-F238E27FC236}">
                <a16:creationId xmlns:a16="http://schemas.microsoft.com/office/drawing/2014/main" id="{32C5FC59-3FA8-DF7C-6F62-93CB371804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4588" y="1143000"/>
          <a:ext cx="350837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14456" imgH="137160" progId="Equation.3">
                  <p:embed/>
                </p:oleObj>
              </mc:Choice>
              <mc:Fallback>
                <p:oleObj name="公式" r:id="rId5" imgW="114456" imgH="13716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4588" y="1143000"/>
                        <a:ext cx="350837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4793" name="Rectangle 9">
            <a:extLst>
              <a:ext uri="{FF2B5EF4-FFF2-40B4-BE49-F238E27FC236}">
                <a16:creationId xmlns:a16="http://schemas.microsoft.com/office/drawing/2014/main" id="{7F05BB5A-7A24-479B-B58A-B80D7D111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1676400"/>
            <a:ext cx="457200" cy="2667000"/>
          </a:xfrm>
          <a:prstGeom prst="rect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76471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 eaLnBrk="1" hangingPunct="1">
              <a:defRPr/>
            </a:pPr>
            <a:endParaRPr lang="zh-CN" altLang="en-US"/>
          </a:p>
        </p:txBody>
      </p:sp>
      <p:grpSp>
        <p:nvGrpSpPr>
          <p:cNvPr id="2" name="Group 10">
            <a:extLst>
              <a:ext uri="{FF2B5EF4-FFF2-40B4-BE49-F238E27FC236}">
                <a16:creationId xmlns:a16="http://schemas.microsoft.com/office/drawing/2014/main" id="{92C33746-0D50-C82A-C280-B25341E37570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419600" y="3733800"/>
            <a:ext cx="609600" cy="381000"/>
            <a:chOff x="3024" y="3696"/>
            <a:chExt cx="432" cy="240"/>
          </a:xfrm>
        </p:grpSpPr>
        <p:sp>
          <p:nvSpPr>
            <p:cNvPr id="21547" name="Line 11">
              <a:extLst>
                <a:ext uri="{FF2B5EF4-FFF2-40B4-BE49-F238E27FC236}">
                  <a16:creationId xmlns:a16="http://schemas.microsoft.com/office/drawing/2014/main" id="{AB66C032-47B8-7E19-0CA2-3FDF5C04C5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3696"/>
              <a:ext cx="336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48" name="Line 12">
              <a:extLst>
                <a:ext uri="{FF2B5EF4-FFF2-40B4-BE49-F238E27FC236}">
                  <a16:creationId xmlns:a16="http://schemas.microsoft.com/office/drawing/2014/main" id="{F2C406BC-65C7-2F5C-660E-5D5A5ECE2B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696"/>
              <a:ext cx="0" cy="144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49" name="Line 13">
              <a:extLst>
                <a:ext uri="{FF2B5EF4-FFF2-40B4-BE49-F238E27FC236}">
                  <a16:creationId xmlns:a16="http://schemas.microsoft.com/office/drawing/2014/main" id="{02812C1C-9E31-8C94-328F-F8BB5D6353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3840"/>
              <a:ext cx="240" cy="0"/>
            </a:xfrm>
            <a:prstGeom prst="line">
              <a:avLst/>
            </a:prstGeom>
            <a:noFill/>
            <a:ln w="317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1550" name="Line 14">
              <a:extLst>
                <a:ext uri="{FF2B5EF4-FFF2-40B4-BE49-F238E27FC236}">
                  <a16:creationId xmlns:a16="http://schemas.microsoft.com/office/drawing/2014/main" id="{BA624BDE-E911-7F5A-507A-1842A92A4F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3936"/>
              <a:ext cx="144" cy="0"/>
            </a:xfrm>
            <a:prstGeom prst="line">
              <a:avLst/>
            </a:prstGeom>
            <a:noFill/>
            <a:ln w="317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74799" name="Rectangle 15">
            <a:extLst>
              <a:ext uri="{FF2B5EF4-FFF2-40B4-BE49-F238E27FC236}">
                <a16:creationId xmlns:a16="http://schemas.microsoft.com/office/drawing/2014/main" id="{23F70CC9-453D-48E0-E8DE-B487AC210E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2971800"/>
            <a:ext cx="1981200" cy="152400"/>
          </a:xfrm>
          <a:prstGeom prst="rect">
            <a:avLst/>
          </a:prstGeom>
          <a:gradFill rotWithShape="0">
            <a:gsLst>
              <a:gs pos="0">
                <a:srgbClr val="FFFF00"/>
              </a:gs>
              <a:gs pos="100000">
                <a:srgbClr val="767600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74800" name="Line 16">
            <a:extLst>
              <a:ext uri="{FF2B5EF4-FFF2-40B4-BE49-F238E27FC236}">
                <a16:creationId xmlns:a16="http://schemas.microsoft.com/office/drawing/2014/main" id="{13094440-949F-E615-4AAA-0C2323134D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48400" y="2438400"/>
            <a:ext cx="0" cy="6858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74801" name="Line 17">
            <a:extLst>
              <a:ext uri="{FF2B5EF4-FFF2-40B4-BE49-F238E27FC236}">
                <a16:creationId xmlns:a16="http://schemas.microsoft.com/office/drawing/2014/main" id="{7D983A22-9475-A221-AED7-89EFEE3503C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2590800"/>
            <a:ext cx="762000" cy="0"/>
          </a:xfrm>
          <a:prstGeom prst="line">
            <a:avLst/>
          </a:prstGeom>
          <a:noFill/>
          <a:ln w="22225">
            <a:solidFill>
              <a:schemeClr val="bg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74802" name="Rectangle 18">
            <a:extLst>
              <a:ext uri="{FF2B5EF4-FFF2-40B4-BE49-F238E27FC236}">
                <a16:creationId xmlns:a16="http://schemas.microsoft.com/office/drawing/2014/main" id="{BBD839CE-86BA-4692-F41F-93584F16E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2057400"/>
            <a:ext cx="485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d</a:t>
            </a:r>
          </a:p>
        </p:txBody>
      </p:sp>
      <p:graphicFrame>
        <p:nvGraphicFramePr>
          <p:cNvPr id="374803" name="Object 4">
            <a:extLst>
              <a:ext uri="{FF2B5EF4-FFF2-40B4-BE49-F238E27FC236}">
                <a16:creationId xmlns:a16="http://schemas.microsoft.com/office/drawing/2014/main" id="{0503557B-68D6-D48B-269E-1086A263F1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97513" y="3048000"/>
          <a:ext cx="29368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14456" imgH="137160" progId="Equation.3">
                  <p:embed/>
                </p:oleObj>
              </mc:Choice>
              <mc:Fallback>
                <p:oleObj name="公式" r:id="rId5" imgW="114456" imgH="1371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7513" y="3048000"/>
                        <a:ext cx="293687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4804" name="Line 20">
            <a:extLst>
              <a:ext uri="{FF2B5EF4-FFF2-40B4-BE49-F238E27FC236}">
                <a16:creationId xmlns:a16="http://schemas.microsoft.com/office/drawing/2014/main" id="{1AEB9C02-FE7F-F98A-CB2D-7304091FF7E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3048000"/>
            <a:ext cx="762000" cy="0"/>
          </a:xfrm>
          <a:prstGeom prst="line">
            <a:avLst/>
          </a:prstGeom>
          <a:noFill/>
          <a:ln w="2222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graphicFrame>
        <p:nvGraphicFramePr>
          <p:cNvPr id="374805" name="Object 5">
            <a:extLst>
              <a:ext uri="{FF2B5EF4-FFF2-40B4-BE49-F238E27FC236}">
                <a16:creationId xmlns:a16="http://schemas.microsoft.com/office/drawing/2014/main" id="{E51BE0F2-1FAA-3941-5F72-D8A0871468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43800" y="2514600"/>
          <a:ext cx="322263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99029" imgH="137160" progId="Equation.3">
                  <p:embed/>
                </p:oleObj>
              </mc:Choice>
              <mc:Fallback>
                <p:oleObj name="公式" r:id="rId3" imgW="99029" imgH="13716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2514600"/>
                        <a:ext cx="322263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4806" name="Text Box 22">
            <a:extLst>
              <a:ext uri="{FF2B5EF4-FFF2-40B4-BE49-F238E27FC236}">
                <a16:creationId xmlns:a16="http://schemas.microsoft.com/office/drawing/2014/main" id="{4DC51091-1C9A-1A04-CE62-3D80C316C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600200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解： </a:t>
            </a:r>
          </a:p>
        </p:txBody>
      </p:sp>
      <p:sp>
        <p:nvSpPr>
          <p:cNvPr id="374807" name="Line 23">
            <a:extLst>
              <a:ext uri="{FF2B5EF4-FFF2-40B4-BE49-F238E27FC236}">
                <a16:creationId xmlns:a16="http://schemas.microsoft.com/office/drawing/2014/main" id="{16AADC4D-5741-30CF-FCB8-CC58B4236CE4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9600" y="3048000"/>
            <a:ext cx="609600" cy="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374808" name="Object 6">
            <a:extLst>
              <a:ext uri="{FF2B5EF4-FFF2-40B4-BE49-F238E27FC236}">
                <a16:creationId xmlns:a16="http://schemas.microsoft.com/office/drawing/2014/main" id="{8323DD1F-71F3-5550-C1BF-9CC110803F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58200" y="2590800"/>
          <a:ext cx="29210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91564" imgH="99254" progId="Equation.3">
                  <p:embed/>
                </p:oleObj>
              </mc:Choice>
              <mc:Fallback>
                <p:oleObj name="公式" r:id="rId9" imgW="91564" imgH="9925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8200" y="2590800"/>
                        <a:ext cx="292100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4809" name="Object 7">
            <a:extLst>
              <a:ext uri="{FF2B5EF4-FFF2-40B4-BE49-F238E27FC236}">
                <a16:creationId xmlns:a16="http://schemas.microsoft.com/office/drawing/2014/main" id="{0E6D94EE-657F-B27B-EE49-B10486398A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1676400"/>
          <a:ext cx="350838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14456" imgH="137160" progId="Equation.3">
                  <p:embed/>
                </p:oleObj>
              </mc:Choice>
              <mc:Fallback>
                <p:oleObj name="公式" r:id="rId11" imgW="114456" imgH="13716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676400"/>
                        <a:ext cx="350838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4810" name="Rectangle 26">
            <a:extLst>
              <a:ext uri="{FF2B5EF4-FFF2-40B4-BE49-F238E27FC236}">
                <a16:creationId xmlns:a16="http://schemas.microsoft.com/office/drawing/2014/main" id="{0311D466-169A-370E-74A0-05D9501DD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1600200"/>
            <a:ext cx="320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hlink"/>
                </a:solidFill>
                <a:ea typeface="楷体_GB2312" pitchFamily="49" charset="-122"/>
                <a:sym typeface="Symbol" panose="05050102010706020507" pitchFamily="18" charset="2"/>
              </a:rPr>
              <a:t>点处的面密度</a:t>
            </a:r>
          </a:p>
        </p:txBody>
      </p:sp>
      <p:graphicFrame>
        <p:nvGraphicFramePr>
          <p:cNvPr id="374811" name="Object 8">
            <a:extLst>
              <a:ext uri="{FF2B5EF4-FFF2-40B4-BE49-F238E27FC236}">
                <a16:creationId xmlns:a16="http://schemas.microsoft.com/office/drawing/2014/main" id="{207AA2C4-44A8-A5AB-E7B9-1A1D74FA9A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1600200"/>
          <a:ext cx="49847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75167" imgH="190528" progId="Equation.3">
                  <p:embed/>
                </p:oleObj>
              </mc:Choice>
              <mc:Fallback>
                <p:oleObj name="公式" r:id="rId13" imgW="175167" imgH="190528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600200"/>
                        <a:ext cx="49847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4812" name="Oval 28">
            <a:extLst>
              <a:ext uri="{FF2B5EF4-FFF2-40B4-BE49-F238E27FC236}">
                <a16:creationId xmlns:a16="http://schemas.microsoft.com/office/drawing/2014/main" id="{833418F0-D45C-D9B7-D8F2-E5E9914B0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29718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374813" name="Object 9">
            <a:extLst>
              <a:ext uri="{FF2B5EF4-FFF2-40B4-BE49-F238E27FC236}">
                <a16:creationId xmlns:a16="http://schemas.microsoft.com/office/drawing/2014/main" id="{D3649005-C26B-FCDB-E140-31ACB9D446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0" y="3124200"/>
          <a:ext cx="5143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52276" imgH="137160" progId="Equation.3">
                  <p:embed/>
                </p:oleObj>
              </mc:Choice>
              <mc:Fallback>
                <p:oleObj name="公式" r:id="rId15" imgW="152276" imgH="13716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3124200"/>
                        <a:ext cx="51435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4814" name="Object 10">
            <a:extLst>
              <a:ext uri="{FF2B5EF4-FFF2-40B4-BE49-F238E27FC236}">
                <a16:creationId xmlns:a16="http://schemas.microsoft.com/office/drawing/2014/main" id="{895F575B-48A0-C532-FEC2-DD738D5EA5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0188" y="2133600"/>
          <a:ext cx="6096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52276" imgH="137160" progId="Equation.3">
                  <p:embed/>
                </p:oleObj>
              </mc:Choice>
              <mc:Fallback>
                <p:oleObj name="公式" r:id="rId15" imgW="152276" imgH="13716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188" y="2133600"/>
                        <a:ext cx="6096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4815" name="Rectangle 31">
            <a:extLst>
              <a:ext uri="{FF2B5EF4-FFF2-40B4-BE49-F238E27FC236}">
                <a16:creationId xmlns:a16="http://schemas.microsoft.com/office/drawing/2014/main" id="{D8BA7CE9-1E19-AE3D-649D-7C8771CAD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057400"/>
            <a:ext cx="411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ea typeface="楷体_GB2312" pitchFamily="49" charset="-122"/>
                <a:sym typeface="Symbol" panose="05050102010706020507" pitchFamily="18" charset="2"/>
              </a:rPr>
              <a:t>点处的电场强度</a:t>
            </a:r>
          </a:p>
        </p:txBody>
      </p:sp>
      <p:graphicFrame>
        <p:nvGraphicFramePr>
          <p:cNvPr id="374816" name="Object 11">
            <a:extLst>
              <a:ext uri="{FF2B5EF4-FFF2-40B4-BE49-F238E27FC236}">
                <a16:creationId xmlns:a16="http://schemas.microsoft.com/office/drawing/2014/main" id="{26CE9C9A-9473-CB4F-4B11-4C5D8B9EC5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6438" y="2544763"/>
          <a:ext cx="1485900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57324" imgH="190528" progId="Equation.3">
                  <p:embed/>
                </p:oleObj>
              </mc:Choice>
              <mc:Fallback>
                <p:oleObj name="Equation" r:id="rId18" imgW="457324" imgH="190528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438" y="2544763"/>
                        <a:ext cx="1485900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4817" name="Object 12">
            <a:extLst>
              <a:ext uri="{FF2B5EF4-FFF2-40B4-BE49-F238E27FC236}">
                <a16:creationId xmlns:a16="http://schemas.microsoft.com/office/drawing/2014/main" id="{9577F68D-CAD7-98F8-E988-2D0AB49966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8788" y="3581400"/>
          <a:ext cx="27432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876331" imgH="190528" progId="Equation.3">
                  <p:embed/>
                </p:oleObj>
              </mc:Choice>
              <mc:Fallback>
                <p:oleObj name="公式" r:id="rId20" imgW="876331" imgH="190528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788" y="3581400"/>
                        <a:ext cx="27432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4818" name="Rectangle 34">
            <a:extLst>
              <a:ext uri="{FF2B5EF4-FFF2-40B4-BE49-F238E27FC236}">
                <a16:creationId xmlns:a16="http://schemas.microsoft.com/office/drawing/2014/main" id="{BCCDC979-1005-A1B8-7D54-498B68863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88" y="3124200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i="1">
                <a:solidFill>
                  <a:schemeClr val="hlink"/>
                </a:solidFill>
                <a:ea typeface="楷体_GB2312" pitchFamily="49" charset="-122"/>
                <a:sym typeface="Symbol" panose="05050102010706020507" pitchFamily="18" charset="2"/>
              </a:rPr>
              <a:t>由电场叠加原理可知</a:t>
            </a:r>
          </a:p>
        </p:txBody>
      </p:sp>
      <p:graphicFrame>
        <p:nvGraphicFramePr>
          <p:cNvPr id="374819" name="Object 13">
            <a:extLst>
              <a:ext uri="{FF2B5EF4-FFF2-40B4-BE49-F238E27FC236}">
                <a16:creationId xmlns:a16="http://schemas.microsoft.com/office/drawing/2014/main" id="{83D9A165-6586-EF2F-9709-934BBE2263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0188" y="4191000"/>
          <a:ext cx="25146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876331" imgH="396018" progId="Equation.3">
                  <p:embed/>
                </p:oleObj>
              </mc:Choice>
              <mc:Fallback>
                <p:oleObj name="公式" r:id="rId22" imgW="876331" imgH="396018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188" y="4191000"/>
                        <a:ext cx="25146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4820" name="Object 14">
            <a:extLst>
              <a:ext uri="{FF2B5EF4-FFF2-40B4-BE49-F238E27FC236}">
                <a16:creationId xmlns:a16="http://schemas.microsoft.com/office/drawing/2014/main" id="{46648EBF-8298-CA65-741D-4EC988F71C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8588" y="4191000"/>
          <a:ext cx="13716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457324" imgH="403999" progId="Equation.3">
                  <p:embed/>
                </p:oleObj>
              </mc:Choice>
              <mc:Fallback>
                <p:oleObj name="公式" r:id="rId24" imgW="457324" imgH="403999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8588" y="4191000"/>
                        <a:ext cx="13716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4821" name="Rectangle 37">
            <a:extLst>
              <a:ext uri="{FF2B5EF4-FFF2-40B4-BE49-F238E27FC236}">
                <a16:creationId xmlns:a16="http://schemas.microsoft.com/office/drawing/2014/main" id="{AB98BD0F-D0AC-DD27-2AE2-2EEE4B6C2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971800"/>
            <a:ext cx="304800" cy="152400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374822" name="Object 15">
            <a:extLst>
              <a:ext uri="{FF2B5EF4-FFF2-40B4-BE49-F238E27FC236}">
                <a16:creationId xmlns:a16="http://schemas.microsoft.com/office/drawing/2014/main" id="{128C0D84-B7AE-AC4A-AFED-5053A61266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53200" y="2514600"/>
          <a:ext cx="7620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243840" imgH="137160" progId="Equation.3">
                  <p:embed/>
                </p:oleObj>
              </mc:Choice>
              <mc:Fallback>
                <p:oleObj name="公式" r:id="rId26" imgW="243840" imgH="13716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2514600"/>
                        <a:ext cx="7620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4823" name="Object 16">
            <a:extLst>
              <a:ext uri="{FF2B5EF4-FFF2-40B4-BE49-F238E27FC236}">
                <a16:creationId xmlns:a16="http://schemas.microsoft.com/office/drawing/2014/main" id="{FCD592B6-DF00-310C-497E-01D13EAA5D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40188" y="4495800"/>
          <a:ext cx="723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205522" imgH="137160" progId="Equation.3">
                  <p:embed/>
                </p:oleObj>
              </mc:Choice>
              <mc:Fallback>
                <p:oleObj name="公式" r:id="rId28" imgW="205522" imgH="13716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0188" y="4495800"/>
                        <a:ext cx="7239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4824" name="AutoShape 40">
            <a:extLst>
              <a:ext uri="{FF2B5EF4-FFF2-40B4-BE49-F238E27FC236}">
                <a16:creationId xmlns:a16="http://schemas.microsoft.com/office/drawing/2014/main" id="{88F19DB7-98E9-EE96-702D-F646ABEAA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445125"/>
            <a:ext cx="914400" cy="381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74825" name="AutoShape 41">
            <a:extLst>
              <a:ext uri="{FF2B5EF4-FFF2-40B4-BE49-F238E27FC236}">
                <a16:creationId xmlns:a16="http://schemas.microsoft.com/office/drawing/2014/main" id="{6966A7B0-F065-E96A-80A9-2F710EEC7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3429000"/>
            <a:ext cx="1447800" cy="533400"/>
          </a:xfrm>
          <a:prstGeom prst="wedgeRectCallout">
            <a:avLst>
              <a:gd name="adj1" fmla="val -74560"/>
              <a:gd name="adj2" fmla="val -109227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tx2"/>
                </a:solidFill>
                <a:ea typeface="楷体_GB2312" pitchFamily="49" charset="-122"/>
              </a:rPr>
              <a:t>取电荷元</a:t>
            </a:r>
          </a:p>
        </p:txBody>
      </p:sp>
      <p:graphicFrame>
        <p:nvGraphicFramePr>
          <p:cNvPr id="374826" name="Object 17">
            <a:extLst>
              <a:ext uri="{FF2B5EF4-FFF2-40B4-BE49-F238E27FC236}">
                <a16:creationId xmlns:a16="http://schemas.microsoft.com/office/drawing/2014/main" id="{56C13018-23E4-BDA4-DA4E-1F3BA6DA73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5516563"/>
          <a:ext cx="19812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738984" imgH="358112" progId="Equation.3">
                  <p:embed/>
                </p:oleObj>
              </mc:Choice>
              <mc:Fallback>
                <p:oleObj name="公式" r:id="rId30" imgW="738984" imgH="358112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5516563"/>
                        <a:ext cx="19812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43">
            <a:extLst>
              <a:ext uri="{FF2B5EF4-FFF2-40B4-BE49-F238E27FC236}">
                <a16:creationId xmlns:a16="http://schemas.microsoft.com/office/drawing/2014/main" id="{6CB8C90B-3F82-7DE7-21E3-19B34D9A5380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2209800"/>
            <a:ext cx="1676400" cy="533400"/>
            <a:chOff x="1968" y="1392"/>
            <a:chExt cx="1056" cy="336"/>
          </a:xfrm>
        </p:grpSpPr>
        <p:sp>
          <p:nvSpPr>
            <p:cNvPr id="21545" name="AutoShape 44">
              <a:extLst>
                <a:ext uri="{FF2B5EF4-FFF2-40B4-BE49-F238E27FC236}">
                  <a16:creationId xmlns:a16="http://schemas.microsoft.com/office/drawing/2014/main" id="{1513EC84-5AF5-C4AD-CB2D-5FA99C562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1392"/>
              <a:ext cx="1056" cy="336"/>
            </a:xfrm>
            <a:prstGeom prst="wedgeRoundRectCallout">
              <a:avLst>
                <a:gd name="adj1" fmla="val 66574"/>
                <a:gd name="adj2" fmla="val 95236"/>
                <a:gd name="adj3" fmla="val 16667"/>
              </a:avLst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>
                  <a:solidFill>
                    <a:schemeClr val="tx2"/>
                  </a:solidFill>
                  <a:ea typeface="楷体_GB2312" pitchFamily="49" charset="-122"/>
                </a:rPr>
                <a:t>靠近     点</a:t>
              </a:r>
            </a:p>
          </p:txBody>
        </p:sp>
        <p:graphicFrame>
          <p:nvGraphicFramePr>
            <p:cNvPr id="21546" name="Object 18">
              <a:extLst>
                <a:ext uri="{FF2B5EF4-FFF2-40B4-BE49-F238E27FC236}">
                  <a16:creationId xmlns:a16="http://schemas.microsoft.com/office/drawing/2014/main" id="{63A2C23C-0090-1EEA-A463-058490E59A4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75" y="1392"/>
            <a:ext cx="194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114456" imgH="137160" progId="Equation.3">
                    <p:embed/>
                  </p:oleObj>
                </mc:Choice>
                <mc:Fallback>
                  <p:oleObj name="公式" r:id="rId11" imgW="114456" imgH="13716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5" y="1392"/>
                          <a:ext cx="194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4836" name="Rectangle 52">
            <a:extLst>
              <a:ext uri="{FF2B5EF4-FFF2-40B4-BE49-F238E27FC236}">
                <a16:creationId xmlns:a16="http://schemas.microsoft.com/office/drawing/2014/main" id="{8CB6C11B-9F4D-68E7-673F-37806B46B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1143000"/>
            <a:ext cx="426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ea typeface="楷体_GB2312" pitchFamily="49" charset="-122"/>
                <a:sym typeface="Symbol" panose="05050102010706020507" pitchFamily="18" charset="2"/>
              </a:rPr>
              <a:t>点处的感应电荷面密度？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47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4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47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4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74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747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74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748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374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74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74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374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4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74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48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37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748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74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374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374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748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374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4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374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374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748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374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37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374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37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1" dur="500"/>
                                        <p:tgtEl>
                                          <p:spTgt spid="37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6" dur="500"/>
                                        <p:tgtEl>
                                          <p:spTgt spid="37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37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6" dur="500"/>
                                        <p:tgtEl>
                                          <p:spTgt spid="37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1" dur="500"/>
                                        <p:tgtEl>
                                          <p:spTgt spid="37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 nodeType="clickPar">
                      <p:stCondLst>
                        <p:cond delay="indefinite"/>
                      </p:stCondLst>
                      <p:childTnLst>
                        <p:par>
                          <p:cTn id="1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37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1" dur="500"/>
                                        <p:tgtEl>
                                          <p:spTgt spid="374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4786" grpId="0" build="p" autoUpdateAnimBg="0"/>
      <p:bldP spid="374787" grpId="0" build="p" autoUpdateAnimBg="0"/>
      <p:bldP spid="374788" grpId="0" build="p" autoUpdateAnimBg="0"/>
      <p:bldP spid="374789" grpId="0" build="p" autoUpdateAnimBg="0"/>
      <p:bldP spid="374791" grpId="0" build="p" autoUpdateAnimBg="0"/>
      <p:bldP spid="374793" grpId="0" animBg="1"/>
      <p:bldP spid="374799" grpId="0" animBg="1"/>
      <p:bldP spid="374802" grpId="0" build="p" autoUpdateAnimBg="0"/>
      <p:bldP spid="374806" grpId="0" build="p" autoUpdateAnimBg="0"/>
      <p:bldP spid="374810" grpId="0" build="p" autoUpdateAnimBg="0"/>
      <p:bldP spid="374812" grpId="0" animBg="1"/>
      <p:bldP spid="374815" grpId="0" build="p" autoUpdateAnimBg="0" advAuto="0"/>
      <p:bldP spid="374818" grpId="0" build="p" autoUpdateAnimBg="0"/>
      <p:bldP spid="374821" grpId="0" animBg="1"/>
      <p:bldP spid="374824" grpId="0" animBg="1"/>
      <p:bldP spid="374825" grpId="0" animBg="1" autoUpdateAnimBg="0"/>
      <p:bldP spid="374836" grpId="0" build="p" autoUpdateAnimBg="0"/>
    </p:bldLst>
  </p:timing>
</p:sld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4930</TotalTime>
  <Words>993</Words>
  <Application>Microsoft Office PowerPoint</Application>
  <PresentationFormat>全屏显示(4:3)</PresentationFormat>
  <Paragraphs>190</Paragraphs>
  <Slides>17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等线</vt:lpstr>
      <vt:lpstr>仿宋_GB2312</vt:lpstr>
      <vt:lpstr>黑体</vt:lpstr>
      <vt:lpstr>楷体_GB2312</vt:lpstr>
      <vt:lpstr>宋体</vt:lpstr>
      <vt:lpstr>Symbol</vt:lpstr>
      <vt:lpstr>Times New Roman</vt:lpstr>
      <vt:lpstr>1_默认设计模板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xjtu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zhaoshumin</dc:creator>
  <cp:lastModifiedBy>davidly .</cp:lastModifiedBy>
  <cp:revision>151</cp:revision>
  <dcterms:created xsi:type="dcterms:W3CDTF">2004-03-24T15:33:38Z</dcterms:created>
  <dcterms:modified xsi:type="dcterms:W3CDTF">2025-05-05T10:21:22Z</dcterms:modified>
</cp:coreProperties>
</file>