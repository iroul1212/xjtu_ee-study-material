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1"/>
  </p:notesMasterIdLst>
  <p:sldIdLst>
    <p:sldId id="681" r:id="rId2"/>
    <p:sldId id="640" r:id="rId3"/>
    <p:sldId id="670" r:id="rId4"/>
    <p:sldId id="671" r:id="rId5"/>
    <p:sldId id="672" r:id="rId6"/>
    <p:sldId id="739" r:id="rId7"/>
    <p:sldId id="682" r:id="rId8"/>
    <p:sldId id="673" r:id="rId9"/>
    <p:sldId id="674" r:id="rId10"/>
    <p:sldId id="675" r:id="rId11"/>
    <p:sldId id="676" r:id="rId12"/>
    <p:sldId id="738" r:id="rId13"/>
    <p:sldId id="678" r:id="rId14"/>
    <p:sldId id="473" r:id="rId15"/>
    <p:sldId id="475" r:id="rId16"/>
    <p:sldId id="680" r:id="rId17"/>
    <p:sldId id="644" r:id="rId18"/>
    <p:sldId id="726" r:id="rId19"/>
    <p:sldId id="727" r:id="rId20"/>
    <p:sldId id="728" r:id="rId21"/>
    <p:sldId id="729" r:id="rId22"/>
    <p:sldId id="690" r:id="rId23"/>
    <p:sldId id="691" r:id="rId24"/>
    <p:sldId id="730" r:id="rId25"/>
    <p:sldId id="731" r:id="rId26"/>
    <p:sldId id="697" r:id="rId27"/>
    <p:sldId id="718" r:id="rId28"/>
    <p:sldId id="719" r:id="rId29"/>
    <p:sldId id="700" r:id="rId30"/>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1pPr>
    <a:lvl2pPr marL="4572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2pPr>
    <a:lvl3pPr marL="9144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3pPr>
    <a:lvl4pPr marL="13716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4pPr>
    <a:lvl5pPr marL="18288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5pPr>
    <a:lvl6pPr marL="2286000" algn="l" defTabSz="914400" rtl="0" eaLnBrk="1" latinLnBrk="0" hangingPunct="1">
      <a:defRPr sz="2400" b="1" kern="1200">
        <a:solidFill>
          <a:schemeClr val="bg1"/>
        </a:solidFill>
        <a:latin typeface="仿宋_GB2312" pitchFamily="49" charset="-122"/>
        <a:ea typeface="仿宋_GB2312" pitchFamily="49" charset="-122"/>
        <a:cs typeface="+mn-cs"/>
      </a:defRPr>
    </a:lvl6pPr>
    <a:lvl7pPr marL="2743200" algn="l" defTabSz="914400" rtl="0" eaLnBrk="1" latinLnBrk="0" hangingPunct="1">
      <a:defRPr sz="2400" b="1" kern="1200">
        <a:solidFill>
          <a:schemeClr val="bg1"/>
        </a:solidFill>
        <a:latin typeface="仿宋_GB2312" pitchFamily="49" charset="-122"/>
        <a:ea typeface="仿宋_GB2312" pitchFamily="49" charset="-122"/>
        <a:cs typeface="+mn-cs"/>
      </a:defRPr>
    </a:lvl7pPr>
    <a:lvl8pPr marL="3200400" algn="l" defTabSz="914400" rtl="0" eaLnBrk="1" latinLnBrk="0" hangingPunct="1">
      <a:defRPr sz="2400" b="1" kern="1200">
        <a:solidFill>
          <a:schemeClr val="bg1"/>
        </a:solidFill>
        <a:latin typeface="仿宋_GB2312" pitchFamily="49" charset="-122"/>
        <a:ea typeface="仿宋_GB2312" pitchFamily="49" charset="-122"/>
        <a:cs typeface="+mn-cs"/>
      </a:defRPr>
    </a:lvl8pPr>
    <a:lvl9pPr marL="3657600" algn="l" defTabSz="914400" rtl="0" eaLnBrk="1" latinLnBrk="0" hangingPunct="1">
      <a:defRPr sz="2400" b="1" kern="1200">
        <a:solidFill>
          <a:schemeClr val="bg1"/>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33CCCC"/>
    <a:srgbClr val="6666FF"/>
    <a:srgbClr val="FF66CC"/>
    <a:srgbClr val="FFCC00"/>
    <a:srgbClr val="FF9900"/>
    <a:srgbClr val="FFFF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37" autoAdjust="0"/>
  </p:normalViewPr>
  <p:slideViewPr>
    <p:cSldViewPr snapToGrid="0" showGuides="1">
      <p:cViewPr varScale="1">
        <p:scale>
          <a:sx n="83" d="100"/>
          <a:sy n="83" d="100"/>
        </p:scale>
        <p:origin x="140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DC2FDF8-C3A5-8B39-A5C0-44743AF9C8C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1" name="Rectangle 3">
            <a:extLst>
              <a:ext uri="{FF2B5EF4-FFF2-40B4-BE49-F238E27FC236}">
                <a16:creationId xmlns:a16="http://schemas.microsoft.com/office/drawing/2014/main" id="{96150EDF-E3B6-CE96-D5D5-73A3DDF9908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310E9007-2146-A821-A1D9-8A7BBB36A3E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B8618F2A-7573-C410-D88C-6ED7E5540B4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2345F258-24E1-A938-2A2E-FC5BC32C206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5" name="Rectangle 7">
            <a:extLst>
              <a:ext uri="{FF2B5EF4-FFF2-40B4-BE49-F238E27FC236}">
                <a16:creationId xmlns:a16="http://schemas.microsoft.com/office/drawing/2014/main" id="{17373FC0-26C3-95F8-CAED-B3148831A39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buClrTx/>
              <a:buFontTx/>
              <a:buNone/>
              <a:defRPr sz="1200" b="0">
                <a:solidFill>
                  <a:schemeClr val="tx1"/>
                </a:solidFill>
                <a:latin typeface="Arial" panose="020B0604020202020204" pitchFamily="34" charset="0"/>
                <a:ea typeface="宋体" panose="02010600030101010101" pitchFamily="2" charset="-122"/>
              </a:defRPr>
            </a:lvl1pPr>
          </a:lstStyle>
          <a:p>
            <a:pPr>
              <a:defRPr/>
            </a:pPr>
            <a:fld id="{8F1F28EC-7FCC-4714-AEAF-2924C431B73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C85DDE25-DEA0-516F-B805-4AE9024B2D25}"/>
              </a:ext>
            </a:extLst>
          </p:cNvPr>
          <p:cNvSpPr>
            <a:spLocks noGrp="1" noRot="1" noChangeAspect="1" noChangeArrowheads="1" noTextEdit="1"/>
          </p:cNvSpPr>
          <p:nvPr>
            <p:ph type="sldImg"/>
          </p:nvPr>
        </p:nvSpPr>
        <p:spPr>
          <a:ln/>
        </p:spPr>
      </p:sp>
      <p:sp>
        <p:nvSpPr>
          <p:cNvPr id="5123" name="备注占位符 2">
            <a:extLst>
              <a:ext uri="{FF2B5EF4-FFF2-40B4-BE49-F238E27FC236}">
                <a16:creationId xmlns:a16="http://schemas.microsoft.com/office/drawing/2014/main" id="{F1734310-7BE8-B790-E171-0B278DDFE7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124" name="灯片编号占位符 3">
            <a:extLst>
              <a:ext uri="{FF2B5EF4-FFF2-40B4-BE49-F238E27FC236}">
                <a16:creationId xmlns:a16="http://schemas.microsoft.com/office/drawing/2014/main" id="{C1CB305F-3B13-FB70-ACCD-591034E4EA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fld id="{E95CEF7A-A5CC-40E4-82DE-556BB0D648C7}" type="slidenum">
              <a:rPr lang="en-US" altLang="zh-CN" sz="1200" b="0" smtClean="0">
                <a:solidFill>
                  <a:schemeClr val="tx1"/>
                </a:solidFill>
                <a:latin typeface="Arial" panose="020B0604020202020204" pitchFamily="34" charset="0"/>
                <a:ea typeface="宋体" panose="02010600030101010101" pitchFamily="2" charset="-122"/>
              </a:rPr>
              <a:pPr/>
              <a:t>2</a:t>
            </a:fld>
            <a:endParaRPr lang="en-US" altLang="zh-CN" sz="1200" b="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AC0258D3-0AC2-0C36-2B44-EFA983659F3C}"/>
              </a:ext>
            </a:extLst>
          </p:cNvPr>
          <p:cNvSpPr>
            <a:spLocks noGrp="1" noRot="1" noChangeAspect="1" noChangeArrowheads="1" noTextEdit="1"/>
          </p:cNvSpPr>
          <p:nvPr>
            <p:ph type="sldImg"/>
          </p:nvPr>
        </p:nvSpPr>
        <p:spPr>
          <a:ln/>
        </p:spPr>
      </p:sp>
      <p:sp>
        <p:nvSpPr>
          <p:cNvPr id="16387" name="备注占位符 2">
            <a:extLst>
              <a:ext uri="{FF2B5EF4-FFF2-40B4-BE49-F238E27FC236}">
                <a16:creationId xmlns:a16="http://schemas.microsoft.com/office/drawing/2014/main" id="{A3BDF03D-ED51-49DE-971E-9E919D21C9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388" name="灯片编号占位符 3">
            <a:extLst>
              <a:ext uri="{FF2B5EF4-FFF2-40B4-BE49-F238E27FC236}">
                <a16:creationId xmlns:a16="http://schemas.microsoft.com/office/drawing/2014/main" id="{6CDD23B4-32A9-B01E-6FE4-0ED32F2EEE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fld id="{64C4D877-4912-41AC-90F5-6AD7581DF15C}" type="slidenum">
              <a:rPr lang="en-US" altLang="zh-CN" sz="1200" b="0" smtClean="0">
                <a:solidFill>
                  <a:schemeClr val="tx1"/>
                </a:solidFill>
                <a:latin typeface="Arial" panose="020B0604020202020204" pitchFamily="34" charset="0"/>
                <a:ea typeface="宋体" panose="02010600030101010101" pitchFamily="2" charset="-122"/>
              </a:rPr>
              <a:pPr/>
              <a:t>12</a:t>
            </a:fld>
            <a:endParaRPr lang="en-US" altLang="zh-CN" sz="1200" b="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225485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5771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002878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4992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46387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26600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715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77387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89720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76436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92963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44491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B"/>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0F0C9AB-BDC1-5D80-93FB-65BC04D28655}"/>
              </a:ext>
            </a:extLst>
          </p:cNvPr>
          <p:cNvSpPr>
            <a:spLocks noChangeArrowheads="1"/>
          </p:cNvSpPr>
          <p:nvPr/>
        </p:nvSpPr>
        <p:spPr bwMode="auto">
          <a:xfrm>
            <a:off x="250825" y="265113"/>
            <a:ext cx="8626475" cy="6272212"/>
          </a:xfrm>
          <a:prstGeom prst="rect">
            <a:avLst/>
          </a:prstGeom>
          <a:noFill/>
          <a:ln w="19050">
            <a:solidFill>
              <a:srgbClr val="006699">
                <a:alpha val="35001"/>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3" name="AutoShape 7">
            <a:hlinkClick r:id="" action="ppaction://hlinkshowjump?jump=previousslide" highlightClick="1"/>
            <a:extLst>
              <a:ext uri="{FF2B5EF4-FFF2-40B4-BE49-F238E27FC236}">
                <a16:creationId xmlns:a16="http://schemas.microsoft.com/office/drawing/2014/main" id="{414FA38B-D2E8-BED2-8995-9B73DAD791B1}"/>
              </a:ext>
            </a:extLst>
          </p:cNvPr>
          <p:cNvSpPr>
            <a:spLocks noChangeArrowheads="1"/>
          </p:cNvSpPr>
          <p:nvPr userDrawn="1"/>
        </p:nvSpPr>
        <p:spPr bwMode="auto">
          <a:xfrm flipH="1">
            <a:off x="7239000" y="6602413"/>
            <a:ext cx="501650" cy="168275"/>
          </a:xfrm>
          <a:prstGeom prst="actionButtonForwardNext">
            <a:avLst/>
          </a:prstGeom>
          <a:solidFill>
            <a:srgbClr val="126072"/>
          </a:solidFill>
          <a:ln w="9525">
            <a:no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4" name="AutoShape 8">
            <a:hlinkClick r:id="" action="ppaction://hlinkshowjump?jump=nextslide" highlightClick="1"/>
            <a:extLst>
              <a:ext uri="{FF2B5EF4-FFF2-40B4-BE49-F238E27FC236}">
                <a16:creationId xmlns:a16="http://schemas.microsoft.com/office/drawing/2014/main" id="{B983EF97-62DD-121A-13B5-A782F9038E23}"/>
              </a:ext>
            </a:extLst>
          </p:cNvPr>
          <p:cNvSpPr>
            <a:spLocks noChangeArrowheads="1"/>
          </p:cNvSpPr>
          <p:nvPr userDrawn="1"/>
        </p:nvSpPr>
        <p:spPr bwMode="auto">
          <a:xfrm>
            <a:off x="8391525" y="6602413"/>
            <a:ext cx="501650" cy="168275"/>
          </a:xfrm>
          <a:prstGeom prst="actionButtonForwardNext">
            <a:avLst/>
          </a:prstGeom>
          <a:solidFill>
            <a:srgbClr val="126072"/>
          </a:solidFill>
          <a:ln w="9525">
            <a:no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5" name="AutoShape 9">
            <a:hlinkClick r:id="" action="ppaction://hlinkshowjump?jump=firstslide" highlightClick="1"/>
            <a:extLst>
              <a:ext uri="{FF2B5EF4-FFF2-40B4-BE49-F238E27FC236}">
                <a16:creationId xmlns:a16="http://schemas.microsoft.com/office/drawing/2014/main" id="{3CA35608-31E5-E25C-5EBF-D1C63CF59483}"/>
              </a:ext>
            </a:extLst>
          </p:cNvPr>
          <p:cNvSpPr>
            <a:spLocks noChangeArrowheads="1"/>
          </p:cNvSpPr>
          <p:nvPr userDrawn="1"/>
        </p:nvSpPr>
        <p:spPr bwMode="auto">
          <a:xfrm>
            <a:off x="7812088" y="6602413"/>
            <a:ext cx="504825" cy="161925"/>
          </a:xfrm>
          <a:prstGeom prst="actionButtonHome">
            <a:avLst/>
          </a:prstGeom>
          <a:solidFill>
            <a:srgbClr val="126072"/>
          </a:solidFill>
          <a:ln w="28575">
            <a:noFill/>
            <a:miter lim="800000"/>
            <a:headEnd/>
            <a:tailEnd type="none" w="med" len="lg"/>
          </a:ln>
          <a:effectLst/>
        </p:spPr>
        <p:txBody>
          <a:bodyPr anchor="ctr">
            <a:spAutoFit/>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5.emf"/><Relationship Id="rId4" Type="http://schemas.openxmlformats.org/officeDocument/2006/relationships/image" Target="../media/image2.emf"/><Relationship Id="rId9" Type="http://schemas.openxmlformats.org/officeDocument/2006/relationships/oleObject" Target="../embeddings/oleObject4.bin"/><Relationship Id="rId14" Type="http://schemas.openxmlformats.org/officeDocument/2006/relationships/image" Target="../media/image7.emf"/></Relationships>
</file>

<file path=ppt/slides/_rels/slide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8.emf"/><Relationship Id="rId7" Type="http://schemas.openxmlformats.org/officeDocument/2006/relationships/image" Target="../media/image10.e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9.emf"/><Relationship Id="rId4" Type="http://schemas.openxmlformats.org/officeDocument/2006/relationships/oleObject" Target="../embeddings/oleObject8.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8.emf"/><Relationship Id="rId18" Type="http://schemas.openxmlformats.org/officeDocument/2006/relationships/image" Target="../media/image21.emf"/><Relationship Id="rId3" Type="http://schemas.openxmlformats.org/officeDocument/2006/relationships/image" Target="../media/image12.emf"/><Relationship Id="rId21" Type="http://schemas.openxmlformats.org/officeDocument/2006/relationships/oleObject" Target="../embeddings/oleObject18.bin"/><Relationship Id="rId7" Type="http://schemas.openxmlformats.org/officeDocument/2006/relationships/image" Target="../media/image15.emf"/><Relationship Id="rId12" Type="http://schemas.openxmlformats.org/officeDocument/2006/relationships/oleObject" Target="../embeddings/oleObject14.bin"/><Relationship Id="rId17" Type="http://schemas.openxmlformats.org/officeDocument/2006/relationships/oleObject" Target="../embeddings/oleObject16.bin"/><Relationship Id="rId25" Type="http://schemas.openxmlformats.org/officeDocument/2006/relationships/image" Target="../media/image25.emf"/><Relationship Id="rId2" Type="http://schemas.openxmlformats.org/officeDocument/2006/relationships/oleObject" Target="../embeddings/oleObject10.bin"/><Relationship Id="rId16" Type="http://schemas.openxmlformats.org/officeDocument/2006/relationships/image" Target="../media/image20.emf"/><Relationship Id="rId20" Type="http://schemas.openxmlformats.org/officeDocument/2006/relationships/image" Target="../media/image22.emf"/><Relationship Id="rId1" Type="http://schemas.openxmlformats.org/officeDocument/2006/relationships/slideLayout" Target="../slideLayouts/slideLayout7.xml"/><Relationship Id="rId6" Type="http://schemas.openxmlformats.org/officeDocument/2006/relationships/image" Target="../media/image14.emf"/><Relationship Id="rId11" Type="http://schemas.openxmlformats.org/officeDocument/2006/relationships/image" Target="../media/image17.emf"/><Relationship Id="rId24" Type="http://schemas.openxmlformats.org/officeDocument/2006/relationships/image" Target="../media/image24.emf"/><Relationship Id="rId5" Type="http://schemas.openxmlformats.org/officeDocument/2006/relationships/image" Target="../media/image13.emf"/><Relationship Id="rId15" Type="http://schemas.openxmlformats.org/officeDocument/2006/relationships/oleObject" Target="../embeddings/oleObject15.bin"/><Relationship Id="rId23" Type="http://schemas.openxmlformats.org/officeDocument/2006/relationships/oleObject" Target="../embeddings/oleObject19.bin"/><Relationship Id="rId10" Type="http://schemas.openxmlformats.org/officeDocument/2006/relationships/oleObject" Target="../embeddings/oleObject13.bin"/><Relationship Id="rId19" Type="http://schemas.openxmlformats.org/officeDocument/2006/relationships/oleObject" Target="../embeddings/oleObject17.bin"/><Relationship Id="rId4" Type="http://schemas.openxmlformats.org/officeDocument/2006/relationships/oleObject" Target="../embeddings/oleObject11.bin"/><Relationship Id="rId9" Type="http://schemas.openxmlformats.org/officeDocument/2006/relationships/image" Target="../media/image16.emf"/><Relationship Id="rId14" Type="http://schemas.openxmlformats.org/officeDocument/2006/relationships/image" Target="../media/image19.emf"/><Relationship Id="rId22" Type="http://schemas.openxmlformats.org/officeDocument/2006/relationships/image" Target="../media/image23.emf"/></Relationships>
</file>

<file path=ppt/slides/_rels/slide5.x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oleObject" Target="../embeddings/oleObject25.bin"/><Relationship Id="rId18" Type="http://schemas.openxmlformats.org/officeDocument/2006/relationships/image" Target="../media/image34.emf"/><Relationship Id="rId26" Type="http://schemas.openxmlformats.org/officeDocument/2006/relationships/image" Target="../media/image38.emf"/><Relationship Id="rId3" Type="http://schemas.openxmlformats.org/officeDocument/2006/relationships/image" Target="../media/image26.emf"/><Relationship Id="rId21" Type="http://schemas.openxmlformats.org/officeDocument/2006/relationships/oleObject" Target="../embeddings/oleObject29.bin"/><Relationship Id="rId34" Type="http://schemas.openxmlformats.org/officeDocument/2006/relationships/image" Target="../media/image42.emf"/><Relationship Id="rId7" Type="http://schemas.openxmlformats.org/officeDocument/2006/relationships/oleObject" Target="../embeddings/oleObject22.bin"/><Relationship Id="rId12" Type="http://schemas.openxmlformats.org/officeDocument/2006/relationships/image" Target="../media/image31.emf"/><Relationship Id="rId17" Type="http://schemas.openxmlformats.org/officeDocument/2006/relationships/oleObject" Target="../embeddings/oleObject27.bin"/><Relationship Id="rId25" Type="http://schemas.openxmlformats.org/officeDocument/2006/relationships/oleObject" Target="../embeddings/oleObject31.bin"/><Relationship Id="rId33" Type="http://schemas.openxmlformats.org/officeDocument/2006/relationships/oleObject" Target="../embeddings/oleObject35.bin"/><Relationship Id="rId2" Type="http://schemas.openxmlformats.org/officeDocument/2006/relationships/oleObject" Target="../embeddings/oleObject20.bin"/><Relationship Id="rId16" Type="http://schemas.openxmlformats.org/officeDocument/2006/relationships/image" Target="../media/image33.emf"/><Relationship Id="rId20" Type="http://schemas.openxmlformats.org/officeDocument/2006/relationships/image" Target="../media/image35.emf"/><Relationship Id="rId29"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image" Target="../media/image28.emf"/><Relationship Id="rId11" Type="http://schemas.openxmlformats.org/officeDocument/2006/relationships/oleObject" Target="../embeddings/oleObject24.bin"/><Relationship Id="rId24" Type="http://schemas.openxmlformats.org/officeDocument/2006/relationships/image" Target="../media/image37.emf"/><Relationship Id="rId32" Type="http://schemas.openxmlformats.org/officeDocument/2006/relationships/image" Target="../media/image41.emf"/><Relationship Id="rId37" Type="http://schemas.openxmlformats.org/officeDocument/2006/relationships/image" Target="../media/image44.emf"/><Relationship Id="rId5" Type="http://schemas.openxmlformats.org/officeDocument/2006/relationships/oleObject" Target="../embeddings/oleObject21.bin"/><Relationship Id="rId15" Type="http://schemas.openxmlformats.org/officeDocument/2006/relationships/oleObject" Target="../embeddings/oleObject26.bin"/><Relationship Id="rId23" Type="http://schemas.openxmlformats.org/officeDocument/2006/relationships/oleObject" Target="../embeddings/oleObject30.bin"/><Relationship Id="rId28" Type="http://schemas.openxmlformats.org/officeDocument/2006/relationships/image" Target="../media/image39.emf"/><Relationship Id="rId36" Type="http://schemas.openxmlformats.org/officeDocument/2006/relationships/image" Target="../media/image43.emf"/><Relationship Id="rId10" Type="http://schemas.openxmlformats.org/officeDocument/2006/relationships/image" Target="../media/image30.emf"/><Relationship Id="rId19" Type="http://schemas.openxmlformats.org/officeDocument/2006/relationships/oleObject" Target="../embeddings/oleObject28.bin"/><Relationship Id="rId31" Type="http://schemas.openxmlformats.org/officeDocument/2006/relationships/oleObject" Target="../embeddings/oleObject34.bin"/><Relationship Id="rId4" Type="http://schemas.openxmlformats.org/officeDocument/2006/relationships/image" Target="../media/image27.emf"/><Relationship Id="rId9" Type="http://schemas.openxmlformats.org/officeDocument/2006/relationships/oleObject" Target="../embeddings/oleObject23.bin"/><Relationship Id="rId14" Type="http://schemas.openxmlformats.org/officeDocument/2006/relationships/image" Target="../media/image32.emf"/><Relationship Id="rId22" Type="http://schemas.openxmlformats.org/officeDocument/2006/relationships/image" Target="../media/image36.emf"/><Relationship Id="rId27" Type="http://schemas.openxmlformats.org/officeDocument/2006/relationships/oleObject" Target="../embeddings/oleObject32.bin"/><Relationship Id="rId30" Type="http://schemas.openxmlformats.org/officeDocument/2006/relationships/image" Target="../media/image40.emf"/><Relationship Id="rId35" Type="http://schemas.openxmlformats.org/officeDocument/2006/relationships/oleObject" Target="../embeddings/oleObject36.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50.emf"/><Relationship Id="rId3" Type="http://schemas.openxmlformats.org/officeDocument/2006/relationships/image" Target="../media/image45.emf"/><Relationship Id="rId7" Type="http://schemas.openxmlformats.org/officeDocument/2006/relationships/image" Target="../media/image47.emf"/><Relationship Id="rId12" Type="http://schemas.openxmlformats.org/officeDocument/2006/relationships/oleObject" Target="../embeddings/oleObject42.bin"/><Relationship Id="rId2"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oleObject" Target="../embeddings/oleObject39.bin"/><Relationship Id="rId11" Type="http://schemas.openxmlformats.org/officeDocument/2006/relationships/image" Target="../media/image49.emf"/><Relationship Id="rId5" Type="http://schemas.openxmlformats.org/officeDocument/2006/relationships/image" Target="../media/image46.emf"/><Relationship Id="rId15" Type="http://schemas.openxmlformats.org/officeDocument/2006/relationships/image" Target="../media/image51.e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8.emf"/><Relationship Id="rId14" Type="http://schemas.openxmlformats.org/officeDocument/2006/relationships/oleObject" Target="../embeddings/oleObject43.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57.e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49.bin"/><Relationship Id="rId2" Type="http://schemas.openxmlformats.org/officeDocument/2006/relationships/oleObject" Target="../embeddings/oleObject44.bin"/><Relationship Id="rId1" Type="http://schemas.openxmlformats.org/officeDocument/2006/relationships/slideLayout" Target="../slideLayouts/slideLayout7.xml"/><Relationship Id="rId6" Type="http://schemas.openxmlformats.org/officeDocument/2006/relationships/oleObject" Target="../embeddings/oleObject46.bin"/><Relationship Id="rId11" Type="http://schemas.openxmlformats.org/officeDocument/2006/relationships/image" Target="../media/image56.emf"/><Relationship Id="rId5" Type="http://schemas.openxmlformats.org/officeDocument/2006/relationships/image" Target="../media/image53.e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55.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63.emf"/><Relationship Id="rId3" Type="http://schemas.openxmlformats.org/officeDocument/2006/relationships/image" Target="../media/image58.emf"/><Relationship Id="rId7" Type="http://schemas.openxmlformats.org/officeDocument/2006/relationships/image" Target="../media/image60.emf"/><Relationship Id="rId12" Type="http://schemas.openxmlformats.org/officeDocument/2006/relationships/oleObject" Target="../embeddings/oleObject42.bin"/><Relationship Id="rId2"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oleObject" Target="../embeddings/oleObject39.bin"/><Relationship Id="rId11" Type="http://schemas.openxmlformats.org/officeDocument/2006/relationships/image" Target="../media/image62.emf"/><Relationship Id="rId5" Type="http://schemas.openxmlformats.org/officeDocument/2006/relationships/image" Target="../media/image59.emf"/><Relationship Id="rId15" Type="http://schemas.openxmlformats.org/officeDocument/2006/relationships/image" Target="../media/image64.e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61.emf"/><Relationship Id="rId14" Type="http://schemas.openxmlformats.org/officeDocument/2006/relationships/oleObject" Target="../embeddings/oleObject43.bin"/></Relationships>
</file>

<file path=ppt/slides/_rels/slide9.xml.rels><?xml version="1.0" encoding="UTF-8" standalone="yes"?>
<Relationships xmlns="http://schemas.openxmlformats.org/package/2006/relationships"><Relationship Id="rId3" Type="http://schemas.openxmlformats.org/officeDocument/2006/relationships/image" Target="../media/image65.emf"/><Relationship Id="rId7" Type="http://schemas.openxmlformats.org/officeDocument/2006/relationships/image" Target="../media/image67.emf"/><Relationship Id="rId2" Type="http://schemas.openxmlformats.org/officeDocument/2006/relationships/oleObject" Target="../embeddings/oleObject50.bin"/><Relationship Id="rId1" Type="http://schemas.openxmlformats.org/officeDocument/2006/relationships/slideLayout" Target="../slideLayouts/slideLayout7.xml"/><Relationship Id="rId6" Type="http://schemas.openxmlformats.org/officeDocument/2006/relationships/oleObject" Target="../embeddings/oleObject52.bin"/><Relationship Id="rId5" Type="http://schemas.openxmlformats.org/officeDocument/2006/relationships/image" Target="../media/image66.emf"/><Relationship Id="rId4" Type="http://schemas.openxmlformats.org/officeDocument/2006/relationships/oleObject" Target="../embeddings/oleObject51.bin"/></Relationships>
</file>

<file path=ppt/slides/_rels/slide10.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53.bin"/><Relationship Id="rId1" Type="http://schemas.openxmlformats.org/officeDocument/2006/relationships/slideLayout" Target="../slideLayouts/slideLayout7.xml"/><Relationship Id="rId6" Type="http://schemas.openxmlformats.org/officeDocument/2006/relationships/image" Target="../media/image70.emf"/><Relationship Id="rId5" Type="http://schemas.openxmlformats.org/officeDocument/2006/relationships/image" Target="../media/image69.emf"/><Relationship Id="rId4" Type="http://schemas.openxmlformats.org/officeDocument/2006/relationships/oleObject" Target="../embeddings/oleObject54.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76.emf"/><Relationship Id="rId3" Type="http://schemas.openxmlformats.org/officeDocument/2006/relationships/image" Target="../media/image71.emf"/><Relationship Id="rId7" Type="http://schemas.openxmlformats.org/officeDocument/2006/relationships/image" Target="../media/image73.emf"/><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7.bin"/><Relationship Id="rId11" Type="http://schemas.openxmlformats.org/officeDocument/2006/relationships/image" Target="../media/image75.emf"/><Relationship Id="rId5" Type="http://schemas.openxmlformats.org/officeDocument/2006/relationships/image" Target="../media/image72.e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74.emf"/><Relationship Id="rId14" Type="http://schemas.openxmlformats.org/officeDocument/2006/relationships/image" Target="../media/image77.emf"/></Relationships>
</file>

<file path=ppt/slides/_rels/slide12.xml.rels><?xml version="1.0" encoding="UTF-8" standalone="yes"?>
<Relationships xmlns="http://schemas.openxmlformats.org/package/2006/relationships"><Relationship Id="rId8" Type="http://schemas.openxmlformats.org/officeDocument/2006/relationships/image" Target="../media/image80.emf"/><Relationship Id="rId13" Type="http://schemas.openxmlformats.org/officeDocument/2006/relationships/image" Target="../media/image83.emf"/><Relationship Id="rId18" Type="http://schemas.openxmlformats.org/officeDocument/2006/relationships/image" Target="../media/image86.emf"/><Relationship Id="rId26" Type="http://schemas.openxmlformats.org/officeDocument/2006/relationships/oleObject" Target="../embeddings/oleObject71.bin"/><Relationship Id="rId39" Type="http://schemas.openxmlformats.org/officeDocument/2006/relationships/oleObject" Target="../embeddings/oleObject77.bin"/><Relationship Id="rId3" Type="http://schemas.openxmlformats.org/officeDocument/2006/relationships/oleObject" Target="../embeddings/oleObject61.bin"/><Relationship Id="rId21" Type="http://schemas.openxmlformats.org/officeDocument/2006/relationships/oleObject" Target="../embeddings/oleObject69.bin"/><Relationship Id="rId34" Type="http://schemas.openxmlformats.org/officeDocument/2006/relationships/image" Target="../media/image95.emf"/><Relationship Id="rId42" Type="http://schemas.openxmlformats.org/officeDocument/2006/relationships/image" Target="../media/image99.emf"/><Relationship Id="rId7" Type="http://schemas.openxmlformats.org/officeDocument/2006/relationships/oleObject" Target="../embeddings/oleObject63.bin"/><Relationship Id="rId12" Type="http://schemas.openxmlformats.org/officeDocument/2006/relationships/oleObject" Target="../embeddings/oleObject65.bin"/><Relationship Id="rId17" Type="http://schemas.openxmlformats.org/officeDocument/2006/relationships/oleObject" Target="../embeddings/oleObject67.bin"/><Relationship Id="rId25" Type="http://schemas.openxmlformats.org/officeDocument/2006/relationships/image" Target="../media/image90.emf"/><Relationship Id="rId33" Type="http://schemas.openxmlformats.org/officeDocument/2006/relationships/oleObject" Target="../embeddings/oleObject74.bin"/><Relationship Id="rId38" Type="http://schemas.openxmlformats.org/officeDocument/2006/relationships/image" Target="../media/image97.emf"/><Relationship Id="rId2" Type="http://schemas.openxmlformats.org/officeDocument/2006/relationships/notesSlide" Target="../notesSlides/notesSlide2.xml"/><Relationship Id="rId16" Type="http://schemas.openxmlformats.org/officeDocument/2006/relationships/image" Target="../media/image85.emf"/><Relationship Id="rId20" Type="http://schemas.openxmlformats.org/officeDocument/2006/relationships/image" Target="../media/image87.emf"/><Relationship Id="rId29" Type="http://schemas.openxmlformats.org/officeDocument/2006/relationships/image" Target="../media/image92.emf"/><Relationship Id="rId41" Type="http://schemas.openxmlformats.org/officeDocument/2006/relationships/oleObject" Target="../embeddings/oleObject78.bin"/><Relationship Id="rId1" Type="http://schemas.openxmlformats.org/officeDocument/2006/relationships/slideLayout" Target="../slideLayouts/slideLayout7.xml"/><Relationship Id="rId6" Type="http://schemas.openxmlformats.org/officeDocument/2006/relationships/image" Target="../media/image79.emf"/><Relationship Id="rId11" Type="http://schemas.openxmlformats.org/officeDocument/2006/relationships/image" Target="../media/image82.emf"/><Relationship Id="rId24" Type="http://schemas.openxmlformats.org/officeDocument/2006/relationships/oleObject" Target="../embeddings/oleObject70.bin"/><Relationship Id="rId32" Type="http://schemas.openxmlformats.org/officeDocument/2006/relationships/image" Target="../media/image94.emf"/><Relationship Id="rId37" Type="http://schemas.openxmlformats.org/officeDocument/2006/relationships/oleObject" Target="../embeddings/oleObject76.bin"/><Relationship Id="rId40" Type="http://schemas.openxmlformats.org/officeDocument/2006/relationships/image" Target="../media/image98.emf"/><Relationship Id="rId5" Type="http://schemas.openxmlformats.org/officeDocument/2006/relationships/oleObject" Target="../embeddings/oleObject62.bin"/><Relationship Id="rId15" Type="http://schemas.openxmlformats.org/officeDocument/2006/relationships/image" Target="../media/image84.emf"/><Relationship Id="rId23" Type="http://schemas.openxmlformats.org/officeDocument/2006/relationships/image" Target="../media/image89.emf"/><Relationship Id="rId28" Type="http://schemas.openxmlformats.org/officeDocument/2006/relationships/oleObject" Target="../embeddings/oleObject72.bin"/><Relationship Id="rId36" Type="http://schemas.openxmlformats.org/officeDocument/2006/relationships/image" Target="../media/image96.emf"/><Relationship Id="rId10" Type="http://schemas.openxmlformats.org/officeDocument/2006/relationships/oleObject" Target="../embeddings/oleObject64.bin"/><Relationship Id="rId19" Type="http://schemas.openxmlformats.org/officeDocument/2006/relationships/oleObject" Target="../embeddings/oleObject68.bin"/><Relationship Id="rId31" Type="http://schemas.openxmlformats.org/officeDocument/2006/relationships/oleObject" Target="../embeddings/oleObject73.bin"/><Relationship Id="rId44" Type="http://schemas.openxmlformats.org/officeDocument/2006/relationships/image" Target="../media/image101.emf"/><Relationship Id="rId4" Type="http://schemas.openxmlformats.org/officeDocument/2006/relationships/image" Target="../media/image78.emf"/><Relationship Id="rId9" Type="http://schemas.openxmlformats.org/officeDocument/2006/relationships/image" Target="../media/image81.emf"/><Relationship Id="rId14" Type="http://schemas.openxmlformats.org/officeDocument/2006/relationships/oleObject" Target="../embeddings/oleObject66.bin"/><Relationship Id="rId22" Type="http://schemas.openxmlformats.org/officeDocument/2006/relationships/image" Target="../media/image88.emf"/><Relationship Id="rId27" Type="http://schemas.openxmlformats.org/officeDocument/2006/relationships/image" Target="../media/image91.emf"/><Relationship Id="rId30" Type="http://schemas.openxmlformats.org/officeDocument/2006/relationships/image" Target="../media/image93.emf"/><Relationship Id="rId35" Type="http://schemas.openxmlformats.org/officeDocument/2006/relationships/oleObject" Target="../embeddings/oleObject75.bin"/><Relationship Id="rId43" Type="http://schemas.openxmlformats.org/officeDocument/2006/relationships/image" Target="../media/image100.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2.bin"/><Relationship Id="rId13" Type="http://schemas.openxmlformats.org/officeDocument/2006/relationships/image" Target="../media/image107.emf"/><Relationship Id="rId18" Type="http://schemas.openxmlformats.org/officeDocument/2006/relationships/oleObject" Target="../embeddings/oleObject87.bin"/><Relationship Id="rId26" Type="http://schemas.openxmlformats.org/officeDocument/2006/relationships/oleObject" Target="../embeddings/oleObject91.bin"/><Relationship Id="rId3" Type="http://schemas.openxmlformats.org/officeDocument/2006/relationships/image" Target="../media/image102.emf"/><Relationship Id="rId21" Type="http://schemas.openxmlformats.org/officeDocument/2006/relationships/image" Target="../media/image111.emf"/><Relationship Id="rId7" Type="http://schemas.openxmlformats.org/officeDocument/2006/relationships/image" Target="../media/image104.emf"/><Relationship Id="rId12" Type="http://schemas.openxmlformats.org/officeDocument/2006/relationships/oleObject" Target="../embeddings/oleObject84.bin"/><Relationship Id="rId17" Type="http://schemas.openxmlformats.org/officeDocument/2006/relationships/image" Target="../media/image109.emf"/><Relationship Id="rId25" Type="http://schemas.openxmlformats.org/officeDocument/2006/relationships/image" Target="../media/image113.emf"/><Relationship Id="rId2" Type="http://schemas.openxmlformats.org/officeDocument/2006/relationships/oleObject" Target="../embeddings/oleObject79.bin"/><Relationship Id="rId16" Type="http://schemas.openxmlformats.org/officeDocument/2006/relationships/oleObject" Target="../embeddings/oleObject86.bin"/><Relationship Id="rId20"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81.bin"/><Relationship Id="rId11" Type="http://schemas.openxmlformats.org/officeDocument/2006/relationships/image" Target="../media/image106.emf"/><Relationship Id="rId24" Type="http://schemas.openxmlformats.org/officeDocument/2006/relationships/oleObject" Target="../embeddings/oleObject90.bin"/><Relationship Id="rId5" Type="http://schemas.openxmlformats.org/officeDocument/2006/relationships/image" Target="../media/image103.emf"/><Relationship Id="rId15" Type="http://schemas.openxmlformats.org/officeDocument/2006/relationships/image" Target="../media/image108.emf"/><Relationship Id="rId23" Type="http://schemas.openxmlformats.org/officeDocument/2006/relationships/image" Target="../media/image112.emf"/><Relationship Id="rId28" Type="http://schemas.openxmlformats.org/officeDocument/2006/relationships/image" Target="../media/image115.emf"/><Relationship Id="rId10" Type="http://schemas.openxmlformats.org/officeDocument/2006/relationships/oleObject" Target="../embeddings/oleObject83.bin"/><Relationship Id="rId19" Type="http://schemas.openxmlformats.org/officeDocument/2006/relationships/image" Target="../media/image110.emf"/><Relationship Id="rId4" Type="http://schemas.openxmlformats.org/officeDocument/2006/relationships/oleObject" Target="../embeddings/oleObject80.bin"/><Relationship Id="rId9" Type="http://schemas.openxmlformats.org/officeDocument/2006/relationships/image" Target="../media/image105.emf"/><Relationship Id="rId14" Type="http://schemas.openxmlformats.org/officeDocument/2006/relationships/oleObject" Target="../embeddings/oleObject85.bin"/><Relationship Id="rId22" Type="http://schemas.openxmlformats.org/officeDocument/2006/relationships/oleObject" Target="../embeddings/oleObject89.bin"/><Relationship Id="rId27" Type="http://schemas.openxmlformats.org/officeDocument/2006/relationships/image" Target="../media/image114.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121.emf"/><Relationship Id="rId3" Type="http://schemas.openxmlformats.org/officeDocument/2006/relationships/image" Target="../media/image116.emf"/><Relationship Id="rId7" Type="http://schemas.openxmlformats.org/officeDocument/2006/relationships/image" Target="../media/image118.emf"/><Relationship Id="rId12" Type="http://schemas.openxmlformats.org/officeDocument/2006/relationships/oleObject" Target="../embeddings/oleObject90.bin"/><Relationship Id="rId2" Type="http://schemas.openxmlformats.org/officeDocument/2006/relationships/oleObject" Target="../embeddings/oleObject92.bin"/><Relationship Id="rId16" Type="http://schemas.openxmlformats.org/officeDocument/2006/relationships/image" Target="../media/image123.emf"/><Relationship Id="rId1" Type="http://schemas.openxmlformats.org/officeDocument/2006/relationships/slideLayout" Target="../slideLayouts/slideLayout7.xml"/><Relationship Id="rId6" Type="http://schemas.openxmlformats.org/officeDocument/2006/relationships/oleObject" Target="../embeddings/oleObject94.bin"/><Relationship Id="rId11" Type="http://schemas.openxmlformats.org/officeDocument/2006/relationships/image" Target="../media/image120.emf"/><Relationship Id="rId5" Type="http://schemas.openxmlformats.org/officeDocument/2006/relationships/image" Target="../media/image117.emf"/><Relationship Id="rId15" Type="http://schemas.openxmlformats.org/officeDocument/2006/relationships/image" Target="../media/image122.emf"/><Relationship Id="rId10" Type="http://schemas.openxmlformats.org/officeDocument/2006/relationships/oleObject" Target="../embeddings/oleObject89.bin"/><Relationship Id="rId4" Type="http://schemas.openxmlformats.org/officeDocument/2006/relationships/oleObject" Target="../embeddings/oleObject93.bin"/><Relationship Id="rId9" Type="http://schemas.openxmlformats.org/officeDocument/2006/relationships/image" Target="../media/image119.emf"/><Relationship Id="rId14" Type="http://schemas.openxmlformats.org/officeDocument/2006/relationships/oleObject" Target="../embeddings/oleObject95.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29.emf"/><Relationship Id="rId18" Type="http://schemas.openxmlformats.org/officeDocument/2006/relationships/oleObject" Target="../embeddings/oleObject104.bin"/><Relationship Id="rId26" Type="http://schemas.openxmlformats.org/officeDocument/2006/relationships/oleObject" Target="../embeddings/oleObject108.bin"/><Relationship Id="rId3" Type="http://schemas.openxmlformats.org/officeDocument/2006/relationships/image" Target="../media/image124.emf"/><Relationship Id="rId21" Type="http://schemas.openxmlformats.org/officeDocument/2006/relationships/image" Target="../media/image133.emf"/><Relationship Id="rId7" Type="http://schemas.openxmlformats.org/officeDocument/2006/relationships/image" Target="../media/image126.emf"/><Relationship Id="rId12" Type="http://schemas.openxmlformats.org/officeDocument/2006/relationships/oleObject" Target="../embeddings/oleObject101.bin"/><Relationship Id="rId17" Type="http://schemas.openxmlformats.org/officeDocument/2006/relationships/image" Target="../media/image131.emf"/><Relationship Id="rId25" Type="http://schemas.openxmlformats.org/officeDocument/2006/relationships/image" Target="../media/image135.emf"/><Relationship Id="rId2" Type="http://schemas.openxmlformats.org/officeDocument/2006/relationships/oleObject" Target="../embeddings/oleObject96.bin"/><Relationship Id="rId16" Type="http://schemas.openxmlformats.org/officeDocument/2006/relationships/oleObject" Target="../embeddings/oleObject103.bin"/><Relationship Id="rId20" Type="http://schemas.openxmlformats.org/officeDocument/2006/relationships/oleObject" Target="../embeddings/oleObject105.bin"/><Relationship Id="rId29" Type="http://schemas.openxmlformats.org/officeDocument/2006/relationships/image" Target="../media/image137.emf"/><Relationship Id="rId1" Type="http://schemas.openxmlformats.org/officeDocument/2006/relationships/slideLayout" Target="../slideLayouts/slideLayout7.xml"/><Relationship Id="rId6" Type="http://schemas.openxmlformats.org/officeDocument/2006/relationships/oleObject" Target="../embeddings/oleObject98.bin"/><Relationship Id="rId11" Type="http://schemas.openxmlformats.org/officeDocument/2006/relationships/image" Target="../media/image128.emf"/><Relationship Id="rId24" Type="http://schemas.openxmlformats.org/officeDocument/2006/relationships/oleObject" Target="../embeddings/oleObject107.bin"/><Relationship Id="rId32" Type="http://schemas.openxmlformats.org/officeDocument/2006/relationships/image" Target="../media/image139.png"/><Relationship Id="rId5" Type="http://schemas.openxmlformats.org/officeDocument/2006/relationships/image" Target="../media/image125.emf"/><Relationship Id="rId15" Type="http://schemas.openxmlformats.org/officeDocument/2006/relationships/image" Target="../media/image130.emf"/><Relationship Id="rId23" Type="http://schemas.openxmlformats.org/officeDocument/2006/relationships/image" Target="../media/image134.emf"/><Relationship Id="rId28" Type="http://schemas.openxmlformats.org/officeDocument/2006/relationships/oleObject" Target="../embeddings/oleObject109.bin"/><Relationship Id="rId10" Type="http://schemas.openxmlformats.org/officeDocument/2006/relationships/oleObject" Target="../embeddings/oleObject100.bin"/><Relationship Id="rId19" Type="http://schemas.openxmlformats.org/officeDocument/2006/relationships/image" Target="../media/image132.emf"/><Relationship Id="rId31" Type="http://schemas.openxmlformats.org/officeDocument/2006/relationships/image" Target="../media/image138.emf"/><Relationship Id="rId4" Type="http://schemas.openxmlformats.org/officeDocument/2006/relationships/oleObject" Target="../embeddings/oleObject97.bin"/><Relationship Id="rId9" Type="http://schemas.openxmlformats.org/officeDocument/2006/relationships/image" Target="../media/image127.emf"/><Relationship Id="rId14" Type="http://schemas.openxmlformats.org/officeDocument/2006/relationships/oleObject" Target="../embeddings/oleObject102.bin"/><Relationship Id="rId22" Type="http://schemas.openxmlformats.org/officeDocument/2006/relationships/oleObject" Target="../embeddings/oleObject106.bin"/><Relationship Id="rId27" Type="http://schemas.openxmlformats.org/officeDocument/2006/relationships/image" Target="../media/image136.emf"/><Relationship Id="rId30" Type="http://schemas.openxmlformats.org/officeDocument/2006/relationships/oleObject" Target="../embeddings/oleObject110.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14.bin"/><Relationship Id="rId13" Type="http://schemas.openxmlformats.org/officeDocument/2006/relationships/oleObject" Target="../embeddings/oleObject116.bin"/><Relationship Id="rId18" Type="http://schemas.openxmlformats.org/officeDocument/2006/relationships/image" Target="../media/image148.emf"/><Relationship Id="rId3" Type="http://schemas.openxmlformats.org/officeDocument/2006/relationships/image" Target="../media/image140.emf"/><Relationship Id="rId21" Type="http://schemas.openxmlformats.org/officeDocument/2006/relationships/oleObject" Target="../embeddings/oleObject120.bin"/><Relationship Id="rId7" Type="http://schemas.openxmlformats.org/officeDocument/2006/relationships/image" Target="../media/image142.emf"/><Relationship Id="rId12" Type="http://schemas.openxmlformats.org/officeDocument/2006/relationships/image" Target="../media/image145.emf"/><Relationship Id="rId17" Type="http://schemas.openxmlformats.org/officeDocument/2006/relationships/oleObject" Target="../embeddings/oleObject118.bin"/><Relationship Id="rId2" Type="http://schemas.openxmlformats.org/officeDocument/2006/relationships/oleObject" Target="../embeddings/oleObject111.bin"/><Relationship Id="rId16" Type="http://schemas.openxmlformats.org/officeDocument/2006/relationships/image" Target="../media/image147.emf"/><Relationship Id="rId20" Type="http://schemas.openxmlformats.org/officeDocument/2006/relationships/image" Target="../media/image149.emf"/><Relationship Id="rId1" Type="http://schemas.openxmlformats.org/officeDocument/2006/relationships/slideLayout" Target="../slideLayouts/slideLayout12.xml"/><Relationship Id="rId6" Type="http://schemas.openxmlformats.org/officeDocument/2006/relationships/oleObject" Target="../embeddings/oleObject113.bin"/><Relationship Id="rId11" Type="http://schemas.openxmlformats.org/officeDocument/2006/relationships/image" Target="../media/image144.emf"/><Relationship Id="rId5" Type="http://schemas.openxmlformats.org/officeDocument/2006/relationships/image" Target="../media/image141.emf"/><Relationship Id="rId15" Type="http://schemas.openxmlformats.org/officeDocument/2006/relationships/oleObject" Target="../embeddings/oleObject117.bin"/><Relationship Id="rId10" Type="http://schemas.openxmlformats.org/officeDocument/2006/relationships/oleObject" Target="../embeddings/oleObject115.bin"/><Relationship Id="rId19" Type="http://schemas.openxmlformats.org/officeDocument/2006/relationships/oleObject" Target="../embeddings/oleObject119.bin"/><Relationship Id="rId4" Type="http://schemas.openxmlformats.org/officeDocument/2006/relationships/oleObject" Target="../embeddings/oleObject112.bin"/><Relationship Id="rId9" Type="http://schemas.openxmlformats.org/officeDocument/2006/relationships/image" Target="../media/image143.emf"/><Relationship Id="rId14" Type="http://schemas.openxmlformats.org/officeDocument/2006/relationships/image" Target="../media/image146.emf"/><Relationship Id="rId22" Type="http://schemas.openxmlformats.org/officeDocument/2006/relationships/image" Target="../media/image150.emf"/></Relationships>
</file>

<file path=ppt/slides/_rels/slide20.xml.rels><?xml version="1.0" encoding="UTF-8" standalone="yes"?>
<Relationships xmlns="http://schemas.openxmlformats.org/package/2006/relationships"><Relationship Id="rId3" Type="http://schemas.openxmlformats.org/officeDocument/2006/relationships/image" Target="../media/image151.emf"/><Relationship Id="rId7" Type="http://schemas.openxmlformats.org/officeDocument/2006/relationships/image" Target="../media/image153.emf"/><Relationship Id="rId2" Type="http://schemas.openxmlformats.org/officeDocument/2006/relationships/oleObject" Target="../embeddings/oleObject121.bin"/><Relationship Id="rId1" Type="http://schemas.openxmlformats.org/officeDocument/2006/relationships/slideLayout" Target="../slideLayouts/slideLayout2.xml"/><Relationship Id="rId6" Type="http://schemas.openxmlformats.org/officeDocument/2006/relationships/oleObject" Target="../embeddings/oleObject123.bin"/><Relationship Id="rId5" Type="http://schemas.openxmlformats.org/officeDocument/2006/relationships/image" Target="../media/image152.emf"/><Relationship Id="rId4" Type="http://schemas.openxmlformats.org/officeDocument/2006/relationships/oleObject" Target="../embeddings/oleObject122.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159.emf"/><Relationship Id="rId3" Type="http://schemas.openxmlformats.org/officeDocument/2006/relationships/image" Target="../media/image154.emf"/><Relationship Id="rId7" Type="http://schemas.openxmlformats.org/officeDocument/2006/relationships/image" Target="../media/image156.emf"/><Relationship Id="rId12" Type="http://schemas.openxmlformats.org/officeDocument/2006/relationships/oleObject" Target="../embeddings/oleObject129.bin"/><Relationship Id="rId17" Type="http://schemas.openxmlformats.org/officeDocument/2006/relationships/image" Target="../media/image161.emf"/><Relationship Id="rId2" Type="http://schemas.openxmlformats.org/officeDocument/2006/relationships/oleObject" Target="../embeddings/oleObject124.bin"/><Relationship Id="rId16" Type="http://schemas.openxmlformats.org/officeDocument/2006/relationships/oleObject" Target="../embeddings/oleObject131.bin"/><Relationship Id="rId1" Type="http://schemas.openxmlformats.org/officeDocument/2006/relationships/slideLayout" Target="../slideLayouts/slideLayout12.xml"/><Relationship Id="rId6" Type="http://schemas.openxmlformats.org/officeDocument/2006/relationships/oleObject" Target="../embeddings/oleObject126.bin"/><Relationship Id="rId11" Type="http://schemas.openxmlformats.org/officeDocument/2006/relationships/image" Target="../media/image158.emf"/><Relationship Id="rId5" Type="http://schemas.openxmlformats.org/officeDocument/2006/relationships/image" Target="../media/image155.emf"/><Relationship Id="rId15" Type="http://schemas.openxmlformats.org/officeDocument/2006/relationships/image" Target="../media/image160.emf"/><Relationship Id="rId10" Type="http://schemas.openxmlformats.org/officeDocument/2006/relationships/oleObject" Target="../embeddings/oleObject128.bin"/><Relationship Id="rId4" Type="http://schemas.openxmlformats.org/officeDocument/2006/relationships/oleObject" Target="../embeddings/oleObject125.bin"/><Relationship Id="rId9" Type="http://schemas.openxmlformats.org/officeDocument/2006/relationships/image" Target="../media/image157.emf"/><Relationship Id="rId14" Type="http://schemas.openxmlformats.org/officeDocument/2006/relationships/oleObject" Target="../embeddings/oleObject130.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67.emf"/><Relationship Id="rId18" Type="http://schemas.openxmlformats.org/officeDocument/2006/relationships/oleObject" Target="../embeddings/oleObject140.bin"/><Relationship Id="rId3" Type="http://schemas.openxmlformats.org/officeDocument/2006/relationships/image" Target="../media/image162.emf"/><Relationship Id="rId21" Type="http://schemas.openxmlformats.org/officeDocument/2006/relationships/image" Target="../media/image171.emf"/><Relationship Id="rId7" Type="http://schemas.openxmlformats.org/officeDocument/2006/relationships/image" Target="../media/image164.emf"/><Relationship Id="rId12" Type="http://schemas.openxmlformats.org/officeDocument/2006/relationships/oleObject" Target="../embeddings/oleObject137.bin"/><Relationship Id="rId17" Type="http://schemas.openxmlformats.org/officeDocument/2006/relationships/image" Target="../media/image169.emf"/><Relationship Id="rId25" Type="http://schemas.openxmlformats.org/officeDocument/2006/relationships/image" Target="../media/image173.emf"/><Relationship Id="rId2" Type="http://schemas.openxmlformats.org/officeDocument/2006/relationships/oleObject" Target="../embeddings/oleObject132.bin"/><Relationship Id="rId16" Type="http://schemas.openxmlformats.org/officeDocument/2006/relationships/oleObject" Target="../embeddings/oleObject139.bin"/><Relationship Id="rId20" Type="http://schemas.openxmlformats.org/officeDocument/2006/relationships/oleObject" Target="../embeddings/oleObject141.bin"/><Relationship Id="rId1" Type="http://schemas.openxmlformats.org/officeDocument/2006/relationships/slideLayout" Target="../slideLayouts/slideLayout7.xml"/><Relationship Id="rId6" Type="http://schemas.openxmlformats.org/officeDocument/2006/relationships/oleObject" Target="../embeddings/oleObject134.bin"/><Relationship Id="rId11" Type="http://schemas.openxmlformats.org/officeDocument/2006/relationships/image" Target="../media/image166.emf"/><Relationship Id="rId24" Type="http://schemas.openxmlformats.org/officeDocument/2006/relationships/oleObject" Target="../embeddings/oleObject143.bin"/><Relationship Id="rId5" Type="http://schemas.openxmlformats.org/officeDocument/2006/relationships/image" Target="../media/image163.emf"/><Relationship Id="rId15" Type="http://schemas.openxmlformats.org/officeDocument/2006/relationships/image" Target="../media/image168.emf"/><Relationship Id="rId23" Type="http://schemas.openxmlformats.org/officeDocument/2006/relationships/image" Target="../media/image172.emf"/><Relationship Id="rId10" Type="http://schemas.openxmlformats.org/officeDocument/2006/relationships/oleObject" Target="../embeddings/oleObject136.bin"/><Relationship Id="rId19" Type="http://schemas.openxmlformats.org/officeDocument/2006/relationships/image" Target="../media/image170.emf"/><Relationship Id="rId4" Type="http://schemas.openxmlformats.org/officeDocument/2006/relationships/oleObject" Target="../embeddings/oleObject133.bin"/><Relationship Id="rId9" Type="http://schemas.openxmlformats.org/officeDocument/2006/relationships/image" Target="../media/image165.emf"/><Relationship Id="rId14" Type="http://schemas.openxmlformats.org/officeDocument/2006/relationships/oleObject" Target="../embeddings/oleObject138.bin"/><Relationship Id="rId22" Type="http://schemas.openxmlformats.org/officeDocument/2006/relationships/oleObject" Target="../embeddings/oleObject142.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47.bin"/><Relationship Id="rId13" Type="http://schemas.openxmlformats.org/officeDocument/2006/relationships/image" Target="../media/image179.emf"/><Relationship Id="rId3" Type="http://schemas.openxmlformats.org/officeDocument/2006/relationships/image" Target="../media/image174.emf"/><Relationship Id="rId7" Type="http://schemas.openxmlformats.org/officeDocument/2006/relationships/image" Target="../media/image176.emf"/><Relationship Id="rId12" Type="http://schemas.openxmlformats.org/officeDocument/2006/relationships/oleObject" Target="../embeddings/oleObject149.bin"/><Relationship Id="rId2" Type="http://schemas.openxmlformats.org/officeDocument/2006/relationships/oleObject" Target="../embeddings/oleObject144.bin"/><Relationship Id="rId1" Type="http://schemas.openxmlformats.org/officeDocument/2006/relationships/slideLayout" Target="../slideLayouts/slideLayout7.xml"/><Relationship Id="rId6" Type="http://schemas.openxmlformats.org/officeDocument/2006/relationships/oleObject" Target="../embeddings/oleObject146.bin"/><Relationship Id="rId11" Type="http://schemas.openxmlformats.org/officeDocument/2006/relationships/image" Target="../media/image178.emf"/><Relationship Id="rId5" Type="http://schemas.openxmlformats.org/officeDocument/2006/relationships/image" Target="../media/image175.emf"/><Relationship Id="rId10" Type="http://schemas.openxmlformats.org/officeDocument/2006/relationships/oleObject" Target="../embeddings/oleObject148.bin"/><Relationship Id="rId4" Type="http://schemas.openxmlformats.org/officeDocument/2006/relationships/oleObject" Target="../embeddings/oleObject145.bin"/><Relationship Id="rId9" Type="http://schemas.openxmlformats.org/officeDocument/2006/relationships/image" Target="../media/image177.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image" Target="../media/image185.emf"/><Relationship Id="rId18" Type="http://schemas.openxmlformats.org/officeDocument/2006/relationships/oleObject" Target="../embeddings/oleObject158.bin"/><Relationship Id="rId26" Type="http://schemas.openxmlformats.org/officeDocument/2006/relationships/oleObject" Target="../embeddings/oleObject162.bin"/><Relationship Id="rId39" Type="http://schemas.openxmlformats.org/officeDocument/2006/relationships/image" Target="../media/image198.emf"/><Relationship Id="rId3" Type="http://schemas.openxmlformats.org/officeDocument/2006/relationships/image" Target="../media/image180.wmf"/><Relationship Id="rId21" Type="http://schemas.openxmlformats.org/officeDocument/2006/relationships/image" Target="../media/image189.emf"/><Relationship Id="rId34" Type="http://schemas.openxmlformats.org/officeDocument/2006/relationships/oleObject" Target="../embeddings/oleObject166.bin"/><Relationship Id="rId42" Type="http://schemas.openxmlformats.org/officeDocument/2006/relationships/oleObject" Target="../embeddings/oleObject170.bin"/><Relationship Id="rId7" Type="http://schemas.openxmlformats.org/officeDocument/2006/relationships/image" Target="../media/image182.wmf"/><Relationship Id="rId12" Type="http://schemas.openxmlformats.org/officeDocument/2006/relationships/oleObject" Target="../embeddings/oleObject155.bin"/><Relationship Id="rId17" Type="http://schemas.openxmlformats.org/officeDocument/2006/relationships/image" Target="../media/image187.emf"/><Relationship Id="rId25" Type="http://schemas.openxmlformats.org/officeDocument/2006/relationships/image" Target="../media/image191.emf"/><Relationship Id="rId33" Type="http://schemas.openxmlformats.org/officeDocument/2006/relationships/image" Target="../media/image195.emf"/><Relationship Id="rId38" Type="http://schemas.openxmlformats.org/officeDocument/2006/relationships/oleObject" Target="../embeddings/oleObject168.bin"/><Relationship Id="rId2" Type="http://schemas.openxmlformats.org/officeDocument/2006/relationships/oleObject" Target="../embeddings/oleObject150.bin"/><Relationship Id="rId16" Type="http://schemas.openxmlformats.org/officeDocument/2006/relationships/oleObject" Target="../embeddings/oleObject157.bin"/><Relationship Id="rId20" Type="http://schemas.openxmlformats.org/officeDocument/2006/relationships/oleObject" Target="../embeddings/oleObject159.bin"/><Relationship Id="rId29" Type="http://schemas.openxmlformats.org/officeDocument/2006/relationships/image" Target="../media/image193.emf"/><Relationship Id="rId41" Type="http://schemas.openxmlformats.org/officeDocument/2006/relationships/image" Target="../media/image199.emf"/><Relationship Id="rId1" Type="http://schemas.openxmlformats.org/officeDocument/2006/relationships/slideLayout" Target="../slideLayouts/slideLayout7.xml"/><Relationship Id="rId6" Type="http://schemas.openxmlformats.org/officeDocument/2006/relationships/oleObject" Target="../embeddings/oleObject152.bin"/><Relationship Id="rId11" Type="http://schemas.openxmlformats.org/officeDocument/2006/relationships/image" Target="../media/image184.wmf"/><Relationship Id="rId24" Type="http://schemas.openxmlformats.org/officeDocument/2006/relationships/oleObject" Target="../embeddings/oleObject161.bin"/><Relationship Id="rId32" Type="http://schemas.openxmlformats.org/officeDocument/2006/relationships/oleObject" Target="../embeddings/oleObject165.bin"/><Relationship Id="rId37" Type="http://schemas.openxmlformats.org/officeDocument/2006/relationships/image" Target="../media/image197.emf"/><Relationship Id="rId40" Type="http://schemas.openxmlformats.org/officeDocument/2006/relationships/oleObject" Target="../embeddings/oleObject169.bin"/><Relationship Id="rId45" Type="http://schemas.openxmlformats.org/officeDocument/2006/relationships/image" Target="../media/image201.emf"/><Relationship Id="rId5" Type="http://schemas.openxmlformats.org/officeDocument/2006/relationships/image" Target="../media/image181.emf"/><Relationship Id="rId15" Type="http://schemas.openxmlformats.org/officeDocument/2006/relationships/image" Target="../media/image186.wmf"/><Relationship Id="rId23" Type="http://schemas.openxmlformats.org/officeDocument/2006/relationships/image" Target="../media/image190.emf"/><Relationship Id="rId28" Type="http://schemas.openxmlformats.org/officeDocument/2006/relationships/oleObject" Target="../embeddings/oleObject163.bin"/><Relationship Id="rId36" Type="http://schemas.openxmlformats.org/officeDocument/2006/relationships/oleObject" Target="../embeddings/oleObject167.bin"/><Relationship Id="rId10" Type="http://schemas.openxmlformats.org/officeDocument/2006/relationships/oleObject" Target="../embeddings/oleObject154.bin"/><Relationship Id="rId19" Type="http://schemas.openxmlformats.org/officeDocument/2006/relationships/image" Target="../media/image188.emf"/><Relationship Id="rId31" Type="http://schemas.openxmlformats.org/officeDocument/2006/relationships/image" Target="../media/image194.emf"/><Relationship Id="rId44" Type="http://schemas.openxmlformats.org/officeDocument/2006/relationships/oleObject" Target="../embeddings/oleObject171.bin"/><Relationship Id="rId4" Type="http://schemas.openxmlformats.org/officeDocument/2006/relationships/oleObject" Target="../embeddings/oleObject151.bin"/><Relationship Id="rId9" Type="http://schemas.openxmlformats.org/officeDocument/2006/relationships/image" Target="../media/image183.emf"/><Relationship Id="rId14" Type="http://schemas.openxmlformats.org/officeDocument/2006/relationships/oleObject" Target="../embeddings/oleObject156.bin"/><Relationship Id="rId22" Type="http://schemas.openxmlformats.org/officeDocument/2006/relationships/oleObject" Target="../embeddings/oleObject160.bin"/><Relationship Id="rId27" Type="http://schemas.openxmlformats.org/officeDocument/2006/relationships/image" Target="../media/image192.emf"/><Relationship Id="rId30" Type="http://schemas.openxmlformats.org/officeDocument/2006/relationships/oleObject" Target="../embeddings/oleObject164.bin"/><Relationship Id="rId35" Type="http://schemas.openxmlformats.org/officeDocument/2006/relationships/image" Target="../media/image196.emf"/><Relationship Id="rId43" Type="http://schemas.openxmlformats.org/officeDocument/2006/relationships/image" Target="../media/image200.emf"/></Relationships>
</file>

<file path=ppt/slides/_rels/slide25.xml.rels><?xml version="1.0" encoding="UTF-8" standalone="yes"?>
<Relationships xmlns="http://schemas.openxmlformats.org/package/2006/relationships"><Relationship Id="rId3" Type="http://schemas.openxmlformats.org/officeDocument/2006/relationships/image" Target="../media/image202.emf"/><Relationship Id="rId7" Type="http://schemas.openxmlformats.org/officeDocument/2006/relationships/image" Target="../media/image204.emf"/><Relationship Id="rId2" Type="http://schemas.openxmlformats.org/officeDocument/2006/relationships/oleObject" Target="../embeddings/oleObject172.bin"/><Relationship Id="rId1" Type="http://schemas.openxmlformats.org/officeDocument/2006/relationships/slideLayout" Target="../slideLayouts/slideLayout12.xml"/><Relationship Id="rId6" Type="http://schemas.openxmlformats.org/officeDocument/2006/relationships/oleObject" Target="../embeddings/oleObject174.bin"/><Relationship Id="rId5" Type="http://schemas.openxmlformats.org/officeDocument/2006/relationships/image" Target="../media/image203.emf"/><Relationship Id="rId4" Type="http://schemas.openxmlformats.org/officeDocument/2006/relationships/oleObject" Target="../embeddings/oleObject173.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78.bin"/><Relationship Id="rId3" Type="http://schemas.openxmlformats.org/officeDocument/2006/relationships/image" Target="../media/image205.emf"/><Relationship Id="rId7" Type="http://schemas.openxmlformats.org/officeDocument/2006/relationships/image" Target="../media/image207.emf"/><Relationship Id="rId2" Type="http://schemas.openxmlformats.org/officeDocument/2006/relationships/oleObject" Target="../embeddings/oleObject175.bin"/><Relationship Id="rId1" Type="http://schemas.openxmlformats.org/officeDocument/2006/relationships/slideLayout" Target="../slideLayouts/slideLayout2.xml"/><Relationship Id="rId6" Type="http://schemas.openxmlformats.org/officeDocument/2006/relationships/oleObject" Target="../embeddings/oleObject177.bin"/><Relationship Id="rId5" Type="http://schemas.openxmlformats.org/officeDocument/2006/relationships/image" Target="../media/image206.emf"/><Relationship Id="rId4" Type="http://schemas.openxmlformats.org/officeDocument/2006/relationships/oleObject" Target="../embeddings/oleObject176.bin"/><Relationship Id="rId9" Type="http://schemas.openxmlformats.org/officeDocument/2006/relationships/image" Target="../media/image208.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214.emf"/><Relationship Id="rId18" Type="http://schemas.openxmlformats.org/officeDocument/2006/relationships/oleObject" Target="../embeddings/oleObject187.bin"/><Relationship Id="rId3" Type="http://schemas.openxmlformats.org/officeDocument/2006/relationships/image" Target="../media/image209.emf"/><Relationship Id="rId21" Type="http://schemas.openxmlformats.org/officeDocument/2006/relationships/image" Target="../media/image218.emf"/><Relationship Id="rId7" Type="http://schemas.openxmlformats.org/officeDocument/2006/relationships/image" Target="../media/image211.emf"/><Relationship Id="rId12" Type="http://schemas.openxmlformats.org/officeDocument/2006/relationships/oleObject" Target="../embeddings/oleObject184.bin"/><Relationship Id="rId17" Type="http://schemas.openxmlformats.org/officeDocument/2006/relationships/image" Target="../media/image216.emf"/><Relationship Id="rId2" Type="http://schemas.openxmlformats.org/officeDocument/2006/relationships/oleObject" Target="../embeddings/oleObject179.bin"/><Relationship Id="rId16" Type="http://schemas.openxmlformats.org/officeDocument/2006/relationships/oleObject" Target="../embeddings/oleObject186.bin"/><Relationship Id="rId20" Type="http://schemas.openxmlformats.org/officeDocument/2006/relationships/oleObject" Target="../embeddings/oleObject188.bin"/><Relationship Id="rId1" Type="http://schemas.openxmlformats.org/officeDocument/2006/relationships/slideLayout" Target="../slideLayouts/slideLayout7.xml"/><Relationship Id="rId6" Type="http://schemas.openxmlformats.org/officeDocument/2006/relationships/oleObject" Target="../embeddings/oleObject181.bin"/><Relationship Id="rId11" Type="http://schemas.openxmlformats.org/officeDocument/2006/relationships/image" Target="../media/image213.emf"/><Relationship Id="rId5" Type="http://schemas.openxmlformats.org/officeDocument/2006/relationships/image" Target="../media/image210.emf"/><Relationship Id="rId15" Type="http://schemas.openxmlformats.org/officeDocument/2006/relationships/image" Target="../media/image215.emf"/><Relationship Id="rId10" Type="http://schemas.openxmlformats.org/officeDocument/2006/relationships/oleObject" Target="../embeddings/oleObject183.bin"/><Relationship Id="rId19" Type="http://schemas.openxmlformats.org/officeDocument/2006/relationships/image" Target="../media/image217.emf"/><Relationship Id="rId4" Type="http://schemas.openxmlformats.org/officeDocument/2006/relationships/oleObject" Target="../embeddings/oleObject180.bin"/><Relationship Id="rId9" Type="http://schemas.openxmlformats.org/officeDocument/2006/relationships/image" Target="../media/image212.emf"/><Relationship Id="rId14" Type="http://schemas.openxmlformats.org/officeDocument/2006/relationships/oleObject" Target="../embeddings/oleObject185.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92.bin"/><Relationship Id="rId13" Type="http://schemas.openxmlformats.org/officeDocument/2006/relationships/image" Target="../media/image224.emf"/><Relationship Id="rId18" Type="http://schemas.openxmlformats.org/officeDocument/2006/relationships/oleObject" Target="../embeddings/oleObject197.bin"/><Relationship Id="rId3" Type="http://schemas.openxmlformats.org/officeDocument/2006/relationships/image" Target="../media/image219.emf"/><Relationship Id="rId21" Type="http://schemas.openxmlformats.org/officeDocument/2006/relationships/image" Target="../media/image228.emf"/><Relationship Id="rId7" Type="http://schemas.openxmlformats.org/officeDocument/2006/relationships/image" Target="../media/image221.emf"/><Relationship Id="rId12" Type="http://schemas.openxmlformats.org/officeDocument/2006/relationships/oleObject" Target="../embeddings/oleObject194.bin"/><Relationship Id="rId17" Type="http://schemas.openxmlformats.org/officeDocument/2006/relationships/image" Target="../media/image226.emf"/><Relationship Id="rId25" Type="http://schemas.openxmlformats.org/officeDocument/2006/relationships/image" Target="../media/image230.emf"/><Relationship Id="rId2" Type="http://schemas.openxmlformats.org/officeDocument/2006/relationships/oleObject" Target="../embeddings/oleObject189.bin"/><Relationship Id="rId16" Type="http://schemas.openxmlformats.org/officeDocument/2006/relationships/oleObject" Target="../embeddings/oleObject196.bin"/><Relationship Id="rId20" Type="http://schemas.openxmlformats.org/officeDocument/2006/relationships/oleObject" Target="../embeddings/oleObject198.bin"/><Relationship Id="rId1" Type="http://schemas.openxmlformats.org/officeDocument/2006/relationships/slideLayout" Target="../slideLayouts/slideLayout4.xml"/><Relationship Id="rId6" Type="http://schemas.openxmlformats.org/officeDocument/2006/relationships/oleObject" Target="../embeddings/oleObject191.bin"/><Relationship Id="rId11" Type="http://schemas.openxmlformats.org/officeDocument/2006/relationships/image" Target="../media/image223.emf"/><Relationship Id="rId24" Type="http://schemas.openxmlformats.org/officeDocument/2006/relationships/oleObject" Target="../embeddings/oleObject200.bin"/><Relationship Id="rId5" Type="http://schemas.openxmlformats.org/officeDocument/2006/relationships/image" Target="../media/image220.emf"/><Relationship Id="rId15" Type="http://schemas.openxmlformats.org/officeDocument/2006/relationships/image" Target="../media/image225.emf"/><Relationship Id="rId23" Type="http://schemas.openxmlformats.org/officeDocument/2006/relationships/image" Target="../media/image229.emf"/><Relationship Id="rId10" Type="http://schemas.openxmlformats.org/officeDocument/2006/relationships/oleObject" Target="../embeddings/oleObject193.bin"/><Relationship Id="rId19" Type="http://schemas.openxmlformats.org/officeDocument/2006/relationships/image" Target="../media/image227.emf"/><Relationship Id="rId4" Type="http://schemas.openxmlformats.org/officeDocument/2006/relationships/oleObject" Target="../embeddings/oleObject190.bin"/><Relationship Id="rId9" Type="http://schemas.openxmlformats.org/officeDocument/2006/relationships/image" Target="../media/image222.emf"/><Relationship Id="rId14" Type="http://schemas.openxmlformats.org/officeDocument/2006/relationships/oleObject" Target="../embeddings/oleObject195.bin"/><Relationship Id="rId22" Type="http://schemas.openxmlformats.org/officeDocument/2006/relationships/oleObject" Target="../embeddings/oleObject19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14" descr="20072131631225644">
            <a:extLst>
              <a:ext uri="{FF2B5EF4-FFF2-40B4-BE49-F238E27FC236}">
                <a16:creationId xmlns:a16="http://schemas.microsoft.com/office/drawing/2014/main" id="{1FBFA1EB-6F1C-69EF-9A66-A3D5CEABB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WordArt 267">
            <a:extLst>
              <a:ext uri="{FF2B5EF4-FFF2-40B4-BE49-F238E27FC236}">
                <a16:creationId xmlns:a16="http://schemas.microsoft.com/office/drawing/2014/main" id="{D9509D25-7B72-03B9-D3A9-7EC2D57B5C80}"/>
              </a:ext>
            </a:extLst>
          </p:cNvPr>
          <p:cNvSpPr>
            <a:spLocks noChangeArrowheads="1" noChangeShapeType="1" noTextEdit="1"/>
          </p:cNvSpPr>
          <p:nvPr/>
        </p:nvSpPr>
        <p:spPr bwMode="auto">
          <a:xfrm>
            <a:off x="533400" y="1143000"/>
            <a:ext cx="8077200" cy="16002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4800" i="1" kern="10">
                <a:solidFill>
                  <a:srgbClr val="FF0000"/>
                </a:solidFill>
                <a:effectLst>
                  <a:outerShdw dist="35921" dir="2700000" algn="ctr" rotWithShape="0">
                    <a:srgbClr val="808080"/>
                  </a:outerShdw>
                </a:effectLst>
                <a:latin typeface="Times New Roman" panose="02020603050405020304" pitchFamily="18" charset="0"/>
                <a:cs typeface="Times New Roman" panose="02020603050405020304" pitchFamily="18" charset="0"/>
              </a:rPr>
              <a:t>University Physics</a:t>
            </a:r>
            <a:endParaRPr lang="zh-CN" altLang="en-US" sz="4800" i="1" kern="10">
              <a:solidFill>
                <a:srgbClr val="FF0000"/>
              </a:solidFill>
              <a:effectLst>
                <a:outerShdw dist="35921" dir="2700000" algn="ctr" rotWithShape="0">
                  <a:srgbClr val="808080"/>
                </a:outerShdw>
              </a:effectLst>
              <a:latin typeface="Times New Roman" panose="02020603050405020304" pitchFamily="18" charset="0"/>
              <a:cs typeface="Times New Roman" panose="02020603050405020304" pitchFamily="18" charset="0"/>
            </a:endParaRPr>
          </a:p>
        </p:txBody>
      </p:sp>
      <p:sp>
        <p:nvSpPr>
          <p:cNvPr id="8" name="Text Box 268">
            <a:extLst>
              <a:ext uri="{FF2B5EF4-FFF2-40B4-BE49-F238E27FC236}">
                <a16:creationId xmlns:a16="http://schemas.microsoft.com/office/drawing/2014/main" id="{CC2227DF-5CC1-875F-B9A6-7160FE0061BE}"/>
              </a:ext>
            </a:extLst>
          </p:cNvPr>
          <p:cNvSpPr txBox="1">
            <a:spLocks noChangeArrowheads="1"/>
          </p:cNvSpPr>
          <p:nvPr/>
        </p:nvSpPr>
        <p:spPr bwMode="auto">
          <a:xfrm>
            <a:off x="1295400" y="3549650"/>
            <a:ext cx="6705600" cy="2378075"/>
          </a:xfrm>
          <a:prstGeom prst="rect">
            <a:avLst/>
          </a:prstGeom>
          <a:noFill/>
          <a:ln w="9525">
            <a:noFill/>
            <a:miter lim="800000"/>
            <a:headEnd/>
            <a:tailEnd/>
          </a:ln>
          <a:effectLst/>
        </p:spPr>
        <p:txBody>
          <a:bodyPr>
            <a:spAutoFit/>
          </a:bodyPr>
          <a:lstStyle/>
          <a:p>
            <a:pPr algn="ctr" eaLnBrk="1" hangingPunct="1">
              <a:lnSpc>
                <a:spcPct val="75000"/>
              </a:lnSpc>
              <a:defRPr/>
            </a:pPr>
            <a:r>
              <a:rPr kumimoji="1" lang="en-US" altLang="zh-CN" sz="3800" dirty="0">
                <a:solidFill>
                  <a:srgbClr val="FFFF00"/>
                </a:solidFill>
                <a:effectLst>
                  <a:outerShdw blurRad="38100" dist="38100" dir="2700000" algn="tl">
                    <a:srgbClr val="000000"/>
                  </a:outerShdw>
                </a:effectLst>
                <a:latin typeface="Arial" charset="0"/>
                <a:ea typeface="宋体" pitchFamily="2" charset="-122"/>
              </a:rPr>
              <a:t>Xi’an  </a:t>
            </a:r>
            <a:r>
              <a:rPr kumimoji="1" lang="en-US" altLang="zh-CN" sz="3800" dirty="0" err="1">
                <a:solidFill>
                  <a:srgbClr val="FFFF00"/>
                </a:solidFill>
                <a:effectLst>
                  <a:outerShdw blurRad="38100" dist="38100" dir="2700000" algn="tl">
                    <a:srgbClr val="000000"/>
                  </a:outerShdw>
                </a:effectLst>
                <a:latin typeface="Arial" charset="0"/>
                <a:ea typeface="宋体" pitchFamily="2" charset="-122"/>
              </a:rPr>
              <a:t>Jiaotong</a:t>
            </a:r>
            <a:r>
              <a:rPr kumimoji="1" lang="en-US" altLang="zh-CN" sz="3800" dirty="0">
                <a:solidFill>
                  <a:srgbClr val="FFFF00"/>
                </a:solidFill>
                <a:effectLst>
                  <a:outerShdw blurRad="38100" dist="38100" dir="2700000" algn="tl">
                    <a:srgbClr val="000000"/>
                  </a:outerShdw>
                </a:effectLst>
                <a:latin typeface="Arial" charset="0"/>
                <a:ea typeface="宋体" pitchFamily="2" charset="-122"/>
              </a:rPr>
              <a:t>  University</a:t>
            </a:r>
          </a:p>
          <a:p>
            <a:pPr algn="ctr" eaLnBrk="1" hangingPunct="1">
              <a:lnSpc>
                <a:spcPct val="75000"/>
              </a:lnSpc>
              <a:defRPr/>
            </a:pPr>
            <a:endParaRPr kumimoji="1" lang="en-US" altLang="zh-CN" sz="2800" dirty="0">
              <a:solidFill>
                <a:srgbClr val="FFFF00"/>
              </a:solidFill>
              <a:effectLst>
                <a:outerShdw blurRad="38100" dist="38100" dir="2700000" algn="tl">
                  <a:srgbClr val="000000"/>
                </a:outerShdw>
              </a:effectLst>
              <a:latin typeface="Times New Roman" pitchFamily="18" charset="0"/>
              <a:ea typeface="华文仿宋" pitchFamily="2" charset="-122"/>
            </a:endParaRPr>
          </a:p>
          <a:p>
            <a:pPr algn="ctr" eaLnBrk="1" hangingPunct="1">
              <a:lnSpc>
                <a:spcPct val="130000"/>
              </a:lnSpc>
              <a:defRPr/>
            </a:pPr>
            <a:r>
              <a:rPr kumimoji="1" lang="en-US" altLang="zh-CN" sz="3000" dirty="0">
                <a:solidFill>
                  <a:srgbClr val="FFFF00"/>
                </a:solidFill>
                <a:effectLst>
                  <a:outerShdw blurRad="38100" dist="38100" dir="2700000" algn="tl">
                    <a:srgbClr val="000000"/>
                  </a:outerShdw>
                </a:effectLst>
                <a:latin typeface="Arial" charset="0"/>
                <a:ea typeface="楷体_GB2312" pitchFamily="49" charset="-122"/>
              </a:rPr>
              <a:t>Zhao </a:t>
            </a:r>
            <a:r>
              <a:rPr kumimoji="1" lang="en-US" altLang="zh-CN" sz="3000" dirty="0" err="1">
                <a:solidFill>
                  <a:srgbClr val="FFFF00"/>
                </a:solidFill>
                <a:effectLst>
                  <a:outerShdw blurRad="38100" dist="38100" dir="2700000" algn="tl">
                    <a:srgbClr val="000000"/>
                  </a:outerShdw>
                </a:effectLst>
                <a:latin typeface="Arial" charset="0"/>
                <a:ea typeface="楷体_GB2312" pitchFamily="49" charset="-122"/>
              </a:rPr>
              <a:t>ShuMin</a:t>
            </a:r>
            <a:endParaRPr kumimoji="1" lang="en-US" altLang="zh-CN" sz="3000" dirty="0">
              <a:solidFill>
                <a:srgbClr val="FFFF00"/>
              </a:solidFill>
              <a:effectLst>
                <a:outerShdw blurRad="38100" dist="38100" dir="2700000" algn="tl">
                  <a:srgbClr val="000000"/>
                </a:outerShdw>
              </a:effectLst>
              <a:latin typeface="Arial" charset="0"/>
              <a:ea typeface="楷体_GB2312" pitchFamily="49" charset="-122"/>
            </a:endParaRPr>
          </a:p>
          <a:p>
            <a:pPr algn="ctr" eaLnBrk="1" hangingPunct="1">
              <a:lnSpc>
                <a:spcPct val="130000"/>
              </a:lnSpc>
              <a:defRPr/>
            </a:pPr>
            <a:endParaRPr kumimoji="1" lang="en-US" altLang="zh-CN" sz="3000" dirty="0">
              <a:solidFill>
                <a:srgbClr val="FFFF00"/>
              </a:solidFill>
              <a:effectLst>
                <a:outerShdw blurRad="38100" dist="38100" dir="2700000" algn="tl">
                  <a:srgbClr val="000000"/>
                </a:outerShdw>
              </a:effectLst>
              <a:latin typeface="Arial" charset="0"/>
              <a:ea typeface="楷体_GB2312" pitchFamily="49" charset="-122"/>
            </a:endParaRPr>
          </a:p>
          <a:p>
            <a:pPr algn="ctr" eaLnBrk="1" hangingPunct="1">
              <a:lnSpc>
                <a:spcPct val="75000"/>
              </a:lnSpc>
              <a:defRPr/>
            </a:pPr>
            <a:endParaRPr kumimoji="1" lang="en-US" altLang="zh-CN" sz="2800" dirty="0">
              <a:solidFill>
                <a:srgbClr val="FFFF00"/>
              </a:solidFill>
              <a:effectLst>
                <a:outerShdw blurRad="38100" dist="38100" dir="2700000" algn="tl">
                  <a:srgbClr val="000000"/>
                </a:outerShdw>
              </a:effectLst>
              <a:latin typeface="Arial" charset="0"/>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nodeType="afterEffect">
                                  <p:stCondLst>
                                    <p:cond delay="1500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ppt_x</p:attrName>
                                        </p:attrNameLst>
                                      </p:cBhvr>
                                      <p:tavLst>
                                        <p:tav tm="0">
                                          <p:val>
                                            <p:fltVal val="0.5"/>
                                          </p:val>
                                        </p:tav>
                                        <p:tav tm="100000">
                                          <p:val>
                                            <p:strVal val="#ppt_x"/>
                                          </p:val>
                                        </p:tav>
                                      </p:tavLst>
                                    </p:anim>
                                    <p:anim calcmode="lin" valueType="num">
                                      <p:cBhvr>
                                        <p:cTn id="10" dur="500" fill="hold"/>
                                        <p:tgtEl>
                                          <p:spTgt spid="7"/>
                                        </p:tgtEl>
                                        <p:attrNameLst>
                                          <p:attrName>ppt_y</p:attrName>
                                        </p:attrNameLst>
                                      </p:cBhvr>
                                      <p:tavLst>
                                        <p:tav tm="0">
                                          <p:val>
                                            <p:fltVal val="0.5"/>
                                          </p:val>
                                        </p:tav>
                                        <p:tav tm="100000">
                                          <p:val>
                                            <p:strVal val="#ppt_y"/>
                                          </p:val>
                                        </p:tav>
                                      </p:tavLst>
                                    </p:anim>
                                  </p:childTnLst>
                                </p:cTn>
                              </p:par>
                            </p:childTnLst>
                          </p:cTn>
                        </p:par>
                        <p:par>
                          <p:cTn id="11" fill="hold" nodeType="afterGroup">
                            <p:stCondLst>
                              <p:cond delay="15500"/>
                            </p:stCondLst>
                            <p:childTnLst>
                              <p:par>
                                <p:cTn id="12" presetID="16" presetClass="entr" presetSubtype="42" fill="hold" nodeType="afterEffect">
                                  <p:stCondLst>
                                    <p:cond delay="20000"/>
                                  </p:stCondLst>
                                  <p:iterate type="lt">
                                    <p:tmPct val="100000"/>
                                  </p:iterate>
                                  <p:childTnLst>
                                    <p:set>
                                      <p:cBhvr>
                                        <p:cTn id="13" dur="1" fill="hold">
                                          <p:stCondLst>
                                            <p:cond delay="0"/>
                                          </p:stCondLst>
                                        </p:cTn>
                                        <p:tgtEl>
                                          <p:spTgt spid="8"/>
                                        </p:tgtEl>
                                        <p:attrNameLst>
                                          <p:attrName>style.visibility</p:attrName>
                                        </p:attrNameLst>
                                      </p:cBhvr>
                                      <p:to>
                                        <p:strVal val="visible"/>
                                      </p:to>
                                    </p:set>
                                    <p:animEffect transition="in" filter="barn(outHorizontal)">
                                      <p:cBhvr>
                                        <p:cTn id="14" dur="75"/>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
            <a:extLst>
              <a:ext uri="{FF2B5EF4-FFF2-40B4-BE49-F238E27FC236}">
                <a16:creationId xmlns:a16="http://schemas.microsoft.com/office/drawing/2014/main" id="{03BD36C8-9987-D18D-65BC-0BE8B644F57B}"/>
              </a:ext>
            </a:extLst>
          </p:cNvPr>
          <p:cNvSpPr txBox="1">
            <a:spLocks noChangeArrowheads="1"/>
          </p:cNvSpPr>
          <p:nvPr/>
        </p:nvSpPr>
        <p:spPr bwMode="auto">
          <a:xfrm>
            <a:off x="482600" y="1802942"/>
            <a:ext cx="7967663" cy="498475"/>
          </a:xfrm>
          <a:prstGeom prst="rect">
            <a:avLst/>
          </a:prstGeom>
          <a:noFill/>
          <a:ln w="9525" algn="ctr">
            <a:noFill/>
            <a:miter lim="800000"/>
            <a:headEnd/>
            <a:tailEnd/>
          </a:ln>
          <a:effectLst/>
        </p:spPr>
        <p:txBody>
          <a:bodyPr>
            <a:spAutoFit/>
          </a:bodyPr>
          <a:lstStyle/>
          <a:p>
            <a:pPr>
              <a:lnSpc>
                <a:spcPct val="110000"/>
              </a:lnSpc>
              <a:buClr>
                <a:schemeClr val="tx2"/>
              </a:buClr>
              <a:buFont typeface="Monotype Sorts" pitchFamily="2" charset="2"/>
              <a:buNone/>
              <a:defRPr/>
            </a:pPr>
            <a:r>
              <a:rPr lang="zh-CN" altLang="en-US" dirty="0">
                <a:solidFill>
                  <a:srgbClr val="00FFFF"/>
                </a:solidFill>
                <a:effectLst>
                  <a:outerShdw blurRad="38100" dist="38100" dir="2700000" algn="tl">
                    <a:srgbClr val="000000"/>
                  </a:outerShdw>
                </a:effectLst>
                <a:latin typeface="Times New Roman" pitchFamily="18" charset="0"/>
                <a:ea typeface="宋体" pitchFamily="2" charset="-122"/>
              </a:rPr>
              <a:t>保守力</a:t>
            </a:r>
            <a:endParaRPr lang="zh-CN" altLang="en-US" dirty="0">
              <a:solidFill>
                <a:srgbClr val="FFCC00"/>
              </a:solidFill>
              <a:effectLst>
                <a:outerShdw blurRad="38100" dist="38100" dir="2700000" algn="tl">
                  <a:srgbClr val="000000"/>
                </a:outerShdw>
              </a:effectLst>
              <a:latin typeface="Times New Roman" pitchFamily="18" charset="0"/>
            </a:endParaRPr>
          </a:p>
        </p:txBody>
      </p:sp>
      <p:graphicFrame>
        <p:nvGraphicFramePr>
          <p:cNvPr id="15" name="Object 2">
            <a:extLst>
              <a:ext uri="{FF2B5EF4-FFF2-40B4-BE49-F238E27FC236}">
                <a16:creationId xmlns:a16="http://schemas.microsoft.com/office/drawing/2014/main" id="{248303E9-BAD7-EA8B-14D7-04EFB28E2717}"/>
              </a:ext>
            </a:extLst>
          </p:cNvPr>
          <p:cNvGraphicFramePr>
            <a:graphicFrameLocks noChangeAspect="1"/>
          </p:cNvGraphicFramePr>
          <p:nvPr>
            <p:extLst>
              <p:ext uri="{D42A27DB-BD31-4B8C-83A1-F6EECF244321}">
                <p14:modId xmlns:p14="http://schemas.microsoft.com/office/powerpoint/2010/main" val="2190494196"/>
              </p:ext>
            </p:extLst>
          </p:nvPr>
        </p:nvGraphicFramePr>
        <p:xfrm>
          <a:off x="3541713" y="1718804"/>
          <a:ext cx="2033587" cy="633413"/>
        </p:xfrm>
        <a:graphic>
          <a:graphicData uri="http://schemas.openxmlformats.org/presentationml/2006/ole">
            <mc:AlternateContent xmlns:mc="http://schemas.openxmlformats.org/markup-compatibility/2006">
              <mc:Choice xmlns:v="urn:schemas-microsoft-com:vml" Requires="v">
                <p:oleObj name="公式" r:id="rId3" imgW="1295338" imgH="480309" progId="Equation.3">
                  <p:embed/>
                </p:oleObj>
              </mc:Choice>
              <mc:Fallback>
                <p:oleObj name="公式" r:id="rId3" imgW="1295338" imgH="48030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1713" y="1718804"/>
                        <a:ext cx="2033587" cy="633413"/>
                      </a:xfrm>
                      <a:prstGeom prst="rect">
                        <a:avLst/>
                      </a:prstGeom>
                      <a:noFill/>
                      <a:ln w="9525">
                        <a:solidFill>
                          <a:srgbClr val="00FFFF">
                            <a:alpha val="25098"/>
                          </a:srgbClr>
                        </a:solidFill>
                        <a:miter lim="800000"/>
                        <a:headEnd/>
                        <a:tailEnd/>
                      </a:ln>
                      <a:effectLst/>
                      <a:extLst>
                        <a:ext uri="{909E8E84-426E-40DD-AFC4-6F175D3DCCD1}">
                          <a14:hiddenFill xmlns:a14="http://schemas.microsoft.com/office/drawing/2010/main">
                            <a:solidFill>
                              <a:srgbClr val="00CCFF">
                                <a:alpha val="25098"/>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6">
            <a:extLst>
              <a:ext uri="{FF2B5EF4-FFF2-40B4-BE49-F238E27FC236}">
                <a16:creationId xmlns:a16="http://schemas.microsoft.com/office/drawing/2014/main" id="{42092FBA-DDF7-8CE6-B8A4-B21B991F6E42}"/>
              </a:ext>
            </a:extLst>
          </p:cNvPr>
          <p:cNvSpPr txBox="1">
            <a:spLocks noChangeArrowheads="1"/>
          </p:cNvSpPr>
          <p:nvPr/>
        </p:nvSpPr>
        <p:spPr bwMode="auto">
          <a:xfrm>
            <a:off x="371475" y="2507792"/>
            <a:ext cx="1820863" cy="530225"/>
          </a:xfrm>
          <a:prstGeom prst="rect">
            <a:avLst/>
          </a:prstGeom>
          <a:noFill/>
          <a:ln w="9525" algn="ctr">
            <a:noFill/>
            <a:miter lim="800000"/>
            <a:headEnd/>
            <a:tailEnd/>
          </a:ln>
          <a:effectLst/>
        </p:spPr>
        <p:txBody>
          <a:bodyPr>
            <a:spAutoFit/>
          </a:bodyPr>
          <a:lstStyle/>
          <a:p>
            <a:pPr marL="457200" indent="-457200">
              <a:lnSpc>
                <a:spcPct val="120000"/>
              </a:lnSpc>
              <a:spcBef>
                <a:spcPct val="50000"/>
              </a:spcBef>
              <a:buClr>
                <a:schemeClr val="tx2"/>
              </a:buClr>
              <a:buFont typeface="Monotype Sorts" pitchFamily="2" charset="2"/>
              <a:buNone/>
              <a:defRPr/>
            </a:pPr>
            <a:r>
              <a:rPr lang="zh-CN" altLang="en-US" dirty="0">
                <a:solidFill>
                  <a:srgbClr val="00FFFF"/>
                </a:solidFill>
                <a:effectLst>
                  <a:outerShdw blurRad="38100" dist="38100" dir="2700000" algn="tl">
                    <a:srgbClr val="000000"/>
                  </a:outerShdw>
                </a:effectLst>
                <a:latin typeface="Times New Roman" pitchFamily="18" charset="0"/>
                <a:ea typeface="宋体" pitchFamily="2" charset="-122"/>
              </a:rPr>
              <a:t>势能</a:t>
            </a:r>
          </a:p>
        </p:txBody>
      </p:sp>
      <p:graphicFrame>
        <p:nvGraphicFramePr>
          <p:cNvPr id="18" name="Object 3">
            <a:extLst>
              <a:ext uri="{FF2B5EF4-FFF2-40B4-BE49-F238E27FC236}">
                <a16:creationId xmlns:a16="http://schemas.microsoft.com/office/drawing/2014/main" id="{51E1798B-4AA2-200D-C0B7-CF10EBECAED0}"/>
              </a:ext>
            </a:extLst>
          </p:cNvPr>
          <p:cNvGraphicFramePr>
            <a:graphicFrameLocks noChangeAspect="1"/>
          </p:cNvGraphicFramePr>
          <p:nvPr>
            <p:extLst>
              <p:ext uri="{D42A27DB-BD31-4B8C-83A1-F6EECF244321}">
                <p14:modId xmlns:p14="http://schemas.microsoft.com/office/powerpoint/2010/main" val="1797906925"/>
              </p:ext>
            </p:extLst>
          </p:nvPr>
        </p:nvGraphicFramePr>
        <p:xfrm>
          <a:off x="3313113" y="3368217"/>
          <a:ext cx="2728912" cy="609600"/>
        </p:xfrm>
        <a:graphic>
          <a:graphicData uri="http://schemas.openxmlformats.org/presentationml/2006/ole">
            <mc:AlternateContent xmlns:mc="http://schemas.openxmlformats.org/markup-compatibility/2006">
              <mc:Choice xmlns:v="urn:schemas-microsoft-com:vml" Requires="v">
                <p:oleObj name="公式" r:id="rId5" imgW="2674776" imgH="556121" progId="Equation.3">
                  <p:embed/>
                </p:oleObj>
              </mc:Choice>
              <mc:Fallback>
                <p:oleObj name="公式" r:id="rId5" imgW="2674776" imgH="556121"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3113" y="3368217"/>
                        <a:ext cx="2728912" cy="609600"/>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3">
            <a:extLst>
              <a:ext uri="{FF2B5EF4-FFF2-40B4-BE49-F238E27FC236}">
                <a16:creationId xmlns:a16="http://schemas.microsoft.com/office/drawing/2014/main" id="{DC4EEAA5-FD8D-E3F8-E917-B67779613FE5}"/>
              </a:ext>
            </a:extLst>
          </p:cNvPr>
          <p:cNvSpPr>
            <a:spLocks noChangeArrowheads="1"/>
          </p:cNvSpPr>
          <p:nvPr/>
        </p:nvSpPr>
        <p:spPr bwMode="auto">
          <a:xfrm>
            <a:off x="1143000" y="2433179"/>
            <a:ext cx="8001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zh-CN" altLang="en-US" dirty="0">
                <a:latin typeface="宋体" panose="02010600030101010101" pitchFamily="2" charset="-122"/>
                <a:ea typeface="宋体" panose="02010600030101010101" pitchFamily="2" charset="-122"/>
              </a:rPr>
              <a:t>质点在保守力场中某点</a:t>
            </a:r>
            <a:r>
              <a:rPr kumimoji="1" lang="en-US" altLang="zh-CN" dirty="0">
                <a:solidFill>
                  <a:srgbClr val="00FFFF"/>
                </a:solidFill>
                <a:latin typeface="宋体" panose="02010600030101010101" pitchFamily="2" charset="-122"/>
                <a:ea typeface="宋体" panose="02010600030101010101" pitchFamily="2" charset="-122"/>
              </a:rPr>
              <a:t>a</a:t>
            </a:r>
            <a:r>
              <a:rPr kumimoji="1" lang="zh-CN" altLang="en-US" dirty="0">
                <a:latin typeface="宋体" panose="02010600030101010101" pitchFamily="2" charset="-122"/>
                <a:ea typeface="宋体" panose="02010600030101010101" pitchFamily="2" charset="-122"/>
              </a:rPr>
              <a:t>的势能，在量值上等于质点从</a:t>
            </a:r>
            <a:r>
              <a:rPr kumimoji="1" lang="en-US" altLang="zh-CN" dirty="0">
                <a:solidFill>
                  <a:srgbClr val="00FFFF"/>
                </a:solidFill>
                <a:latin typeface="宋体" panose="02010600030101010101" pitchFamily="2" charset="-122"/>
                <a:ea typeface="宋体" panose="02010600030101010101" pitchFamily="2" charset="-122"/>
              </a:rPr>
              <a:t>a</a:t>
            </a:r>
            <a:endParaRPr kumimoji="1" lang="en-US" altLang="zh-CN" i="1" dirty="0">
              <a:solidFill>
                <a:srgbClr val="00FFFF"/>
              </a:solidFill>
              <a:latin typeface="Times New Roman" panose="02020603050405020304" pitchFamily="18" charset="0"/>
              <a:ea typeface="宋体" panose="02010600030101010101" pitchFamily="2" charset="-122"/>
            </a:endParaRPr>
          </a:p>
          <a:p>
            <a:pPr eaLnBrk="1" hangingPunct="1">
              <a:lnSpc>
                <a:spcPct val="125000"/>
              </a:lnSpc>
            </a:pPr>
            <a:r>
              <a:rPr kumimoji="1" lang="zh-CN" altLang="en-US" dirty="0">
                <a:latin typeface="宋体" panose="02010600030101010101" pitchFamily="2" charset="-122"/>
                <a:ea typeface="宋体" panose="02010600030101010101" pitchFamily="2" charset="-122"/>
              </a:rPr>
              <a:t>点移动至零势能点</a:t>
            </a:r>
            <a:r>
              <a:rPr kumimoji="1" lang="en-US" altLang="zh-CN" dirty="0">
                <a:solidFill>
                  <a:srgbClr val="00FFFF"/>
                </a:solidFill>
                <a:latin typeface="宋体" panose="02010600030101010101" pitchFamily="2" charset="-122"/>
                <a:ea typeface="宋体" panose="02010600030101010101" pitchFamily="2" charset="-122"/>
              </a:rPr>
              <a:t>b</a:t>
            </a:r>
            <a:r>
              <a:rPr kumimoji="1" lang="zh-CN" altLang="en-US" dirty="0">
                <a:latin typeface="宋体" panose="02010600030101010101" pitchFamily="2" charset="-122"/>
                <a:ea typeface="宋体" panose="02010600030101010101" pitchFamily="2" charset="-122"/>
              </a:rPr>
              <a:t>的过程中保守力</a:t>
            </a:r>
            <a:r>
              <a:rPr kumimoji="1" lang="en-US" altLang="zh-CN" i="1" dirty="0">
                <a:solidFill>
                  <a:srgbClr val="33CCCC"/>
                </a:solidFill>
                <a:latin typeface="宋体" panose="02010600030101010101" pitchFamily="2" charset="-122"/>
                <a:ea typeface="宋体" panose="02010600030101010101" pitchFamily="2" charset="-122"/>
              </a:rPr>
              <a:t>F </a:t>
            </a:r>
            <a:r>
              <a:rPr kumimoji="1" lang="zh-CN" altLang="en-US" dirty="0">
                <a:latin typeface="宋体" panose="02010600030101010101" pitchFamily="2" charset="-122"/>
                <a:ea typeface="宋体" panose="02010600030101010101" pitchFamily="2" charset="-122"/>
              </a:rPr>
              <a:t>所作的功。 </a:t>
            </a:r>
          </a:p>
        </p:txBody>
      </p:sp>
      <p:sp>
        <p:nvSpPr>
          <p:cNvPr id="12" name="Text Box 8">
            <a:extLst>
              <a:ext uri="{FF2B5EF4-FFF2-40B4-BE49-F238E27FC236}">
                <a16:creationId xmlns:a16="http://schemas.microsoft.com/office/drawing/2014/main" id="{E78A7838-2A45-AE65-EC30-A083AF614C7B}"/>
              </a:ext>
            </a:extLst>
          </p:cNvPr>
          <p:cNvSpPr txBox="1">
            <a:spLocks noChangeArrowheads="1"/>
          </p:cNvSpPr>
          <p:nvPr/>
        </p:nvSpPr>
        <p:spPr bwMode="auto">
          <a:xfrm>
            <a:off x="525463" y="4182604"/>
            <a:ext cx="1803400" cy="476250"/>
          </a:xfrm>
          <a:prstGeom prst="rect">
            <a:avLst/>
          </a:prstGeom>
          <a:noFill/>
          <a:ln w="9525" algn="ctr">
            <a:noFill/>
            <a:miter lim="800000"/>
            <a:headEnd/>
            <a:tailEnd/>
          </a:ln>
          <a:effectLst/>
        </p:spPr>
        <p:txBody>
          <a:bodyPr>
            <a:spAutoFit/>
          </a:bodyPr>
          <a:lstStyle/>
          <a:p>
            <a:pPr marL="457200" indent="-457200">
              <a:lnSpc>
                <a:spcPct val="120000"/>
              </a:lnSpc>
              <a:spcBef>
                <a:spcPct val="50000"/>
              </a:spcBef>
              <a:buClr>
                <a:schemeClr val="tx2"/>
              </a:buClr>
              <a:buFont typeface="Monotype Sorts" pitchFamily="2" charset="2"/>
              <a:buNone/>
              <a:defRPr/>
            </a:pPr>
            <a:r>
              <a:rPr lang="zh-CN" altLang="en-US" dirty="0">
                <a:solidFill>
                  <a:srgbClr val="00FFFF"/>
                </a:solidFill>
                <a:effectLst>
                  <a:outerShdw blurRad="38100" dist="38100" dir="2700000" algn="tl">
                    <a:srgbClr val="000000"/>
                  </a:outerShdw>
                </a:effectLst>
              </a:rPr>
              <a:t>重力势能： </a:t>
            </a:r>
          </a:p>
        </p:txBody>
      </p:sp>
      <p:graphicFrame>
        <p:nvGraphicFramePr>
          <p:cNvPr id="13" name="Object 4">
            <a:extLst>
              <a:ext uri="{FF2B5EF4-FFF2-40B4-BE49-F238E27FC236}">
                <a16:creationId xmlns:a16="http://schemas.microsoft.com/office/drawing/2014/main" id="{90BFC263-0E59-18B2-0E2C-A87FFF475F36}"/>
              </a:ext>
            </a:extLst>
          </p:cNvPr>
          <p:cNvGraphicFramePr>
            <a:graphicFrameLocks noChangeAspect="1"/>
          </p:cNvGraphicFramePr>
          <p:nvPr>
            <p:extLst>
              <p:ext uri="{D42A27DB-BD31-4B8C-83A1-F6EECF244321}">
                <p14:modId xmlns:p14="http://schemas.microsoft.com/office/powerpoint/2010/main" val="2933433353"/>
              </p:ext>
            </p:extLst>
          </p:nvPr>
        </p:nvGraphicFramePr>
        <p:xfrm>
          <a:off x="2730500" y="4249279"/>
          <a:ext cx="1193800" cy="419100"/>
        </p:xfrm>
        <a:graphic>
          <a:graphicData uri="http://schemas.openxmlformats.org/presentationml/2006/ole">
            <mc:AlternateContent xmlns:mc="http://schemas.openxmlformats.org/markup-compatibility/2006">
              <mc:Choice xmlns:v="urn:schemas-microsoft-com:vml" Requires="v">
                <p:oleObj name="公式" r:id="rId7" imgW="1143062" imgH="365594" progId="Equation.3">
                  <p:embed/>
                </p:oleObj>
              </mc:Choice>
              <mc:Fallback>
                <p:oleObj name="公式" r:id="rId7" imgW="1143062" imgH="365594"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30500" y="4249279"/>
                        <a:ext cx="1193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10">
            <a:extLst>
              <a:ext uri="{FF2B5EF4-FFF2-40B4-BE49-F238E27FC236}">
                <a16:creationId xmlns:a16="http://schemas.microsoft.com/office/drawing/2014/main" id="{094613DB-E9D8-8943-6462-90A97CFEA573}"/>
              </a:ext>
            </a:extLst>
          </p:cNvPr>
          <p:cNvSpPr txBox="1">
            <a:spLocks noChangeArrowheads="1"/>
          </p:cNvSpPr>
          <p:nvPr/>
        </p:nvSpPr>
        <p:spPr bwMode="auto">
          <a:xfrm>
            <a:off x="4581525" y="4217529"/>
            <a:ext cx="4127500" cy="457200"/>
          </a:xfrm>
          <a:prstGeom prst="rect">
            <a:avLst/>
          </a:prstGeom>
          <a:noFill/>
          <a:ln w="9525" algn="ctr">
            <a:noFill/>
            <a:miter lim="800000"/>
            <a:headEnd/>
            <a:tailEnd/>
          </a:ln>
          <a:effectLst/>
        </p:spPr>
        <p:txBody>
          <a:bodyPr>
            <a:spAutoFit/>
          </a:bodyPr>
          <a:lstStyle/>
          <a:p>
            <a:pPr marL="457200" indent="-457200">
              <a:lnSpc>
                <a:spcPct val="120000"/>
              </a:lnSpc>
              <a:spcBef>
                <a:spcPct val="50000"/>
              </a:spcBef>
              <a:buClr>
                <a:schemeClr val="tx2"/>
              </a:buClr>
              <a:buFont typeface="Monotype Sorts" pitchFamily="2" charset="2"/>
              <a:buNone/>
              <a:defRPr/>
            </a:pPr>
            <a:r>
              <a:rPr lang="zh-CN" altLang="en-US" sz="2000" dirty="0">
                <a:solidFill>
                  <a:srgbClr val="FF9900"/>
                </a:solidFill>
                <a:effectLst>
                  <a:outerShdw blurRad="38100" dist="38100" dir="2700000" algn="tl">
                    <a:srgbClr val="000000"/>
                  </a:outerShdw>
                </a:effectLst>
              </a:rPr>
              <a:t>（以</a:t>
            </a:r>
            <a:r>
              <a:rPr lang="zh-CN" altLang="en-US" sz="2000" dirty="0">
                <a:solidFill>
                  <a:srgbClr val="FF9900"/>
                </a:solidFill>
                <a:effectLst>
                  <a:outerShdw blurRad="38100" dist="38100" dir="2700000" algn="tl">
                    <a:srgbClr val="000000"/>
                  </a:outerShdw>
                </a:effectLst>
                <a:latin typeface="Times New Roman" pitchFamily="18" charset="0"/>
              </a:rPr>
              <a:t> </a:t>
            </a:r>
            <a:r>
              <a:rPr lang="en-US" altLang="zh-CN" sz="2000" i="1" dirty="0">
                <a:effectLst>
                  <a:outerShdw blurRad="38100" dist="38100" dir="2700000" algn="tl">
                    <a:srgbClr val="000000"/>
                  </a:outerShdw>
                </a:effectLst>
                <a:latin typeface="Times New Roman" pitchFamily="18" charset="0"/>
              </a:rPr>
              <a:t>y </a:t>
            </a:r>
            <a:r>
              <a:rPr lang="en-US" altLang="zh-CN" sz="2000" dirty="0">
                <a:effectLst>
                  <a:outerShdw blurRad="38100" dist="38100" dir="2700000" algn="tl">
                    <a:srgbClr val="000000"/>
                  </a:outerShdw>
                </a:effectLst>
                <a:latin typeface="Times New Roman" pitchFamily="18" charset="0"/>
              </a:rPr>
              <a:t>= 0</a:t>
            </a:r>
            <a:r>
              <a:rPr lang="en-US" altLang="zh-CN" sz="2000" dirty="0">
                <a:solidFill>
                  <a:srgbClr val="FF9900"/>
                </a:solidFill>
                <a:effectLst>
                  <a:outerShdw blurRad="38100" dist="38100" dir="2700000" algn="tl">
                    <a:srgbClr val="000000"/>
                  </a:outerShdw>
                </a:effectLst>
                <a:latin typeface="Times New Roman" pitchFamily="18" charset="0"/>
              </a:rPr>
              <a:t> </a:t>
            </a:r>
            <a:r>
              <a:rPr lang="zh-CN" altLang="en-US" sz="2000" dirty="0">
                <a:solidFill>
                  <a:srgbClr val="FF9900"/>
                </a:solidFill>
                <a:effectLst>
                  <a:outerShdw blurRad="38100" dist="38100" dir="2700000" algn="tl">
                    <a:srgbClr val="000000"/>
                  </a:outerShdw>
                </a:effectLst>
              </a:rPr>
              <a:t>的平面为势能零点）</a:t>
            </a:r>
          </a:p>
        </p:txBody>
      </p:sp>
      <p:sp>
        <p:nvSpPr>
          <p:cNvPr id="19" name="Text Box 11">
            <a:extLst>
              <a:ext uri="{FF2B5EF4-FFF2-40B4-BE49-F238E27FC236}">
                <a16:creationId xmlns:a16="http://schemas.microsoft.com/office/drawing/2014/main" id="{8D8D9B4B-9C2E-0AA7-FF9A-5D59D947EA67}"/>
              </a:ext>
            </a:extLst>
          </p:cNvPr>
          <p:cNvSpPr txBox="1">
            <a:spLocks noChangeArrowheads="1"/>
          </p:cNvSpPr>
          <p:nvPr/>
        </p:nvSpPr>
        <p:spPr bwMode="auto">
          <a:xfrm>
            <a:off x="511175" y="4962067"/>
            <a:ext cx="2362200" cy="476250"/>
          </a:xfrm>
          <a:prstGeom prst="rect">
            <a:avLst/>
          </a:prstGeom>
          <a:noFill/>
          <a:ln w="9525" algn="ctr">
            <a:noFill/>
            <a:miter lim="800000"/>
            <a:headEnd/>
            <a:tailEnd/>
          </a:ln>
          <a:effectLst/>
        </p:spPr>
        <p:txBody>
          <a:bodyPr>
            <a:spAutoFit/>
          </a:bodyPr>
          <a:lstStyle/>
          <a:p>
            <a:pPr marL="457200" indent="-457200" algn="ctr">
              <a:lnSpc>
                <a:spcPct val="120000"/>
              </a:lnSpc>
              <a:spcBef>
                <a:spcPct val="50000"/>
              </a:spcBef>
              <a:buClr>
                <a:schemeClr val="tx2"/>
              </a:buClr>
              <a:buFont typeface="Monotype Sorts" pitchFamily="2" charset="2"/>
              <a:buNone/>
              <a:defRPr/>
            </a:pPr>
            <a:r>
              <a:rPr lang="zh-CN" altLang="en-US" dirty="0">
                <a:solidFill>
                  <a:srgbClr val="00FFFF"/>
                </a:solidFill>
                <a:effectLst>
                  <a:outerShdw blurRad="38100" dist="38100" dir="2700000" algn="tl">
                    <a:srgbClr val="000000"/>
                  </a:outerShdw>
                </a:effectLst>
              </a:rPr>
              <a:t>万有引力势能： </a:t>
            </a:r>
          </a:p>
        </p:txBody>
      </p:sp>
      <p:graphicFrame>
        <p:nvGraphicFramePr>
          <p:cNvPr id="21" name="Object 5">
            <a:extLst>
              <a:ext uri="{FF2B5EF4-FFF2-40B4-BE49-F238E27FC236}">
                <a16:creationId xmlns:a16="http://schemas.microsoft.com/office/drawing/2014/main" id="{51859254-7598-2CE3-4E61-DDB0625F6969}"/>
              </a:ext>
            </a:extLst>
          </p:cNvPr>
          <p:cNvGraphicFramePr>
            <a:graphicFrameLocks noChangeAspect="1"/>
          </p:cNvGraphicFramePr>
          <p:nvPr>
            <p:extLst>
              <p:ext uri="{D42A27DB-BD31-4B8C-83A1-F6EECF244321}">
                <p14:modId xmlns:p14="http://schemas.microsoft.com/office/powerpoint/2010/main" val="198674060"/>
              </p:ext>
            </p:extLst>
          </p:nvPr>
        </p:nvGraphicFramePr>
        <p:xfrm>
          <a:off x="2701925" y="4831892"/>
          <a:ext cx="1752600" cy="723900"/>
        </p:xfrm>
        <a:graphic>
          <a:graphicData uri="http://schemas.openxmlformats.org/presentationml/2006/ole">
            <mc:AlternateContent xmlns:mc="http://schemas.openxmlformats.org/markup-compatibility/2006">
              <mc:Choice xmlns:v="urn:schemas-microsoft-com:vml" Requires="v">
                <p:oleObj name="公式" r:id="rId9" imgW="1699416" imgH="670338" progId="Equation.3">
                  <p:embed/>
                </p:oleObj>
              </mc:Choice>
              <mc:Fallback>
                <p:oleObj name="公式" r:id="rId9" imgW="1699416" imgH="670338"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01925" y="4831892"/>
                        <a:ext cx="17526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 Box 13">
            <a:extLst>
              <a:ext uri="{FF2B5EF4-FFF2-40B4-BE49-F238E27FC236}">
                <a16:creationId xmlns:a16="http://schemas.microsoft.com/office/drawing/2014/main" id="{E1F516AD-EE76-127B-9B23-9D7F68B0EDE7}"/>
              </a:ext>
            </a:extLst>
          </p:cNvPr>
          <p:cNvSpPr txBox="1">
            <a:spLocks noChangeArrowheads="1"/>
          </p:cNvSpPr>
          <p:nvPr/>
        </p:nvSpPr>
        <p:spPr bwMode="auto">
          <a:xfrm>
            <a:off x="4819650" y="4995404"/>
            <a:ext cx="3432175" cy="457200"/>
          </a:xfrm>
          <a:prstGeom prst="rect">
            <a:avLst/>
          </a:prstGeom>
          <a:noFill/>
          <a:ln w="9525" algn="ctr">
            <a:noFill/>
            <a:miter lim="800000"/>
            <a:headEnd/>
            <a:tailEnd/>
          </a:ln>
          <a:effectLst/>
        </p:spPr>
        <p:txBody>
          <a:bodyPr>
            <a:spAutoFit/>
          </a:bodyPr>
          <a:lstStyle/>
          <a:p>
            <a:pPr marL="457200" indent="-457200">
              <a:lnSpc>
                <a:spcPct val="120000"/>
              </a:lnSpc>
              <a:spcBef>
                <a:spcPct val="50000"/>
              </a:spcBef>
              <a:buClr>
                <a:schemeClr val="tx2"/>
              </a:buClr>
              <a:buFont typeface="Monotype Sorts" pitchFamily="2" charset="2"/>
              <a:buNone/>
              <a:defRPr/>
            </a:pPr>
            <a:r>
              <a:rPr lang="zh-CN" altLang="en-US" sz="2000" dirty="0">
                <a:solidFill>
                  <a:srgbClr val="FF9900"/>
                </a:solidFill>
                <a:effectLst>
                  <a:outerShdw blurRad="38100" dist="38100" dir="2700000" algn="tl">
                    <a:srgbClr val="000000"/>
                  </a:outerShdw>
                </a:effectLst>
              </a:rPr>
              <a:t>（以无穷远处为势能零点</a:t>
            </a:r>
            <a:r>
              <a:rPr lang="en-US" altLang="zh-CN" sz="2000" dirty="0">
                <a:solidFill>
                  <a:srgbClr val="FF9900"/>
                </a:solidFill>
                <a:effectLst>
                  <a:outerShdw blurRad="38100" dist="38100" dir="2700000" algn="tl">
                    <a:srgbClr val="000000"/>
                  </a:outerShdw>
                </a:effectLst>
              </a:rPr>
              <a:t>) </a:t>
            </a:r>
          </a:p>
        </p:txBody>
      </p:sp>
      <p:sp>
        <p:nvSpPr>
          <p:cNvPr id="23" name="Text Box 14">
            <a:extLst>
              <a:ext uri="{FF2B5EF4-FFF2-40B4-BE49-F238E27FC236}">
                <a16:creationId xmlns:a16="http://schemas.microsoft.com/office/drawing/2014/main" id="{6A21D73F-D88F-D834-3CDA-C26F3A160F85}"/>
              </a:ext>
            </a:extLst>
          </p:cNvPr>
          <p:cNvSpPr txBox="1">
            <a:spLocks noChangeArrowheads="1"/>
          </p:cNvSpPr>
          <p:nvPr/>
        </p:nvSpPr>
        <p:spPr bwMode="auto">
          <a:xfrm>
            <a:off x="406400" y="5666917"/>
            <a:ext cx="2984500" cy="477837"/>
          </a:xfrm>
          <a:prstGeom prst="rect">
            <a:avLst/>
          </a:prstGeom>
          <a:noFill/>
          <a:ln w="9525" algn="ctr">
            <a:noFill/>
            <a:miter lim="800000"/>
            <a:headEnd/>
            <a:tailEnd/>
          </a:ln>
          <a:effectLst/>
        </p:spPr>
        <p:txBody>
          <a:bodyPr>
            <a:spAutoFit/>
          </a:bodyPr>
          <a:lstStyle/>
          <a:p>
            <a:pPr marL="457200" indent="-457200">
              <a:lnSpc>
                <a:spcPct val="120000"/>
              </a:lnSpc>
              <a:spcBef>
                <a:spcPct val="50000"/>
              </a:spcBef>
              <a:buClr>
                <a:schemeClr val="tx2"/>
              </a:buClr>
              <a:buFont typeface="Monotype Sorts" pitchFamily="2" charset="2"/>
              <a:buNone/>
              <a:defRPr/>
            </a:pPr>
            <a:r>
              <a:rPr lang="zh-CN" altLang="en-US" dirty="0">
                <a:solidFill>
                  <a:srgbClr val="00FFFF"/>
                </a:solidFill>
                <a:effectLst>
                  <a:outerShdw blurRad="38100" dist="38100" dir="2700000" algn="tl">
                    <a:srgbClr val="000000"/>
                  </a:outerShdw>
                </a:effectLst>
              </a:rPr>
              <a:t>弹簧弹性力势能： </a:t>
            </a:r>
          </a:p>
        </p:txBody>
      </p:sp>
      <p:graphicFrame>
        <p:nvGraphicFramePr>
          <p:cNvPr id="24" name="Object 6">
            <a:extLst>
              <a:ext uri="{FF2B5EF4-FFF2-40B4-BE49-F238E27FC236}">
                <a16:creationId xmlns:a16="http://schemas.microsoft.com/office/drawing/2014/main" id="{22815289-D4A9-4990-6BD5-15BB67A32D6A}"/>
              </a:ext>
            </a:extLst>
          </p:cNvPr>
          <p:cNvGraphicFramePr>
            <a:graphicFrameLocks noChangeAspect="1"/>
          </p:cNvGraphicFramePr>
          <p:nvPr>
            <p:extLst>
              <p:ext uri="{D42A27DB-BD31-4B8C-83A1-F6EECF244321}">
                <p14:modId xmlns:p14="http://schemas.microsoft.com/office/powerpoint/2010/main" val="3862522148"/>
              </p:ext>
            </p:extLst>
          </p:nvPr>
        </p:nvGraphicFramePr>
        <p:xfrm>
          <a:off x="3170238" y="5571667"/>
          <a:ext cx="1257300" cy="723900"/>
        </p:xfrm>
        <a:graphic>
          <a:graphicData uri="http://schemas.openxmlformats.org/presentationml/2006/ole">
            <mc:AlternateContent xmlns:mc="http://schemas.openxmlformats.org/markup-compatibility/2006">
              <mc:Choice xmlns:v="urn:schemas-microsoft-com:vml" Requires="v">
                <p:oleObj name="公式" r:id="rId11" imgW="1203773" imgH="670338" progId="Equation.3">
                  <p:embed/>
                </p:oleObj>
              </mc:Choice>
              <mc:Fallback>
                <p:oleObj name="公式" r:id="rId11" imgW="1203773" imgH="670338"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70238" y="5571667"/>
                        <a:ext cx="12573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Text Box 16">
            <a:extLst>
              <a:ext uri="{FF2B5EF4-FFF2-40B4-BE49-F238E27FC236}">
                <a16:creationId xmlns:a16="http://schemas.microsoft.com/office/drawing/2014/main" id="{31B35A8E-2CC2-ED5C-E2EC-146B4975C92B}"/>
              </a:ext>
            </a:extLst>
          </p:cNvPr>
          <p:cNvSpPr txBox="1">
            <a:spLocks noChangeArrowheads="1"/>
          </p:cNvSpPr>
          <p:nvPr/>
        </p:nvSpPr>
        <p:spPr bwMode="auto">
          <a:xfrm>
            <a:off x="4794250" y="5719304"/>
            <a:ext cx="3594100" cy="457200"/>
          </a:xfrm>
          <a:prstGeom prst="rect">
            <a:avLst/>
          </a:prstGeom>
          <a:noFill/>
          <a:ln w="9525" algn="ctr">
            <a:noFill/>
            <a:miter lim="800000"/>
            <a:headEnd/>
            <a:tailEnd/>
          </a:ln>
          <a:effectLst/>
        </p:spPr>
        <p:txBody>
          <a:bodyPr>
            <a:spAutoFit/>
          </a:bodyPr>
          <a:lstStyle/>
          <a:p>
            <a:pPr marL="457200" indent="-457200">
              <a:lnSpc>
                <a:spcPct val="120000"/>
              </a:lnSpc>
              <a:spcBef>
                <a:spcPct val="50000"/>
              </a:spcBef>
              <a:buClr>
                <a:schemeClr val="tx2"/>
              </a:buClr>
              <a:buFont typeface="Monotype Sorts" pitchFamily="2" charset="2"/>
              <a:buNone/>
              <a:defRPr/>
            </a:pPr>
            <a:r>
              <a:rPr lang="en-US" altLang="zh-CN" sz="2000" dirty="0">
                <a:solidFill>
                  <a:srgbClr val="FF9900"/>
                </a:solidFill>
                <a:effectLst>
                  <a:outerShdw blurRad="38100" dist="38100" dir="2700000" algn="tl">
                    <a:srgbClr val="000000"/>
                  </a:outerShdw>
                </a:effectLst>
              </a:rPr>
              <a:t>(</a:t>
            </a:r>
            <a:r>
              <a:rPr lang="zh-CN" altLang="en-US" sz="2000" dirty="0">
                <a:solidFill>
                  <a:srgbClr val="FF9900"/>
                </a:solidFill>
                <a:effectLst>
                  <a:outerShdw blurRad="38100" dist="38100" dir="2700000" algn="tl">
                    <a:srgbClr val="000000"/>
                  </a:outerShdw>
                </a:effectLst>
              </a:rPr>
              <a:t>以弹簧原长处为势能零点</a:t>
            </a:r>
            <a:r>
              <a:rPr lang="en-US" altLang="zh-CN" sz="2000" dirty="0">
                <a:solidFill>
                  <a:srgbClr val="FF9900"/>
                </a:solidFill>
                <a:effectLst>
                  <a:outerShdw blurRad="38100" dist="38100" dir="2700000" algn="tl">
                    <a:srgbClr val="000000"/>
                  </a:outerShdw>
                </a:effectLst>
              </a:rPr>
              <a:t>) </a:t>
            </a:r>
          </a:p>
        </p:txBody>
      </p:sp>
      <p:sp>
        <p:nvSpPr>
          <p:cNvPr id="2" name="Text Box 19">
            <a:extLst>
              <a:ext uri="{FF2B5EF4-FFF2-40B4-BE49-F238E27FC236}">
                <a16:creationId xmlns:a16="http://schemas.microsoft.com/office/drawing/2014/main" id="{6F6A04C7-2975-C67F-A047-680F119D26AE}"/>
              </a:ext>
            </a:extLst>
          </p:cNvPr>
          <p:cNvSpPr txBox="1">
            <a:spLocks noChangeArrowheads="1"/>
          </p:cNvSpPr>
          <p:nvPr/>
        </p:nvSpPr>
        <p:spPr bwMode="auto">
          <a:xfrm>
            <a:off x="482600" y="635336"/>
            <a:ext cx="4130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dirty="0">
                <a:solidFill>
                  <a:srgbClr val="00FFFF"/>
                </a:solidFill>
                <a:latin typeface="宋体" panose="02010600030101010101" pitchFamily="2" charset="-122"/>
                <a:ea typeface="宋体" panose="02010600030101010101" pitchFamily="2" charset="-122"/>
              </a:rPr>
              <a:t>质点动能定理</a:t>
            </a:r>
            <a:r>
              <a:rPr kumimoji="1" lang="zh-CN" altLang="en-US" b="0" dirty="0">
                <a:solidFill>
                  <a:srgbClr val="00FFFF"/>
                </a:solidFill>
                <a:latin typeface="Times New Roman" panose="02020603050405020304" pitchFamily="18" charset="0"/>
                <a:ea typeface="宋体" panose="02010600030101010101" pitchFamily="2" charset="-122"/>
              </a:rPr>
              <a:t> </a:t>
            </a:r>
          </a:p>
        </p:txBody>
      </p:sp>
      <p:graphicFrame>
        <p:nvGraphicFramePr>
          <p:cNvPr id="3" name="Object 20">
            <a:extLst>
              <a:ext uri="{FF2B5EF4-FFF2-40B4-BE49-F238E27FC236}">
                <a16:creationId xmlns:a16="http://schemas.microsoft.com/office/drawing/2014/main" id="{A6BC491D-AD0A-8D74-A941-20219DD0E577}"/>
              </a:ext>
            </a:extLst>
          </p:cNvPr>
          <p:cNvGraphicFramePr>
            <a:graphicFrameLocks noChangeAspect="1"/>
          </p:cNvGraphicFramePr>
          <p:nvPr>
            <p:extLst>
              <p:ext uri="{D42A27DB-BD31-4B8C-83A1-F6EECF244321}">
                <p14:modId xmlns:p14="http://schemas.microsoft.com/office/powerpoint/2010/main" val="170428947"/>
              </p:ext>
            </p:extLst>
          </p:nvPr>
        </p:nvGraphicFramePr>
        <p:xfrm>
          <a:off x="3487738" y="482936"/>
          <a:ext cx="4462462" cy="825500"/>
        </p:xfrm>
        <a:graphic>
          <a:graphicData uri="http://schemas.openxmlformats.org/presentationml/2006/ole">
            <mc:AlternateContent xmlns:mc="http://schemas.openxmlformats.org/markup-compatibility/2006">
              <mc:Choice xmlns:v="urn:schemas-microsoft-com:vml" Requires="v">
                <p:oleObj name="公式" r:id="rId13" imgW="4465258" imgH="815479" progId="Equation.3">
                  <p:embed/>
                </p:oleObj>
              </mc:Choice>
              <mc:Fallback>
                <p:oleObj name="公式" r:id="rId13" imgW="4465258" imgH="815479" progId="Equation.3">
                  <p:embed/>
                  <p:pic>
                    <p:nvPicPr>
                      <p:cNvPr id="22" name="Object 20">
                        <a:extLst>
                          <a:ext uri="{FF2B5EF4-FFF2-40B4-BE49-F238E27FC236}">
                            <a16:creationId xmlns:a16="http://schemas.microsoft.com/office/drawing/2014/main" id="{BEFDA566-7C19-A3E4-F0DA-25CF79BBAB8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87738" y="482936"/>
                        <a:ext cx="4462462" cy="8255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left)">
                                      <p:cBhvr>
                                        <p:cTn id="77" dur="500"/>
                                        <p:tgtEl>
                                          <p:spTgt spid="2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wipe(left)">
                                      <p:cBhvr>
                                        <p:cTn id="8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0" grpId="0" autoUpdateAnimBg="0"/>
      <p:bldP spid="12" grpId="0"/>
      <p:bldP spid="16" grpId="0"/>
      <p:bldP spid="19" grpId="0"/>
      <p:bldP spid="22" grpId="0"/>
      <p:bldP spid="23" grpId="0"/>
      <p:bldP spid="25" grpId="0"/>
      <p:bldP spid="2"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Text Box 2">
            <a:extLst>
              <a:ext uri="{FF2B5EF4-FFF2-40B4-BE49-F238E27FC236}">
                <a16:creationId xmlns:a16="http://schemas.microsoft.com/office/drawing/2014/main" id="{854E455A-8FB4-2518-ACA2-CF67488444FF}"/>
              </a:ext>
            </a:extLst>
          </p:cNvPr>
          <p:cNvSpPr txBox="1">
            <a:spLocks noChangeArrowheads="1"/>
          </p:cNvSpPr>
          <p:nvPr/>
        </p:nvSpPr>
        <p:spPr bwMode="auto">
          <a:xfrm>
            <a:off x="530225" y="549275"/>
            <a:ext cx="422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宋体" panose="02010600030101010101" pitchFamily="2" charset="-122"/>
                <a:ea typeface="宋体" panose="02010600030101010101" pitchFamily="2" charset="-122"/>
              </a:rPr>
              <a:t>保守力作功与势能的关系</a:t>
            </a:r>
          </a:p>
        </p:txBody>
      </p:sp>
      <p:sp>
        <p:nvSpPr>
          <p:cNvPr id="557059" name="Rectangle 3">
            <a:extLst>
              <a:ext uri="{FF2B5EF4-FFF2-40B4-BE49-F238E27FC236}">
                <a16:creationId xmlns:a16="http://schemas.microsoft.com/office/drawing/2014/main" id="{F5D4AEDB-F038-4608-DAB3-A4648869B23B}"/>
              </a:ext>
            </a:extLst>
          </p:cNvPr>
          <p:cNvSpPr>
            <a:spLocks noChangeArrowheads="1"/>
          </p:cNvSpPr>
          <p:nvPr/>
        </p:nvSpPr>
        <p:spPr bwMode="auto">
          <a:xfrm>
            <a:off x="684213" y="1268413"/>
            <a:ext cx="7704137" cy="1081087"/>
          </a:xfrm>
          <a:prstGeom prst="rect">
            <a:avLst/>
          </a:prstGeom>
          <a:solidFill>
            <a:srgbClr val="0000FF">
              <a:alpha val="20000"/>
            </a:srgbClr>
          </a:solidFill>
          <a:ln w="9525">
            <a:solidFill>
              <a:srgbClr val="0000FF"/>
            </a:solidFill>
            <a:miter lim="800000"/>
            <a:headEnd/>
            <a:tailEnd/>
          </a:ln>
        </p:spPr>
        <p:txBody>
          <a:bodyPr wrap="none"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b="0">
                <a:solidFill>
                  <a:schemeClr val="tx1"/>
                </a:solidFill>
                <a:latin typeface="Arial" panose="020B0604020202020204" pitchFamily="34" charset="0"/>
                <a:ea typeface="宋体" panose="02010600030101010101" pitchFamily="2" charset="-122"/>
              </a:rPr>
              <a:t> </a:t>
            </a:r>
          </a:p>
        </p:txBody>
      </p:sp>
      <p:sp>
        <p:nvSpPr>
          <p:cNvPr id="557060" name="Text Box 4">
            <a:extLst>
              <a:ext uri="{FF2B5EF4-FFF2-40B4-BE49-F238E27FC236}">
                <a16:creationId xmlns:a16="http://schemas.microsoft.com/office/drawing/2014/main" id="{7E88A800-5343-C92C-3698-F4F9FB25F93A}"/>
              </a:ext>
            </a:extLst>
          </p:cNvPr>
          <p:cNvSpPr txBox="1">
            <a:spLocks noChangeArrowheads="1"/>
          </p:cNvSpPr>
          <p:nvPr/>
        </p:nvSpPr>
        <p:spPr bwMode="auto">
          <a:xfrm>
            <a:off x="755650" y="1268413"/>
            <a:ext cx="7543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solidFill>
                  <a:srgbClr val="FFFF66"/>
                </a:solidFill>
                <a:latin typeface="宋体" panose="02010600030101010101" pitchFamily="2" charset="-122"/>
                <a:ea typeface="宋体" panose="02010600030101010101" pitchFamily="2" charset="-122"/>
              </a:rPr>
              <a:t>在保守力场中，质点从起始位置</a:t>
            </a:r>
            <a:r>
              <a:rPr kumimoji="1" lang="zh-CN" altLang="en-US">
                <a:solidFill>
                  <a:srgbClr val="FFFF66"/>
                </a:solidFill>
                <a:latin typeface="Times New Roman" panose="02020603050405020304" pitchFamily="18" charset="0"/>
                <a:ea typeface="宋体" panose="02010600030101010101" pitchFamily="2" charset="-122"/>
              </a:rPr>
              <a:t> </a:t>
            </a:r>
            <a:r>
              <a:rPr kumimoji="1" lang="en-US" altLang="zh-CN">
                <a:solidFill>
                  <a:srgbClr val="FFFF66"/>
                </a:solidFill>
                <a:latin typeface="Times New Roman" panose="02020603050405020304" pitchFamily="18" charset="0"/>
                <a:ea typeface="宋体" panose="02010600030101010101" pitchFamily="2" charset="-122"/>
              </a:rPr>
              <a:t>1 </a:t>
            </a:r>
            <a:r>
              <a:rPr kumimoji="1" lang="zh-CN" altLang="en-US">
                <a:solidFill>
                  <a:srgbClr val="FFFF66"/>
                </a:solidFill>
                <a:latin typeface="宋体" panose="02010600030101010101" pitchFamily="2" charset="-122"/>
                <a:ea typeface="宋体" panose="02010600030101010101" pitchFamily="2" charset="-122"/>
              </a:rPr>
              <a:t>到末了位置 </a:t>
            </a:r>
            <a:r>
              <a:rPr kumimoji="1" lang="en-US" altLang="zh-CN">
                <a:solidFill>
                  <a:srgbClr val="FFFF66"/>
                </a:solidFill>
                <a:latin typeface="Times New Roman" panose="02020603050405020304" pitchFamily="18" charset="0"/>
                <a:ea typeface="宋体" panose="02010600030101010101" pitchFamily="2" charset="-122"/>
              </a:rPr>
              <a:t>2</a:t>
            </a:r>
            <a:r>
              <a:rPr kumimoji="1" lang="zh-CN" altLang="en-US">
                <a:solidFill>
                  <a:srgbClr val="FFFF66"/>
                </a:solidFill>
                <a:latin typeface="宋体" panose="02010600030101010101" pitchFamily="2" charset="-122"/>
                <a:ea typeface="宋体" panose="02010600030101010101" pitchFamily="2" charset="-122"/>
              </a:rPr>
              <a:t>，保守力的功</a:t>
            </a:r>
            <a:r>
              <a:rPr kumimoji="1" lang="zh-CN" altLang="en-US">
                <a:solidFill>
                  <a:srgbClr val="FFFF66"/>
                </a:solidFill>
                <a:latin typeface="Times New Roman" panose="02020603050405020304" pitchFamily="18" charset="0"/>
                <a:ea typeface="宋体" panose="02010600030101010101" pitchFamily="2" charset="-122"/>
              </a:rPr>
              <a:t> </a:t>
            </a:r>
            <a:r>
              <a:rPr kumimoji="1" lang="en-US" altLang="zh-CN" i="1">
                <a:solidFill>
                  <a:srgbClr val="FFFF66"/>
                </a:solidFill>
                <a:latin typeface="Times New Roman" panose="02020603050405020304" pitchFamily="18" charset="0"/>
                <a:ea typeface="宋体" panose="02010600030101010101" pitchFamily="2" charset="-122"/>
              </a:rPr>
              <a:t>A </a:t>
            </a:r>
            <a:r>
              <a:rPr kumimoji="1" lang="zh-CN" altLang="en-US">
                <a:solidFill>
                  <a:srgbClr val="FFFF66"/>
                </a:solidFill>
                <a:latin typeface="宋体" panose="02010600030101010101" pitchFamily="2" charset="-122"/>
                <a:ea typeface="宋体" panose="02010600030101010101" pitchFamily="2" charset="-122"/>
              </a:rPr>
              <a:t>等于质点在始末两位置势能增量的负值 </a:t>
            </a:r>
          </a:p>
        </p:txBody>
      </p:sp>
      <p:graphicFrame>
        <p:nvGraphicFramePr>
          <p:cNvPr id="557061" name="Object 5">
            <a:extLst>
              <a:ext uri="{FF2B5EF4-FFF2-40B4-BE49-F238E27FC236}">
                <a16:creationId xmlns:a16="http://schemas.microsoft.com/office/drawing/2014/main" id="{18C012EC-02F4-43CF-5653-7D527A165F04}"/>
              </a:ext>
            </a:extLst>
          </p:cNvPr>
          <p:cNvGraphicFramePr>
            <a:graphicFrameLocks noChangeAspect="1"/>
          </p:cNvGraphicFramePr>
          <p:nvPr/>
        </p:nvGraphicFramePr>
        <p:xfrm>
          <a:off x="1498600" y="2533650"/>
          <a:ext cx="2133600" cy="682625"/>
        </p:xfrm>
        <a:graphic>
          <a:graphicData uri="http://schemas.openxmlformats.org/presentationml/2006/ole">
            <mc:AlternateContent xmlns:mc="http://schemas.openxmlformats.org/markup-compatibility/2006">
              <mc:Choice xmlns:v="urn:schemas-microsoft-com:vml" Requires="v">
                <p:oleObj name="公式" r:id="rId2" imgW="1897473" imgH="678319" progId="Equation.3">
                  <p:embed/>
                </p:oleObj>
              </mc:Choice>
              <mc:Fallback>
                <p:oleObj name="公式" r:id="rId2" imgW="1897473" imgH="678319" progId="Equation.3">
                  <p:embed/>
                  <p:pic>
                    <p:nvPicPr>
                      <p:cNvPr id="557061" name="Object 5">
                        <a:extLst>
                          <a:ext uri="{FF2B5EF4-FFF2-40B4-BE49-F238E27FC236}">
                            <a16:creationId xmlns:a16="http://schemas.microsoft.com/office/drawing/2014/main" id="{18C012EC-02F4-43CF-5653-7D527A165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600" y="2533650"/>
                        <a:ext cx="21336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sp>
        <p:nvSpPr>
          <p:cNvPr id="557062" name="Text Box 6">
            <a:extLst>
              <a:ext uri="{FF2B5EF4-FFF2-40B4-BE49-F238E27FC236}">
                <a16:creationId xmlns:a16="http://schemas.microsoft.com/office/drawing/2014/main" id="{31DE5E2F-7ECB-F59C-83A2-583EEC750F95}"/>
              </a:ext>
            </a:extLst>
          </p:cNvPr>
          <p:cNvSpPr txBox="1">
            <a:spLocks noChangeArrowheads="1"/>
          </p:cNvSpPr>
          <p:nvPr/>
        </p:nvSpPr>
        <p:spPr bwMode="auto">
          <a:xfrm>
            <a:off x="646113" y="4537075"/>
            <a:ext cx="7924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1</a:t>
            </a:r>
            <a:r>
              <a:rPr kumimoji="1" lang="zh-CN" altLang="en-US">
                <a:latin typeface="楷体_GB2312" pitchFamily="49" charset="-122"/>
                <a:ea typeface="楷体_GB2312" pitchFamily="49" charset="-122"/>
              </a:rPr>
              <a:t>）由于势能零点可以任意选取，所以某一点的势能</a:t>
            </a:r>
          </a:p>
          <a:p>
            <a:pPr algn="l" eaLnBrk="1" hangingPunct="1">
              <a:lnSpc>
                <a:spcPct val="125000"/>
              </a:lnSpc>
              <a:buClrTx/>
              <a:buFontTx/>
              <a:buNone/>
            </a:pPr>
            <a:r>
              <a:rPr kumimoji="1" lang="zh-CN" altLang="en-US">
                <a:latin typeface="楷体_GB2312" pitchFamily="49" charset="-122"/>
                <a:ea typeface="楷体_GB2312" pitchFamily="49" charset="-122"/>
              </a:rPr>
              <a:t>     值是相对的。</a:t>
            </a:r>
          </a:p>
        </p:txBody>
      </p:sp>
      <p:sp>
        <p:nvSpPr>
          <p:cNvPr id="557063" name="Text Box 7">
            <a:extLst>
              <a:ext uri="{FF2B5EF4-FFF2-40B4-BE49-F238E27FC236}">
                <a16:creationId xmlns:a16="http://schemas.microsoft.com/office/drawing/2014/main" id="{E9510DEA-BD89-06B5-C708-C59D6E8698DD}"/>
              </a:ext>
            </a:extLst>
          </p:cNvPr>
          <p:cNvSpPr txBox="1">
            <a:spLocks noChangeArrowheads="1"/>
          </p:cNvSpPr>
          <p:nvPr/>
        </p:nvSpPr>
        <p:spPr bwMode="auto">
          <a:xfrm>
            <a:off x="644525" y="5472113"/>
            <a:ext cx="73850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2</a:t>
            </a:r>
            <a:r>
              <a:rPr kumimoji="1" lang="zh-CN" altLang="en-US">
                <a:latin typeface="楷体_GB2312" pitchFamily="49" charset="-122"/>
                <a:ea typeface="楷体_GB2312" pitchFamily="49" charset="-122"/>
              </a:rPr>
              <a:t>）保守力场中任意两点间的势能差与势能零点选取</a:t>
            </a:r>
          </a:p>
          <a:p>
            <a:pPr algn="l" eaLnBrk="1" hangingPunct="1">
              <a:lnSpc>
                <a:spcPct val="125000"/>
              </a:lnSpc>
              <a:buClrTx/>
              <a:buFontTx/>
              <a:buNone/>
            </a:pPr>
            <a:r>
              <a:rPr kumimoji="1" lang="zh-CN" altLang="en-US">
                <a:latin typeface="楷体_GB2312" pitchFamily="49" charset="-122"/>
                <a:ea typeface="楷体_GB2312" pitchFamily="49" charset="-122"/>
              </a:rPr>
              <a:t>     无关。</a:t>
            </a:r>
          </a:p>
        </p:txBody>
      </p:sp>
      <p:sp>
        <p:nvSpPr>
          <p:cNvPr id="557064" name="Rectangle 8">
            <a:extLst>
              <a:ext uri="{FF2B5EF4-FFF2-40B4-BE49-F238E27FC236}">
                <a16:creationId xmlns:a16="http://schemas.microsoft.com/office/drawing/2014/main" id="{A3E240F4-BE6C-F5F3-6000-5892CE821EA7}"/>
              </a:ext>
            </a:extLst>
          </p:cNvPr>
          <p:cNvSpPr>
            <a:spLocks noChangeArrowheads="1"/>
          </p:cNvSpPr>
          <p:nvPr/>
        </p:nvSpPr>
        <p:spPr bwMode="auto">
          <a:xfrm>
            <a:off x="788988" y="4149725"/>
            <a:ext cx="1262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66"/>
                </a:solidFill>
                <a:latin typeface="Times New Roman" panose="02020603050405020304" pitchFamily="18" charset="0"/>
                <a:ea typeface="宋体" panose="02010600030101010101" pitchFamily="2" charset="-122"/>
              </a:rPr>
              <a:t>说明</a:t>
            </a:r>
          </a:p>
        </p:txBody>
      </p:sp>
      <p:graphicFrame>
        <p:nvGraphicFramePr>
          <p:cNvPr id="557065" name="Object 9">
            <a:extLst>
              <a:ext uri="{FF2B5EF4-FFF2-40B4-BE49-F238E27FC236}">
                <a16:creationId xmlns:a16="http://schemas.microsoft.com/office/drawing/2014/main" id="{15B086FE-A7C1-FE39-D56D-C5662E30DD4E}"/>
              </a:ext>
            </a:extLst>
          </p:cNvPr>
          <p:cNvGraphicFramePr>
            <a:graphicFrameLocks noChangeAspect="1"/>
          </p:cNvGraphicFramePr>
          <p:nvPr/>
        </p:nvGraphicFramePr>
        <p:xfrm>
          <a:off x="1389063" y="3538538"/>
          <a:ext cx="5919787" cy="466725"/>
        </p:xfrm>
        <a:graphic>
          <a:graphicData uri="http://schemas.openxmlformats.org/presentationml/2006/ole">
            <mc:AlternateContent xmlns:mc="http://schemas.openxmlformats.org/markup-compatibility/2006">
              <mc:Choice xmlns:v="urn:schemas-microsoft-com:vml" Requires="v">
                <p:oleObj name="公式" r:id="rId4" imgW="5272916" imgH="464848" progId="Equation.3">
                  <p:embed/>
                </p:oleObj>
              </mc:Choice>
              <mc:Fallback>
                <p:oleObj name="公式" r:id="rId4" imgW="5272916" imgH="464848" progId="Equation.3">
                  <p:embed/>
                  <p:pic>
                    <p:nvPicPr>
                      <p:cNvPr id="557065" name="Object 9">
                        <a:extLst>
                          <a:ext uri="{FF2B5EF4-FFF2-40B4-BE49-F238E27FC236}">
                            <a16:creationId xmlns:a16="http://schemas.microsoft.com/office/drawing/2014/main" id="{15B086FE-A7C1-FE39-D56D-C5662E30DD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9063" y="3538538"/>
                        <a:ext cx="5919787" cy="466725"/>
                      </a:xfrm>
                      <a:prstGeom prst="rect">
                        <a:avLst/>
                      </a:prstGeom>
                      <a:noFill/>
                      <a:ln w="19050">
                        <a:solidFill>
                          <a:srgbClr val="0099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7066" name="Object 10">
            <a:extLst>
              <a:ext uri="{FF2B5EF4-FFF2-40B4-BE49-F238E27FC236}">
                <a16:creationId xmlns:a16="http://schemas.microsoft.com/office/drawing/2014/main" id="{3DE947DC-8755-CD7D-1250-5480E4F7DEFB}"/>
              </a:ext>
            </a:extLst>
          </p:cNvPr>
          <p:cNvGraphicFramePr>
            <a:graphicFrameLocks noChangeAspect="1"/>
          </p:cNvGraphicFramePr>
          <p:nvPr/>
        </p:nvGraphicFramePr>
        <p:xfrm>
          <a:off x="3738563" y="2492375"/>
          <a:ext cx="3570287" cy="682625"/>
        </p:xfrm>
        <a:graphic>
          <a:graphicData uri="http://schemas.openxmlformats.org/presentationml/2006/ole">
            <mc:AlternateContent xmlns:mc="http://schemas.openxmlformats.org/markup-compatibility/2006">
              <mc:Choice xmlns:v="urn:schemas-microsoft-com:vml" Requires="v">
                <p:oleObj name="公式" r:id="rId6" imgW="3177384" imgH="678319" progId="Equation.3">
                  <p:embed/>
                </p:oleObj>
              </mc:Choice>
              <mc:Fallback>
                <p:oleObj name="公式" r:id="rId6" imgW="3177384" imgH="678319" progId="Equation.3">
                  <p:embed/>
                  <p:pic>
                    <p:nvPicPr>
                      <p:cNvPr id="557066" name="Object 10">
                        <a:extLst>
                          <a:ext uri="{FF2B5EF4-FFF2-40B4-BE49-F238E27FC236}">
                            <a16:creationId xmlns:a16="http://schemas.microsoft.com/office/drawing/2014/main" id="{3DE947DC-8755-CD7D-1250-5480E4F7DE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8563" y="2492375"/>
                        <a:ext cx="357028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pic>
        <p:nvPicPr>
          <p:cNvPr id="557067" name="Picture 11" descr="j0293240">
            <a:extLst>
              <a:ext uri="{FF2B5EF4-FFF2-40B4-BE49-F238E27FC236}">
                <a16:creationId xmlns:a16="http://schemas.microsoft.com/office/drawing/2014/main" id="{23836A09-7254-13E6-1E0B-8938B05807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57058"/>
                                        </p:tgtEl>
                                        <p:attrNameLst>
                                          <p:attrName>style.visibility</p:attrName>
                                        </p:attrNameLst>
                                      </p:cBhvr>
                                      <p:to>
                                        <p:strVal val="visible"/>
                                      </p:to>
                                    </p:set>
                                    <p:animEffect transition="in" filter="wipe(left)">
                                      <p:cBhvr>
                                        <p:cTn id="7" dur="500"/>
                                        <p:tgtEl>
                                          <p:spTgt spid="557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57060"/>
                                        </p:tgtEl>
                                        <p:attrNameLst>
                                          <p:attrName>style.visibility</p:attrName>
                                        </p:attrNameLst>
                                      </p:cBhvr>
                                      <p:to>
                                        <p:strVal val="visible"/>
                                      </p:to>
                                    </p:set>
                                    <p:animEffect transition="in" filter="wipe(left)">
                                      <p:cBhvr>
                                        <p:cTn id="12" dur="500"/>
                                        <p:tgtEl>
                                          <p:spTgt spid="5570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557061"/>
                                        </p:tgtEl>
                                        <p:attrNameLst>
                                          <p:attrName>style.visibility</p:attrName>
                                        </p:attrNameLst>
                                      </p:cBhvr>
                                      <p:to>
                                        <p:strVal val="visible"/>
                                      </p:to>
                                    </p:set>
                                  </p:childTnLst>
                                </p:cTn>
                              </p:par>
                              <p:par>
                                <p:cTn id="17" presetID="22" presetClass="entr" presetSubtype="8" fill="hold" nodeType="withEffect">
                                  <p:stCondLst>
                                    <p:cond delay="0"/>
                                  </p:stCondLst>
                                  <p:childTnLst>
                                    <p:set>
                                      <p:cBhvr>
                                        <p:cTn id="18" dur="1" fill="hold">
                                          <p:stCondLst>
                                            <p:cond delay="0"/>
                                          </p:stCondLst>
                                        </p:cTn>
                                        <p:tgtEl>
                                          <p:spTgt spid="557059"/>
                                        </p:tgtEl>
                                        <p:attrNameLst>
                                          <p:attrName>style.visibility</p:attrName>
                                        </p:attrNameLst>
                                      </p:cBhvr>
                                      <p:to>
                                        <p:strVal val="visible"/>
                                      </p:to>
                                    </p:set>
                                    <p:animEffect transition="in" filter="wipe(left)">
                                      <p:cBhvr>
                                        <p:cTn id="19" dur="500"/>
                                        <p:tgtEl>
                                          <p:spTgt spid="55705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55706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557065"/>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57064"/>
                                        </p:tgtEl>
                                        <p:attrNameLst>
                                          <p:attrName>style.visibility</p:attrName>
                                        </p:attrNameLst>
                                      </p:cBhvr>
                                      <p:to>
                                        <p:strVal val="visible"/>
                                      </p:to>
                                    </p:set>
                                    <p:animEffect transition="in" filter="wipe(left)">
                                      <p:cBhvr>
                                        <p:cTn id="32" dur="500"/>
                                        <p:tgtEl>
                                          <p:spTgt spid="5570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57062"/>
                                        </p:tgtEl>
                                        <p:attrNameLst>
                                          <p:attrName>style.visibility</p:attrName>
                                        </p:attrNameLst>
                                      </p:cBhvr>
                                      <p:to>
                                        <p:strVal val="visible"/>
                                      </p:to>
                                    </p:set>
                                    <p:animEffect transition="in" filter="wipe(left)">
                                      <p:cBhvr>
                                        <p:cTn id="37" dur="500"/>
                                        <p:tgtEl>
                                          <p:spTgt spid="55706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57063"/>
                                        </p:tgtEl>
                                        <p:attrNameLst>
                                          <p:attrName>style.visibility</p:attrName>
                                        </p:attrNameLst>
                                      </p:cBhvr>
                                      <p:to>
                                        <p:strVal val="visible"/>
                                      </p:to>
                                    </p:set>
                                    <p:animEffect transition="in" filter="wipe(left)">
                                      <p:cBhvr>
                                        <p:cTn id="42" dur="500"/>
                                        <p:tgtEl>
                                          <p:spTgt spid="55706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nodeType="clickEffect">
                                  <p:stCondLst>
                                    <p:cond delay="0"/>
                                  </p:stCondLst>
                                  <p:childTnLst>
                                    <p:set>
                                      <p:cBhvr>
                                        <p:cTn id="46" dur="1" fill="hold">
                                          <p:stCondLst>
                                            <p:cond delay="0"/>
                                          </p:stCondLst>
                                        </p:cTn>
                                        <p:tgtEl>
                                          <p:spTgt spid="557067"/>
                                        </p:tgtEl>
                                        <p:attrNameLst>
                                          <p:attrName>style.visibility</p:attrName>
                                        </p:attrNameLst>
                                      </p:cBhvr>
                                      <p:to>
                                        <p:strVal val="visible"/>
                                      </p:to>
                                    </p:set>
                                    <p:anim calcmode="lin" valueType="num">
                                      <p:cBhvr additive="base">
                                        <p:cTn id="47" dur="500" fill="hold"/>
                                        <p:tgtEl>
                                          <p:spTgt spid="557067"/>
                                        </p:tgtEl>
                                        <p:attrNameLst>
                                          <p:attrName>ppt_x</p:attrName>
                                        </p:attrNameLst>
                                      </p:cBhvr>
                                      <p:tavLst>
                                        <p:tav tm="0">
                                          <p:val>
                                            <p:strVal val="1+#ppt_w/2"/>
                                          </p:val>
                                        </p:tav>
                                        <p:tav tm="100000">
                                          <p:val>
                                            <p:strVal val="#ppt_x"/>
                                          </p:val>
                                        </p:tav>
                                      </p:tavLst>
                                    </p:anim>
                                    <p:anim calcmode="lin" valueType="num">
                                      <p:cBhvr additive="base">
                                        <p:cTn id="48" dur="500" fill="hold"/>
                                        <p:tgtEl>
                                          <p:spTgt spid="5570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8" grpId="0" autoUpdateAnimBg="0"/>
      <p:bldP spid="557059" grpId="0" animBg="1"/>
      <p:bldP spid="557060" grpId="0" autoUpdateAnimBg="0"/>
      <p:bldP spid="557062" grpId="0" autoUpdateAnimBg="0"/>
      <p:bldP spid="557063" grpId="0" autoUpdateAnimBg="0"/>
      <p:bldP spid="55706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a:extLst>
              <a:ext uri="{FF2B5EF4-FFF2-40B4-BE49-F238E27FC236}">
                <a16:creationId xmlns:a16="http://schemas.microsoft.com/office/drawing/2014/main" id="{CDB3B45A-F8C3-B58A-631F-EB2904377152}"/>
              </a:ext>
            </a:extLst>
          </p:cNvPr>
          <p:cNvSpPr>
            <a:spLocks noChangeArrowheads="1"/>
          </p:cNvSpPr>
          <p:nvPr/>
        </p:nvSpPr>
        <p:spPr bwMode="auto">
          <a:xfrm>
            <a:off x="2051050" y="26035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sz="2000">
                <a:solidFill>
                  <a:srgbClr val="FF9900"/>
                </a:solidFill>
                <a:latin typeface="楷体_GB2312" pitchFamily="49" charset="-122"/>
                <a:ea typeface="楷体_GB2312" pitchFamily="49" charset="-122"/>
              </a:rPr>
              <a:t>(</a:t>
            </a:r>
            <a:r>
              <a:rPr kumimoji="1" lang="zh-CN" altLang="en-US" sz="2000">
                <a:solidFill>
                  <a:srgbClr val="FF9900"/>
                </a:solidFill>
                <a:latin typeface="楷体_GB2312" pitchFamily="49" charset="-122"/>
                <a:ea typeface="楷体_GB2312" pitchFamily="49" charset="-122"/>
              </a:rPr>
              <a:t>质点的势能与位置的关系可以用图线表示出来</a:t>
            </a:r>
            <a:r>
              <a:rPr kumimoji="1" lang="en-US" altLang="zh-CN" sz="2000">
                <a:solidFill>
                  <a:srgbClr val="FF9900"/>
                </a:solidFill>
                <a:latin typeface="楷体_GB2312" pitchFamily="49" charset="-122"/>
                <a:ea typeface="楷体_GB2312" pitchFamily="49" charset="-122"/>
              </a:rPr>
              <a:t>)</a:t>
            </a:r>
          </a:p>
        </p:txBody>
      </p:sp>
      <p:sp>
        <p:nvSpPr>
          <p:cNvPr id="558083" name="Text Box 3">
            <a:extLst>
              <a:ext uri="{FF2B5EF4-FFF2-40B4-BE49-F238E27FC236}">
                <a16:creationId xmlns:a16="http://schemas.microsoft.com/office/drawing/2014/main" id="{61254245-21E6-C4AD-BC6A-4151ACF0A54F}"/>
              </a:ext>
            </a:extLst>
          </p:cNvPr>
          <p:cNvSpPr txBox="1">
            <a:spLocks noChangeArrowheads="1"/>
          </p:cNvSpPr>
          <p:nvPr/>
        </p:nvSpPr>
        <p:spPr bwMode="auto">
          <a:xfrm>
            <a:off x="252413" y="307975"/>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66"/>
                </a:solidFill>
                <a:latin typeface="Times New Roman" panose="02020603050405020304" pitchFamily="18" charset="0"/>
                <a:ea typeface="宋体" panose="02010600030101010101" pitchFamily="2" charset="-122"/>
              </a:rPr>
              <a:t>三</a:t>
            </a:r>
            <a:r>
              <a:rPr kumimoji="1" lang="en-US" altLang="zh-CN">
                <a:solidFill>
                  <a:srgbClr val="FFFF66"/>
                </a:solidFill>
                <a:latin typeface="Times New Roman" panose="02020603050405020304" pitchFamily="18" charset="0"/>
                <a:ea typeface="宋体" panose="02010600030101010101" pitchFamily="2" charset="-122"/>
              </a:rPr>
              <a:t>. </a:t>
            </a:r>
            <a:r>
              <a:rPr kumimoji="1" lang="zh-CN" altLang="en-US">
                <a:solidFill>
                  <a:srgbClr val="FFFF66"/>
                </a:solidFill>
                <a:latin typeface="Times New Roman" panose="02020603050405020304" pitchFamily="18" charset="0"/>
                <a:ea typeface="宋体" panose="02010600030101010101" pitchFamily="2" charset="-122"/>
              </a:rPr>
              <a:t>势能曲线</a:t>
            </a:r>
          </a:p>
        </p:txBody>
      </p:sp>
      <p:sp>
        <p:nvSpPr>
          <p:cNvPr id="558084" name="Text Box 4">
            <a:extLst>
              <a:ext uri="{FF2B5EF4-FFF2-40B4-BE49-F238E27FC236}">
                <a16:creationId xmlns:a16="http://schemas.microsoft.com/office/drawing/2014/main" id="{2D2A9EC4-F97B-EDEF-F67A-4E7CE8BBD7B1}"/>
              </a:ext>
            </a:extLst>
          </p:cNvPr>
          <p:cNvSpPr txBox="1">
            <a:spLocks noChangeArrowheads="1"/>
          </p:cNvSpPr>
          <p:nvPr/>
        </p:nvSpPr>
        <p:spPr bwMode="auto">
          <a:xfrm>
            <a:off x="433388" y="3332163"/>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宋体" panose="02010600030101010101" pitchFamily="2" charset="-122"/>
                <a:ea typeface="宋体" panose="02010600030101010101" pitchFamily="2" charset="-122"/>
              </a:rPr>
              <a:t>1.</a:t>
            </a:r>
            <a:r>
              <a:rPr kumimoji="1" lang="zh-CN" altLang="en-US">
                <a:solidFill>
                  <a:srgbClr val="FFFF66"/>
                </a:solidFill>
                <a:latin typeface="宋体" panose="02010600030101010101" pitchFamily="2" charset="-122"/>
                <a:ea typeface="宋体" panose="02010600030101010101" pitchFamily="2" charset="-122"/>
              </a:rPr>
              <a:t>由势能函数求保守力</a:t>
            </a:r>
            <a:r>
              <a:rPr kumimoji="1" lang="zh-CN" altLang="en-US">
                <a:solidFill>
                  <a:srgbClr val="0000FF"/>
                </a:solidFill>
              </a:rPr>
              <a:t> </a:t>
            </a:r>
            <a:endParaRPr kumimoji="1" lang="zh-CN" altLang="en-US" b="0">
              <a:solidFill>
                <a:schemeClr val="tx1"/>
              </a:solidFill>
            </a:endParaRPr>
          </a:p>
        </p:txBody>
      </p:sp>
      <p:grpSp>
        <p:nvGrpSpPr>
          <p:cNvPr id="2" name="Group 5">
            <a:extLst>
              <a:ext uri="{FF2B5EF4-FFF2-40B4-BE49-F238E27FC236}">
                <a16:creationId xmlns:a16="http://schemas.microsoft.com/office/drawing/2014/main" id="{5151B2C0-5AED-96C2-1277-14DB2F64051A}"/>
              </a:ext>
            </a:extLst>
          </p:cNvPr>
          <p:cNvGrpSpPr>
            <a:grpSpLocks/>
          </p:cNvGrpSpPr>
          <p:nvPr/>
        </p:nvGrpSpPr>
        <p:grpSpPr bwMode="auto">
          <a:xfrm>
            <a:off x="822325" y="841375"/>
            <a:ext cx="2606675" cy="2057400"/>
            <a:chOff x="326" y="240"/>
            <a:chExt cx="1642" cy="1296"/>
          </a:xfrm>
        </p:grpSpPr>
        <p:sp>
          <p:nvSpPr>
            <p:cNvPr id="558086" name="Line 6">
              <a:extLst>
                <a:ext uri="{FF2B5EF4-FFF2-40B4-BE49-F238E27FC236}">
                  <a16:creationId xmlns:a16="http://schemas.microsoft.com/office/drawing/2014/main" id="{CE43704B-8518-BB9C-1CCE-8F8DD38B5BF7}"/>
                </a:ext>
              </a:extLst>
            </p:cNvPr>
            <p:cNvSpPr>
              <a:spLocks noChangeShapeType="1"/>
            </p:cNvSpPr>
            <p:nvPr/>
          </p:nvSpPr>
          <p:spPr bwMode="auto">
            <a:xfrm>
              <a:off x="576" y="1296"/>
              <a:ext cx="1152" cy="0"/>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58087" name="Line 7">
              <a:extLst>
                <a:ext uri="{FF2B5EF4-FFF2-40B4-BE49-F238E27FC236}">
                  <a16:creationId xmlns:a16="http://schemas.microsoft.com/office/drawing/2014/main" id="{95AB525B-2F44-6B08-06E9-87930135703C}"/>
                </a:ext>
              </a:extLst>
            </p:cNvPr>
            <p:cNvSpPr>
              <a:spLocks noChangeShapeType="1"/>
            </p:cNvSpPr>
            <p:nvPr/>
          </p:nvSpPr>
          <p:spPr bwMode="auto">
            <a:xfrm flipV="1">
              <a:off x="672" y="336"/>
              <a:ext cx="0" cy="1056"/>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6665" name="Text Box 8">
              <a:extLst>
                <a:ext uri="{FF2B5EF4-FFF2-40B4-BE49-F238E27FC236}">
                  <a16:creationId xmlns:a16="http://schemas.microsoft.com/office/drawing/2014/main" id="{0EA4DF7F-FEA5-3D81-72B1-781BBEA19372}"/>
                </a:ext>
              </a:extLst>
            </p:cNvPr>
            <p:cNvSpPr txBox="1">
              <a:spLocks noChangeArrowheads="1"/>
            </p:cNvSpPr>
            <p:nvPr/>
          </p:nvSpPr>
          <p:spPr bwMode="auto">
            <a:xfrm>
              <a:off x="1724" y="124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Times New Roman" panose="02020603050405020304" pitchFamily="18" charset="0"/>
                  <a:ea typeface="宋体" panose="02010600030101010101" pitchFamily="2" charset="-122"/>
                </a:rPr>
                <a:t>Z</a:t>
              </a:r>
            </a:p>
          </p:txBody>
        </p:sp>
        <p:graphicFrame>
          <p:nvGraphicFramePr>
            <p:cNvPr id="26666" name="Object 9">
              <a:extLst>
                <a:ext uri="{FF2B5EF4-FFF2-40B4-BE49-F238E27FC236}">
                  <a16:creationId xmlns:a16="http://schemas.microsoft.com/office/drawing/2014/main" id="{68148EC0-3B52-FE44-36FD-D0A4EE8643A7}"/>
                </a:ext>
              </a:extLst>
            </p:cNvPr>
            <p:cNvGraphicFramePr>
              <a:graphicFrameLocks noChangeAspect="1"/>
            </p:cNvGraphicFramePr>
            <p:nvPr/>
          </p:nvGraphicFramePr>
          <p:xfrm>
            <a:off x="735" y="240"/>
            <a:ext cx="336" cy="301"/>
          </p:xfrm>
          <a:graphic>
            <a:graphicData uri="http://schemas.openxmlformats.org/presentationml/2006/ole">
              <mc:AlternateContent xmlns:mc="http://schemas.openxmlformats.org/markup-compatibility/2006">
                <mc:Choice xmlns:v="urn:schemas-microsoft-com:vml" Requires="v">
                  <p:oleObj name="Equation" r:id="rId2" imgW="236376" imgH="205989" progId="Equation.3">
                    <p:embed/>
                  </p:oleObj>
                </mc:Choice>
                <mc:Fallback>
                  <p:oleObj name="Equation" r:id="rId2" imgW="236376" imgH="205989" progId="Equation.3">
                    <p:embed/>
                    <p:pic>
                      <p:nvPicPr>
                        <p:cNvPr id="26666" name="Object 9">
                          <a:extLst>
                            <a:ext uri="{FF2B5EF4-FFF2-40B4-BE49-F238E27FC236}">
                              <a16:creationId xmlns:a16="http://schemas.microsoft.com/office/drawing/2014/main" id="{68148EC0-3B52-FE44-36FD-D0A4EE864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 y="240"/>
                          <a:ext cx="336"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67" name="Text Box 10">
              <a:extLst>
                <a:ext uri="{FF2B5EF4-FFF2-40B4-BE49-F238E27FC236}">
                  <a16:creationId xmlns:a16="http://schemas.microsoft.com/office/drawing/2014/main" id="{A841BDB4-E56D-E718-4F39-509B906A9560}"/>
                </a:ext>
              </a:extLst>
            </p:cNvPr>
            <p:cNvSpPr txBox="1">
              <a:spLocks noChangeArrowheads="1"/>
            </p:cNvSpPr>
            <p:nvPr/>
          </p:nvSpPr>
          <p:spPr bwMode="auto">
            <a:xfrm>
              <a:off x="326" y="1082"/>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Times New Roman" panose="02020603050405020304" pitchFamily="18" charset="0"/>
                  <a:ea typeface="宋体" panose="02010600030101010101" pitchFamily="2" charset="-122"/>
                </a:rPr>
                <a:t>O</a:t>
              </a:r>
            </a:p>
          </p:txBody>
        </p:sp>
      </p:grpSp>
      <p:sp>
        <p:nvSpPr>
          <p:cNvPr id="558091" name="Rectangle 11">
            <a:extLst>
              <a:ext uri="{FF2B5EF4-FFF2-40B4-BE49-F238E27FC236}">
                <a16:creationId xmlns:a16="http://schemas.microsoft.com/office/drawing/2014/main" id="{AFF23B28-0828-6FA1-C79C-6F02D6C5A271}"/>
              </a:ext>
            </a:extLst>
          </p:cNvPr>
          <p:cNvSpPr>
            <a:spLocks noChangeArrowheads="1"/>
          </p:cNvSpPr>
          <p:nvPr/>
        </p:nvSpPr>
        <p:spPr bwMode="auto">
          <a:xfrm>
            <a:off x="1354138" y="285115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重力势能</a:t>
            </a:r>
          </a:p>
        </p:txBody>
      </p:sp>
      <p:graphicFrame>
        <p:nvGraphicFramePr>
          <p:cNvPr id="558092" name="Object 12">
            <a:extLst>
              <a:ext uri="{FF2B5EF4-FFF2-40B4-BE49-F238E27FC236}">
                <a16:creationId xmlns:a16="http://schemas.microsoft.com/office/drawing/2014/main" id="{8534E326-86B8-74AB-8859-5261220E30C1}"/>
              </a:ext>
            </a:extLst>
          </p:cNvPr>
          <p:cNvGraphicFramePr>
            <a:graphicFrameLocks noChangeAspect="1"/>
          </p:cNvGraphicFramePr>
          <p:nvPr/>
        </p:nvGraphicFramePr>
        <p:xfrm>
          <a:off x="5386388" y="2130425"/>
          <a:ext cx="446087" cy="422275"/>
        </p:xfrm>
        <a:graphic>
          <a:graphicData uri="http://schemas.openxmlformats.org/presentationml/2006/ole">
            <mc:AlternateContent xmlns:mc="http://schemas.openxmlformats.org/markup-compatibility/2006">
              <mc:Choice xmlns:v="urn:schemas-microsoft-com:vml" Requires="v">
                <p:oleObj name="Equation" r:id="rId4" imgW="434433" imgH="411480" progId="Equation.3">
                  <p:embed/>
                </p:oleObj>
              </mc:Choice>
              <mc:Fallback>
                <p:oleObj name="Equation" r:id="rId4" imgW="434433" imgH="411480" progId="Equation.3">
                  <p:embed/>
                  <p:pic>
                    <p:nvPicPr>
                      <p:cNvPr id="558092" name="Object 12">
                        <a:extLst>
                          <a:ext uri="{FF2B5EF4-FFF2-40B4-BE49-F238E27FC236}">
                            <a16:creationId xmlns:a16="http://schemas.microsoft.com/office/drawing/2014/main" id="{8534E326-86B8-74AB-8859-5261220E3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6388" y="2130425"/>
                        <a:ext cx="44608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8093" name="Rectangle 13">
            <a:extLst>
              <a:ext uri="{FF2B5EF4-FFF2-40B4-BE49-F238E27FC236}">
                <a16:creationId xmlns:a16="http://schemas.microsoft.com/office/drawing/2014/main" id="{6B2409F8-2632-3689-24FB-15F678D91ACE}"/>
              </a:ext>
            </a:extLst>
          </p:cNvPr>
          <p:cNvSpPr>
            <a:spLocks noChangeArrowheads="1"/>
          </p:cNvSpPr>
          <p:nvPr/>
        </p:nvSpPr>
        <p:spPr bwMode="auto">
          <a:xfrm>
            <a:off x="4060825" y="287496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弹性势能</a:t>
            </a:r>
          </a:p>
        </p:txBody>
      </p:sp>
      <p:pic>
        <p:nvPicPr>
          <p:cNvPr id="558094" name="Picture 14">
            <a:extLst>
              <a:ext uri="{FF2B5EF4-FFF2-40B4-BE49-F238E27FC236}">
                <a16:creationId xmlns:a16="http://schemas.microsoft.com/office/drawing/2014/main" id="{D858B167-E472-480B-AE51-E09904309C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9688" y="1128713"/>
            <a:ext cx="873125" cy="149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558095" name="Picture 15">
            <a:extLst>
              <a:ext uri="{FF2B5EF4-FFF2-40B4-BE49-F238E27FC236}">
                <a16:creationId xmlns:a16="http://schemas.microsoft.com/office/drawing/2014/main" id="{95E69588-B31F-CA46-370D-DCA4531430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6463" y="1146175"/>
            <a:ext cx="858837"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8096" name="Line 16">
            <a:extLst>
              <a:ext uri="{FF2B5EF4-FFF2-40B4-BE49-F238E27FC236}">
                <a16:creationId xmlns:a16="http://schemas.microsoft.com/office/drawing/2014/main" id="{B1265E5B-FAFA-987D-35FB-37C9390F43D3}"/>
              </a:ext>
            </a:extLst>
          </p:cNvPr>
          <p:cNvSpPr>
            <a:spLocks noChangeShapeType="1"/>
          </p:cNvSpPr>
          <p:nvPr/>
        </p:nvSpPr>
        <p:spPr bwMode="auto">
          <a:xfrm>
            <a:off x="3954463" y="1450975"/>
            <a:ext cx="1524000" cy="0"/>
          </a:xfrm>
          <a:prstGeom prst="line">
            <a:avLst/>
          </a:prstGeom>
          <a:noFill/>
          <a:ln w="28575">
            <a:solidFill>
              <a:srgbClr val="FFFF00"/>
            </a:solidFill>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58097" name="Text Box 17">
            <a:extLst>
              <a:ext uri="{FF2B5EF4-FFF2-40B4-BE49-F238E27FC236}">
                <a16:creationId xmlns:a16="http://schemas.microsoft.com/office/drawing/2014/main" id="{64F4FF49-F0A1-662F-87F6-79A82BB635A8}"/>
              </a:ext>
            </a:extLst>
          </p:cNvPr>
          <p:cNvSpPr txBox="1">
            <a:spLocks noChangeArrowheads="1"/>
          </p:cNvSpPr>
          <p:nvPr/>
        </p:nvSpPr>
        <p:spPr bwMode="auto">
          <a:xfrm>
            <a:off x="4108450" y="95885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FFFF66"/>
                </a:solidFill>
                <a:latin typeface="Times New Roman" panose="02020603050405020304" pitchFamily="18" charset="0"/>
                <a:ea typeface="宋体" panose="02010600030101010101" pitchFamily="2" charset="-122"/>
              </a:rPr>
              <a:t>E</a:t>
            </a:r>
          </a:p>
        </p:txBody>
      </p:sp>
      <p:sp>
        <p:nvSpPr>
          <p:cNvPr id="558098" name="Line 18">
            <a:extLst>
              <a:ext uri="{FF2B5EF4-FFF2-40B4-BE49-F238E27FC236}">
                <a16:creationId xmlns:a16="http://schemas.microsoft.com/office/drawing/2014/main" id="{9DFF20D6-2F00-61CE-B8D6-8C5869FEDCE6}"/>
              </a:ext>
            </a:extLst>
          </p:cNvPr>
          <p:cNvSpPr>
            <a:spLocks noChangeShapeType="1"/>
          </p:cNvSpPr>
          <p:nvPr/>
        </p:nvSpPr>
        <p:spPr bwMode="auto">
          <a:xfrm>
            <a:off x="5267325" y="1450975"/>
            <a:ext cx="0" cy="609600"/>
          </a:xfrm>
          <a:prstGeom prst="line">
            <a:avLst/>
          </a:prstGeom>
          <a:noFill/>
          <a:ln w="28575">
            <a:solidFill>
              <a:srgbClr val="FFCCFF"/>
            </a:solidFill>
            <a:round/>
            <a:headEnd type="triangle" w="med" len="me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58099" name="Line 19">
            <a:extLst>
              <a:ext uri="{FF2B5EF4-FFF2-40B4-BE49-F238E27FC236}">
                <a16:creationId xmlns:a16="http://schemas.microsoft.com/office/drawing/2014/main" id="{2C1B0A47-BA92-ED78-11AC-73F29FE6A679}"/>
              </a:ext>
            </a:extLst>
          </p:cNvPr>
          <p:cNvSpPr>
            <a:spLocks noChangeShapeType="1"/>
          </p:cNvSpPr>
          <p:nvPr/>
        </p:nvSpPr>
        <p:spPr bwMode="auto">
          <a:xfrm>
            <a:off x="5267325" y="2060575"/>
            <a:ext cx="0" cy="533400"/>
          </a:xfrm>
          <a:prstGeom prst="line">
            <a:avLst/>
          </a:prstGeom>
          <a:noFill/>
          <a:ln w="28575">
            <a:solidFill>
              <a:srgbClr val="66FFFF"/>
            </a:solidFill>
            <a:round/>
            <a:headEnd type="triangle" w="med" len="me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58100" name="Object 20">
            <a:extLst>
              <a:ext uri="{FF2B5EF4-FFF2-40B4-BE49-F238E27FC236}">
                <a16:creationId xmlns:a16="http://schemas.microsoft.com/office/drawing/2014/main" id="{A4DA5259-9DB6-89AA-683E-D0BE85617CB9}"/>
              </a:ext>
            </a:extLst>
          </p:cNvPr>
          <p:cNvGraphicFramePr>
            <a:graphicFrameLocks noChangeAspect="1"/>
          </p:cNvGraphicFramePr>
          <p:nvPr/>
        </p:nvGraphicFramePr>
        <p:xfrm>
          <a:off x="4764088" y="1550988"/>
          <a:ext cx="434975" cy="433387"/>
        </p:xfrm>
        <a:graphic>
          <a:graphicData uri="http://schemas.openxmlformats.org/presentationml/2006/ole">
            <mc:AlternateContent xmlns:mc="http://schemas.openxmlformats.org/markup-compatibility/2006">
              <mc:Choice xmlns:v="urn:schemas-microsoft-com:vml" Requires="v">
                <p:oleObj name="Equation" r:id="rId8" imgW="426969" imgH="426942" progId="Equation.3">
                  <p:embed/>
                </p:oleObj>
              </mc:Choice>
              <mc:Fallback>
                <p:oleObj name="Equation" r:id="rId8" imgW="426969" imgH="426942" progId="Equation.3">
                  <p:embed/>
                  <p:pic>
                    <p:nvPicPr>
                      <p:cNvPr id="558100" name="Object 20">
                        <a:extLst>
                          <a:ext uri="{FF2B5EF4-FFF2-40B4-BE49-F238E27FC236}">
                            <a16:creationId xmlns:a16="http://schemas.microsoft.com/office/drawing/2014/main" id="{A4DA5259-9DB6-89AA-683E-D0BE85617CB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64088" y="1550988"/>
                        <a:ext cx="43497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8101" name="Rectangle 21">
            <a:extLst>
              <a:ext uri="{FF2B5EF4-FFF2-40B4-BE49-F238E27FC236}">
                <a16:creationId xmlns:a16="http://schemas.microsoft.com/office/drawing/2014/main" id="{359DB52A-8585-2696-AB36-0CA06953D64F}"/>
              </a:ext>
            </a:extLst>
          </p:cNvPr>
          <p:cNvSpPr>
            <a:spLocks noChangeArrowheads="1"/>
          </p:cNvSpPr>
          <p:nvPr/>
        </p:nvSpPr>
        <p:spPr bwMode="auto">
          <a:xfrm>
            <a:off x="6705600" y="2871788"/>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万有引力势能</a:t>
            </a:r>
          </a:p>
        </p:txBody>
      </p:sp>
      <p:grpSp>
        <p:nvGrpSpPr>
          <p:cNvPr id="3" name="Group 22">
            <a:extLst>
              <a:ext uri="{FF2B5EF4-FFF2-40B4-BE49-F238E27FC236}">
                <a16:creationId xmlns:a16="http://schemas.microsoft.com/office/drawing/2014/main" id="{97C48ABD-D808-5B9C-98CA-485399466C74}"/>
              </a:ext>
            </a:extLst>
          </p:cNvPr>
          <p:cNvGrpSpPr>
            <a:grpSpLocks/>
          </p:cNvGrpSpPr>
          <p:nvPr/>
        </p:nvGrpSpPr>
        <p:grpSpPr bwMode="auto">
          <a:xfrm>
            <a:off x="3657600" y="858838"/>
            <a:ext cx="2751138" cy="2174875"/>
            <a:chOff x="2208" y="240"/>
            <a:chExt cx="1733" cy="1370"/>
          </a:xfrm>
        </p:grpSpPr>
        <p:sp>
          <p:nvSpPr>
            <p:cNvPr id="558103" name="Line 23">
              <a:extLst>
                <a:ext uri="{FF2B5EF4-FFF2-40B4-BE49-F238E27FC236}">
                  <a16:creationId xmlns:a16="http://schemas.microsoft.com/office/drawing/2014/main" id="{D097A2A0-A82D-A5C0-DA62-C2051B286471}"/>
                </a:ext>
              </a:extLst>
            </p:cNvPr>
            <p:cNvSpPr>
              <a:spLocks noChangeShapeType="1"/>
            </p:cNvSpPr>
            <p:nvPr/>
          </p:nvSpPr>
          <p:spPr bwMode="auto">
            <a:xfrm>
              <a:off x="2208" y="1344"/>
              <a:ext cx="1488" cy="0"/>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58104" name="Line 24">
              <a:extLst>
                <a:ext uri="{FF2B5EF4-FFF2-40B4-BE49-F238E27FC236}">
                  <a16:creationId xmlns:a16="http://schemas.microsoft.com/office/drawing/2014/main" id="{4F39C503-227A-D338-ABB7-968B235AF967}"/>
                </a:ext>
              </a:extLst>
            </p:cNvPr>
            <p:cNvSpPr>
              <a:spLocks noChangeShapeType="1"/>
            </p:cNvSpPr>
            <p:nvPr/>
          </p:nvSpPr>
          <p:spPr bwMode="auto">
            <a:xfrm flipV="1">
              <a:off x="2880" y="336"/>
              <a:ext cx="0" cy="1152"/>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26660" name="Object 25">
              <a:extLst>
                <a:ext uri="{FF2B5EF4-FFF2-40B4-BE49-F238E27FC236}">
                  <a16:creationId xmlns:a16="http://schemas.microsoft.com/office/drawing/2014/main" id="{147657D7-5DC2-5B35-5F7B-D2EAB89FAE33}"/>
                </a:ext>
              </a:extLst>
            </p:cNvPr>
            <p:cNvGraphicFramePr>
              <a:graphicFrameLocks noChangeAspect="1"/>
            </p:cNvGraphicFramePr>
            <p:nvPr/>
          </p:nvGraphicFramePr>
          <p:xfrm>
            <a:off x="2928" y="240"/>
            <a:ext cx="336" cy="301"/>
          </p:xfrm>
          <a:graphic>
            <a:graphicData uri="http://schemas.openxmlformats.org/presentationml/2006/ole">
              <mc:AlternateContent xmlns:mc="http://schemas.openxmlformats.org/markup-compatibility/2006">
                <mc:Choice xmlns:v="urn:schemas-microsoft-com:vml" Requires="v">
                  <p:oleObj name="Equation" r:id="rId10" imgW="236376" imgH="205989" progId="Equation.3">
                    <p:embed/>
                  </p:oleObj>
                </mc:Choice>
                <mc:Fallback>
                  <p:oleObj name="Equation" r:id="rId10" imgW="236376" imgH="205989" progId="Equation.3">
                    <p:embed/>
                    <p:pic>
                      <p:nvPicPr>
                        <p:cNvPr id="26660" name="Object 25">
                          <a:extLst>
                            <a:ext uri="{FF2B5EF4-FFF2-40B4-BE49-F238E27FC236}">
                              <a16:creationId xmlns:a16="http://schemas.microsoft.com/office/drawing/2014/main" id="{147657D7-5DC2-5B35-5F7B-D2EAB89FAE3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28" y="240"/>
                          <a:ext cx="336"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61" name="Text Box 26">
              <a:extLst>
                <a:ext uri="{FF2B5EF4-FFF2-40B4-BE49-F238E27FC236}">
                  <a16:creationId xmlns:a16="http://schemas.microsoft.com/office/drawing/2014/main" id="{553C9086-74AB-253A-6944-B2368C9FC803}"/>
                </a:ext>
              </a:extLst>
            </p:cNvPr>
            <p:cNvSpPr txBox="1">
              <a:spLocks noChangeArrowheads="1"/>
            </p:cNvSpPr>
            <p:nvPr/>
          </p:nvSpPr>
          <p:spPr bwMode="auto">
            <a:xfrm>
              <a:off x="3686" y="132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Times New Roman" panose="02020603050405020304" pitchFamily="18" charset="0"/>
                  <a:ea typeface="宋体" panose="02010600030101010101" pitchFamily="2" charset="-122"/>
                </a:rPr>
                <a:t>X</a:t>
              </a:r>
            </a:p>
          </p:txBody>
        </p:sp>
        <p:sp>
          <p:nvSpPr>
            <p:cNvPr id="26662" name="Text Box 27">
              <a:extLst>
                <a:ext uri="{FF2B5EF4-FFF2-40B4-BE49-F238E27FC236}">
                  <a16:creationId xmlns:a16="http://schemas.microsoft.com/office/drawing/2014/main" id="{34668F6A-1774-81BF-9252-F1440F46FE1C}"/>
                </a:ext>
              </a:extLst>
            </p:cNvPr>
            <p:cNvSpPr txBox="1">
              <a:spLocks noChangeArrowheads="1"/>
            </p:cNvSpPr>
            <p:nvPr/>
          </p:nvSpPr>
          <p:spPr bwMode="auto">
            <a:xfrm>
              <a:off x="2615" y="1296"/>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Times New Roman" panose="02020603050405020304" pitchFamily="18" charset="0"/>
                  <a:ea typeface="宋体" panose="02010600030101010101" pitchFamily="2" charset="-122"/>
                </a:rPr>
                <a:t>O</a:t>
              </a:r>
            </a:p>
          </p:txBody>
        </p:sp>
      </p:grpSp>
      <p:grpSp>
        <p:nvGrpSpPr>
          <p:cNvPr id="4" name="Group 28">
            <a:extLst>
              <a:ext uri="{FF2B5EF4-FFF2-40B4-BE49-F238E27FC236}">
                <a16:creationId xmlns:a16="http://schemas.microsoft.com/office/drawing/2014/main" id="{DE67C02E-457A-E8E0-93D5-D44F1A6E1433}"/>
              </a:ext>
            </a:extLst>
          </p:cNvPr>
          <p:cNvGrpSpPr>
            <a:grpSpLocks/>
          </p:cNvGrpSpPr>
          <p:nvPr/>
        </p:nvGrpSpPr>
        <p:grpSpPr bwMode="auto">
          <a:xfrm>
            <a:off x="6553200" y="765175"/>
            <a:ext cx="2362200" cy="2078038"/>
            <a:chOff x="4080" y="192"/>
            <a:chExt cx="1488" cy="1309"/>
          </a:xfrm>
        </p:grpSpPr>
        <p:graphicFrame>
          <p:nvGraphicFramePr>
            <p:cNvPr id="26653" name="Object 29">
              <a:extLst>
                <a:ext uri="{FF2B5EF4-FFF2-40B4-BE49-F238E27FC236}">
                  <a16:creationId xmlns:a16="http://schemas.microsoft.com/office/drawing/2014/main" id="{C6CEE312-E86A-A313-950F-140478D8EDE0}"/>
                </a:ext>
              </a:extLst>
            </p:cNvPr>
            <p:cNvGraphicFramePr>
              <a:graphicFrameLocks noChangeAspect="1"/>
            </p:cNvGraphicFramePr>
            <p:nvPr/>
          </p:nvGraphicFramePr>
          <p:xfrm>
            <a:off x="4368" y="192"/>
            <a:ext cx="336" cy="301"/>
          </p:xfrm>
          <a:graphic>
            <a:graphicData uri="http://schemas.openxmlformats.org/presentationml/2006/ole">
              <mc:AlternateContent xmlns:mc="http://schemas.openxmlformats.org/markup-compatibility/2006">
                <mc:Choice xmlns:v="urn:schemas-microsoft-com:vml" Requires="v">
                  <p:oleObj name="Equation" r:id="rId12" imgW="236376" imgH="205989" progId="Equation.3">
                    <p:embed/>
                  </p:oleObj>
                </mc:Choice>
                <mc:Fallback>
                  <p:oleObj name="Equation" r:id="rId12" imgW="236376" imgH="205989" progId="Equation.3">
                    <p:embed/>
                    <p:pic>
                      <p:nvPicPr>
                        <p:cNvPr id="26653" name="Object 29">
                          <a:extLst>
                            <a:ext uri="{FF2B5EF4-FFF2-40B4-BE49-F238E27FC236}">
                              <a16:creationId xmlns:a16="http://schemas.microsoft.com/office/drawing/2014/main" id="{C6CEE312-E86A-A313-950F-140478D8EDE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8" y="192"/>
                          <a:ext cx="336"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8110" name="Line 30">
              <a:extLst>
                <a:ext uri="{FF2B5EF4-FFF2-40B4-BE49-F238E27FC236}">
                  <a16:creationId xmlns:a16="http://schemas.microsoft.com/office/drawing/2014/main" id="{A0DD653F-95F8-F049-08E2-EE45D50A33D8}"/>
                </a:ext>
              </a:extLst>
            </p:cNvPr>
            <p:cNvSpPr>
              <a:spLocks noChangeShapeType="1"/>
            </p:cNvSpPr>
            <p:nvPr/>
          </p:nvSpPr>
          <p:spPr bwMode="auto">
            <a:xfrm>
              <a:off x="4080" y="541"/>
              <a:ext cx="1344" cy="0"/>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58111" name="Line 31">
              <a:extLst>
                <a:ext uri="{FF2B5EF4-FFF2-40B4-BE49-F238E27FC236}">
                  <a16:creationId xmlns:a16="http://schemas.microsoft.com/office/drawing/2014/main" id="{B6EC4ED6-CF25-9FF6-4391-02115103C34E}"/>
                </a:ext>
              </a:extLst>
            </p:cNvPr>
            <p:cNvSpPr>
              <a:spLocks noChangeShapeType="1"/>
            </p:cNvSpPr>
            <p:nvPr/>
          </p:nvSpPr>
          <p:spPr bwMode="auto">
            <a:xfrm flipV="1">
              <a:off x="4320" y="349"/>
              <a:ext cx="0" cy="1152"/>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6656" name="Text Box 32">
              <a:extLst>
                <a:ext uri="{FF2B5EF4-FFF2-40B4-BE49-F238E27FC236}">
                  <a16:creationId xmlns:a16="http://schemas.microsoft.com/office/drawing/2014/main" id="{09CFCF0A-FCCE-3DAF-AB33-9254CA5624C8}"/>
                </a:ext>
              </a:extLst>
            </p:cNvPr>
            <p:cNvSpPr txBox="1">
              <a:spLocks noChangeArrowheads="1"/>
            </p:cNvSpPr>
            <p:nvPr/>
          </p:nvSpPr>
          <p:spPr bwMode="auto">
            <a:xfrm>
              <a:off x="5270" y="199"/>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sz="2800" i="1">
                  <a:solidFill>
                    <a:srgbClr val="FFFF66"/>
                  </a:solidFill>
                  <a:latin typeface="Times New Roman" panose="02020603050405020304" pitchFamily="18" charset="0"/>
                  <a:ea typeface="宋体" panose="02010600030101010101" pitchFamily="2" charset="-122"/>
                </a:rPr>
                <a:t>r</a:t>
              </a:r>
            </a:p>
          </p:txBody>
        </p:sp>
        <p:sp>
          <p:nvSpPr>
            <p:cNvPr id="26657" name="Text Box 33">
              <a:extLst>
                <a:ext uri="{FF2B5EF4-FFF2-40B4-BE49-F238E27FC236}">
                  <a16:creationId xmlns:a16="http://schemas.microsoft.com/office/drawing/2014/main" id="{6A53A925-94D0-FB7F-B6E3-C17D05B8920E}"/>
                </a:ext>
              </a:extLst>
            </p:cNvPr>
            <p:cNvSpPr txBox="1">
              <a:spLocks noChangeArrowheads="1"/>
            </p:cNvSpPr>
            <p:nvPr/>
          </p:nvSpPr>
          <p:spPr bwMode="auto">
            <a:xfrm>
              <a:off x="4080" y="493"/>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Times New Roman" panose="02020603050405020304" pitchFamily="18" charset="0"/>
                  <a:ea typeface="宋体" panose="02010600030101010101" pitchFamily="2" charset="-122"/>
                </a:rPr>
                <a:t>O</a:t>
              </a:r>
            </a:p>
          </p:txBody>
        </p:sp>
      </p:grpSp>
      <p:pic>
        <p:nvPicPr>
          <p:cNvPr id="558114" name="Picture 34">
            <a:extLst>
              <a:ext uri="{FF2B5EF4-FFF2-40B4-BE49-F238E27FC236}">
                <a16:creationId xmlns:a16="http://schemas.microsoft.com/office/drawing/2014/main" id="{FC0EB347-1CFC-BFC6-5500-45068742617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0400" y="1395413"/>
            <a:ext cx="1128713"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58115" name="Object 35">
            <a:extLst>
              <a:ext uri="{FF2B5EF4-FFF2-40B4-BE49-F238E27FC236}">
                <a16:creationId xmlns:a16="http://schemas.microsoft.com/office/drawing/2014/main" id="{B3309594-D334-62FB-2021-BE1BD4DE7BAA}"/>
              </a:ext>
            </a:extLst>
          </p:cNvPr>
          <p:cNvGraphicFramePr>
            <a:graphicFrameLocks noChangeAspect="1"/>
          </p:cNvGraphicFramePr>
          <p:nvPr/>
        </p:nvGraphicFramePr>
        <p:xfrm>
          <a:off x="1635125" y="3787775"/>
          <a:ext cx="2073275" cy="390525"/>
        </p:xfrm>
        <a:graphic>
          <a:graphicData uri="http://schemas.openxmlformats.org/presentationml/2006/ole">
            <mc:AlternateContent xmlns:mc="http://schemas.openxmlformats.org/markup-compatibility/2006">
              <mc:Choice xmlns:v="urn:schemas-microsoft-com:vml" Requires="v">
                <p:oleObj name="公式" r:id="rId15" imgW="2072640" imgH="388537" progId="Equation.3">
                  <p:embed/>
                </p:oleObj>
              </mc:Choice>
              <mc:Fallback>
                <p:oleObj name="公式" r:id="rId15" imgW="2072640" imgH="388537" progId="Equation.3">
                  <p:embed/>
                  <p:pic>
                    <p:nvPicPr>
                      <p:cNvPr id="558115" name="Object 35">
                        <a:extLst>
                          <a:ext uri="{FF2B5EF4-FFF2-40B4-BE49-F238E27FC236}">
                            <a16:creationId xmlns:a16="http://schemas.microsoft.com/office/drawing/2014/main" id="{B3309594-D334-62FB-2021-BE1BD4DE7BA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35125" y="3787775"/>
                        <a:ext cx="2073275"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8116" name="Object 36">
            <a:extLst>
              <a:ext uri="{FF2B5EF4-FFF2-40B4-BE49-F238E27FC236}">
                <a16:creationId xmlns:a16="http://schemas.microsoft.com/office/drawing/2014/main" id="{03AB21CD-16CA-41B9-2C8A-E9912A1436C3}"/>
              </a:ext>
            </a:extLst>
          </p:cNvPr>
          <p:cNvGraphicFramePr>
            <a:graphicFrameLocks noChangeAspect="1"/>
          </p:cNvGraphicFramePr>
          <p:nvPr/>
        </p:nvGraphicFramePr>
        <p:xfrm>
          <a:off x="4732338" y="3817938"/>
          <a:ext cx="2687637" cy="403225"/>
        </p:xfrm>
        <a:graphic>
          <a:graphicData uri="http://schemas.openxmlformats.org/presentationml/2006/ole">
            <mc:AlternateContent xmlns:mc="http://schemas.openxmlformats.org/markup-compatibility/2006">
              <mc:Choice xmlns:v="urn:schemas-microsoft-com:vml" Requires="v">
                <p:oleObj name="公式" r:id="rId17" imgW="2484182" imgH="396018" progId="Equation.3">
                  <p:embed/>
                </p:oleObj>
              </mc:Choice>
              <mc:Fallback>
                <p:oleObj name="公式" r:id="rId17" imgW="2484182" imgH="396018" progId="Equation.3">
                  <p:embed/>
                  <p:pic>
                    <p:nvPicPr>
                      <p:cNvPr id="558116" name="Object 36">
                        <a:extLst>
                          <a:ext uri="{FF2B5EF4-FFF2-40B4-BE49-F238E27FC236}">
                            <a16:creationId xmlns:a16="http://schemas.microsoft.com/office/drawing/2014/main" id="{03AB21CD-16CA-41B9-2C8A-E9912A1436C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32338" y="3817938"/>
                        <a:ext cx="2687637"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8117" name="Object 37">
            <a:extLst>
              <a:ext uri="{FF2B5EF4-FFF2-40B4-BE49-F238E27FC236}">
                <a16:creationId xmlns:a16="http://schemas.microsoft.com/office/drawing/2014/main" id="{FEF83511-A9D4-D527-AE91-7343C7F8F0B5}"/>
              </a:ext>
            </a:extLst>
          </p:cNvPr>
          <p:cNvGraphicFramePr>
            <a:graphicFrameLocks noChangeAspect="1"/>
          </p:cNvGraphicFramePr>
          <p:nvPr/>
        </p:nvGraphicFramePr>
        <p:xfrm>
          <a:off x="1468438" y="4319588"/>
          <a:ext cx="4183062" cy="838200"/>
        </p:xfrm>
        <a:graphic>
          <a:graphicData uri="http://schemas.openxmlformats.org/presentationml/2006/ole">
            <mc:AlternateContent xmlns:mc="http://schemas.openxmlformats.org/markup-compatibility/2006">
              <mc:Choice xmlns:v="urn:schemas-microsoft-com:vml" Requires="v">
                <p:oleObj name="公式" r:id="rId19" imgW="4168171" imgH="830441" progId="Equation.3">
                  <p:embed/>
                </p:oleObj>
              </mc:Choice>
              <mc:Fallback>
                <p:oleObj name="公式" r:id="rId19" imgW="4168171" imgH="830441" progId="Equation.3">
                  <p:embed/>
                  <p:pic>
                    <p:nvPicPr>
                      <p:cNvPr id="558117" name="Object 37">
                        <a:extLst>
                          <a:ext uri="{FF2B5EF4-FFF2-40B4-BE49-F238E27FC236}">
                            <a16:creationId xmlns:a16="http://schemas.microsoft.com/office/drawing/2014/main" id="{FEF83511-A9D4-D527-AE91-7343C7F8F0B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68438" y="4319588"/>
                        <a:ext cx="418306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8118" name="Object 38">
            <a:extLst>
              <a:ext uri="{FF2B5EF4-FFF2-40B4-BE49-F238E27FC236}">
                <a16:creationId xmlns:a16="http://schemas.microsoft.com/office/drawing/2014/main" id="{12EA175E-3C55-6DD1-C90E-56DC6CE2A048}"/>
              </a:ext>
            </a:extLst>
          </p:cNvPr>
          <p:cNvGraphicFramePr>
            <a:graphicFrameLocks noChangeAspect="1"/>
          </p:cNvGraphicFramePr>
          <p:nvPr/>
        </p:nvGraphicFramePr>
        <p:xfrm>
          <a:off x="1265238" y="5143500"/>
          <a:ext cx="3586162" cy="446088"/>
        </p:xfrm>
        <a:graphic>
          <a:graphicData uri="http://schemas.openxmlformats.org/presentationml/2006/ole">
            <mc:AlternateContent xmlns:mc="http://schemas.openxmlformats.org/markup-compatibility/2006">
              <mc:Choice xmlns:v="urn:schemas-microsoft-com:vml" Requires="v">
                <p:oleObj name="公式" r:id="rId21" imgW="3558571" imgH="434423" progId="Equation.3">
                  <p:embed/>
                </p:oleObj>
              </mc:Choice>
              <mc:Fallback>
                <p:oleObj name="公式" r:id="rId21" imgW="3558571" imgH="434423" progId="Equation.3">
                  <p:embed/>
                  <p:pic>
                    <p:nvPicPr>
                      <p:cNvPr id="558118" name="Object 38">
                        <a:extLst>
                          <a:ext uri="{FF2B5EF4-FFF2-40B4-BE49-F238E27FC236}">
                            <a16:creationId xmlns:a16="http://schemas.microsoft.com/office/drawing/2014/main" id="{12EA175E-3C55-6DD1-C90E-56DC6CE2A04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65238" y="5143500"/>
                        <a:ext cx="3586162"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8119" name="AutoShape 39">
            <a:extLst>
              <a:ext uri="{FF2B5EF4-FFF2-40B4-BE49-F238E27FC236}">
                <a16:creationId xmlns:a16="http://schemas.microsoft.com/office/drawing/2014/main" id="{A55B4711-8FA2-71CF-D93E-DC1DD2B92069}"/>
              </a:ext>
            </a:extLst>
          </p:cNvPr>
          <p:cNvSpPr>
            <a:spLocks/>
          </p:cNvSpPr>
          <p:nvPr/>
        </p:nvSpPr>
        <p:spPr bwMode="auto">
          <a:xfrm>
            <a:off x="6011863" y="4581525"/>
            <a:ext cx="152400" cy="914400"/>
          </a:xfrm>
          <a:prstGeom prst="rightBrace">
            <a:avLst>
              <a:gd name="adj1" fmla="val 50000"/>
              <a:gd name="adj2" fmla="val 50000"/>
            </a:avLst>
          </a:prstGeom>
          <a:noFill/>
          <a:ln w="28575">
            <a:solidFill>
              <a:srgbClr val="66FFFF"/>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58120" name="AutoShape 40">
            <a:extLst>
              <a:ext uri="{FF2B5EF4-FFF2-40B4-BE49-F238E27FC236}">
                <a16:creationId xmlns:a16="http://schemas.microsoft.com/office/drawing/2014/main" id="{E5BACC3E-D9FC-9003-9DE1-5D99CBC684DC}"/>
              </a:ext>
            </a:extLst>
          </p:cNvPr>
          <p:cNvSpPr>
            <a:spLocks noChangeArrowheads="1"/>
          </p:cNvSpPr>
          <p:nvPr/>
        </p:nvSpPr>
        <p:spPr bwMode="auto">
          <a:xfrm>
            <a:off x="6227763" y="4221163"/>
            <a:ext cx="914400" cy="962025"/>
          </a:xfrm>
          <a:custGeom>
            <a:avLst/>
            <a:gdLst>
              <a:gd name="G0" fmla="+- 9257 0 0"/>
              <a:gd name="G1" fmla="+- 17216 0 0"/>
              <a:gd name="G2" fmla="+- 6686 0 0"/>
              <a:gd name="G3" fmla="*/ 9257 1 2"/>
              <a:gd name="G4" fmla="+- G3 10800 0"/>
              <a:gd name="G5" fmla="+- 21600 9257 17216"/>
              <a:gd name="G6" fmla="+- 17216 6686 0"/>
              <a:gd name="G7" fmla="*/ G6 1 2"/>
              <a:gd name="G8" fmla="*/ 17216 2 1"/>
              <a:gd name="G9" fmla="+- G8 0 21600"/>
              <a:gd name="G10" fmla="*/ 21600 G0 G1"/>
              <a:gd name="G11" fmla="*/ 21600 G4 G1"/>
              <a:gd name="G12" fmla="*/ 21600 G5 G1"/>
              <a:gd name="G13" fmla="*/ 21600 G7 G1"/>
              <a:gd name="G14" fmla="*/ 17216 1 2"/>
              <a:gd name="G15" fmla="+- G5 0 G4"/>
              <a:gd name="G16" fmla="+- G0 0 G4"/>
              <a:gd name="G17" fmla="*/ G2 G15 G16"/>
              <a:gd name="T0" fmla="*/ 15429 w 21600"/>
              <a:gd name="T1" fmla="*/ 0 h 21600"/>
              <a:gd name="T2" fmla="*/ 9257 w 21600"/>
              <a:gd name="T3" fmla="*/ 6686 h 21600"/>
              <a:gd name="T4" fmla="*/ 0 w 21600"/>
              <a:gd name="T5" fmla="*/ 19358 h 21600"/>
              <a:gd name="T6" fmla="*/ 8608 w 21600"/>
              <a:gd name="T7" fmla="*/ 21600 h 21600"/>
              <a:gd name="T8" fmla="*/ 17216 w 21600"/>
              <a:gd name="T9" fmla="*/ 14994 h 21600"/>
              <a:gd name="T10" fmla="*/ 21600 w 21600"/>
              <a:gd name="T11" fmla="*/ 6686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6686"/>
                </a:lnTo>
                <a:lnTo>
                  <a:pt x="13641" y="6686"/>
                </a:lnTo>
                <a:lnTo>
                  <a:pt x="13641" y="17115"/>
                </a:lnTo>
                <a:lnTo>
                  <a:pt x="0" y="17115"/>
                </a:lnTo>
                <a:lnTo>
                  <a:pt x="0" y="21600"/>
                </a:lnTo>
                <a:lnTo>
                  <a:pt x="17216" y="21600"/>
                </a:lnTo>
                <a:lnTo>
                  <a:pt x="17216" y="6686"/>
                </a:lnTo>
                <a:lnTo>
                  <a:pt x="21600" y="6686"/>
                </a:lnTo>
                <a:close/>
              </a:path>
            </a:pathLst>
          </a:cu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58121" name="Object 41">
            <a:extLst>
              <a:ext uri="{FF2B5EF4-FFF2-40B4-BE49-F238E27FC236}">
                <a16:creationId xmlns:a16="http://schemas.microsoft.com/office/drawing/2014/main" id="{767844C7-22D4-0E8E-B188-3716B2C96FA9}"/>
              </a:ext>
            </a:extLst>
          </p:cNvPr>
          <p:cNvGraphicFramePr>
            <a:graphicFrameLocks noChangeAspect="1"/>
          </p:cNvGraphicFramePr>
          <p:nvPr/>
        </p:nvGraphicFramePr>
        <p:xfrm>
          <a:off x="1162050" y="5686425"/>
          <a:ext cx="3898900" cy="838200"/>
        </p:xfrm>
        <a:graphic>
          <a:graphicData uri="http://schemas.openxmlformats.org/presentationml/2006/ole">
            <mc:AlternateContent xmlns:mc="http://schemas.openxmlformats.org/markup-compatibility/2006">
              <mc:Choice xmlns:v="urn:schemas-microsoft-com:vml" Requires="v">
                <p:oleObj name="公式" r:id="rId23" imgW="3893976" imgH="830441" progId="Equation.3">
                  <p:embed/>
                </p:oleObj>
              </mc:Choice>
              <mc:Fallback>
                <p:oleObj name="公式" r:id="rId23" imgW="3893976" imgH="830441" progId="Equation.3">
                  <p:embed/>
                  <p:pic>
                    <p:nvPicPr>
                      <p:cNvPr id="558121" name="Object 41">
                        <a:extLst>
                          <a:ext uri="{FF2B5EF4-FFF2-40B4-BE49-F238E27FC236}">
                            <a16:creationId xmlns:a16="http://schemas.microsoft.com/office/drawing/2014/main" id="{767844C7-22D4-0E8E-B188-3716B2C96FA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62050" y="5686425"/>
                        <a:ext cx="3898900" cy="8382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8122" name="Line 42">
            <a:extLst>
              <a:ext uri="{FF2B5EF4-FFF2-40B4-BE49-F238E27FC236}">
                <a16:creationId xmlns:a16="http://schemas.microsoft.com/office/drawing/2014/main" id="{81112265-37DE-B11D-D63B-E993F3AB3A49}"/>
              </a:ext>
            </a:extLst>
          </p:cNvPr>
          <p:cNvSpPr>
            <a:spLocks noChangeShapeType="1"/>
          </p:cNvSpPr>
          <p:nvPr/>
        </p:nvSpPr>
        <p:spPr bwMode="auto">
          <a:xfrm flipV="1">
            <a:off x="1219200" y="1000125"/>
            <a:ext cx="1676400" cy="1676400"/>
          </a:xfrm>
          <a:prstGeom prst="line">
            <a:avLst/>
          </a:prstGeom>
          <a:noFill/>
          <a:ln w="3810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pic>
        <p:nvPicPr>
          <p:cNvPr id="558123" name="Picture 43" descr="j0293240">
            <a:extLst>
              <a:ext uri="{FF2B5EF4-FFF2-40B4-BE49-F238E27FC236}">
                <a16:creationId xmlns:a16="http://schemas.microsoft.com/office/drawing/2014/main" id="{662D311F-8E5F-33CF-D38A-B1DFDB6C4721}"/>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58083"/>
                                        </p:tgtEl>
                                        <p:attrNameLst>
                                          <p:attrName>style.visibility</p:attrName>
                                        </p:attrNameLst>
                                      </p:cBhvr>
                                      <p:to>
                                        <p:strVal val="visible"/>
                                      </p:to>
                                    </p:set>
                                    <p:animEffect transition="in" filter="wipe(left)">
                                      <p:cBhvr>
                                        <p:cTn id="7" dur="500"/>
                                        <p:tgtEl>
                                          <p:spTgt spid="5580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58082"/>
                                        </p:tgtEl>
                                        <p:attrNameLst>
                                          <p:attrName>style.visibility</p:attrName>
                                        </p:attrNameLst>
                                      </p:cBhvr>
                                      <p:to>
                                        <p:strVal val="visible"/>
                                      </p:to>
                                    </p:set>
                                    <p:animEffect transition="in" filter="wipe(left)">
                                      <p:cBhvr>
                                        <p:cTn id="12" dur="500"/>
                                        <p:tgtEl>
                                          <p:spTgt spid="5580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58122"/>
                                        </p:tgtEl>
                                        <p:attrNameLst>
                                          <p:attrName>style.visibility</p:attrName>
                                        </p:attrNameLst>
                                      </p:cBhvr>
                                      <p:to>
                                        <p:strVal val="visible"/>
                                      </p:to>
                                    </p:set>
                                    <p:animEffect transition="in" filter="wipe(left)">
                                      <p:cBhvr>
                                        <p:cTn id="22" dur="500"/>
                                        <p:tgtEl>
                                          <p:spTgt spid="5581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5809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558094"/>
                                        </p:tgtEl>
                                        <p:attrNameLst>
                                          <p:attrName>style.visibility</p:attrName>
                                        </p:attrNameLst>
                                      </p:cBhvr>
                                      <p:to>
                                        <p:strVal val="visible"/>
                                      </p:to>
                                    </p:set>
                                    <p:animEffect transition="in" filter="wipe(up)">
                                      <p:cBhvr>
                                        <p:cTn id="36" dur="500"/>
                                        <p:tgtEl>
                                          <p:spTgt spid="558094"/>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558095"/>
                                        </p:tgtEl>
                                        <p:attrNameLst>
                                          <p:attrName>style.visibility</p:attrName>
                                        </p:attrNameLst>
                                      </p:cBhvr>
                                      <p:to>
                                        <p:strVal val="visible"/>
                                      </p:to>
                                    </p:set>
                                    <p:animEffect transition="in" filter="wipe(left)">
                                      <p:cBhvr>
                                        <p:cTn id="40" dur="500"/>
                                        <p:tgtEl>
                                          <p:spTgt spid="55809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55809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58096"/>
                                        </p:tgtEl>
                                        <p:attrNameLst>
                                          <p:attrName>style.visibility</p:attrName>
                                        </p:attrNameLst>
                                      </p:cBhvr>
                                      <p:to>
                                        <p:strVal val="visible"/>
                                      </p:to>
                                    </p:set>
                                    <p:animEffect transition="in" filter="wipe(left)">
                                      <p:cBhvr>
                                        <p:cTn id="49" dur="500"/>
                                        <p:tgtEl>
                                          <p:spTgt spid="558096"/>
                                        </p:tgtEl>
                                      </p:cBhvr>
                                    </p:animEffect>
                                  </p:childTnLst>
                                </p:cTn>
                              </p:par>
                            </p:childTnLst>
                          </p:cTn>
                        </p:par>
                        <p:par>
                          <p:cTn id="50" fill="hold" nodeType="afterGroup">
                            <p:stCondLst>
                              <p:cond delay="500"/>
                            </p:stCondLst>
                            <p:childTnLst>
                              <p:par>
                                <p:cTn id="51" presetID="1" presetClass="entr" presetSubtype="0" fill="hold" nodeType="afterEffect">
                                  <p:stCondLst>
                                    <p:cond delay="0"/>
                                  </p:stCondLst>
                                  <p:childTnLst>
                                    <p:set>
                                      <p:cBhvr>
                                        <p:cTn id="52" dur="1" fill="hold">
                                          <p:stCondLst>
                                            <p:cond delay="499"/>
                                          </p:stCondLst>
                                        </p:cTn>
                                        <p:tgtEl>
                                          <p:spTgt spid="55809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558099"/>
                                        </p:tgtEl>
                                        <p:attrNameLst>
                                          <p:attrName>style.visibility</p:attrName>
                                        </p:attrNameLst>
                                      </p:cBhvr>
                                      <p:to>
                                        <p:strVal val="visible"/>
                                      </p:to>
                                    </p:set>
                                    <p:animEffect transition="in" filter="barn(outHorizontal)">
                                      <p:cBhvr>
                                        <p:cTn id="57" dur="500"/>
                                        <p:tgtEl>
                                          <p:spTgt spid="558099"/>
                                        </p:tgtEl>
                                      </p:cBhvr>
                                    </p:animEffect>
                                  </p:childTnLst>
                                </p:cTn>
                              </p:par>
                            </p:childTnLst>
                          </p:cTn>
                        </p:par>
                        <p:par>
                          <p:cTn id="58" fill="hold" nodeType="afterGroup">
                            <p:stCondLst>
                              <p:cond delay="500"/>
                            </p:stCondLst>
                            <p:childTnLst>
                              <p:par>
                                <p:cTn id="59" presetID="1" presetClass="entr" presetSubtype="0" fill="hold" nodeType="afterEffect">
                                  <p:stCondLst>
                                    <p:cond delay="0"/>
                                  </p:stCondLst>
                                  <p:childTnLst>
                                    <p:set>
                                      <p:cBhvr>
                                        <p:cTn id="60" dur="1" fill="hold">
                                          <p:stCondLst>
                                            <p:cond delay="499"/>
                                          </p:stCondLst>
                                        </p:cTn>
                                        <p:tgtEl>
                                          <p:spTgt spid="558092"/>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6" presetClass="entr" presetSubtype="42" fill="hold" nodeType="clickEffect">
                                  <p:stCondLst>
                                    <p:cond delay="0"/>
                                  </p:stCondLst>
                                  <p:childTnLst>
                                    <p:set>
                                      <p:cBhvr>
                                        <p:cTn id="64" dur="1" fill="hold">
                                          <p:stCondLst>
                                            <p:cond delay="0"/>
                                          </p:stCondLst>
                                        </p:cTn>
                                        <p:tgtEl>
                                          <p:spTgt spid="558098"/>
                                        </p:tgtEl>
                                        <p:attrNameLst>
                                          <p:attrName>style.visibility</p:attrName>
                                        </p:attrNameLst>
                                      </p:cBhvr>
                                      <p:to>
                                        <p:strVal val="visible"/>
                                      </p:to>
                                    </p:set>
                                    <p:animEffect transition="in" filter="barn(outHorizontal)">
                                      <p:cBhvr>
                                        <p:cTn id="65" dur="500"/>
                                        <p:tgtEl>
                                          <p:spTgt spid="558098"/>
                                        </p:tgtEl>
                                      </p:cBhvr>
                                    </p:animEffect>
                                  </p:childTnLst>
                                </p:cTn>
                              </p:par>
                            </p:childTnLst>
                          </p:cTn>
                        </p:par>
                        <p:par>
                          <p:cTn id="66" fill="hold" nodeType="afterGroup">
                            <p:stCondLst>
                              <p:cond delay="500"/>
                            </p:stCondLst>
                            <p:childTnLst>
                              <p:par>
                                <p:cTn id="67" presetID="1" presetClass="entr" presetSubtype="0" fill="hold" nodeType="afterEffect">
                                  <p:stCondLst>
                                    <p:cond delay="0"/>
                                  </p:stCondLst>
                                  <p:childTnLst>
                                    <p:set>
                                      <p:cBhvr>
                                        <p:cTn id="68" dur="1" fill="hold">
                                          <p:stCondLst>
                                            <p:cond delay="499"/>
                                          </p:stCondLst>
                                        </p:cTn>
                                        <p:tgtEl>
                                          <p:spTgt spid="558100"/>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blinds(horizontal)">
                                      <p:cBhvr>
                                        <p:cTn id="73" dur="500"/>
                                        <p:tgtEl>
                                          <p:spTgt spid="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558114"/>
                                        </p:tgtEl>
                                        <p:attrNameLst>
                                          <p:attrName>style.visibility</p:attrName>
                                        </p:attrNameLst>
                                      </p:cBhvr>
                                      <p:to>
                                        <p:strVal val="visible"/>
                                      </p:to>
                                    </p:set>
                                    <p:animEffect transition="in" filter="wipe(left)">
                                      <p:cBhvr>
                                        <p:cTn id="78" dur="500"/>
                                        <p:tgtEl>
                                          <p:spTgt spid="55811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558101"/>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558084"/>
                                        </p:tgtEl>
                                        <p:attrNameLst>
                                          <p:attrName>style.visibility</p:attrName>
                                        </p:attrNameLst>
                                      </p:cBhvr>
                                      <p:to>
                                        <p:strVal val="visible"/>
                                      </p:to>
                                    </p:set>
                                    <p:animEffect transition="in" filter="wipe(left)">
                                      <p:cBhvr>
                                        <p:cTn id="87" dur="500"/>
                                        <p:tgtEl>
                                          <p:spTgt spid="55808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nodeType="clickEffect">
                                  <p:stCondLst>
                                    <p:cond delay="0"/>
                                  </p:stCondLst>
                                  <p:childTnLst>
                                    <p:set>
                                      <p:cBhvr>
                                        <p:cTn id="91" dur="1" fill="hold">
                                          <p:stCondLst>
                                            <p:cond delay="499"/>
                                          </p:stCondLst>
                                        </p:cTn>
                                        <p:tgtEl>
                                          <p:spTgt spid="558115"/>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nodeType="clickEffect">
                                  <p:stCondLst>
                                    <p:cond delay="0"/>
                                  </p:stCondLst>
                                  <p:childTnLst>
                                    <p:set>
                                      <p:cBhvr>
                                        <p:cTn id="95" dur="1" fill="hold">
                                          <p:stCondLst>
                                            <p:cond delay="499"/>
                                          </p:stCondLst>
                                        </p:cTn>
                                        <p:tgtEl>
                                          <p:spTgt spid="558116"/>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nodeType="clickEffect">
                                  <p:stCondLst>
                                    <p:cond delay="0"/>
                                  </p:stCondLst>
                                  <p:childTnLst>
                                    <p:set>
                                      <p:cBhvr>
                                        <p:cTn id="99" dur="1" fill="hold">
                                          <p:stCondLst>
                                            <p:cond delay="499"/>
                                          </p:stCondLst>
                                        </p:cTn>
                                        <p:tgtEl>
                                          <p:spTgt spid="558117"/>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nodeType="clickEffect">
                                  <p:stCondLst>
                                    <p:cond delay="0"/>
                                  </p:stCondLst>
                                  <p:childTnLst>
                                    <p:set>
                                      <p:cBhvr>
                                        <p:cTn id="103" dur="1" fill="hold">
                                          <p:stCondLst>
                                            <p:cond delay="499"/>
                                          </p:stCondLst>
                                        </p:cTn>
                                        <p:tgtEl>
                                          <p:spTgt spid="558118"/>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1" fill="hold" nodeType="clickEffect">
                                  <p:stCondLst>
                                    <p:cond delay="0"/>
                                  </p:stCondLst>
                                  <p:childTnLst>
                                    <p:set>
                                      <p:cBhvr>
                                        <p:cTn id="107" dur="1" fill="hold">
                                          <p:stCondLst>
                                            <p:cond delay="0"/>
                                          </p:stCondLst>
                                        </p:cTn>
                                        <p:tgtEl>
                                          <p:spTgt spid="558119"/>
                                        </p:tgtEl>
                                        <p:attrNameLst>
                                          <p:attrName>style.visibility</p:attrName>
                                        </p:attrNameLst>
                                      </p:cBhvr>
                                      <p:to>
                                        <p:strVal val="visible"/>
                                      </p:to>
                                    </p:set>
                                    <p:animEffect transition="in" filter="wipe(up)">
                                      <p:cBhvr>
                                        <p:cTn id="108" dur="500"/>
                                        <p:tgtEl>
                                          <p:spTgt spid="558119"/>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4" fill="hold" nodeType="clickEffect">
                                  <p:stCondLst>
                                    <p:cond delay="0"/>
                                  </p:stCondLst>
                                  <p:childTnLst>
                                    <p:set>
                                      <p:cBhvr>
                                        <p:cTn id="112" dur="1" fill="hold">
                                          <p:stCondLst>
                                            <p:cond delay="0"/>
                                          </p:stCondLst>
                                        </p:cTn>
                                        <p:tgtEl>
                                          <p:spTgt spid="558120"/>
                                        </p:tgtEl>
                                        <p:attrNameLst>
                                          <p:attrName>style.visibility</p:attrName>
                                        </p:attrNameLst>
                                      </p:cBhvr>
                                      <p:to>
                                        <p:strVal val="visible"/>
                                      </p:to>
                                    </p:set>
                                    <p:animEffect transition="in" filter="wipe(down)">
                                      <p:cBhvr>
                                        <p:cTn id="113" dur="500"/>
                                        <p:tgtEl>
                                          <p:spTgt spid="558120"/>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nodeType="clickEffect">
                                  <p:stCondLst>
                                    <p:cond delay="0"/>
                                  </p:stCondLst>
                                  <p:childTnLst>
                                    <p:set>
                                      <p:cBhvr>
                                        <p:cTn id="117" dur="1" fill="hold">
                                          <p:stCondLst>
                                            <p:cond delay="499"/>
                                          </p:stCondLst>
                                        </p:cTn>
                                        <p:tgtEl>
                                          <p:spTgt spid="558121"/>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 presetClass="entr" presetSubtype="2" fill="hold" nodeType="clickEffect">
                                  <p:stCondLst>
                                    <p:cond delay="0"/>
                                  </p:stCondLst>
                                  <p:childTnLst>
                                    <p:set>
                                      <p:cBhvr>
                                        <p:cTn id="121" dur="1" fill="hold">
                                          <p:stCondLst>
                                            <p:cond delay="0"/>
                                          </p:stCondLst>
                                        </p:cTn>
                                        <p:tgtEl>
                                          <p:spTgt spid="558123"/>
                                        </p:tgtEl>
                                        <p:attrNameLst>
                                          <p:attrName>style.visibility</p:attrName>
                                        </p:attrNameLst>
                                      </p:cBhvr>
                                      <p:to>
                                        <p:strVal val="visible"/>
                                      </p:to>
                                    </p:set>
                                    <p:anim calcmode="lin" valueType="num">
                                      <p:cBhvr additive="base">
                                        <p:cTn id="122" dur="500" fill="hold"/>
                                        <p:tgtEl>
                                          <p:spTgt spid="558123"/>
                                        </p:tgtEl>
                                        <p:attrNameLst>
                                          <p:attrName>ppt_x</p:attrName>
                                        </p:attrNameLst>
                                      </p:cBhvr>
                                      <p:tavLst>
                                        <p:tav tm="0">
                                          <p:val>
                                            <p:strVal val="1+#ppt_w/2"/>
                                          </p:val>
                                        </p:tav>
                                        <p:tav tm="100000">
                                          <p:val>
                                            <p:strVal val="#ppt_x"/>
                                          </p:val>
                                        </p:tav>
                                      </p:tavLst>
                                    </p:anim>
                                    <p:anim calcmode="lin" valueType="num">
                                      <p:cBhvr additive="base">
                                        <p:cTn id="123" dur="500" fill="hold"/>
                                        <p:tgtEl>
                                          <p:spTgt spid="5581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2" grpId="0" autoUpdateAnimBg="0"/>
      <p:bldP spid="558083" grpId="0" autoUpdateAnimBg="0"/>
      <p:bldP spid="558084" grpId="0" autoUpdateAnimBg="0"/>
      <p:bldP spid="558091" grpId="0" autoUpdateAnimBg="0"/>
      <p:bldP spid="558093" grpId="0" autoUpdateAnimBg="0"/>
      <p:bldP spid="558097" grpId="0" autoUpdateAnimBg="0"/>
      <p:bldP spid="558101" grpId="0" autoUpdateAnimBg="0"/>
      <p:bldP spid="5581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Text Box 2">
            <a:extLst>
              <a:ext uri="{FF2B5EF4-FFF2-40B4-BE49-F238E27FC236}">
                <a16:creationId xmlns:a16="http://schemas.microsoft.com/office/drawing/2014/main" id="{A071785F-D432-4ACA-A636-A9B7F5D94C89}"/>
              </a:ext>
            </a:extLst>
          </p:cNvPr>
          <p:cNvSpPr txBox="1">
            <a:spLocks noChangeArrowheads="1"/>
          </p:cNvSpPr>
          <p:nvPr/>
        </p:nvSpPr>
        <p:spPr bwMode="auto">
          <a:xfrm>
            <a:off x="250825" y="188913"/>
            <a:ext cx="4054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宋体" panose="02010600030101010101" pitchFamily="2" charset="-122"/>
                <a:ea typeface="宋体" panose="02010600030101010101" pitchFamily="2" charset="-122"/>
              </a:rPr>
              <a:t>2.</a:t>
            </a:r>
            <a:r>
              <a:rPr kumimoji="1" lang="zh-CN" altLang="en-US">
                <a:solidFill>
                  <a:srgbClr val="FFFF66"/>
                </a:solidFill>
                <a:latin typeface="宋体" panose="02010600030101010101" pitchFamily="2" charset="-122"/>
                <a:ea typeface="宋体" panose="02010600030101010101" pitchFamily="2" charset="-122"/>
              </a:rPr>
              <a:t>由势能曲线求保守力</a:t>
            </a:r>
          </a:p>
        </p:txBody>
      </p:sp>
      <p:sp>
        <p:nvSpPr>
          <p:cNvPr id="560131" name="Text Box 3">
            <a:extLst>
              <a:ext uri="{FF2B5EF4-FFF2-40B4-BE49-F238E27FC236}">
                <a16:creationId xmlns:a16="http://schemas.microsoft.com/office/drawing/2014/main" id="{66E06F33-6FD4-6C65-AA59-341FD4B6ACC7}"/>
              </a:ext>
            </a:extLst>
          </p:cNvPr>
          <p:cNvSpPr txBox="1">
            <a:spLocks noChangeArrowheads="1"/>
          </p:cNvSpPr>
          <p:nvPr/>
        </p:nvSpPr>
        <p:spPr bwMode="auto">
          <a:xfrm>
            <a:off x="608013" y="606425"/>
            <a:ext cx="6781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latin typeface="宋体" panose="02010600030101010101" pitchFamily="2" charset="-122"/>
                <a:ea typeface="宋体" panose="02010600030101010101" pitchFamily="2" charset="-122"/>
              </a:rPr>
              <a:t>势能曲线上某点斜率的负值，就是该点</a:t>
            </a:r>
          </a:p>
          <a:p>
            <a:pPr algn="l" eaLnBrk="1" hangingPunct="1">
              <a:lnSpc>
                <a:spcPct val="125000"/>
              </a:lnSpc>
              <a:buClrTx/>
              <a:buFontTx/>
              <a:buNone/>
            </a:pPr>
            <a:r>
              <a:rPr kumimoji="1" lang="zh-CN" altLang="en-US">
                <a:latin typeface="宋体" panose="02010600030101010101" pitchFamily="2" charset="-122"/>
                <a:ea typeface="宋体" panose="02010600030101010101" pitchFamily="2" charset="-122"/>
              </a:rPr>
              <a:t>对应位置处质点所受的保守力。 </a:t>
            </a:r>
          </a:p>
        </p:txBody>
      </p:sp>
      <p:graphicFrame>
        <p:nvGraphicFramePr>
          <p:cNvPr id="560132" name="Object 4">
            <a:extLst>
              <a:ext uri="{FF2B5EF4-FFF2-40B4-BE49-F238E27FC236}">
                <a16:creationId xmlns:a16="http://schemas.microsoft.com/office/drawing/2014/main" id="{3F154347-41F3-7535-3CE7-1187297283FB}"/>
              </a:ext>
            </a:extLst>
          </p:cNvPr>
          <p:cNvGraphicFramePr>
            <a:graphicFrameLocks noChangeAspect="1"/>
          </p:cNvGraphicFramePr>
          <p:nvPr/>
        </p:nvGraphicFramePr>
        <p:xfrm>
          <a:off x="6416675" y="709613"/>
          <a:ext cx="1701800" cy="825500"/>
        </p:xfrm>
        <a:graphic>
          <a:graphicData uri="http://schemas.openxmlformats.org/presentationml/2006/ole">
            <mc:AlternateContent xmlns:mc="http://schemas.openxmlformats.org/markup-compatibility/2006">
              <mc:Choice xmlns:v="urn:schemas-microsoft-com:vml" Requires="v">
                <p:oleObj name="公式" r:id="rId2" imgW="1691453" imgH="815479" progId="Equation.3">
                  <p:embed/>
                </p:oleObj>
              </mc:Choice>
              <mc:Fallback>
                <p:oleObj name="公式" r:id="rId2" imgW="1691453" imgH="815479" progId="Equation.3">
                  <p:embed/>
                  <p:pic>
                    <p:nvPicPr>
                      <p:cNvPr id="560132" name="Object 4">
                        <a:extLst>
                          <a:ext uri="{FF2B5EF4-FFF2-40B4-BE49-F238E27FC236}">
                            <a16:creationId xmlns:a16="http://schemas.microsoft.com/office/drawing/2014/main" id="{3F154347-41F3-7535-3CE7-118729728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6675" y="709613"/>
                        <a:ext cx="1701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60133" name="Picture 5">
            <a:extLst>
              <a:ext uri="{FF2B5EF4-FFF2-40B4-BE49-F238E27FC236}">
                <a16:creationId xmlns:a16="http://schemas.microsoft.com/office/drawing/2014/main" id="{46D17CE9-B680-DD5C-2E31-9607A72C0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6338" y="2376488"/>
            <a:ext cx="6858000" cy="214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6">
            <a:extLst>
              <a:ext uri="{FF2B5EF4-FFF2-40B4-BE49-F238E27FC236}">
                <a16:creationId xmlns:a16="http://schemas.microsoft.com/office/drawing/2014/main" id="{412F170F-1C1D-AFA6-36AD-D3901CE3E0A5}"/>
              </a:ext>
            </a:extLst>
          </p:cNvPr>
          <p:cNvGrpSpPr>
            <a:grpSpLocks/>
          </p:cNvGrpSpPr>
          <p:nvPr/>
        </p:nvGrpSpPr>
        <p:grpSpPr bwMode="auto">
          <a:xfrm>
            <a:off x="871538" y="1766888"/>
            <a:ext cx="7932737" cy="2860675"/>
            <a:chOff x="288" y="749"/>
            <a:chExt cx="4997" cy="1802"/>
          </a:xfrm>
        </p:grpSpPr>
        <p:sp>
          <p:nvSpPr>
            <p:cNvPr id="560135" name="Line 7">
              <a:extLst>
                <a:ext uri="{FF2B5EF4-FFF2-40B4-BE49-F238E27FC236}">
                  <a16:creationId xmlns:a16="http://schemas.microsoft.com/office/drawing/2014/main" id="{00186AB5-07C6-0441-4FBB-400A107AD327}"/>
                </a:ext>
              </a:extLst>
            </p:cNvPr>
            <p:cNvSpPr>
              <a:spLocks noChangeShapeType="1"/>
            </p:cNvSpPr>
            <p:nvPr/>
          </p:nvSpPr>
          <p:spPr bwMode="auto">
            <a:xfrm>
              <a:off x="288" y="2226"/>
              <a:ext cx="4992" cy="0"/>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7697" name="Text Box 8">
              <a:extLst>
                <a:ext uri="{FF2B5EF4-FFF2-40B4-BE49-F238E27FC236}">
                  <a16:creationId xmlns:a16="http://schemas.microsoft.com/office/drawing/2014/main" id="{6C067576-DE0C-2657-EC50-4FB31927F29F}"/>
                </a:ext>
              </a:extLst>
            </p:cNvPr>
            <p:cNvSpPr txBox="1">
              <a:spLocks noChangeArrowheads="1"/>
            </p:cNvSpPr>
            <p:nvPr/>
          </p:nvSpPr>
          <p:spPr bwMode="auto">
            <a:xfrm>
              <a:off x="5030" y="2263"/>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Times New Roman" panose="02020603050405020304" pitchFamily="18" charset="0"/>
                  <a:ea typeface="宋体" panose="02010600030101010101" pitchFamily="2" charset="-122"/>
                </a:rPr>
                <a:t>X</a:t>
              </a:r>
            </a:p>
          </p:txBody>
        </p:sp>
        <p:sp>
          <p:nvSpPr>
            <p:cNvPr id="560137" name="Line 9">
              <a:extLst>
                <a:ext uri="{FF2B5EF4-FFF2-40B4-BE49-F238E27FC236}">
                  <a16:creationId xmlns:a16="http://schemas.microsoft.com/office/drawing/2014/main" id="{DD937B3D-3904-F5B2-BB6C-555A862AC9FB}"/>
                </a:ext>
              </a:extLst>
            </p:cNvPr>
            <p:cNvSpPr>
              <a:spLocks noChangeShapeType="1"/>
            </p:cNvSpPr>
            <p:nvPr/>
          </p:nvSpPr>
          <p:spPr bwMode="auto">
            <a:xfrm flipV="1">
              <a:off x="2640" y="893"/>
              <a:ext cx="0" cy="1632"/>
            </a:xfrm>
            <a:prstGeom prst="line">
              <a:avLst/>
            </a:prstGeom>
            <a:noFill/>
            <a:ln w="28575">
              <a:solidFill>
                <a:srgbClr val="CCFFFF"/>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27699" name="Object 10">
              <a:extLst>
                <a:ext uri="{FF2B5EF4-FFF2-40B4-BE49-F238E27FC236}">
                  <a16:creationId xmlns:a16="http://schemas.microsoft.com/office/drawing/2014/main" id="{38646951-9028-5A6E-D81B-BFB580846D2D}"/>
                </a:ext>
              </a:extLst>
            </p:cNvPr>
            <p:cNvGraphicFramePr>
              <a:graphicFrameLocks noChangeAspect="1"/>
            </p:cNvGraphicFramePr>
            <p:nvPr/>
          </p:nvGraphicFramePr>
          <p:xfrm>
            <a:off x="2688" y="749"/>
            <a:ext cx="336" cy="301"/>
          </p:xfrm>
          <a:graphic>
            <a:graphicData uri="http://schemas.openxmlformats.org/presentationml/2006/ole">
              <mc:AlternateContent xmlns:mc="http://schemas.openxmlformats.org/markup-compatibility/2006">
                <mc:Choice xmlns:v="urn:schemas-microsoft-com:vml" Requires="v">
                  <p:oleObj name="Equation" r:id="rId5" imgW="236376" imgH="205989" progId="Equation.3">
                    <p:embed/>
                  </p:oleObj>
                </mc:Choice>
                <mc:Fallback>
                  <p:oleObj name="Equation" r:id="rId5" imgW="236376" imgH="205989" progId="Equation.3">
                    <p:embed/>
                    <p:pic>
                      <p:nvPicPr>
                        <p:cNvPr id="27699" name="Object 10">
                          <a:extLst>
                            <a:ext uri="{FF2B5EF4-FFF2-40B4-BE49-F238E27FC236}">
                              <a16:creationId xmlns:a16="http://schemas.microsoft.com/office/drawing/2014/main" id="{38646951-9028-5A6E-D81B-BFB580846D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8" y="749"/>
                          <a:ext cx="336"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60139" name="Line 11">
            <a:extLst>
              <a:ext uri="{FF2B5EF4-FFF2-40B4-BE49-F238E27FC236}">
                <a16:creationId xmlns:a16="http://schemas.microsoft.com/office/drawing/2014/main" id="{E2A63A38-204A-D3F5-3EB4-F8A72D5A09F0}"/>
              </a:ext>
            </a:extLst>
          </p:cNvPr>
          <p:cNvSpPr>
            <a:spLocks noChangeShapeType="1"/>
          </p:cNvSpPr>
          <p:nvPr/>
        </p:nvSpPr>
        <p:spPr bwMode="auto">
          <a:xfrm>
            <a:off x="2395538" y="3062288"/>
            <a:ext cx="4648200" cy="0"/>
          </a:xfrm>
          <a:prstGeom prst="line">
            <a:avLst/>
          </a:prstGeom>
          <a:noFill/>
          <a:ln w="38100">
            <a:solidFill>
              <a:srgbClr val="FFFF66"/>
            </a:solidFill>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40" name="Text Box 12">
            <a:extLst>
              <a:ext uri="{FF2B5EF4-FFF2-40B4-BE49-F238E27FC236}">
                <a16:creationId xmlns:a16="http://schemas.microsoft.com/office/drawing/2014/main" id="{6F3F95AB-5A00-FB1F-22BE-7A1180B963A0}"/>
              </a:ext>
            </a:extLst>
          </p:cNvPr>
          <p:cNvSpPr txBox="1">
            <a:spLocks noChangeArrowheads="1"/>
          </p:cNvSpPr>
          <p:nvPr/>
        </p:nvSpPr>
        <p:spPr bwMode="auto">
          <a:xfrm>
            <a:off x="6570663" y="249396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FFFF66"/>
                </a:solidFill>
                <a:latin typeface="Times New Roman" panose="02020603050405020304" pitchFamily="18" charset="0"/>
                <a:ea typeface="宋体" panose="02010600030101010101" pitchFamily="2" charset="-122"/>
              </a:rPr>
              <a:t>E</a:t>
            </a:r>
          </a:p>
        </p:txBody>
      </p:sp>
      <p:sp>
        <p:nvSpPr>
          <p:cNvPr id="560141" name="Line 13">
            <a:extLst>
              <a:ext uri="{FF2B5EF4-FFF2-40B4-BE49-F238E27FC236}">
                <a16:creationId xmlns:a16="http://schemas.microsoft.com/office/drawing/2014/main" id="{2875175B-A391-BCED-ADBF-1B54F661294A}"/>
              </a:ext>
            </a:extLst>
          </p:cNvPr>
          <p:cNvSpPr>
            <a:spLocks noChangeShapeType="1"/>
          </p:cNvSpPr>
          <p:nvPr/>
        </p:nvSpPr>
        <p:spPr bwMode="auto">
          <a:xfrm>
            <a:off x="2624138" y="3021013"/>
            <a:ext cx="0" cy="533400"/>
          </a:xfrm>
          <a:prstGeom prst="line">
            <a:avLst/>
          </a:prstGeom>
          <a:noFill/>
          <a:ln w="28575">
            <a:solidFill>
              <a:srgbClr val="FFCCFF"/>
            </a:solidFill>
            <a:round/>
            <a:headEnd type="triangle" w="med" len="me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0142" name="Object 14">
            <a:extLst>
              <a:ext uri="{FF2B5EF4-FFF2-40B4-BE49-F238E27FC236}">
                <a16:creationId xmlns:a16="http://schemas.microsoft.com/office/drawing/2014/main" id="{998D7EF2-4F51-7E02-8D3E-CA2497CA4FAE}"/>
              </a:ext>
            </a:extLst>
          </p:cNvPr>
          <p:cNvGraphicFramePr>
            <a:graphicFrameLocks noChangeAspect="1"/>
          </p:cNvGraphicFramePr>
          <p:nvPr/>
        </p:nvGraphicFramePr>
        <p:xfrm>
          <a:off x="2039938" y="2986088"/>
          <a:ext cx="577850" cy="546100"/>
        </p:xfrm>
        <a:graphic>
          <a:graphicData uri="http://schemas.openxmlformats.org/presentationml/2006/ole">
            <mc:AlternateContent xmlns:mc="http://schemas.openxmlformats.org/markup-compatibility/2006">
              <mc:Choice xmlns:v="urn:schemas-microsoft-com:vml" Requires="v">
                <p:oleObj name="Equation" r:id="rId7" imgW="236376" imgH="220952" progId="Equation.3">
                  <p:embed/>
                </p:oleObj>
              </mc:Choice>
              <mc:Fallback>
                <p:oleObj name="Equation" r:id="rId7" imgW="236376" imgH="220952" progId="Equation.3">
                  <p:embed/>
                  <p:pic>
                    <p:nvPicPr>
                      <p:cNvPr id="560142" name="Object 14">
                        <a:extLst>
                          <a:ext uri="{FF2B5EF4-FFF2-40B4-BE49-F238E27FC236}">
                            <a16:creationId xmlns:a16="http://schemas.microsoft.com/office/drawing/2014/main" id="{998D7EF2-4F51-7E02-8D3E-CA2497CA4F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9938" y="2986088"/>
                        <a:ext cx="57785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43" name="Line 15">
            <a:extLst>
              <a:ext uri="{FF2B5EF4-FFF2-40B4-BE49-F238E27FC236}">
                <a16:creationId xmlns:a16="http://schemas.microsoft.com/office/drawing/2014/main" id="{6A4BAADA-43AE-7BEC-AD97-BBEAC541A7DA}"/>
              </a:ext>
            </a:extLst>
          </p:cNvPr>
          <p:cNvSpPr>
            <a:spLocks noChangeShapeType="1"/>
          </p:cNvSpPr>
          <p:nvPr/>
        </p:nvSpPr>
        <p:spPr bwMode="auto">
          <a:xfrm>
            <a:off x="2624138" y="3578225"/>
            <a:ext cx="0" cy="533400"/>
          </a:xfrm>
          <a:prstGeom prst="line">
            <a:avLst/>
          </a:prstGeom>
          <a:noFill/>
          <a:ln w="28575">
            <a:solidFill>
              <a:srgbClr val="66FFFF"/>
            </a:solidFill>
            <a:round/>
            <a:headEnd type="triangle" w="med" len="me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0144" name="Object 16">
            <a:extLst>
              <a:ext uri="{FF2B5EF4-FFF2-40B4-BE49-F238E27FC236}">
                <a16:creationId xmlns:a16="http://schemas.microsoft.com/office/drawing/2014/main" id="{8BC6FD66-0601-4D97-C6D3-43837F91CFE8}"/>
              </a:ext>
            </a:extLst>
          </p:cNvPr>
          <p:cNvGraphicFramePr>
            <a:graphicFrameLocks noChangeAspect="1"/>
          </p:cNvGraphicFramePr>
          <p:nvPr/>
        </p:nvGraphicFramePr>
        <p:xfrm>
          <a:off x="2700338" y="3595688"/>
          <a:ext cx="533400" cy="477837"/>
        </p:xfrm>
        <a:graphic>
          <a:graphicData uri="http://schemas.openxmlformats.org/presentationml/2006/ole">
            <mc:AlternateContent xmlns:mc="http://schemas.openxmlformats.org/markup-compatibility/2006">
              <mc:Choice xmlns:v="urn:schemas-microsoft-com:vml" Requires="v">
                <p:oleObj name="Equation" r:id="rId9" imgW="236376" imgH="205989" progId="Equation.3">
                  <p:embed/>
                </p:oleObj>
              </mc:Choice>
              <mc:Fallback>
                <p:oleObj name="Equation" r:id="rId9" imgW="236376" imgH="205989" progId="Equation.3">
                  <p:embed/>
                  <p:pic>
                    <p:nvPicPr>
                      <p:cNvPr id="560144" name="Object 16">
                        <a:extLst>
                          <a:ext uri="{FF2B5EF4-FFF2-40B4-BE49-F238E27FC236}">
                            <a16:creationId xmlns:a16="http://schemas.microsoft.com/office/drawing/2014/main" id="{8BC6FD66-0601-4D97-C6D3-43837F91CFE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00338" y="3595688"/>
                        <a:ext cx="5334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45" name="Line 17">
            <a:extLst>
              <a:ext uri="{FF2B5EF4-FFF2-40B4-BE49-F238E27FC236}">
                <a16:creationId xmlns:a16="http://schemas.microsoft.com/office/drawing/2014/main" id="{C16C51DB-A7DB-9B15-6A1C-9F2CAF4249B8}"/>
              </a:ext>
            </a:extLst>
          </p:cNvPr>
          <p:cNvSpPr>
            <a:spLocks noChangeShapeType="1"/>
          </p:cNvSpPr>
          <p:nvPr/>
        </p:nvSpPr>
        <p:spPr bwMode="auto">
          <a:xfrm>
            <a:off x="3233738" y="3062288"/>
            <a:ext cx="0" cy="1066800"/>
          </a:xfrm>
          <a:prstGeom prst="line">
            <a:avLst/>
          </a:prstGeom>
          <a:noFill/>
          <a:ln w="28575">
            <a:solidFill>
              <a:srgbClr val="FFCCFF"/>
            </a:solidFill>
            <a:prstDash val="dash"/>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46" name="Line 18">
            <a:extLst>
              <a:ext uri="{FF2B5EF4-FFF2-40B4-BE49-F238E27FC236}">
                <a16:creationId xmlns:a16="http://schemas.microsoft.com/office/drawing/2014/main" id="{827EA35C-8386-EE21-5B2E-1C88FEDAF5B8}"/>
              </a:ext>
            </a:extLst>
          </p:cNvPr>
          <p:cNvSpPr>
            <a:spLocks noChangeShapeType="1"/>
          </p:cNvSpPr>
          <p:nvPr/>
        </p:nvSpPr>
        <p:spPr bwMode="auto">
          <a:xfrm>
            <a:off x="4148138" y="3062288"/>
            <a:ext cx="0" cy="990600"/>
          </a:xfrm>
          <a:prstGeom prst="line">
            <a:avLst/>
          </a:prstGeom>
          <a:noFill/>
          <a:ln w="28575">
            <a:solidFill>
              <a:srgbClr val="FFCCFF"/>
            </a:solidFill>
            <a:prstDash val="dash"/>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47" name="Line 19">
            <a:extLst>
              <a:ext uri="{FF2B5EF4-FFF2-40B4-BE49-F238E27FC236}">
                <a16:creationId xmlns:a16="http://schemas.microsoft.com/office/drawing/2014/main" id="{457BEA50-61A4-6B12-6DD7-B2A026BF6215}"/>
              </a:ext>
            </a:extLst>
          </p:cNvPr>
          <p:cNvSpPr>
            <a:spLocks noChangeShapeType="1"/>
          </p:cNvSpPr>
          <p:nvPr/>
        </p:nvSpPr>
        <p:spPr bwMode="auto">
          <a:xfrm>
            <a:off x="5062538" y="3062288"/>
            <a:ext cx="0" cy="1066800"/>
          </a:xfrm>
          <a:prstGeom prst="line">
            <a:avLst/>
          </a:prstGeom>
          <a:noFill/>
          <a:ln w="28575">
            <a:solidFill>
              <a:srgbClr val="FFCCFF"/>
            </a:solidFill>
            <a:prstDash val="dash"/>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48" name="Line 20">
            <a:extLst>
              <a:ext uri="{FF2B5EF4-FFF2-40B4-BE49-F238E27FC236}">
                <a16:creationId xmlns:a16="http://schemas.microsoft.com/office/drawing/2014/main" id="{665AA59E-5E52-BE96-4928-CB27A7971319}"/>
              </a:ext>
            </a:extLst>
          </p:cNvPr>
          <p:cNvSpPr>
            <a:spLocks noChangeShapeType="1"/>
          </p:cNvSpPr>
          <p:nvPr/>
        </p:nvSpPr>
        <p:spPr bwMode="auto">
          <a:xfrm>
            <a:off x="5935663" y="3062288"/>
            <a:ext cx="0" cy="1066800"/>
          </a:xfrm>
          <a:prstGeom prst="line">
            <a:avLst/>
          </a:prstGeom>
          <a:noFill/>
          <a:ln w="28575">
            <a:solidFill>
              <a:srgbClr val="FFCCFF"/>
            </a:solidFill>
            <a:prstDash val="dash"/>
            <a:round/>
            <a:headEn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0149" name="Object 21">
            <a:extLst>
              <a:ext uri="{FF2B5EF4-FFF2-40B4-BE49-F238E27FC236}">
                <a16:creationId xmlns:a16="http://schemas.microsoft.com/office/drawing/2014/main" id="{8FBB9903-86CF-2434-F3F7-C8593673C8C2}"/>
              </a:ext>
            </a:extLst>
          </p:cNvPr>
          <p:cNvGraphicFramePr>
            <a:graphicFrameLocks noChangeAspect="1"/>
          </p:cNvGraphicFramePr>
          <p:nvPr/>
        </p:nvGraphicFramePr>
        <p:xfrm>
          <a:off x="3005138" y="4111625"/>
          <a:ext cx="403225" cy="457200"/>
        </p:xfrm>
        <a:graphic>
          <a:graphicData uri="http://schemas.openxmlformats.org/presentationml/2006/ole">
            <mc:AlternateContent xmlns:mc="http://schemas.openxmlformats.org/markup-compatibility/2006">
              <mc:Choice xmlns:v="urn:schemas-microsoft-com:vml" Requires="v">
                <p:oleObj name="Equation" r:id="rId11" imgW="183129" imgH="205989" progId="Equation.3">
                  <p:embed/>
                </p:oleObj>
              </mc:Choice>
              <mc:Fallback>
                <p:oleObj name="Equation" r:id="rId11" imgW="183129" imgH="205989" progId="Equation.3">
                  <p:embed/>
                  <p:pic>
                    <p:nvPicPr>
                      <p:cNvPr id="560149" name="Object 21">
                        <a:extLst>
                          <a:ext uri="{FF2B5EF4-FFF2-40B4-BE49-F238E27FC236}">
                            <a16:creationId xmlns:a16="http://schemas.microsoft.com/office/drawing/2014/main" id="{8FBB9903-86CF-2434-F3F7-C8593673C8C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05138" y="4111625"/>
                        <a:ext cx="4032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0150" name="Object 22">
            <a:extLst>
              <a:ext uri="{FF2B5EF4-FFF2-40B4-BE49-F238E27FC236}">
                <a16:creationId xmlns:a16="http://schemas.microsoft.com/office/drawing/2014/main" id="{DB341165-0AD8-DF5F-3F1D-A07AB8389AA7}"/>
              </a:ext>
            </a:extLst>
          </p:cNvPr>
          <p:cNvGraphicFramePr>
            <a:graphicFrameLocks noChangeAspect="1"/>
          </p:cNvGraphicFramePr>
          <p:nvPr/>
        </p:nvGraphicFramePr>
        <p:xfrm>
          <a:off x="3919538" y="4111625"/>
          <a:ext cx="430212" cy="457200"/>
        </p:xfrm>
        <a:graphic>
          <a:graphicData uri="http://schemas.openxmlformats.org/presentationml/2006/ole">
            <mc:AlternateContent xmlns:mc="http://schemas.openxmlformats.org/markup-compatibility/2006">
              <mc:Choice xmlns:v="urn:schemas-microsoft-com:vml" Requires="v">
                <p:oleObj name="Equation" r:id="rId13" imgW="198058" imgH="205989" progId="Equation.3">
                  <p:embed/>
                </p:oleObj>
              </mc:Choice>
              <mc:Fallback>
                <p:oleObj name="Equation" r:id="rId13" imgW="198058" imgH="205989" progId="Equation.3">
                  <p:embed/>
                  <p:pic>
                    <p:nvPicPr>
                      <p:cNvPr id="560150" name="Object 22">
                        <a:extLst>
                          <a:ext uri="{FF2B5EF4-FFF2-40B4-BE49-F238E27FC236}">
                            <a16:creationId xmlns:a16="http://schemas.microsoft.com/office/drawing/2014/main" id="{DB341165-0AD8-DF5F-3F1D-A07AB8389AA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19538" y="4111625"/>
                        <a:ext cx="4302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0151" name="Object 23">
            <a:extLst>
              <a:ext uri="{FF2B5EF4-FFF2-40B4-BE49-F238E27FC236}">
                <a16:creationId xmlns:a16="http://schemas.microsoft.com/office/drawing/2014/main" id="{D7A2D71D-0871-5CB7-8BB2-971F26A31670}"/>
              </a:ext>
            </a:extLst>
          </p:cNvPr>
          <p:cNvGraphicFramePr>
            <a:graphicFrameLocks noChangeAspect="1"/>
          </p:cNvGraphicFramePr>
          <p:nvPr/>
        </p:nvGraphicFramePr>
        <p:xfrm>
          <a:off x="4910138" y="4105275"/>
          <a:ext cx="473075" cy="533400"/>
        </p:xfrm>
        <a:graphic>
          <a:graphicData uri="http://schemas.openxmlformats.org/presentationml/2006/ole">
            <mc:AlternateContent xmlns:mc="http://schemas.openxmlformats.org/markup-compatibility/2006">
              <mc:Choice xmlns:v="urn:schemas-microsoft-com:vml" Requires="v">
                <p:oleObj name="Equation" r:id="rId15" imgW="198058" imgH="220952" progId="Equation.3">
                  <p:embed/>
                </p:oleObj>
              </mc:Choice>
              <mc:Fallback>
                <p:oleObj name="Equation" r:id="rId15" imgW="198058" imgH="220952" progId="Equation.3">
                  <p:embed/>
                  <p:pic>
                    <p:nvPicPr>
                      <p:cNvPr id="560151" name="Object 23">
                        <a:extLst>
                          <a:ext uri="{FF2B5EF4-FFF2-40B4-BE49-F238E27FC236}">
                            <a16:creationId xmlns:a16="http://schemas.microsoft.com/office/drawing/2014/main" id="{D7A2D71D-0871-5CB7-8BB2-971F26A3167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10138" y="4105275"/>
                        <a:ext cx="4730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0152" name="Object 24">
            <a:extLst>
              <a:ext uri="{FF2B5EF4-FFF2-40B4-BE49-F238E27FC236}">
                <a16:creationId xmlns:a16="http://schemas.microsoft.com/office/drawing/2014/main" id="{9AAD8EF7-46E1-0365-7088-A0B3C8D80EB1}"/>
              </a:ext>
            </a:extLst>
          </p:cNvPr>
          <p:cNvGraphicFramePr>
            <a:graphicFrameLocks noChangeAspect="1"/>
          </p:cNvGraphicFramePr>
          <p:nvPr/>
        </p:nvGraphicFramePr>
        <p:xfrm>
          <a:off x="5824538" y="4129088"/>
          <a:ext cx="430212" cy="457200"/>
        </p:xfrm>
        <a:graphic>
          <a:graphicData uri="http://schemas.openxmlformats.org/presentationml/2006/ole">
            <mc:AlternateContent xmlns:mc="http://schemas.openxmlformats.org/markup-compatibility/2006">
              <mc:Choice xmlns:v="urn:schemas-microsoft-com:vml" Requires="v">
                <p:oleObj name="Equation" r:id="rId17" imgW="198058" imgH="205989" progId="Equation.3">
                  <p:embed/>
                </p:oleObj>
              </mc:Choice>
              <mc:Fallback>
                <p:oleObj name="Equation" r:id="rId17" imgW="198058" imgH="205989" progId="Equation.3">
                  <p:embed/>
                  <p:pic>
                    <p:nvPicPr>
                      <p:cNvPr id="560152" name="Object 24">
                        <a:extLst>
                          <a:ext uri="{FF2B5EF4-FFF2-40B4-BE49-F238E27FC236}">
                            <a16:creationId xmlns:a16="http://schemas.microsoft.com/office/drawing/2014/main" id="{9AAD8EF7-46E1-0365-7088-A0B3C8D80EB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24538" y="4129088"/>
                        <a:ext cx="4302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53" name="Text Box 25">
            <a:extLst>
              <a:ext uri="{FF2B5EF4-FFF2-40B4-BE49-F238E27FC236}">
                <a16:creationId xmlns:a16="http://schemas.microsoft.com/office/drawing/2014/main" id="{6144B36A-B0ED-0DD8-FA95-057ECFB73ECE}"/>
              </a:ext>
            </a:extLst>
          </p:cNvPr>
          <p:cNvSpPr txBox="1">
            <a:spLocks noChangeArrowheads="1"/>
          </p:cNvSpPr>
          <p:nvPr/>
        </p:nvSpPr>
        <p:spPr bwMode="auto">
          <a:xfrm>
            <a:off x="539750" y="4797425"/>
            <a:ext cx="2849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ea typeface="宋体" panose="02010600030101010101" pitchFamily="2" charset="-122"/>
              </a:rPr>
              <a:t>质点运动范围：</a:t>
            </a:r>
          </a:p>
        </p:txBody>
      </p:sp>
      <p:graphicFrame>
        <p:nvGraphicFramePr>
          <p:cNvPr id="560154" name="Object 26">
            <a:extLst>
              <a:ext uri="{FF2B5EF4-FFF2-40B4-BE49-F238E27FC236}">
                <a16:creationId xmlns:a16="http://schemas.microsoft.com/office/drawing/2014/main" id="{41D1D088-5E2E-4325-C37F-4F8450E218CE}"/>
              </a:ext>
            </a:extLst>
          </p:cNvPr>
          <p:cNvGraphicFramePr>
            <a:graphicFrameLocks noChangeAspect="1"/>
          </p:cNvGraphicFramePr>
          <p:nvPr/>
        </p:nvGraphicFramePr>
        <p:xfrm>
          <a:off x="900113" y="5337175"/>
          <a:ext cx="2368550" cy="468313"/>
        </p:xfrm>
        <a:graphic>
          <a:graphicData uri="http://schemas.openxmlformats.org/presentationml/2006/ole">
            <mc:AlternateContent xmlns:mc="http://schemas.openxmlformats.org/markup-compatibility/2006">
              <mc:Choice xmlns:v="urn:schemas-microsoft-com:vml" Requires="v">
                <p:oleObj name="Equation" r:id="rId19" imgW="2369727" imgH="464848" progId="Equation.3">
                  <p:embed/>
                </p:oleObj>
              </mc:Choice>
              <mc:Fallback>
                <p:oleObj name="Equation" r:id="rId19" imgW="2369727" imgH="464848" progId="Equation.3">
                  <p:embed/>
                  <p:pic>
                    <p:nvPicPr>
                      <p:cNvPr id="560154" name="Object 26">
                        <a:extLst>
                          <a:ext uri="{FF2B5EF4-FFF2-40B4-BE49-F238E27FC236}">
                            <a16:creationId xmlns:a16="http://schemas.microsoft.com/office/drawing/2014/main" id="{41D1D088-5E2E-4325-C37F-4F8450E218C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00113" y="5337175"/>
                        <a:ext cx="2368550"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0155" name="Object 27">
            <a:extLst>
              <a:ext uri="{FF2B5EF4-FFF2-40B4-BE49-F238E27FC236}">
                <a16:creationId xmlns:a16="http://schemas.microsoft.com/office/drawing/2014/main" id="{6B6AB296-9188-A7B8-0466-9F3089469426}"/>
              </a:ext>
            </a:extLst>
          </p:cNvPr>
          <p:cNvGraphicFramePr>
            <a:graphicFrameLocks noChangeAspect="1"/>
          </p:cNvGraphicFramePr>
          <p:nvPr/>
        </p:nvGraphicFramePr>
        <p:xfrm>
          <a:off x="3779838" y="5384800"/>
          <a:ext cx="1558925" cy="420688"/>
        </p:xfrm>
        <a:graphic>
          <a:graphicData uri="http://schemas.openxmlformats.org/presentationml/2006/ole">
            <mc:AlternateContent xmlns:mc="http://schemas.openxmlformats.org/markup-compatibility/2006">
              <mc:Choice xmlns:v="urn:schemas-microsoft-com:vml" Requires="v">
                <p:oleObj name="Equation" r:id="rId21" imgW="1539178" imgH="411480" progId="Equation.3">
                  <p:embed/>
                </p:oleObj>
              </mc:Choice>
              <mc:Fallback>
                <p:oleObj name="Equation" r:id="rId21" imgW="1539178" imgH="411480" progId="Equation.3">
                  <p:embed/>
                  <p:pic>
                    <p:nvPicPr>
                      <p:cNvPr id="560155" name="Object 27">
                        <a:extLst>
                          <a:ext uri="{FF2B5EF4-FFF2-40B4-BE49-F238E27FC236}">
                            <a16:creationId xmlns:a16="http://schemas.microsoft.com/office/drawing/2014/main" id="{6B6AB296-9188-A7B8-0466-9F308946942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79838" y="5384800"/>
                        <a:ext cx="1558925"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0156" name="Object 28">
            <a:extLst>
              <a:ext uri="{FF2B5EF4-FFF2-40B4-BE49-F238E27FC236}">
                <a16:creationId xmlns:a16="http://schemas.microsoft.com/office/drawing/2014/main" id="{450C475B-0294-6728-7586-306288E50E5A}"/>
              </a:ext>
            </a:extLst>
          </p:cNvPr>
          <p:cNvGraphicFramePr>
            <a:graphicFrameLocks noChangeAspect="1"/>
          </p:cNvGraphicFramePr>
          <p:nvPr/>
        </p:nvGraphicFramePr>
        <p:xfrm>
          <a:off x="7308850" y="5386388"/>
          <a:ext cx="1397000" cy="419100"/>
        </p:xfrm>
        <a:graphic>
          <a:graphicData uri="http://schemas.openxmlformats.org/presentationml/2006/ole">
            <mc:AlternateContent xmlns:mc="http://schemas.openxmlformats.org/markup-compatibility/2006">
              <mc:Choice xmlns:v="urn:schemas-microsoft-com:vml" Requires="v">
                <p:oleObj name="Equation" r:id="rId23" imgW="1386902" imgH="411480" progId="Equation.3">
                  <p:embed/>
                </p:oleObj>
              </mc:Choice>
              <mc:Fallback>
                <p:oleObj name="Equation" r:id="rId23" imgW="1386902" imgH="411480" progId="Equation.3">
                  <p:embed/>
                  <p:pic>
                    <p:nvPicPr>
                      <p:cNvPr id="560156" name="Object 28">
                        <a:extLst>
                          <a:ext uri="{FF2B5EF4-FFF2-40B4-BE49-F238E27FC236}">
                            <a16:creationId xmlns:a16="http://schemas.microsoft.com/office/drawing/2014/main" id="{450C475B-0294-6728-7586-306288E50E5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08850" y="5386388"/>
                        <a:ext cx="1397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57" name="Line 29">
            <a:extLst>
              <a:ext uri="{FF2B5EF4-FFF2-40B4-BE49-F238E27FC236}">
                <a16:creationId xmlns:a16="http://schemas.microsoft.com/office/drawing/2014/main" id="{FFD3E513-FD21-EF33-55DF-0BBFFA57EA1B}"/>
              </a:ext>
            </a:extLst>
          </p:cNvPr>
          <p:cNvSpPr>
            <a:spLocks noChangeShapeType="1"/>
          </p:cNvSpPr>
          <p:nvPr/>
        </p:nvSpPr>
        <p:spPr bwMode="auto">
          <a:xfrm>
            <a:off x="5900738" y="3595688"/>
            <a:ext cx="1066800" cy="0"/>
          </a:xfrm>
          <a:prstGeom prst="line">
            <a:avLst/>
          </a:prstGeom>
          <a:noFill/>
          <a:ln w="28575">
            <a:solidFill>
              <a:srgbClr val="FF3300"/>
            </a:solidFill>
            <a:round/>
            <a:headEn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0158" name="Object 30">
            <a:extLst>
              <a:ext uri="{FF2B5EF4-FFF2-40B4-BE49-F238E27FC236}">
                <a16:creationId xmlns:a16="http://schemas.microsoft.com/office/drawing/2014/main" id="{CB31216C-6BAF-843E-F039-112AF99310B3}"/>
              </a:ext>
            </a:extLst>
          </p:cNvPr>
          <p:cNvGraphicFramePr>
            <a:graphicFrameLocks noChangeAspect="1"/>
          </p:cNvGraphicFramePr>
          <p:nvPr/>
        </p:nvGraphicFramePr>
        <p:xfrm>
          <a:off x="6967538" y="3290888"/>
          <a:ext cx="411162" cy="476250"/>
        </p:xfrm>
        <a:graphic>
          <a:graphicData uri="http://schemas.openxmlformats.org/presentationml/2006/ole">
            <mc:AlternateContent xmlns:mc="http://schemas.openxmlformats.org/markup-compatibility/2006">
              <mc:Choice xmlns:v="urn:schemas-microsoft-com:vml" Requires="v">
                <p:oleObj name="Equation" r:id="rId25" imgW="160238" imgH="183046" progId="Equation.3">
                  <p:embed/>
                </p:oleObj>
              </mc:Choice>
              <mc:Fallback>
                <p:oleObj name="Equation" r:id="rId25" imgW="160238" imgH="183046" progId="Equation.3">
                  <p:embed/>
                  <p:pic>
                    <p:nvPicPr>
                      <p:cNvPr id="560158" name="Object 30">
                        <a:extLst>
                          <a:ext uri="{FF2B5EF4-FFF2-40B4-BE49-F238E27FC236}">
                            <a16:creationId xmlns:a16="http://schemas.microsoft.com/office/drawing/2014/main" id="{CB31216C-6BAF-843E-F039-112AF99310B3}"/>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967538" y="3290888"/>
                        <a:ext cx="411162"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59" name="Line 31">
            <a:extLst>
              <a:ext uri="{FF2B5EF4-FFF2-40B4-BE49-F238E27FC236}">
                <a16:creationId xmlns:a16="http://schemas.microsoft.com/office/drawing/2014/main" id="{859E4419-4A71-B369-FC0F-298DBA478F08}"/>
              </a:ext>
            </a:extLst>
          </p:cNvPr>
          <p:cNvSpPr>
            <a:spLocks noChangeShapeType="1"/>
          </p:cNvSpPr>
          <p:nvPr/>
        </p:nvSpPr>
        <p:spPr bwMode="auto">
          <a:xfrm flipH="1">
            <a:off x="2166938" y="3595688"/>
            <a:ext cx="1066800" cy="0"/>
          </a:xfrm>
          <a:prstGeom prst="line">
            <a:avLst/>
          </a:prstGeom>
          <a:noFill/>
          <a:ln w="28575">
            <a:solidFill>
              <a:srgbClr val="FF3300"/>
            </a:solidFill>
            <a:round/>
            <a:headEn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0160" name="Object 32">
            <a:extLst>
              <a:ext uri="{FF2B5EF4-FFF2-40B4-BE49-F238E27FC236}">
                <a16:creationId xmlns:a16="http://schemas.microsoft.com/office/drawing/2014/main" id="{902318D2-011C-04CE-68BD-FBD2D2D01A35}"/>
              </a:ext>
            </a:extLst>
          </p:cNvPr>
          <p:cNvGraphicFramePr>
            <a:graphicFrameLocks noChangeAspect="1"/>
          </p:cNvGraphicFramePr>
          <p:nvPr/>
        </p:nvGraphicFramePr>
        <p:xfrm>
          <a:off x="1679575" y="3290888"/>
          <a:ext cx="411163" cy="476250"/>
        </p:xfrm>
        <a:graphic>
          <a:graphicData uri="http://schemas.openxmlformats.org/presentationml/2006/ole">
            <mc:AlternateContent xmlns:mc="http://schemas.openxmlformats.org/markup-compatibility/2006">
              <mc:Choice xmlns:v="urn:schemas-microsoft-com:vml" Requires="v">
                <p:oleObj name="Equation" r:id="rId27" imgW="160238" imgH="183046" progId="Equation.3">
                  <p:embed/>
                </p:oleObj>
              </mc:Choice>
              <mc:Fallback>
                <p:oleObj name="Equation" r:id="rId27" imgW="160238" imgH="183046" progId="Equation.3">
                  <p:embed/>
                  <p:pic>
                    <p:nvPicPr>
                      <p:cNvPr id="560160" name="Object 32">
                        <a:extLst>
                          <a:ext uri="{FF2B5EF4-FFF2-40B4-BE49-F238E27FC236}">
                            <a16:creationId xmlns:a16="http://schemas.microsoft.com/office/drawing/2014/main" id="{902318D2-011C-04CE-68BD-FBD2D2D01A35}"/>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679575" y="3290888"/>
                        <a:ext cx="411163"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61" name="Line 33">
            <a:extLst>
              <a:ext uri="{FF2B5EF4-FFF2-40B4-BE49-F238E27FC236}">
                <a16:creationId xmlns:a16="http://schemas.microsoft.com/office/drawing/2014/main" id="{0EC5A168-A646-7D94-A0B3-3CD1346A212A}"/>
              </a:ext>
            </a:extLst>
          </p:cNvPr>
          <p:cNvSpPr>
            <a:spLocks noChangeShapeType="1"/>
          </p:cNvSpPr>
          <p:nvPr/>
        </p:nvSpPr>
        <p:spPr bwMode="auto">
          <a:xfrm>
            <a:off x="4148138" y="3367088"/>
            <a:ext cx="381000" cy="0"/>
          </a:xfrm>
          <a:prstGeom prst="line">
            <a:avLst/>
          </a:prstGeom>
          <a:noFill/>
          <a:ln w="28575">
            <a:solidFill>
              <a:srgbClr val="FF3300"/>
            </a:solidFill>
            <a:round/>
            <a:headEn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62" name="Line 34">
            <a:extLst>
              <a:ext uri="{FF2B5EF4-FFF2-40B4-BE49-F238E27FC236}">
                <a16:creationId xmlns:a16="http://schemas.microsoft.com/office/drawing/2014/main" id="{A6CD3E6C-A27B-57F0-347A-17F5724B7F64}"/>
              </a:ext>
            </a:extLst>
          </p:cNvPr>
          <p:cNvSpPr>
            <a:spLocks noChangeShapeType="1"/>
          </p:cNvSpPr>
          <p:nvPr/>
        </p:nvSpPr>
        <p:spPr bwMode="auto">
          <a:xfrm flipH="1">
            <a:off x="4681538" y="3367088"/>
            <a:ext cx="381000" cy="0"/>
          </a:xfrm>
          <a:prstGeom prst="line">
            <a:avLst/>
          </a:prstGeom>
          <a:noFill/>
          <a:ln w="28575">
            <a:solidFill>
              <a:srgbClr val="FF3300"/>
            </a:solidFill>
            <a:round/>
            <a:headEn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0163" name="Object 35">
            <a:extLst>
              <a:ext uri="{FF2B5EF4-FFF2-40B4-BE49-F238E27FC236}">
                <a16:creationId xmlns:a16="http://schemas.microsoft.com/office/drawing/2014/main" id="{63BED03C-BA22-26C7-EDB9-B05F40AE2026}"/>
              </a:ext>
            </a:extLst>
          </p:cNvPr>
          <p:cNvGraphicFramePr>
            <a:graphicFrameLocks noChangeAspect="1"/>
          </p:cNvGraphicFramePr>
          <p:nvPr/>
        </p:nvGraphicFramePr>
        <p:xfrm>
          <a:off x="5580063" y="5370513"/>
          <a:ext cx="1497012" cy="434975"/>
        </p:xfrm>
        <a:graphic>
          <a:graphicData uri="http://schemas.openxmlformats.org/presentationml/2006/ole">
            <mc:AlternateContent xmlns:mc="http://schemas.openxmlformats.org/markup-compatibility/2006">
              <mc:Choice xmlns:v="urn:schemas-microsoft-com:vml" Requires="v">
                <p:oleObj name="Equation" r:id="rId29" imgW="1478467" imgH="426942" progId="Equation.3">
                  <p:embed/>
                </p:oleObj>
              </mc:Choice>
              <mc:Fallback>
                <p:oleObj name="Equation" r:id="rId29" imgW="1478467" imgH="426942" progId="Equation.3">
                  <p:embed/>
                  <p:pic>
                    <p:nvPicPr>
                      <p:cNvPr id="560163" name="Object 35">
                        <a:extLst>
                          <a:ext uri="{FF2B5EF4-FFF2-40B4-BE49-F238E27FC236}">
                            <a16:creationId xmlns:a16="http://schemas.microsoft.com/office/drawing/2014/main" id="{63BED03C-BA22-26C7-EDB9-B05F40AE2026}"/>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580063" y="5370513"/>
                        <a:ext cx="1497012"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64" name="Text Box 36">
            <a:extLst>
              <a:ext uri="{FF2B5EF4-FFF2-40B4-BE49-F238E27FC236}">
                <a16:creationId xmlns:a16="http://schemas.microsoft.com/office/drawing/2014/main" id="{D6B86647-91AF-ABD6-BEA6-DAD41FC2CE63}"/>
              </a:ext>
            </a:extLst>
          </p:cNvPr>
          <p:cNvSpPr txBox="1">
            <a:spLocks noChangeArrowheads="1"/>
          </p:cNvSpPr>
          <p:nvPr/>
        </p:nvSpPr>
        <p:spPr bwMode="auto">
          <a:xfrm>
            <a:off x="5364163" y="5013325"/>
            <a:ext cx="350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ea typeface="楷体_GB2312" pitchFamily="49" charset="-122"/>
              </a:rPr>
              <a:t>做往复振动</a:t>
            </a:r>
          </a:p>
        </p:txBody>
      </p:sp>
      <p:sp>
        <p:nvSpPr>
          <p:cNvPr id="560165" name="Oval 37">
            <a:extLst>
              <a:ext uri="{FF2B5EF4-FFF2-40B4-BE49-F238E27FC236}">
                <a16:creationId xmlns:a16="http://schemas.microsoft.com/office/drawing/2014/main" id="{278455F9-2A52-9C75-F142-D8E7603E99AD}"/>
              </a:ext>
            </a:extLst>
          </p:cNvPr>
          <p:cNvSpPr>
            <a:spLocks noChangeArrowheads="1"/>
          </p:cNvSpPr>
          <p:nvPr/>
        </p:nvSpPr>
        <p:spPr bwMode="auto">
          <a:xfrm>
            <a:off x="3878263" y="2376488"/>
            <a:ext cx="76200" cy="76200"/>
          </a:xfrm>
          <a:prstGeom prst="ellipse">
            <a:avLst/>
          </a:prstGeom>
          <a:solidFill>
            <a:srgbClr val="FF3300"/>
          </a:solidFill>
          <a:ln w="9525">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66" name="Oval 38">
            <a:extLst>
              <a:ext uri="{FF2B5EF4-FFF2-40B4-BE49-F238E27FC236}">
                <a16:creationId xmlns:a16="http://schemas.microsoft.com/office/drawing/2014/main" id="{E9DE9197-5BE0-EE49-6BB2-A084A2ADE4A9}"/>
              </a:ext>
            </a:extLst>
          </p:cNvPr>
          <p:cNvSpPr>
            <a:spLocks noChangeArrowheads="1"/>
          </p:cNvSpPr>
          <p:nvPr/>
        </p:nvSpPr>
        <p:spPr bwMode="auto">
          <a:xfrm>
            <a:off x="4564063" y="4433888"/>
            <a:ext cx="76200" cy="76200"/>
          </a:xfrm>
          <a:prstGeom prst="ellipse">
            <a:avLst/>
          </a:prstGeom>
          <a:solidFill>
            <a:srgbClr val="FF0000"/>
          </a:solidFill>
          <a:ln w="9525">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67" name="Oval 39">
            <a:extLst>
              <a:ext uri="{FF2B5EF4-FFF2-40B4-BE49-F238E27FC236}">
                <a16:creationId xmlns:a16="http://schemas.microsoft.com/office/drawing/2014/main" id="{7B35DC07-8868-C06A-4661-B21E8373EF03}"/>
              </a:ext>
            </a:extLst>
          </p:cNvPr>
          <p:cNvSpPr>
            <a:spLocks noChangeArrowheads="1"/>
          </p:cNvSpPr>
          <p:nvPr/>
        </p:nvSpPr>
        <p:spPr bwMode="auto">
          <a:xfrm>
            <a:off x="5214938" y="2376488"/>
            <a:ext cx="76200" cy="76200"/>
          </a:xfrm>
          <a:prstGeom prst="ellipse">
            <a:avLst/>
          </a:prstGeom>
          <a:solidFill>
            <a:srgbClr val="FF0000"/>
          </a:solidFill>
          <a:ln w="9525">
            <a:solidFill>
              <a:srgbClr val="FF00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0168" name="Text Box 40">
            <a:extLst>
              <a:ext uri="{FF2B5EF4-FFF2-40B4-BE49-F238E27FC236}">
                <a16:creationId xmlns:a16="http://schemas.microsoft.com/office/drawing/2014/main" id="{D99198A0-7674-910C-441B-CC5001E2AF15}"/>
              </a:ext>
            </a:extLst>
          </p:cNvPr>
          <p:cNvSpPr txBox="1">
            <a:spLocks noChangeArrowheads="1"/>
          </p:cNvSpPr>
          <p:nvPr/>
        </p:nvSpPr>
        <p:spPr bwMode="auto">
          <a:xfrm>
            <a:off x="3675063" y="188436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ea typeface="宋体" panose="02010600030101010101" pitchFamily="2" charset="-122"/>
              </a:rPr>
              <a:t>A</a:t>
            </a:r>
          </a:p>
        </p:txBody>
      </p:sp>
      <p:sp>
        <p:nvSpPr>
          <p:cNvPr id="560169" name="Text Box 41">
            <a:extLst>
              <a:ext uri="{FF2B5EF4-FFF2-40B4-BE49-F238E27FC236}">
                <a16:creationId xmlns:a16="http://schemas.microsoft.com/office/drawing/2014/main" id="{DB0798E8-74F9-FEAC-59DB-CDBDE910B09B}"/>
              </a:ext>
            </a:extLst>
          </p:cNvPr>
          <p:cNvSpPr txBox="1">
            <a:spLocks noChangeArrowheads="1"/>
          </p:cNvSpPr>
          <p:nvPr/>
        </p:nvSpPr>
        <p:spPr bwMode="auto">
          <a:xfrm>
            <a:off x="4589463" y="447516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ea typeface="宋体" panose="02010600030101010101" pitchFamily="2" charset="-122"/>
              </a:rPr>
              <a:t>B</a:t>
            </a:r>
          </a:p>
        </p:txBody>
      </p:sp>
      <p:sp>
        <p:nvSpPr>
          <p:cNvPr id="560170" name="Text Box 42">
            <a:extLst>
              <a:ext uri="{FF2B5EF4-FFF2-40B4-BE49-F238E27FC236}">
                <a16:creationId xmlns:a16="http://schemas.microsoft.com/office/drawing/2014/main" id="{75E2D4A8-F474-109A-E64C-4209D58AD3D2}"/>
              </a:ext>
            </a:extLst>
          </p:cNvPr>
          <p:cNvSpPr txBox="1">
            <a:spLocks noChangeArrowheads="1"/>
          </p:cNvSpPr>
          <p:nvPr/>
        </p:nvSpPr>
        <p:spPr bwMode="auto">
          <a:xfrm>
            <a:off x="5111750" y="186055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ea typeface="宋体" panose="02010600030101010101" pitchFamily="2" charset="-122"/>
              </a:rPr>
              <a:t>C</a:t>
            </a:r>
          </a:p>
        </p:txBody>
      </p:sp>
      <p:graphicFrame>
        <p:nvGraphicFramePr>
          <p:cNvPr id="560171" name="Object 43">
            <a:extLst>
              <a:ext uri="{FF2B5EF4-FFF2-40B4-BE49-F238E27FC236}">
                <a16:creationId xmlns:a16="http://schemas.microsoft.com/office/drawing/2014/main" id="{EEECA433-809F-1D0B-FFCE-524590AEB243}"/>
              </a:ext>
            </a:extLst>
          </p:cNvPr>
          <p:cNvGraphicFramePr>
            <a:graphicFrameLocks noChangeAspect="1"/>
          </p:cNvGraphicFramePr>
          <p:nvPr/>
        </p:nvGraphicFramePr>
        <p:xfrm>
          <a:off x="825500" y="6021388"/>
          <a:ext cx="823913" cy="355600"/>
        </p:xfrm>
        <a:graphic>
          <a:graphicData uri="http://schemas.openxmlformats.org/presentationml/2006/ole">
            <mc:AlternateContent xmlns:mc="http://schemas.openxmlformats.org/markup-compatibility/2006">
              <mc:Choice xmlns:v="urn:schemas-microsoft-com:vml" Requires="v">
                <p:oleObj name="Equation" r:id="rId31" imgW="815122" imgH="350631" progId="Equation.3">
                  <p:embed/>
                </p:oleObj>
              </mc:Choice>
              <mc:Fallback>
                <p:oleObj name="Equation" r:id="rId31" imgW="815122" imgH="350631" progId="Equation.3">
                  <p:embed/>
                  <p:pic>
                    <p:nvPicPr>
                      <p:cNvPr id="560171" name="Object 43">
                        <a:extLst>
                          <a:ext uri="{FF2B5EF4-FFF2-40B4-BE49-F238E27FC236}">
                            <a16:creationId xmlns:a16="http://schemas.microsoft.com/office/drawing/2014/main" id="{EEECA433-809F-1D0B-FFCE-524590AEB243}"/>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25500" y="6021388"/>
                        <a:ext cx="823913"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0172" name="Object 44">
            <a:extLst>
              <a:ext uri="{FF2B5EF4-FFF2-40B4-BE49-F238E27FC236}">
                <a16:creationId xmlns:a16="http://schemas.microsoft.com/office/drawing/2014/main" id="{15C0A51C-A092-050A-CD89-763EC06B98C4}"/>
              </a:ext>
            </a:extLst>
          </p:cNvPr>
          <p:cNvGraphicFramePr>
            <a:graphicFrameLocks noChangeAspect="1"/>
          </p:cNvGraphicFramePr>
          <p:nvPr/>
        </p:nvGraphicFramePr>
        <p:xfrm>
          <a:off x="4546600" y="3425825"/>
          <a:ext cx="411163" cy="476250"/>
        </p:xfrm>
        <a:graphic>
          <a:graphicData uri="http://schemas.openxmlformats.org/presentationml/2006/ole">
            <mc:AlternateContent xmlns:mc="http://schemas.openxmlformats.org/markup-compatibility/2006">
              <mc:Choice xmlns:v="urn:schemas-microsoft-com:vml" Requires="v">
                <p:oleObj name="Equation" r:id="rId33" imgW="160238" imgH="183046" progId="Equation.3">
                  <p:embed/>
                </p:oleObj>
              </mc:Choice>
              <mc:Fallback>
                <p:oleObj name="Equation" r:id="rId33" imgW="160238" imgH="183046" progId="Equation.3">
                  <p:embed/>
                  <p:pic>
                    <p:nvPicPr>
                      <p:cNvPr id="560172" name="Object 44">
                        <a:extLst>
                          <a:ext uri="{FF2B5EF4-FFF2-40B4-BE49-F238E27FC236}">
                            <a16:creationId xmlns:a16="http://schemas.microsoft.com/office/drawing/2014/main" id="{15C0A51C-A092-050A-CD89-763EC06B98C4}"/>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546600" y="3425825"/>
                        <a:ext cx="411163"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0173" name="Object 45">
            <a:extLst>
              <a:ext uri="{FF2B5EF4-FFF2-40B4-BE49-F238E27FC236}">
                <a16:creationId xmlns:a16="http://schemas.microsoft.com/office/drawing/2014/main" id="{EACB3740-F14D-8897-6F79-C77060C4AFD6}"/>
              </a:ext>
            </a:extLst>
          </p:cNvPr>
          <p:cNvGraphicFramePr>
            <a:graphicFrameLocks noChangeAspect="1"/>
          </p:cNvGraphicFramePr>
          <p:nvPr/>
        </p:nvGraphicFramePr>
        <p:xfrm>
          <a:off x="4224338" y="3402013"/>
          <a:ext cx="411162" cy="476250"/>
        </p:xfrm>
        <a:graphic>
          <a:graphicData uri="http://schemas.openxmlformats.org/presentationml/2006/ole">
            <mc:AlternateContent xmlns:mc="http://schemas.openxmlformats.org/markup-compatibility/2006">
              <mc:Choice xmlns:v="urn:schemas-microsoft-com:vml" Requires="v">
                <p:oleObj name="Equation" r:id="rId35" imgW="160238" imgH="183046" progId="Equation.3">
                  <p:embed/>
                </p:oleObj>
              </mc:Choice>
              <mc:Fallback>
                <p:oleObj name="Equation" r:id="rId35" imgW="160238" imgH="183046" progId="Equation.3">
                  <p:embed/>
                  <p:pic>
                    <p:nvPicPr>
                      <p:cNvPr id="560173" name="Object 45">
                        <a:extLst>
                          <a:ext uri="{FF2B5EF4-FFF2-40B4-BE49-F238E27FC236}">
                            <a16:creationId xmlns:a16="http://schemas.microsoft.com/office/drawing/2014/main" id="{EACB3740-F14D-8897-6F79-C77060C4AFD6}"/>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224338" y="3402013"/>
                        <a:ext cx="411162"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0174" name="Text Box 46">
            <a:extLst>
              <a:ext uri="{FF2B5EF4-FFF2-40B4-BE49-F238E27FC236}">
                <a16:creationId xmlns:a16="http://schemas.microsoft.com/office/drawing/2014/main" id="{AD406B3F-8293-CB0E-3AC8-9CA5E9E7FE64}"/>
              </a:ext>
            </a:extLst>
          </p:cNvPr>
          <p:cNvSpPr txBox="1">
            <a:spLocks noChangeArrowheads="1"/>
          </p:cNvSpPr>
          <p:nvPr/>
        </p:nvSpPr>
        <p:spPr bwMode="auto">
          <a:xfrm>
            <a:off x="323850" y="1628775"/>
            <a:ext cx="2681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9900"/>
                </a:solidFill>
                <a:latin typeface="Times New Roman" panose="02020603050405020304" pitchFamily="18" charset="0"/>
                <a:ea typeface="宋体" panose="02010600030101010101" pitchFamily="2" charset="-122"/>
              </a:rPr>
              <a:t>势场中的粒子：</a:t>
            </a:r>
          </a:p>
        </p:txBody>
      </p:sp>
      <p:sp>
        <p:nvSpPr>
          <p:cNvPr id="560175" name="Text Box 47">
            <a:extLst>
              <a:ext uri="{FF2B5EF4-FFF2-40B4-BE49-F238E27FC236}">
                <a16:creationId xmlns:a16="http://schemas.microsoft.com/office/drawing/2014/main" id="{5B995488-1952-D7A7-F029-36728ACFB451}"/>
              </a:ext>
            </a:extLst>
          </p:cNvPr>
          <p:cNvSpPr txBox="1">
            <a:spLocks noChangeArrowheads="1"/>
          </p:cNvSpPr>
          <p:nvPr/>
        </p:nvSpPr>
        <p:spPr bwMode="auto">
          <a:xfrm>
            <a:off x="1760538" y="5949950"/>
            <a:ext cx="950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a:solidFill>
                  <a:srgbClr val="66FFFF"/>
                </a:solidFill>
                <a:latin typeface="宋体" panose="02010600030101010101" pitchFamily="2" charset="-122"/>
                <a:ea typeface="宋体" panose="02010600030101010101" pitchFamily="2" charset="-122"/>
              </a:rPr>
              <a:t>B</a:t>
            </a:r>
            <a:r>
              <a:rPr lang="zh-CN" altLang="en-US">
                <a:solidFill>
                  <a:srgbClr val="66FFFF"/>
                </a:solidFill>
                <a:latin typeface="宋体" panose="02010600030101010101" pitchFamily="2" charset="-122"/>
                <a:ea typeface="宋体" panose="02010600030101010101" pitchFamily="2" charset="-122"/>
              </a:rPr>
              <a:t>点</a:t>
            </a:r>
            <a:r>
              <a:rPr kumimoji="1" lang="zh-CN" altLang="en-US">
                <a:solidFill>
                  <a:srgbClr val="66FFFF"/>
                </a:solidFill>
                <a:latin typeface="宋体" panose="02010600030101010101" pitchFamily="2" charset="-122"/>
                <a:ea typeface="宋体" panose="02010600030101010101" pitchFamily="2" charset="-122"/>
              </a:rPr>
              <a:t>：</a:t>
            </a:r>
          </a:p>
        </p:txBody>
      </p:sp>
      <p:sp>
        <p:nvSpPr>
          <p:cNvPr id="560176" name="Text Box 48">
            <a:extLst>
              <a:ext uri="{FF2B5EF4-FFF2-40B4-BE49-F238E27FC236}">
                <a16:creationId xmlns:a16="http://schemas.microsoft.com/office/drawing/2014/main" id="{F10DEDE1-91F8-350E-707F-5E0618CC5AAB}"/>
              </a:ext>
            </a:extLst>
          </p:cNvPr>
          <p:cNvSpPr txBox="1">
            <a:spLocks noChangeArrowheads="1"/>
          </p:cNvSpPr>
          <p:nvPr/>
        </p:nvSpPr>
        <p:spPr bwMode="auto">
          <a:xfrm>
            <a:off x="2549525" y="5981700"/>
            <a:ext cx="3462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稳定平衡位置</a:t>
            </a:r>
          </a:p>
        </p:txBody>
      </p:sp>
      <p:sp>
        <p:nvSpPr>
          <p:cNvPr id="560177" name="Text Box 49">
            <a:extLst>
              <a:ext uri="{FF2B5EF4-FFF2-40B4-BE49-F238E27FC236}">
                <a16:creationId xmlns:a16="http://schemas.microsoft.com/office/drawing/2014/main" id="{81F504F2-3B2E-F5C1-3153-FAC95C547E76}"/>
              </a:ext>
            </a:extLst>
          </p:cNvPr>
          <p:cNvSpPr txBox="1">
            <a:spLocks noChangeArrowheads="1"/>
          </p:cNvSpPr>
          <p:nvPr/>
        </p:nvSpPr>
        <p:spPr bwMode="auto">
          <a:xfrm>
            <a:off x="5076825" y="5949950"/>
            <a:ext cx="1411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宋体" panose="02010600030101010101" pitchFamily="2" charset="-122"/>
                <a:ea typeface="宋体" panose="02010600030101010101" pitchFamily="2" charset="-122"/>
              </a:rPr>
              <a:t>A</a:t>
            </a:r>
            <a:r>
              <a:rPr kumimoji="1" lang="zh-CN" altLang="en-US">
                <a:solidFill>
                  <a:srgbClr val="66FFFF"/>
                </a:solidFill>
                <a:latin typeface="宋体" panose="02010600030101010101" pitchFamily="2" charset="-122"/>
                <a:ea typeface="宋体" panose="02010600030101010101" pitchFamily="2" charset="-122"/>
              </a:rPr>
              <a:t>、</a:t>
            </a:r>
            <a:r>
              <a:rPr kumimoji="1" lang="en-US" altLang="zh-CN">
                <a:solidFill>
                  <a:srgbClr val="66FFFF"/>
                </a:solidFill>
                <a:latin typeface="宋体" panose="02010600030101010101" pitchFamily="2" charset="-122"/>
                <a:ea typeface="宋体" panose="02010600030101010101" pitchFamily="2" charset="-122"/>
              </a:rPr>
              <a:t>C</a:t>
            </a:r>
            <a:r>
              <a:rPr kumimoji="1" lang="zh-CN" altLang="en-US">
                <a:solidFill>
                  <a:srgbClr val="66FFFF"/>
                </a:solidFill>
                <a:latin typeface="宋体" panose="02010600030101010101" pitchFamily="2" charset="-122"/>
                <a:ea typeface="宋体" panose="02010600030101010101" pitchFamily="2" charset="-122"/>
              </a:rPr>
              <a:t>点：</a:t>
            </a:r>
          </a:p>
        </p:txBody>
      </p:sp>
      <p:sp>
        <p:nvSpPr>
          <p:cNvPr id="560178" name="Text Box 50">
            <a:extLst>
              <a:ext uri="{FF2B5EF4-FFF2-40B4-BE49-F238E27FC236}">
                <a16:creationId xmlns:a16="http://schemas.microsoft.com/office/drawing/2014/main" id="{A5AECC19-9E9B-387A-A978-71F6BD64F070}"/>
              </a:ext>
            </a:extLst>
          </p:cNvPr>
          <p:cNvSpPr txBox="1">
            <a:spLocks noChangeArrowheads="1"/>
          </p:cNvSpPr>
          <p:nvPr/>
        </p:nvSpPr>
        <p:spPr bwMode="auto">
          <a:xfrm>
            <a:off x="6256338" y="5924550"/>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非稳定平衡位置</a:t>
            </a:r>
          </a:p>
        </p:txBody>
      </p:sp>
      <p:pic>
        <p:nvPicPr>
          <p:cNvPr id="560179" name="Picture 51" descr="j0293240">
            <a:extLst>
              <a:ext uri="{FF2B5EF4-FFF2-40B4-BE49-F238E27FC236}">
                <a16:creationId xmlns:a16="http://schemas.microsoft.com/office/drawing/2014/main" id="{6F0C032B-1CBC-5B6E-8C1D-D84A9FB89973}"/>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60130"/>
                                        </p:tgtEl>
                                        <p:attrNameLst>
                                          <p:attrName>style.visibility</p:attrName>
                                        </p:attrNameLst>
                                      </p:cBhvr>
                                      <p:to>
                                        <p:strVal val="visible"/>
                                      </p:to>
                                    </p:set>
                                    <p:animEffect transition="in" filter="wipe(left)">
                                      <p:cBhvr>
                                        <p:cTn id="7" dur="500"/>
                                        <p:tgtEl>
                                          <p:spTgt spid="560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0131"/>
                                        </p:tgtEl>
                                        <p:attrNameLst>
                                          <p:attrName>style.visibility</p:attrName>
                                        </p:attrNameLst>
                                      </p:cBhvr>
                                      <p:to>
                                        <p:strVal val="visible"/>
                                      </p:to>
                                    </p:set>
                                    <p:animEffect transition="in" filter="wipe(left)">
                                      <p:cBhvr>
                                        <p:cTn id="12" dur="500"/>
                                        <p:tgtEl>
                                          <p:spTgt spid="5601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56013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60174"/>
                                        </p:tgtEl>
                                        <p:attrNameLst>
                                          <p:attrName>style.visibility</p:attrName>
                                        </p:attrNameLst>
                                      </p:cBhvr>
                                      <p:to>
                                        <p:strVal val="visible"/>
                                      </p:to>
                                    </p:set>
                                    <p:animEffect transition="in" filter="wipe(left)">
                                      <p:cBhvr>
                                        <p:cTn id="21" dur="500"/>
                                        <p:tgtEl>
                                          <p:spTgt spid="56017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60133"/>
                                        </p:tgtEl>
                                        <p:attrNameLst>
                                          <p:attrName>style.visibility</p:attrName>
                                        </p:attrNameLst>
                                      </p:cBhvr>
                                      <p:to>
                                        <p:strVal val="visible"/>
                                      </p:to>
                                    </p:set>
                                    <p:animEffect transition="in" filter="wipe(left)">
                                      <p:cBhvr>
                                        <p:cTn id="31" dur="500"/>
                                        <p:tgtEl>
                                          <p:spTgt spid="56013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60139"/>
                                        </p:tgtEl>
                                        <p:attrNameLst>
                                          <p:attrName>style.visibility</p:attrName>
                                        </p:attrNameLst>
                                      </p:cBhvr>
                                      <p:to>
                                        <p:strVal val="visible"/>
                                      </p:to>
                                    </p:set>
                                    <p:animEffect transition="in" filter="wipe(left)">
                                      <p:cBhvr>
                                        <p:cTn id="36" dur="500"/>
                                        <p:tgtEl>
                                          <p:spTgt spid="560139"/>
                                        </p:tgtEl>
                                      </p:cBhvr>
                                    </p:animEffect>
                                  </p:childTnLst>
                                </p:cTn>
                              </p:par>
                            </p:childTnLst>
                          </p:cTn>
                        </p:par>
                        <p:par>
                          <p:cTn id="37" fill="hold" nodeType="afterGroup">
                            <p:stCondLst>
                              <p:cond delay="500"/>
                            </p:stCondLst>
                            <p:childTnLst>
                              <p:par>
                                <p:cTn id="38" presetID="1" presetClass="entr" presetSubtype="0" fill="hold" nodeType="afterEffect">
                                  <p:stCondLst>
                                    <p:cond delay="0"/>
                                  </p:stCondLst>
                                  <p:childTnLst>
                                    <p:set>
                                      <p:cBhvr>
                                        <p:cTn id="39" dur="1" fill="hold">
                                          <p:stCondLst>
                                            <p:cond delay="499"/>
                                          </p:stCondLst>
                                        </p:cTn>
                                        <p:tgtEl>
                                          <p:spTgt spid="56014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6" presetClass="entr" presetSubtype="42" fill="hold" nodeType="clickEffect">
                                  <p:stCondLst>
                                    <p:cond delay="0"/>
                                  </p:stCondLst>
                                  <p:childTnLst>
                                    <p:set>
                                      <p:cBhvr>
                                        <p:cTn id="43" dur="1" fill="hold">
                                          <p:stCondLst>
                                            <p:cond delay="0"/>
                                          </p:stCondLst>
                                        </p:cTn>
                                        <p:tgtEl>
                                          <p:spTgt spid="560143"/>
                                        </p:tgtEl>
                                        <p:attrNameLst>
                                          <p:attrName>style.visibility</p:attrName>
                                        </p:attrNameLst>
                                      </p:cBhvr>
                                      <p:to>
                                        <p:strVal val="visible"/>
                                      </p:to>
                                    </p:set>
                                    <p:animEffect transition="in" filter="barn(outHorizontal)">
                                      <p:cBhvr>
                                        <p:cTn id="44" dur="500"/>
                                        <p:tgtEl>
                                          <p:spTgt spid="560143"/>
                                        </p:tgtEl>
                                      </p:cBhvr>
                                    </p:animEffect>
                                  </p:childTnLst>
                                </p:cTn>
                              </p:par>
                            </p:childTnLst>
                          </p:cTn>
                        </p:par>
                        <p:par>
                          <p:cTn id="45" fill="hold" nodeType="afterGroup">
                            <p:stCondLst>
                              <p:cond delay="500"/>
                            </p:stCondLst>
                            <p:childTnLst>
                              <p:par>
                                <p:cTn id="46" presetID="1" presetClass="entr" presetSubtype="0" fill="hold" nodeType="afterEffect">
                                  <p:stCondLst>
                                    <p:cond delay="0"/>
                                  </p:stCondLst>
                                  <p:childTnLst>
                                    <p:set>
                                      <p:cBhvr>
                                        <p:cTn id="47" dur="1" fill="hold">
                                          <p:stCondLst>
                                            <p:cond delay="499"/>
                                          </p:stCondLst>
                                        </p:cTn>
                                        <p:tgtEl>
                                          <p:spTgt spid="560144"/>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560141"/>
                                        </p:tgtEl>
                                        <p:attrNameLst>
                                          <p:attrName>style.visibility</p:attrName>
                                        </p:attrNameLst>
                                      </p:cBhvr>
                                      <p:to>
                                        <p:strVal val="visible"/>
                                      </p:to>
                                    </p:set>
                                    <p:animEffect transition="in" filter="barn(outHorizontal)">
                                      <p:cBhvr>
                                        <p:cTn id="52" dur="500"/>
                                        <p:tgtEl>
                                          <p:spTgt spid="560141"/>
                                        </p:tgtEl>
                                      </p:cBhvr>
                                    </p:animEffect>
                                  </p:childTnLst>
                                </p:cTn>
                              </p:par>
                            </p:childTnLst>
                          </p:cTn>
                        </p:par>
                        <p:par>
                          <p:cTn id="53" fill="hold" nodeType="afterGroup">
                            <p:stCondLst>
                              <p:cond delay="500"/>
                            </p:stCondLst>
                            <p:childTnLst>
                              <p:par>
                                <p:cTn id="54" presetID="1" presetClass="entr" presetSubtype="0" fill="hold" nodeType="afterEffect">
                                  <p:stCondLst>
                                    <p:cond delay="0"/>
                                  </p:stCondLst>
                                  <p:childTnLst>
                                    <p:set>
                                      <p:cBhvr>
                                        <p:cTn id="55" dur="1" fill="hold">
                                          <p:stCondLst>
                                            <p:cond delay="499"/>
                                          </p:stCondLst>
                                        </p:cTn>
                                        <p:tgtEl>
                                          <p:spTgt spid="560142"/>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560153"/>
                                        </p:tgtEl>
                                        <p:attrNameLst>
                                          <p:attrName>style.visibility</p:attrName>
                                        </p:attrNameLst>
                                      </p:cBhvr>
                                      <p:to>
                                        <p:strVal val="visible"/>
                                      </p:to>
                                    </p:set>
                                    <p:animEffect transition="in" filter="wipe(left)">
                                      <p:cBhvr>
                                        <p:cTn id="60" dur="500"/>
                                        <p:tgtEl>
                                          <p:spTgt spid="56015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560154"/>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560145"/>
                                        </p:tgtEl>
                                        <p:attrNameLst>
                                          <p:attrName>style.visibility</p:attrName>
                                        </p:attrNameLst>
                                      </p:cBhvr>
                                      <p:to>
                                        <p:strVal val="visible"/>
                                      </p:to>
                                    </p:set>
                                    <p:animEffect transition="in" filter="wipe(up)">
                                      <p:cBhvr>
                                        <p:cTn id="69" dur="500"/>
                                        <p:tgtEl>
                                          <p:spTgt spid="560145"/>
                                        </p:tgtEl>
                                      </p:cBhvr>
                                    </p:animEffect>
                                  </p:childTnLst>
                                </p:cTn>
                              </p:par>
                            </p:childTnLst>
                          </p:cTn>
                        </p:par>
                        <p:par>
                          <p:cTn id="70" fill="hold" nodeType="afterGroup">
                            <p:stCondLst>
                              <p:cond delay="500"/>
                            </p:stCondLst>
                            <p:childTnLst>
                              <p:par>
                                <p:cTn id="71" presetID="1" presetClass="entr" presetSubtype="0" fill="hold" nodeType="afterEffect">
                                  <p:stCondLst>
                                    <p:cond delay="0"/>
                                  </p:stCondLst>
                                  <p:childTnLst>
                                    <p:set>
                                      <p:cBhvr>
                                        <p:cTn id="72" dur="1" fill="hold">
                                          <p:stCondLst>
                                            <p:cond delay="499"/>
                                          </p:stCondLst>
                                        </p:cTn>
                                        <p:tgtEl>
                                          <p:spTgt spid="560149"/>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560146"/>
                                        </p:tgtEl>
                                        <p:attrNameLst>
                                          <p:attrName>style.visibility</p:attrName>
                                        </p:attrNameLst>
                                      </p:cBhvr>
                                      <p:to>
                                        <p:strVal val="visible"/>
                                      </p:to>
                                    </p:set>
                                    <p:animEffect transition="in" filter="wipe(up)">
                                      <p:cBhvr>
                                        <p:cTn id="77" dur="500"/>
                                        <p:tgtEl>
                                          <p:spTgt spid="560146"/>
                                        </p:tgtEl>
                                      </p:cBhvr>
                                    </p:animEffect>
                                  </p:childTnLst>
                                </p:cTn>
                              </p:par>
                            </p:childTnLst>
                          </p:cTn>
                        </p:par>
                        <p:par>
                          <p:cTn id="78" fill="hold" nodeType="afterGroup">
                            <p:stCondLst>
                              <p:cond delay="500"/>
                            </p:stCondLst>
                            <p:childTnLst>
                              <p:par>
                                <p:cTn id="79" presetID="1" presetClass="entr" presetSubtype="0" fill="hold" nodeType="afterEffect">
                                  <p:stCondLst>
                                    <p:cond delay="0"/>
                                  </p:stCondLst>
                                  <p:childTnLst>
                                    <p:set>
                                      <p:cBhvr>
                                        <p:cTn id="80" dur="1" fill="hold">
                                          <p:stCondLst>
                                            <p:cond delay="499"/>
                                          </p:stCondLst>
                                        </p:cTn>
                                        <p:tgtEl>
                                          <p:spTgt spid="560150"/>
                                        </p:tgtEl>
                                        <p:attrNameLst>
                                          <p:attrName>style.visibility</p:attrName>
                                        </p:attrNameLst>
                                      </p:cBhvr>
                                      <p:to>
                                        <p:strVal val="visible"/>
                                      </p:to>
                                    </p:set>
                                  </p:childTnLst>
                                </p:cTn>
                              </p:par>
                            </p:childTnLst>
                          </p:cTn>
                        </p:par>
                        <p:par>
                          <p:cTn id="81" fill="hold" nodeType="afterGroup">
                            <p:stCondLst>
                              <p:cond delay="1000"/>
                            </p:stCondLst>
                            <p:childTnLst>
                              <p:par>
                                <p:cTn id="82" presetID="22" presetClass="entr" presetSubtype="1" fill="hold" nodeType="afterEffect">
                                  <p:stCondLst>
                                    <p:cond delay="0"/>
                                  </p:stCondLst>
                                  <p:childTnLst>
                                    <p:set>
                                      <p:cBhvr>
                                        <p:cTn id="83" dur="1" fill="hold">
                                          <p:stCondLst>
                                            <p:cond delay="0"/>
                                          </p:stCondLst>
                                        </p:cTn>
                                        <p:tgtEl>
                                          <p:spTgt spid="560147"/>
                                        </p:tgtEl>
                                        <p:attrNameLst>
                                          <p:attrName>style.visibility</p:attrName>
                                        </p:attrNameLst>
                                      </p:cBhvr>
                                      <p:to>
                                        <p:strVal val="visible"/>
                                      </p:to>
                                    </p:set>
                                    <p:animEffect transition="in" filter="wipe(up)">
                                      <p:cBhvr>
                                        <p:cTn id="84" dur="500"/>
                                        <p:tgtEl>
                                          <p:spTgt spid="560147"/>
                                        </p:tgtEl>
                                      </p:cBhvr>
                                    </p:animEffect>
                                  </p:childTnLst>
                                </p:cTn>
                              </p:par>
                            </p:childTnLst>
                          </p:cTn>
                        </p:par>
                        <p:par>
                          <p:cTn id="85" fill="hold" nodeType="afterGroup">
                            <p:stCondLst>
                              <p:cond delay="1500"/>
                            </p:stCondLst>
                            <p:childTnLst>
                              <p:par>
                                <p:cTn id="86" presetID="1" presetClass="entr" presetSubtype="0" fill="hold" nodeType="afterEffect">
                                  <p:stCondLst>
                                    <p:cond delay="0"/>
                                  </p:stCondLst>
                                  <p:childTnLst>
                                    <p:set>
                                      <p:cBhvr>
                                        <p:cTn id="87" dur="1" fill="hold">
                                          <p:stCondLst>
                                            <p:cond delay="499"/>
                                          </p:stCondLst>
                                        </p:cTn>
                                        <p:tgtEl>
                                          <p:spTgt spid="560151"/>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nodeType="clickEffect">
                                  <p:stCondLst>
                                    <p:cond delay="0"/>
                                  </p:stCondLst>
                                  <p:childTnLst>
                                    <p:set>
                                      <p:cBhvr>
                                        <p:cTn id="91" dur="1" fill="hold">
                                          <p:stCondLst>
                                            <p:cond delay="0"/>
                                          </p:stCondLst>
                                        </p:cTn>
                                        <p:tgtEl>
                                          <p:spTgt spid="560148"/>
                                        </p:tgtEl>
                                        <p:attrNameLst>
                                          <p:attrName>style.visibility</p:attrName>
                                        </p:attrNameLst>
                                      </p:cBhvr>
                                      <p:to>
                                        <p:strVal val="visible"/>
                                      </p:to>
                                    </p:set>
                                    <p:animEffect transition="in" filter="wipe(up)">
                                      <p:cBhvr>
                                        <p:cTn id="92" dur="500"/>
                                        <p:tgtEl>
                                          <p:spTgt spid="560148"/>
                                        </p:tgtEl>
                                      </p:cBhvr>
                                    </p:animEffect>
                                  </p:childTnLst>
                                </p:cTn>
                              </p:par>
                            </p:childTnLst>
                          </p:cTn>
                        </p:par>
                        <p:par>
                          <p:cTn id="93" fill="hold" nodeType="afterGroup">
                            <p:stCondLst>
                              <p:cond delay="500"/>
                            </p:stCondLst>
                            <p:childTnLst>
                              <p:par>
                                <p:cTn id="94" presetID="1" presetClass="entr" presetSubtype="0" fill="hold" nodeType="afterEffect">
                                  <p:stCondLst>
                                    <p:cond delay="0"/>
                                  </p:stCondLst>
                                  <p:childTnLst>
                                    <p:set>
                                      <p:cBhvr>
                                        <p:cTn id="95" dur="1" fill="hold">
                                          <p:stCondLst>
                                            <p:cond delay="499"/>
                                          </p:stCondLst>
                                        </p:cTn>
                                        <p:tgtEl>
                                          <p:spTgt spid="560152"/>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nodeType="clickEffect">
                                  <p:stCondLst>
                                    <p:cond delay="0"/>
                                  </p:stCondLst>
                                  <p:childTnLst>
                                    <p:set>
                                      <p:cBhvr>
                                        <p:cTn id="99" dur="1" fill="hold">
                                          <p:stCondLst>
                                            <p:cond delay="499"/>
                                          </p:stCondLst>
                                        </p:cTn>
                                        <p:tgtEl>
                                          <p:spTgt spid="560155"/>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nodeType="clickEffect">
                                  <p:stCondLst>
                                    <p:cond delay="0"/>
                                  </p:stCondLst>
                                  <p:childTnLst>
                                    <p:set>
                                      <p:cBhvr>
                                        <p:cTn id="103" dur="1" fill="hold">
                                          <p:stCondLst>
                                            <p:cond delay="499"/>
                                          </p:stCondLst>
                                        </p:cTn>
                                        <p:tgtEl>
                                          <p:spTgt spid="560163"/>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 presetClass="entr" presetSubtype="0" fill="hold" nodeType="clickEffect">
                                  <p:stCondLst>
                                    <p:cond delay="0"/>
                                  </p:stCondLst>
                                  <p:childTnLst>
                                    <p:set>
                                      <p:cBhvr>
                                        <p:cTn id="107" dur="1" fill="hold">
                                          <p:stCondLst>
                                            <p:cond delay="499"/>
                                          </p:stCondLst>
                                        </p:cTn>
                                        <p:tgtEl>
                                          <p:spTgt spid="560156"/>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560157"/>
                                        </p:tgtEl>
                                        <p:attrNameLst>
                                          <p:attrName>style.visibility</p:attrName>
                                        </p:attrNameLst>
                                      </p:cBhvr>
                                      <p:to>
                                        <p:strVal val="visible"/>
                                      </p:to>
                                    </p:set>
                                    <p:animEffect transition="in" filter="wipe(left)">
                                      <p:cBhvr>
                                        <p:cTn id="112" dur="500"/>
                                        <p:tgtEl>
                                          <p:spTgt spid="560157"/>
                                        </p:tgtEl>
                                      </p:cBhvr>
                                    </p:animEffect>
                                  </p:childTnLst>
                                </p:cTn>
                              </p:par>
                            </p:childTnLst>
                          </p:cTn>
                        </p:par>
                        <p:par>
                          <p:cTn id="113" fill="hold" nodeType="afterGroup">
                            <p:stCondLst>
                              <p:cond delay="500"/>
                            </p:stCondLst>
                            <p:childTnLst>
                              <p:par>
                                <p:cTn id="114" presetID="1" presetClass="entr" presetSubtype="0" fill="hold" nodeType="afterEffect">
                                  <p:stCondLst>
                                    <p:cond delay="0"/>
                                  </p:stCondLst>
                                  <p:childTnLst>
                                    <p:set>
                                      <p:cBhvr>
                                        <p:cTn id="115" dur="1" fill="hold">
                                          <p:stCondLst>
                                            <p:cond delay="499"/>
                                          </p:stCondLst>
                                        </p:cTn>
                                        <p:tgtEl>
                                          <p:spTgt spid="560158"/>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2" fill="hold" nodeType="clickEffect">
                                  <p:stCondLst>
                                    <p:cond delay="0"/>
                                  </p:stCondLst>
                                  <p:childTnLst>
                                    <p:set>
                                      <p:cBhvr>
                                        <p:cTn id="119" dur="1" fill="hold">
                                          <p:stCondLst>
                                            <p:cond delay="0"/>
                                          </p:stCondLst>
                                        </p:cTn>
                                        <p:tgtEl>
                                          <p:spTgt spid="560162"/>
                                        </p:tgtEl>
                                        <p:attrNameLst>
                                          <p:attrName>style.visibility</p:attrName>
                                        </p:attrNameLst>
                                      </p:cBhvr>
                                      <p:to>
                                        <p:strVal val="visible"/>
                                      </p:to>
                                    </p:set>
                                    <p:animEffect transition="in" filter="wipe(right)">
                                      <p:cBhvr>
                                        <p:cTn id="120" dur="500"/>
                                        <p:tgtEl>
                                          <p:spTgt spid="560162"/>
                                        </p:tgtEl>
                                      </p:cBhvr>
                                    </p:animEffect>
                                  </p:childTnLst>
                                </p:cTn>
                              </p:par>
                            </p:childTnLst>
                          </p:cTn>
                        </p:par>
                        <p:par>
                          <p:cTn id="121" fill="hold" nodeType="afterGroup">
                            <p:stCondLst>
                              <p:cond delay="500"/>
                            </p:stCondLst>
                            <p:childTnLst>
                              <p:par>
                                <p:cTn id="122" presetID="1" presetClass="entr" presetSubtype="0" fill="hold" nodeType="afterEffect">
                                  <p:stCondLst>
                                    <p:cond delay="0"/>
                                  </p:stCondLst>
                                  <p:childTnLst>
                                    <p:set>
                                      <p:cBhvr>
                                        <p:cTn id="123" dur="1" fill="hold">
                                          <p:stCondLst>
                                            <p:cond delay="499"/>
                                          </p:stCondLst>
                                        </p:cTn>
                                        <p:tgtEl>
                                          <p:spTgt spid="560172"/>
                                        </p:tgtEl>
                                        <p:attrNameLst>
                                          <p:attrName>style.visibility</p:attrName>
                                        </p:attrNameLst>
                                      </p:cBhvr>
                                      <p:to>
                                        <p:strVal val="visible"/>
                                      </p:to>
                                    </p:se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560161"/>
                                        </p:tgtEl>
                                        <p:attrNameLst>
                                          <p:attrName>style.visibility</p:attrName>
                                        </p:attrNameLst>
                                      </p:cBhvr>
                                      <p:to>
                                        <p:strVal val="visible"/>
                                      </p:to>
                                    </p:set>
                                    <p:animEffect transition="in" filter="wipe(left)">
                                      <p:cBhvr>
                                        <p:cTn id="128" dur="500"/>
                                        <p:tgtEl>
                                          <p:spTgt spid="560161"/>
                                        </p:tgtEl>
                                      </p:cBhvr>
                                    </p:animEffect>
                                  </p:childTnLst>
                                </p:cTn>
                              </p:par>
                            </p:childTnLst>
                          </p:cTn>
                        </p:par>
                        <p:par>
                          <p:cTn id="129" fill="hold" nodeType="afterGroup">
                            <p:stCondLst>
                              <p:cond delay="500"/>
                            </p:stCondLst>
                            <p:childTnLst>
                              <p:par>
                                <p:cTn id="130" presetID="1" presetClass="entr" presetSubtype="0" fill="hold" nodeType="afterEffect">
                                  <p:stCondLst>
                                    <p:cond delay="0"/>
                                  </p:stCondLst>
                                  <p:childTnLst>
                                    <p:set>
                                      <p:cBhvr>
                                        <p:cTn id="131" dur="1" fill="hold">
                                          <p:stCondLst>
                                            <p:cond delay="499"/>
                                          </p:stCondLst>
                                        </p:cTn>
                                        <p:tgtEl>
                                          <p:spTgt spid="560173"/>
                                        </p:tgtEl>
                                        <p:attrNameLst>
                                          <p:attrName>style.visibility</p:attrName>
                                        </p:attrNameLst>
                                      </p:cBhvr>
                                      <p:to>
                                        <p:strVal val="visible"/>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2" fill="hold" nodeType="clickEffect">
                                  <p:stCondLst>
                                    <p:cond delay="0"/>
                                  </p:stCondLst>
                                  <p:childTnLst>
                                    <p:set>
                                      <p:cBhvr>
                                        <p:cTn id="135" dur="1" fill="hold">
                                          <p:stCondLst>
                                            <p:cond delay="0"/>
                                          </p:stCondLst>
                                        </p:cTn>
                                        <p:tgtEl>
                                          <p:spTgt spid="560159"/>
                                        </p:tgtEl>
                                        <p:attrNameLst>
                                          <p:attrName>style.visibility</p:attrName>
                                        </p:attrNameLst>
                                      </p:cBhvr>
                                      <p:to>
                                        <p:strVal val="visible"/>
                                      </p:to>
                                    </p:set>
                                    <p:animEffect transition="in" filter="wipe(right)">
                                      <p:cBhvr>
                                        <p:cTn id="136" dur="500"/>
                                        <p:tgtEl>
                                          <p:spTgt spid="560159"/>
                                        </p:tgtEl>
                                      </p:cBhvr>
                                    </p:animEffect>
                                  </p:childTnLst>
                                </p:cTn>
                              </p:par>
                            </p:childTnLst>
                          </p:cTn>
                        </p:par>
                        <p:par>
                          <p:cTn id="137" fill="hold" nodeType="afterGroup">
                            <p:stCondLst>
                              <p:cond delay="500"/>
                            </p:stCondLst>
                            <p:childTnLst>
                              <p:par>
                                <p:cTn id="138" presetID="1" presetClass="entr" presetSubtype="0" fill="hold" nodeType="afterEffect">
                                  <p:stCondLst>
                                    <p:cond delay="0"/>
                                  </p:stCondLst>
                                  <p:childTnLst>
                                    <p:set>
                                      <p:cBhvr>
                                        <p:cTn id="139" dur="1" fill="hold">
                                          <p:stCondLst>
                                            <p:cond delay="499"/>
                                          </p:stCondLst>
                                        </p:cTn>
                                        <p:tgtEl>
                                          <p:spTgt spid="560160"/>
                                        </p:tgtEl>
                                        <p:attrNameLst>
                                          <p:attrName>style.visibility</p:attrName>
                                        </p:attrNameLst>
                                      </p:cBhvr>
                                      <p:to>
                                        <p:strVal val="visible"/>
                                      </p:to>
                                    </p:se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560164"/>
                                        </p:tgtEl>
                                        <p:attrNameLst>
                                          <p:attrName>style.visibility</p:attrName>
                                        </p:attrNameLst>
                                      </p:cBhvr>
                                      <p:to>
                                        <p:strVal val="visible"/>
                                      </p:to>
                                    </p:set>
                                    <p:animEffect transition="in" filter="wipe(left)">
                                      <p:cBhvr>
                                        <p:cTn id="144" dur="500"/>
                                        <p:tgtEl>
                                          <p:spTgt spid="560164"/>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nodeType="clickEffect">
                                  <p:stCondLst>
                                    <p:cond delay="0"/>
                                  </p:stCondLst>
                                  <p:childTnLst>
                                    <p:set>
                                      <p:cBhvr>
                                        <p:cTn id="148" dur="1" fill="hold">
                                          <p:stCondLst>
                                            <p:cond delay="499"/>
                                          </p:stCondLst>
                                        </p:cTn>
                                        <p:tgtEl>
                                          <p:spTgt spid="560165"/>
                                        </p:tgtEl>
                                        <p:attrNameLst>
                                          <p:attrName>style.visibility</p:attrName>
                                        </p:attrNameLst>
                                      </p:cBhvr>
                                      <p:to>
                                        <p:strVal val="visible"/>
                                      </p:to>
                                    </p:set>
                                  </p:childTnLst>
                                </p:cTn>
                              </p:par>
                            </p:childTnLst>
                          </p:cTn>
                        </p:par>
                        <p:par>
                          <p:cTn id="149" fill="hold" nodeType="afterGroup">
                            <p:stCondLst>
                              <p:cond delay="500"/>
                            </p:stCondLst>
                            <p:childTnLst>
                              <p:par>
                                <p:cTn id="150" presetID="1" presetClass="entr" presetSubtype="0" fill="hold" nodeType="afterEffect">
                                  <p:stCondLst>
                                    <p:cond delay="0"/>
                                  </p:stCondLst>
                                  <p:childTnLst>
                                    <p:set>
                                      <p:cBhvr>
                                        <p:cTn id="151" dur="1" fill="hold">
                                          <p:stCondLst>
                                            <p:cond delay="499"/>
                                          </p:stCondLst>
                                        </p:cTn>
                                        <p:tgtEl>
                                          <p:spTgt spid="560168"/>
                                        </p:tgtEl>
                                        <p:attrNameLst>
                                          <p:attrName>style.visibility</p:attrName>
                                        </p:attrNameLst>
                                      </p:cBhvr>
                                      <p:to>
                                        <p:strVal val="visible"/>
                                      </p:to>
                                    </p:se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ntr" presetSubtype="0" fill="hold" nodeType="clickEffect">
                                  <p:stCondLst>
                                    <p:cond delay="0"/>
                                  </p:stCondLst>
                                  <p:childTnLst>
                                    <p:set>
                                      <p:cBhvr>
                                        <p:cTn id="155" dur="1" fill="hold">
                                          <p:stCondLst>
                                            <p:cond delay="499"/>
                                          </p:stCondLst>
                                        </p:cTn>
                                        <p:tgtEl>
                                          <p:spTgt spid="560166"/>
                                        </p:tgtEl>
                                        <p:attrNameLst>
                                          <p:attrName>style.visibility</p:attrName>
                                        </p:attrNameLst>
                                      </p:cBhvr>
                                      <p:to>
                                        <p:strVal val="visible"/>
                                      </p:to>
                                    </p:set>
                                  </p:childTnLst>
                                </p:cTn>
                              </p:par>
                            </p:childTnLst>
                          </p:cTn>
                        </p:par>
                        <p:par>
                          <p:cTn id="156" fill="hold" nodeType="afterGroup">
                            <p:stCondLst>
                              <p:cond delay="500"/>
                            </p:stCondLst>
                            <p:childTnLst>
                              <p:par>
                                <p:cTn id="157" presetID="1" presetClass="entr" presetSubtype="0" fill="hold" nodeType="afterEffect">
                                  <p:stCondLst>
                                    <p:cond delay="0"/>
                                  </p:stCondLst>
                                  <p:childTnLst>
                                    <p:set>
                                      <p:cBhvr>
                                        <p:cTn id="158" dur="1" fill="hold">
                                          <p:stCondLst>
                                            <p:cond delay="499"/>
                                          </p:stCondLst>
                                        </p:cTn>
                                        <p:tgtEl>
                                          <p:spTgt spid="560169"/>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nodeType="clickEffect">
                                  <p:stCondLst>
                                    <p:cond delay="0"/>
                                  </p:stCondLst>
                                  <p:childTnLst>
                                    <p:set>
                                      <p:cBhvr>
                                        <p:cTn id="162" dur="1" fill="hold">
                                          <p:stCondLst>
                                            <p:cond delay="499"/>
                                          </p:stCondLst>
                                        </p:cTn>
                                        <p:tgtEl>
                                          <p:spTgt spid="560167"/>
                                        </p:tgtEl>
                                        <p:attrNameLst>
                                          <p:attrName>style.visibility</p:attrName>
                                        </p:attrNameLst>
                                      </p:cBhvr>
                                      <p:to>
                                        <p:strVal val="visible"/>
                                      </p:to>
                                    </p:set>
                                  </p:childTnLst>
                                </p:cTn>
                              </p:par>
                            </p:childTnLst>
                          </p:cTn>
                        </p:par>
                        <p:par>
                          <p:cTn id="163" fill="hold" nodeType="afterGroup">
                            <p:stCondLst>
                              <p:cond delay="500"/>
                            </p:stCondLst>
                            <p:childTnLst>
                              <p:par>
                                <p:cTn id="164" presetID="1" presetClass="entr" presetSubtype="0" fill="hold" nodeType="afterEffect">
                                  <p:stCondLst>
                                    <p:cond delay="0"/>
                                  </p:stCondLst>
                                  <p:childTnLst>
                                    <p:set>
                                      <p:cBhvr>
                                        <p:cTn id="165" dur="1" fill="hold">
                                          <p:stCondLst>
                                            <p:cond delay="499"/>
                                          </p:stCondLst>
                                        </p:cTn>
                                        <p:tgtEl>
                                          <p:spTgt spid="560170"/>
                                        </p:tgtEl>
                                        <p:attrNameLst>
                                          <p:attrName>style.visibility</p:attrName>
                                        </p:attrNameLst>
                                      </p:cBhvr>
                                      <p:to>
                                        <p:strVal val="visible"/>
                                      </p:to>
                                    </p:se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 presetClass="entr" presetSubtype="0" fill="hold" nodeType="clickEffect">
                                  <p:stCondLst>
                                    <p:cond delay="0"/>
                                  </p:stCondLst>
                                  <p:childTnLst>
                                    <p:set>
                                      <p:cBhvr>
                                        <p:cTn id="169" dur="1" fill="hold">
                                          <p:stCondLst>
                                            <p:cond delay="499"/>
                                          </p:stCondLst>
                                        </p:cTn>
                                        <p:tgtEl>
                                          <p:spTgt spid="560171"/>
                                        </p:tgtEl>
                                        <p:attrNameLst>
                                          <p:attrName>style.visibility</p:attrName>
                                        </p:attrNameLst>
                                      </p:cBhvr>
                                      <p:to>
                                        <p:strVal val="visible"/>
                                      </p:to>
                                    </p:se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8" fill="hold" nodeType="clickEffect">
                                  <p:stCondLst>
                                    <p:cond delay="0"/>
                                  </p:stCondLst>
                                  <p:childTnLst>
                                    <p:set>
                                      <p:cBhvr>
                                        <p:cTn id="173" dur="1" fill="hold">
                                          <p:stCondLst>
                                            <p:cond delay="0"/>
                                          </p:stCondLst>
                                        </p:cTn>
                                        <p:tgtEl>
                                          <p:spTgt spid="560175"/>
                                        </p:tgtEl>
                                        <p:attrNameLst>
                                          <p:attrName>style.visibility</p:attrName>
                                        </p:attrNameLst>
                                      </p:cBhvr>
                                      <p:to>
                                        <p:strVal val="visible"/>
                                      </p:to>
                                    </p:set>
                                    <p:animEffect transition="in" filter="wipe(left)">
                                      <p:cBhvr>
                                        <p:cTn id="174" dur="500"/>
                                        <p:tgtEl>
                                          <p:spTgt spid="560175"/>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2" presetClass="entr" presetSubtype="8" fill="hold" nodeType="clickEffect">
                                  <p:stCondLst>
                                    <p:cond delay="0"/>
                                  </p:stCondLst>
                                  <p:childTnLst>
                                    <p:set>
                                      <p:cBhvr>
                                        <p:cTn id="178" dur="1" fill="hold">
                                          <p:stCondLst>
                                            <p:cond delay="0"/>
                                          </p:stCondLst>
                                        </p:cTn>
                                        <p:tgtEl>
                                          <p:spTgt spid="560176"/>
                                        </p:tgtEl>
                                        <p:attrNameLst>
                                          <p:attrName>style.visibility</p:attrName>
                                        </p:attrNameLst>
                                      </p:cBhvr>
                                      <p:to>
                                        <p:strVal val="visible"/>
                                      </p:to>
                                    </p:set>
                                    <p:animEffect transition="in" filter="wipe(left)">
                                      <p:cBhvr>
                                        <p:cTn id="179" dur="500"/>
                                        <p:tgtEl>
                                          <p:spTgt spid="560176"/>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nodeType="clickEffect">
                                  <p:stCondLst>
                                    <p:cond delay="0"/>
                                  </p:stCondLst>
                                  <p:childTnLst>
                                    <p:set>
                                      <p:cBhvr>
                                        <p:cTn id="183" dur="1" fill="hold">
                                          <p:stCondLst>
                                            <p:cond delay="0"/>
                                          </p:stCondLst>
                                        </p:cTn>
                                        <p:tgtEl>
                                          <p:spTgt spid="560177"/>
                                        </p:tgtEl>
                                        <p:attrNameLst>
                                          <p:attrName>style.visibility</p:attrName>
                                        </p:attrNameLst>
                                      </p:cBhvr>
                                      <p:to>
                                        <p:strVal val="visible"/>
                                      </p:to>
                                    </p:set>
                                    <p:animEffect transition="in" filter="wipe(left)">
                                      <p:cBhvr>
                                        <p:cTn id="184" dur="500"/>
                                        <p:tgtEl>
                                          <p:spTgt spid="560177"/>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8" fill="hold" nodeType="clickEffect">
                                  <p:stCondLst>
                                    <p:cond delay="0"/>
                                  </p:stCondLst>
                                  <p:childTnLst>
                                    <p:set>
                                      <p:cBhvr>
                                        <p:cTn id="188" dur="1" fill="hold">
                                          <p:stCondLst>
                                            <p:cond delay="0"/>
                                          </p:stCondLst>
                                        </p:cTn>
                                        <p:tgtEl>
                                          <p:spTgt spid="560178"/>
                                        </p:tgtEl>
                                        <p:attrNameLst>
                                          <p:attrName>style.visibility</p:attrName>
                                        </p:attrNameLst>
                                      </p:cBhvr>
                                      <p:to>
                                        <p:strVal val="visible"/>
                                      </p:to>
                                    </p:set>
                                    <p:animEffect transition="in" filter="wipe(left)">
                                      <p:cBhvr>
                                        <p:cTn id="189" dur="500"/>
                                        <p:tgtEl>
                                          <p:spTgt spid="560178"/>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 presetClass="entr" presetSubtype="2" fill="hold" nodeType="clickEffect">
                                  <p:stCondLst>
                                    <p:cond delay="0"/>
                                  </p:stCondLst>
                                  <p:childTnLst>
                                    <p:set>
                                      <p:cBhvr>
                                        <p:cTn id="193" dur="1" fill="hold">
                                          <p:stCondLst>
                                            <p:cond delay="0"/>
                                          </p:stCondLst>
                                        </p:cTn>
                                        <p:tgtEl>
                                          <p:spTgt spid="560179"/>
                                        </p:tgtEl>
                                        <p:attrNameLst>
                                          <p:attrName>style.visibility</p:attrName>
                                        </p:attrNameLst>
                                      </p:cBhvr>
                                      <p:to>
                                        <p:strVal val="visible"/>
                                      </p:to>
                                    </p:set>
                                    <p:anim calcmode="lin" valueType="num">
                                      <p:cBhvr additive="base">
                                        <p:cTn id="194" dur="500" fill="hold"/>
                                        <p:tgtEl>
                                          <p:spTgt spid="560179"/>
                                        </p:tgtEl>
                                        <p:attrNameLst>
                                          <p:attrName>ppt_x</p:attrName>
                                        </p:attrNameLst>
                                      </p:cBhvr>
                                      <p:tavLst>
                                        <p:tav tm="0">
                                          <p:val>
                                            <p:strVal val="1+#ppt_w/2"/>
                                          </p:val>
                                        </p:tav>
                                        <p:tav tm="100000">
                                          <p:val>
                                            <p:strVal val="#ppt_x"/>
                                          </p:val>
                                        </p:tav>
                                      </p:tavLst>
                                    </p:anim>
                                    <p:anim calcmode="lin" valueType="num">
                                      <p:cBhvr additive="base">
                                        <p:cTn id="195" dur="500" fill="hold"/>
                                        <p:tgtEl>
                                          <p:spTgt spid="5601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0" grpId="0" autoUpdateAnimBg="0"/>
      <p:bldP spid="560131" grpId="0" autoUpdateAnimBg="0"/>
      <p:bldP spid="560140" grpId="0" autoUpdateAnimBg="0"/>
      <p:bldP spid="560153" grpId="0" autoUpdateAnimBg="0"/>
      <p:bldP spid="560164" grpId="0" autoUpdateAnimBg="0"/>
      <p:bldP spid="560165" grpId="0" animBg="1"/>
      <p:bldP spid="560166" grpId="0" animBg="1"/>
      <p:bldP spid="560167" grpId="0" animBg="1"/>
      <p:bldP spid="560168" grpId="0" autoUpdateAnimBg="0"/>
      <p:bldP spid="560169" grpId="0" autoUpdateAnimBg="0"/>
      <p:bldP spid="560170" grpId="0" autoUpdateAnimBg="0"/>
      <p:bldP spid="560174" grpId="0"/>
      <p:bldP spid="560175" grpId="0" autoUpdateAnimBg="0"/>
      <p:bldP spid="560176" grpId="0" autoUpdateAnimBg="0"/>
      <p:bldP spid="560177" grpId="0" autoUpdateAnimBg="0"/>
      <p:bldP spid="56017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Text Box 2">
            <a:extLst>
              <a:ext uri="{FF2B5EF4-FFF2-40B4-BE49-F238E27FC236}">
                <a16:creationId xmlns:a16="http://schemas.microsoft.com/office/drawing/2014/main" id="{DFFD1456-FDA4-9C0A-3363-17E6E45A6359}"/>
              </a:ext>
            </a:extLst>
          </p:cNvPr>
          <p:cNvSpPr txBox="1">
            <a:spLocks noChangeArrowheads="1"/>
          </p:cNvSpPr>
          <p:nvPr/>
        </p:nvSpPr>
        <p:spPr bwMode="auto">
          <a:xfrm>
            <a:off x="187325" y="319088"/>
            <a:ext cx="5678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1pPr>
            <a:lvl2pPr marL="742950" indent="-28575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2pPr>
            <a:lvl3pPr marL="11430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3pPr>
            <a:lvl4pPr marL="16002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4pPr>
            <a:lvl5pPr marL="2057400" indent="-228600" algn="ctr">
              <a:lnSpc>
                <a:spcPct val="120000"/>
              </a:lnSpc>
              <a:buClr>
                <a:schemeClr val="tx2"/>
              </a:buClr>
              <a:buFont typeface="Monotype Sorts" pitchFamily="2" charset="2"/>
              <a:buChar char="&amp;"/>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800">
                <a:solidFill>
                  <a:srgbClr val="FFFF66"/>
                </a:solidFill>
                <a:latin typeface="Times New Roman" panose="02020603050405020304" pitchFamily="18" charset="0"/>
                <a:ea typeface="宋体" panose="02010600030101010101" pitchFamily="2" charset="-122"/>
              </a:rPr>
              <a:t>四</a:t>
            </a:r>
            <a:r>
              <a:rPr kumimoji="1" lang="en-US" altLang="zh-CN" sz="2800">
                <a:solidFill>
                  <a:srgbClr val="FFFF66"/>
                </a:solidFill>
                <a:latin typeface="Times New Roman" panose="02020603050405020304" pitchFamily="18" charset="0"/>
                <a:ea typeface="宋体" panose="02010600030101010101" pitchFamily="2" charset="-122"/>
              </a:rPr>
              <a:t>.  </a:t>
            </a:r>
            <a:r>
              <a:rPr kumimoji="1" lang="zh-CN" altLang="en-US" sz="2800">
                <a:solidFill>
                  <a:srgbClr val="FFFF66"/>
                </a:solidFill>
                <a:latin typeface="Times New Roman" panose="02020603050405020304" pitchFamily="18" charset="0"/>
                <a:ea typeface="宋体" panose="02010600030101010101" pitchFamily="2" charset="-122"/>
              </a:rPr>
              <a:t>功能原理和机械能守恒定律</a:t>
            </a:r>
          </a:p>
        </p:txBody>
      </p:sp>
      <p:sp>
        <p:nvSpPr>
          <p:cNvPr id="561174" name="Rectangle 22">
            <a:extLst>
              <a:ext uri="{FF2B5EF4-FFF2-40B4-BE49-F238E27FC236}">
                <a16:creationId xmlns:a16="http://schemas.microsoft.com/office/drawing/2014/main" id="{AAFB0BBF-5183-AAE1-8A9A-FFBCA28C771A}"/>
              </a:ext>
            </a:extLst>
          </p:cNvPr>
          <p:cNvSpPr>
            <a:spLocks noChangeArrowheads="1"/>
          </p:cNvSpPr>
          <p:nvPr/>
        </p:nvSpPr>
        <p:spPr bwMode="auto">
          <a:xfrm>
            <a:off x="742950" y="901700"/>
            <a:ext cx="2098675" cy="457200"/>
          </a:xfrm>
          <a:prstGeom prst="rect">
            <a:avLst/>
          </a:prstGeom>
          <a:noFill/>
          <a:ln w="9525">
            <a:noFill/>
            <a:miter lim="800000"/>
            <a:headEnd/>
            <a:tailEnd/>
          </a:ln>
          <a:effectLst/>
        </p:spPr>
        <p:txBody>
          <a:bodyPr lIns="92075" tIns="46038" rIns="92075" bIns="46038">
            <a:spAutoFit/>
          </a:bodyPr>
          <a:lstStyle/>
          <a:p>
            <a:pPr>
              <a:defRPr/>
            </a:pPr>
            <a:r>
              <a:rPr kumimoji="1" lang="en-US" altLang="zh-CN">
                <a:solidFill>
                  <a:srgbClr val="00FFFF"/>
                </a:solidFill>
                <a:effectLst>
                  <a:outerShdw blurRad="38100" dist="38100" dir="2700000" algn="tl">
                    <a:srgbClr val="000000"/>
                  </a:outerShdw>
                </a:effectLst>
              </a:rPr>
              <a:t>1.</a:t>
            </a:r>
            <a:r>
              <a:rPr kumimoji="1" lang="zh-CN" altLang="en-US">
                <a:solidFill>
                  <a:srgbClr val="00FFFF"/>
                </a:solidFill>
                <a:effectLst>
                  <a:outerShdw blurRad="38100" dist="38100" dir="2700000" algn="tl">
                    <a:srgbClr val="000000"/>
                  </a:outerShdw>
                </a:effectLst>
              </a:rPr>
              <a:t>功能原理</a:t>
            </a:r>
          </a:p>
        </p:txBody>
      </p:sp>
      <p:sp>
        <p:nvSpPr>
          <p:cNvPr id="561175" name="Text Box 23">
            <a:extLst>
              <a:ext uri="{FF2B5EF4-FFF2-40B4-BE49-F238E27FC236}">
                <a16:creationId xmlns:a16="http://schemas.microsoft.com/office/drawing/2014/main" id="{098A9B1A-4D29-F7E4-17DD-D316744EC138}"/>
              </a:ext>
            </a:extLst>
          </p:cNvPr>
          <p:cNvSpPr txBox="1">
            <a:spLocks noChangeArrowheads="1"/>
          </p:cNvSpPr>
          <p:nvPr/>
        </p:nvSpPr>
        <p:spPr bwMode="auto">
          <a:xfrm>
            <a:off x="779463" y="1370013"/>
            <a:ext cx="3781425" cy="457200"/>
          </a:xfrm>
          <a:prstGeom prst="rect">
            <a:avLst/>
          </a:prstGeom>
          <a:noFill/>
          <a:ln w="9525">
            <a:noFill/>
            <a:miter lim="800000"/>
            <a:headEnd/>
            <a:tailEnd/>
          </a:ln>
          <a:effectLst/>
        </p:spPr>
        <p:txBody>
          <a:bodyPr>
            <a:spAutoFit/>
          </a:bodyPr>
          <a:lstStyle/>
          <a:p>
            <a:pPr>
              <a:defRPr/>
            </a:pPr>
            <a:r>
              <a:rPr lang="zh-CN" altLang="en-US">
                <a:effectLst>
                  <a:outerShdw blurRad="38100" dist="38100" dir="2700000" algn="tl">
                    <a:srgbClr val="000000"/>
                  </a:outerShdw>
                </a:effectLst>
              </a:rPr>
              <a:t>由系统的动能定理有</a:t>
            </a:r>
          </a:p>
        </p:txBody>
      </p:sp>
      <p:graphicFrame>
        <p:nvGraphicFramePr>
          <p:cNvPr id="561176" name="Object 24">
            <a:extLst>
              <a:ext uri="{FF2B5EF4-FFF2-40B4-BE49-F238E27FC236}">
                <a16:creationId xmlns:a16="http://schemas.microsoft.com/office/drawing/2014/main" id="{9547A1C6-DDE7-A1CA-5CEA-22357D51C394}"/>
              </a:ext>
            </a:extLst>
          </p:cNvPr>
          <p:cNvGraphicFramePr>
            <a:graphicFrameLocks noChangeAspect="1"/>
          </p:cNvGraphicFramePr>
          <p:nvPr/>
        </p:nvGraphicFramePr>
        <p:xfrm>
          <a:off x="1173163" y="1943100"/>
          <a:ext cx="2436812" cy="406400"/>
        </p:xfrm>
        <a:graphic>
          <a:graphicData uri="http://schemas.openxmlformats.org/presentationml/2006/ole">
            <mc:AlternateContent xmlns:mc="http://schemas.openxmlformats.org/markup-compatibility/2006">
              <mc:Choice xmlns:v="urn:schemas-microsoft-com:vml" Requires="v">
                <p:oleObj name="公式" r:id="rId2" imgW="2430936" imgH="396018" progId="Equation.3">
                  <p:embed/>
                </p:oleObj>
              </mc:Choice>
              <mc:Fallback>
                <p:oleObj name="公式" r:id="rId2" imgW="2430936" imgH="396018" progId="Equation.3">
                  <p:embed/>
                  <p:pic>
                    <p:nvPicPr>
                      <p:cNvPr id="561176" name="Object 24">
                        <a:extLst>
                          <a:ext uri="{FF2B5EF4-FFF2-40B4-BE49-F238E27FC236}">
                            <a16:creationId xmlns:a16="http://schemas.microsoft.com/office/drawing/2014/main" id="{9547A1C6-DDE7-A1CA-5CEA-22357D51C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163" y="1943100"/>
                        <a:ext cx="2436812" cy="406400"/>
                      </a:xfrm>
                      <a:prstGeom prst="rect">
                        <a:avLst/>
                      </a:prstGeom>
                      <a:noFill/>
                      <a:ln>
                        <a:noFill/>
                      </a:ln>
                      <a:effectLst/>
                      <a:extLst>
                        <a:ext uri="{909E8E84-426E-40DD-AFC4-6F175D3DCCD1}">
                          <a14:hiddenFill xmlns:a14="http://schemas.microsoft.com/office/drawing/2010/main">
                            <a:solidFill>
                              <a:srgbClr val="00CCFF">
                                <a:alpha val="25098"/>
                              </a:srgbClr>
                            </a:solidFill>
                          </a14:hiddenFill>
                        </a:ext>
                        <a:ext uri="{91240B29-F687-4F45-9708-019B960494DF}">
                          <a14:hiddenLine xmlns:a14="http://schemas.microsoft.com/office/drawing/2010/main" w="9525">
                            <a:solidFill>
                              <a:srgbClr val="FFFFFF">
                                <a:alpha val="25882"/>
                              </a:srgbClr>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77" name="AutoShape 25">
            <a:extLst>
              <a:ext uri="{FF2B5EF4-FFF2-40B4-BE49-F238E27FC236}">
                <a16:creationId xmlns:a16="http://schemas.microsoft.com/office/drawing/2014/main" id="{B81167E3-07BD-54ED-A468-34B187697DBE}"/>
              </a:ext>
            </a:extLst>
          </p:cNvPr>
          <p:cNvSpPr>
            <a:spLocks noChangeArrowheads="1"/>
          </p:cNvSpPr>
          <p:nvPr/>
        </p:nvSpPr>
        <p:spPr bwMode="auto">
          <a:xfrm>
            <a:off x="2479675" y="2398713"/>
            <a:ext cx="373063" cy="374650"/>
          </a:xfrm>
          <a:prstGeom prst="downArrow">
            <a:avLst>
              <a:gd name="adj1" fmla="val 49824"/>
              <a:gd name="adj2" fmla="val 41895"/>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1178" name="AutoShape 26">
            <a:extLst>
              <a:ext uri="{FF2B5EF4-FFF2-40B4-BE49-F238E27FC236}">
                <a16:creationId xmlns:a16="http://schemas.microsoft.com/office/drawing/2014/main" id="{68ED4836-6E52-D338-B3BC-1AB09F7A6E18}"/>
              </a:ext>
            </a:extLst>
          </p:cNvPr>
          <p:cNvSpPr>
            <a:spLocks noChangeArrowheads="1"/>
          </p:cNvSpPr>
          <p:nvPr/>
        </p:nvSpPr>
        <p:spPr bwMode="auto">
          <a:xfrm>
            <a:off x="3852863" y="1995488"/>
            <a:ext cx="579437" cy="304800"/>
          </a:xfrm>
          <a:prstGeom prst="leftArrow">
            <a:avLst>
              <a:gd name="adj1" fmla="val 50000"/>
              <a:gd name="adj2" fmla="val 73436"/>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79" name="Object 27">
            <a:extLst>
              <a:ext uri="{FF2B5EF4-FFF2-40B4-BE49-F238E27FC236}">
                <a16:creationId xmlns:a16="http://schemas.microsoft.com/office/drawing/2014/main" id="{2855514C-AB6C-FF0D-D077-974046F2D5E1}"/>
              </a:ext>
            </a:extLst>
          </p:cNvPr>
          <p:cNvGraphicFramePr>
            <a:graphicFrameLocks noChangeAspect="1"/>
          </p:cNvGraphicFramePr>
          <p:nvPr/>
        </p:nvGraphicFramePr>
        <p:xfrm>
          <a:off x="4699000" y="1944688"/>
          <a:ext cx="2055813" cy="406400"/>
        </p:xfrm>
        <a:graphic>
          <a:graphicData uri="http://schemas.openxmlformats.org/presentationml/2006/ole">
            <mc:AlternateContent xmlns:mc="http://schemas.openxmlformats.org/markup-compatibility/2006">
              <mc:Choice xmlns:v="urn:schemas-microsoft-com:vml" Requires="v">
                <p:oleObj name="公式" r:id="rId4" imgW="2049749" imgH="396018" progId="Equation.3">
                  <p:embed/>
                </p:oleObj>
              </mc:Choice>
              <mc:Fallback>
                <p:oleObj name="公式" r:id="rId4" imgW="2049749" imgH="396018" progId="Equation.3">
                  <p:embed/>
                  <p:pic>
                    <p:nvPicPr>
                      <p:cNvPr id="561179" name="Object 27">
                        <a:extLst>
                          <a:ext uri="{FF2B5EF4-FFF2-40B4-BE49-F238E27FC236}">
                            <a16:creationId xmlns:a16="http://schemas.microsoft.com/office/drawing/2014/main" id="{2855514C-AB6C-FF0D-D077-974046F2D5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000" y="1944688"/>
                        <a:ext cx="2055813"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1180" name="Object 28">
            <a:extLst>
              <a:ext uri="{FF2B5EF4-FFF2-40B4-BE49-F238E27FC236}">
                <a16:creationId xmlns:a16="http://schemas.microsoft.com/office/drawing/2014/main" id="{D0538AEB-995F-2CEC-2873-5D39535B61C0}"/>
              </a:ext>
            </a:extLst>
          </p:cNvPr>
          <p:cNvGraphicFramePr>
            <a:graphicFrameLocks noChangeAspect="1"/>
          </p:cNvGraphicFramePr>
          <p:nvPr/>
        </p:nvGraphicFramePr>
        <p:xfrm>
          <a:off x="1179513" y="2728913"/>
          <a:ext cx="3452812" cy="406400"/>
        </p:xfrm>
        <a:graphic>
          <a:graphicData uri="http://schemas.openxmlformats.org/presentationml/2006/ole">
            <mc:AlternateContent xmlns:mc="http://schemas.openxmlformats.org/markup-compatibility/2006">
              <mc:Choice xmlns:v="urn:schemas-microsoft-com:vml" Requires="v">
                <p:oleObj name="公式" r:id="rId6" imgW="3444116" imgH="396018" progId="Equation.3">
                  <p:embed/>
                </p:oleObj>
              </mc:Choice>
              <mc:Fallback>
                <p:oleObj name="公式" r:id="rId6" imgW="3444116" imgH="396018" progId="Equation.3">
                  <p:embed/>
                  <p:pic>
                    <p:nvPicPr>
                      <p:cNvPr id="561180" name="Object 28">
                        <a:extLst>
                          <a:ext uri="{FF2B5EF4-FFF2-40B4-BE49-F238E27FC236}">
                            <a16:creationId xmlns:a16="http://schemas.microsoft.com/office/drawing/2014/main" id="{D0538AEB-995F-2CEC-2873-5D39535B61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9513" y="2728913"/>
                        <a:ext cx="34528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1" name="AutoShape 29">
            <a:extLst>
              <a:ext uri="{FF2B5EF4-FFF2-40B4-BE49-F238E27FC236}">
                <a16:creationId xmlns:a16="http://schemas.microsoft.com/office/drawing/2014/main" id="{7B5D8C7F-3D2D-D3C6-BA0E-502B545E931E}"/>
              </a:ext>
            </a:extLst>
          </p:cNvPr>
          <p:cNvSpPr>
            <a:spLocks noChangeArrowheads="1"/>
          </p:cNvSpPr>
          <p:nvPr/>
        </p:nvSpPr>
        <p:spPr bwMode="auto">
          <a:xfrm>
            <a:off x="4806950" y="2794000"/>
            <a:ext cx="385763" cy="304800"/>
          </a:xfrm>
          <a:prstGeom prst="leftArrow">
            <a:avLst>
              <a:gd name="adj1" fmla="val 50000"/>
              <a:gd name="adj2" fmla="val 48891"/>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82" name="Object 30">
            <a:extLst>
              <a:ext uri="{FF2B5EF4-FFF2-40B4-BE49-F238E27FC236}">
                <a16:creationId xmlns:a16="http://schemas.microsoft.com/office/drawing/2014/main" id="{97DDC7C8-960E-DC61-6CF4-1BE85ED05C65}"/>
              </a:ext>
            </a:extLst>
          </p:cNvPr>
          <p:cNvGraphicFramePr>
            <a:graphicFrameLocks noChangeAspect="1"/>
          </p:cNvGraphicFramePr>
          <p:nvPr/>
        </p:nvGraphicFramePr>
        <p:xfrm>
          <a:off x="5349875" y="2724150"/>
          <a:ext cx="1549400" cy="419100"/>
        </p:xfrm>
        <a:graphic>
          <a:graphicData uri="http://schemas.openxmlformats.org/presentationml/2006/ole">
            <mc:AlternateContent xmlns:mc="http://schemas.openxmlformats.org/markup-compatibility/2006">
              <mc:Choice xmlns:v="urn:schemas-microsoft-com:vml" Requires="v">
                <p:oleObj name="公式" r:id="rId8" imgW="1539178" imgH="411480" progId="Equation.3">
                  <p:embed/>
                </p:oleObj>
              </mc:Choice>
              <mc:Fallback>
                <p:oleObj name="公式" r:id="rId8" imgW="1539178" imgH="411480" progId="Equation.3">
                  <p:embed/>
                  <p:pic>
                    <p:nvPicPr>
                      <p:cNvPr id="561182" name="Object 30">
                        <a:extLst>
                          <a:ext uri="{FF2B5EF4-FFF2-40B4-BE49-F238E27FC236}">
                            <a16:creationId xmlns:a16="http://schemas.microsoft.com/office/drawing/2014/main" id="{97DDC7C8-960E-DC61-6CF4-1BE85ED05C6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9875" y="2724150"/>
                        <a:ext cx="15494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1183" name="Object 31">
            <a:extLst>
              <a:ext uri="{FF2B5EF4-FFF2-40B4-BE49-F238E27FC236}">
                <a16:creationId xmlns:a16="http://schemas.microsoft.com/office/drawing/2014/main" id="{B09BC946-E083-573B-C404-428A8F675B58}"/>
              </a:ext>
            </a:extLst>
          </p:cNvPr>
          <p:cNvGraphicFramePr>
            <a:graphicFrameLocks noChangeAspect="1"/>
          </p:cNvGraphicFramePr>
          <p:nvPr/>
        </p:nvGraphicFramePr>
        <p:xfrm>
          <a:off x="6945313" y="2724150"/>
          <a:ext cx="1765300" cy="419100"/>
        </p:xfrm>
        <a:graphic>
          <a:graphicData uri="http://schemas.openxmlformats.org/presentationml/2006/ole">
            <mc:AlternateContent xmlns:mc="http://schemas.openxmlformats.org/markup-compatibility/2006">
              <mc:Choice xmlns:v="urn:schemas-microsoft-com:vml" Requires="v">
                <p:oleObj name="公式" r:id="rId10" imgW="1760127" imgH="411480" progId="Equation.3">
                  <p:embed/>
                </p:oleObj>
              </mc:Choice>
              <mc:Fallback>
                <p:oleObj name="公式" r:id="rId10" imgW="1760127" imgH="411480" progId="Equation.3">
                  <p:embed/>
                  <p:pic>
                    <p:nvPicPr>
                      <p:cNvPr id="561183" name="Object 31">
                        <a:extLst>
                          <a:ext uri="{FF2B5EF4-FFF2-40B4-BE49-F238E27FC236}">
                            <a16:creationId xmlns:a16="http://schemas.microsoft.com/office/drawing/2014/main" id="{B09BC946-E083-573B-C404-428A8F675B5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45313" y="2724150"/>
                        <a:ext cx="17653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4" name="AutoShape 32">
            <a:extLst>
              <a:ext uri="{FF2B5EF4-FFF2-40B4-BE49-F238E27FC236}">
                <a16:creationId xmlns:a16="http://schemas.microsoft.com/office/drawing/2014/main" id="{DC4E7B39-833E-D369-F216-BD144B185C76}"/>
              </a:ext>
            </a:extLst>
          </p:cNvPr>
          <p:cNvSpPr>
            <a:spLocks noChangeArrowheads="1"/>
          </p:cNvSpPr>
          <p:nvPr/>
        </p:nvSpPr>
        <p:spPr bwMode="auto">
          <a:xfrm>
            <a:off x="2479675" y="3197225"/>
            <a:ext cx="373063" cy="374650"/>
          </a:xfrm>
          <a:prstGeom prst="downArrow">
            <a:avLst>
              <a:gd name="adj1" fmla="val 49824"/>
              <a:gd name="adj2" fmla="val 41895"/>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85" name="Object 33">
            <a:extLst>
              <a:ext uri="{FF2B5EF4-FFF2-40B4-BE49-F238E27FC236}">
                <a16:creationId xmlns:a16="http://schemas.microsoft.com/office/drawing/2014/main" id="{8E59F97D-6B92-0B61-22E0-9DC18E6DB5A5}"/>
              </a:ext>
            </a:extLst>
          </p:cNvPr>
          <p:cNvGraphicFramePr>
            <a:graphicFrameLocks noChangeAspect="1"/>
          </p:cNvGraphicFramePr>
          <p:nvPr/>
        </p:nvGraphicFramePr>
        <p:xfrm>
          <a:off x="1192213" y="3575050"/>
          <a:ext cx="4456112" cy="419100"/>
        </p:xfrm>
        <a:graphic>
          <a:graphicData uri="http://schemas.openxmlformats.org/presentationml/2006/ole">
            <mc:AlternateContent xmlns:mc="http://schemas.openxmlformats.org/markup-compatibility/2006">
              <mc:Choice xmlns:v="urn:schemas-microsoft-com:vml" Requires="v">
                <p:oleObj name="公式" r:id="rId12" imgW="4450329" imgH="411480" progId="Equation.3">
                  <p:embed/>
                </p:oleObj>
              </mc:Choice>
              <mc:Fallback>
                <p:oleObj name="公式" r:id="rId12" imgW="4450329" imgH="411480" progId="Equation.3">
                  <p:embed/>
                  <p:pic>
                    <p:nvPicPr>
                      <p:cNvPr id="561185" name="Object 33">
                        <a:extLst>
                          <a:ext uri="{FF2B5EF4-FFF2-40B4-BE49-F238E27FC236}">
                            <a16:creationId xmlns:a16="http://schemas.microsoft.com/office/drawing/2014/main" id="{8E59F97D-6B92-0B61-22E0-9DC18E6DB5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92213" y="3575050"/>
                        <a:ext cx="445611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6" name="AutoShape 34">
            <a:extLst>
              <a:ext uri="{FF2B5EF4-FFF2-40B4-BE49-F238E27FC236}">
                <a16:creationId xmlns:a16="http://schemas.microsoft.com/office/drawing/2014/main" id="{DD207F7A-210B-C8FD-CF60-ED8A05AE6727}"/>
              </a:ext>
            </a:extLst>
          </p:cNvPr>
          <p:cNvSpPr>
            <a:spLocks noChangeArrowheads="1"/>
          </p:cNvSpPr>
          <p:nvPr/>
        </p:nvSpPr>
        <p:spPr bwMode="auto">
          <a:xfrm>
            <a:off x="2479675" y="4024313"/>
            <a:ext cx="373063" cy="374650"/>
          </a:xfrm>
          <a:prstGeom prst="downArrow">
            <a:avLst>
              <a:gd name="adj1" fmla="val 49824"/>
              <a:gd name="adj2" fmla="val 41895"/>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87" name="Object 35">
            <a:extLst>
              <a:ext uri="{FF2B5EF4-FFF2-40B4-BE49-F238E27FC236}">
                <a16:creationId xmlns:a16="http://schemas.microsoft.com/office/drawing/2014/main" id="{1313ECA4-8817-213B-4AFA-C9ED2E45AF74}"/>
              </a:ext>
            </a:extLst>
          </p:cNvPr>
          <p:cNvGraphicFramePr>
            <a:graphicFrameLocks noChangeAspect="1"/>
          </p:cNvGraphicFramePr>
          <p:nvPr/>
        </p:nvGraphicFramePr>
        <p:xfrm>
          <a:off x="1430338" y="4510088"/>
          <a:ext cx="2627312" cy="406400"/>
        </p:xfrm>
        <a:graphic>
          <a:graphicData uri="http://schemas.openxmlformats.org/presentationml/2006/ole">
            <mc:AlternateContent xmlns:mc="http://schemas.openxmlformats.org/markup-compatibility/2006">
              <mc:Choice xmlns:v="urn:schemas-microsoft-com:vml" Requires="v">
                <p:oleObj name="公式" r:id="rId14" imgW="2621529" imgH="396018" progId="Equation.3">
                  <p:embed/>
                </p:oleObj>
              </mc:Choice>
              <mc:Fallback>
                <p:oleObj name="公式" r:id="rId14" imgW="2621529" imgH="396018" progId="Equation.3">
                  <p:embed/>
                  <p:pic>
                    <p:nvPicPr>
                      <p:cNvPr id="561187" name="Object 35">
                        <a:extLst>
                          <a:ext uri="{FF2B5EF4-FFF2-40B4-BE49-F238E27FC236}">
                            <a16:creationId xmlns:a16="http://schemas.microsoft.com/office/drawing/2014/main" id="{1313ECA4-8817-213B-4AFA-C9ED2E45AF7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30338" y="4510088"/>
                        <a:ext cx="2627312" cy="406400"/>
                      </a:xfrm>
                      <a:prstGeom prst="rect">
                        <a:avLst/>
                      </a:prstGeom>
                      <a:solidFill>
                        <a:srgbClr val="00CCFF">
                          <a:alpha val="25098"/>
                        </a:srgbClr>
                      </a:solidFill>
                      <a:ln w="9525">
                        <a:solidFill>
                          <a:srgbClr val="FFFFFF">
                            <a:alpha val="25098"/>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8" name="Text Box 36">
            <a:extLst>
              <a:ext uri="{FF2B5EF4-FFF2-40B4-BE49-F238E27FC236}">
                <a16:creationId xmlns:a16="http://schemas.microsoft.com/office/drawing/2014/main" id="{9F4B8E7D-DC5C-3646-C9D0-B5BC0CCC048B}"/>
              </a:ext>
            </a:extLst>
          </p:cNvPr>
          <p:cNvSpPr txBox="1">
            <a:spLocks noChangeArrowheads="1"/>
          </p:cNvSpPr>
          <p:nvPr/>
        </p:nvSpPr>
        <p:spPr bwMode="auto">
          <a:xfrm>
            <a:off x="4068763" y="4486275"/>
            <a:ext cx="2046287" cy="442913"/>
          </a:xfrm>
          <a:prstGeom prst="rect">
            <a:avLst/>
          </a:prstGeom>
          <a:noFill/>
          <a:ln w="76200" cmpd="tri">
            <a:noFill/>
            <a:miter lim="800000"/>
            <a:headEnd/>
            <a:tailEnd/>
          </a:ln>
          <a:effectLst/>
        </p:spPr>
        <p:txBody>
          <a:bodyPr>
            <a:spAutoFit/>
          </a:bodyPr>
          <a:lstStyle/>
          <a:p>
            <a:pPr marL="88900" indent="-88900">
              <a:lnSpc>
                <a:spcPct val="115000"/>
              </a:lnSpc>
              <a:buClr>
                <a:schemeClr val="hlink"/>
              </a:buClr>
              <a:buFont typeface="Monotype Sorts" pitchFamily="2" charset="2"/>
              <a:buNone/>
              <a:defRPr/>
            </a:pPr>
            <a:r>
              <a:rPr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r>
              <a:rPr lang="zh-CN" altLang="en-US" sz="2000">
                <a:solidFill>
                  <a:srgbClr val="FF9900"/>
                </a:solidFill>
                <a:effectLst>
                  <a:outerShdw blurRad="38100" dist="38100" dir="2700000" algn="tl">
                    <a:srgbClr val="000000"/>
                  </a:outerShdw>
                </a:effectLst>
                <a:latin typeface="楷体_GB2312" pitchFamily="49" charset="-122"/>
                <a:ea typeface="楷体_GB2312" pitchFamily="49" charset="-122"/>
              </a:rPr>
              <a:t>功能原理</a:t>
            </a:r>
            <a:r>
              <a:rPr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p>
        </p:txBody>
      </p:sp>
      <p:sp>
        <p:nvSpPr>
          <p:cNvPr id="561189" name="Text Box 37">
            <a:extLst>
              <a:ext uri="{FF2B5EF4-FFF2-40B4-BE49-F238E27FC236}">
                <a16:creationId xmlns:a16="http://schemas.microsoft.com/office/drawing/2014/main" id="{4BC805A1-F067-9087-4ED8-CEDAE92AF5FE}"/>
              </a:ext>
            </a:extLst>
          </p:cNvPr>
          <p:cNvSpPr txBox="1">
            <a:spLocks noChangeArrowheads="1"/>
          </p:cNvSpPr>
          <p:nvPr/>
        </p:nvSpPr>
        <p:spPr bwMode="auto">
          <a:xfrm>
            <a:off x="696913" y="5253038"/>
            <a:ext cx="7807325" cy="977900"/>
          </a:xfrm>
          <a:prstGeom prst="rect">
            <a:avLst/>
          </a:prstGeom>
          <a:solidFill>
            <a:srgbClr val="33CCCC">
              <a:alpha val="10001"/>
            </a:srgbClr>
          </a:solidFill>
          <a:ln w="9525">
            <a:solidFill>
              <a:srgbClr val="B2B2B2">
                <a:alpha val="50000"/>
              </a:srgbClr>
            </a:solidFill>
            <a:miter lim="800000"/>
            <a:headEnd/>
            <a:tailEnd/>
          </a:ln>
          <a:effectLst/>
        </p:spPr>
        <p:txBody>
          <a:bodyPr>
            <a:spAutoFit/>
          </a:bodyPr>
          <a:lstStyle/>
          <a:p>
            <a:pPr algn="ctr">
              <a:lnSpc>
                <a:spcPct val="120000"/>
              </a:lnSpc>
              <a:buClr>
                <a:srgbClr val="00CCFF"/>
              </a:buClr>
              <a:buFont typeface="Monotype Sorts" pitchFamily="2" charset="2"/>
              <a:buNone/>
              <a:defRPr/>
            </a:pPr>
            <a:r>
              <a:rPr lang="zh-CN" altLang="en-US">
                <a:effectLst>
                  <a:outerShdw blurRad="38100" dist="38100" dir="2700000" algn="tl">
                    <a:srgbClr val="000000"/>
                  </a:outerShdw>
                </a:effectLst>
              </a:rPr>
              <a:t>作用于质点系内各质点上的所有外力和非保守内力在某一过程中作功的总和，等于质点系机械能的增量。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61154"/>
                                        </p:tgtEl>
                                        <p:attrNameLst>
                                          <p:attrName>style.visibility</p:attrName>
                                        </p:attrNameLst>
                                      </p:cBhvr>
                                      <p:to>
                                        <p:strVal val="visible"/>
                                      </p:to>
                                    </p:set>
                                    <p:animEffect transition="in" filter="wipe(left)">
                                      <p:cBhvr>
                                        <p:cTn id="7" dur="500"/>
                                        <p:tgtEl>
                                          <p:spTgt spid="561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1174"/>
                                        </p:tgtEl>
                                        <p:attrNameLst>
                                          <p:attrName>style.visibility</p:attrName>
                                        </p:attrNameLst>
                                      </p:cBhvr>
                                      <p:to>
                                        <p:strVal val="visible"/>
                                      </p:to>
                                    </p:set>
                                    <p:animEffect transition="in" filter="wipe(left)">
                                      <p:cBhvr>
                                        <p:cTn id="12" dur="500"/>
                                        <p:tgtEl>
                                          <p:spTgt spid="561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61175"/>
                                        </p:tgtEl>
                                        <p:attrNameLst>
                                          <p:attrName>style.visibility</p:attrName>
                                        </p:attrNameLst>
                                      </p:cBhvr>
                                      <p:to>
                                        <p:strVal val="visible"/>
                                      </p:to>
                                    </p:set>
                                    <p:animEffect transition="in" filter="wipe(left)">
                                      <p:cBhvr>
                                        <p:cTn id="17" dur="500"/>
                                        <p:tgtEl>
                                          <p:spTgt spid="5611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61176"/>
                                        </p:tgtEl>
                                        <p:attrNameLst>
                                          <p:attrName>style.visibility</p:attrName>
                                        </p:attrNameLst>
                                      </p:cBhvr>
                                      <p:to>
                                        <p:strVal val="visible"/>
                                      </p:to>
                                    </p:set>
                                    <p:animEffect transition="in" filter="wipe(left)">
                                      <p:cBhvr>
                                        <p:cTn id="22" dur="500"/>
                                        <p:tgtEl>
                                          <p:spTgt spid="5611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61179"/>
                                        </p:tgtEl>
                                        <p:attrNameLst>
                                          <p:attrName>style.visibility</p:attrName>
                                        </p:attrNameLst>
                                      </p:cBhvr>
                                      <p:to>
                                        <p:strVal val="visible"/>
                                      </p:to>
                                    </p:set>
                                    <p:animEffect transition="in" filter="wipe(left)">
                                      <p:cBhvr>
                                        <p:cTn id="27" dur="500"/>
                                        <p:tgtEl>
                                          <p:spTgt spid="5611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561178"/>
                                        </p:tgtEl>
                                        <p:attrNameLst>
                                          <p:attrName>style.visibility</p:attrName>
                                        </p:attrNameLst>
                                      </p:cBhvr>
                                      <p:to>
                                        <p:strVal val="visible"/>
                                      </p:to>
                                    </p:set>
                                    <p:animEffect transition="in" filter="wipe(right)">
                                      <p:cBhvr>
                                        <p:cTn id="32" dur="500"/>
                                        <p:tgtEl>
                                          <p:spTgt spid="56117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561177"/>
                                        </p:tgtEl>
                                        <p:attrNameLst>
                                          <p:attrName>style.visibility</p:attrName>
                                        </p:attrNameLst>
                                      </p:cBhvr>
                                      <p:to>
                                        <p:strVal val="visible"/>
                                      </p:to>
                                    </p:set>
                                    <p:animEffect transition="in" filter="wipe(up)">
                                      <p:cBhvr>
                                        <p:cTn id="37" dur="500"/>
                                        <p:tgtEl>
                                          <p:spTgt spid="5611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61180"/>
                                        </p:tgtEl>
                                        <p:attrNameLst>
                                          <p:attrName>style.visibility</p:attrName>
                                        </p:attrNameLst>
                                      </p:cBhvr>
                                      <p:to>
                                        <p:strVal val="visible"/>
                                      </p:to>
                                    </p:set>
                                    <p:animEffect transition="in" filter="wipe(left)">
                                      <p:cBhvr>
                                        <p:cTn id="42" dur="500"/>
                                        <p:tgtEl>
                                          <p:spTgt spid="5611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61182"/>
                                        </p:tgtEl>
                                        <p:attrNameLst>
                                          <p:attrName>style.visibility</p:attrName>
                                        </p:attrNameLst>
                                      </p:cBhvr>
                                      <p:to>
                                        <p:strVal val="visible"/>
                                      </p:to>
                                    </p:set>
                                    <p:animEffect transition="in" filter="wipe(left)">
                                      <p:cBhvr>
                                        <p:cTn id="47" dur="500"/>
                                        <p:tgtEl>
                                          <p:spTgt spid="56118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61183"/>
                                        </p:tgtEl>
                                        <p:attrNameLst>
                                          <p:attrName>style.visibility</p:attrName>
                                        </p:attrNameLst>
                                      </p:cBhvr>
                                      <p:to>
                                        <p:strVal val="visible"/>
                                      </p:to>
                                    </p:set>
                                    <p:animEffect transition="in" filter="wipe(left)">
                                      <p:cBhvr>
                                        <p:cTn id="52" dur="500"/>
                                        <p:tgtEl>
                                          <p:spTgt spid="56118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561181"/>
                                        </p:tgtEl>
                                        <p:attrNameLst>
                                          <p:attrName>style.visibility</p:attrName>
                                        </p:attrNameLst>
                                      </p:cBhvr>
                                      <p:to>
                                        <p:strVal val="visible"/>
                                      </p:to>
                                    </p:set>
                                    <p:animEffect transition="in" filter="wipe(right)">
                                      <p:cBhvr>
                                        <p:cTn id="57" dur="500"/>
                                        <p:tgtEl>
                                          <p:spTgt spid="561181"/>
                                        </p:tgtEl>
                                      </p:cBhvr>
                                    </p:animEffect>
                                  </p:childTnLst>
                                </p:cTn>
                              </p:par>
                              <p:par>
                                <p:cTn id="58" presetID="22" presetClass="entr" presetSubtype="1" fill="hold" nodeType="withEffect">
                                  <p:stCondLst>
                                    <p:cond delay="0"/>
                                  </p:stCondLst>
                                  <p:childTnLst>
                                    <p:set>
                                      <p:cBhvr>
                                        <p:cTn id="59" dur="1" fill="hold">
                                          <p:stCondLst>
                                            <p:cond delay="0"/>
                                          </p:stCondLst>
                                        </p:cTn>
                                        <p:tgtEl>
                                          <p:spTgt spid="561184"/>
                                        </p:tgtEl>
                                        <p:attrNameLst>
                                          <p:attrName>style.visibility</p:attrName>
                                        </p:attrNameLst>
                                      </p:cBhvr>
                                      <p:to>
                                        <p:strVal val="visible"/>
                                      </p:to>
                                    </p:set>
                                    <p:animEffect transition="in" filter="wipe(up)">
                                      <p:cBhvr>
                                        <p:cTn id="60" dur="500"/>
                                        <p:tgtEl>
                                          <p:spTgt spid="56118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561185"/>
                                        </p:tgtEl>
                                        <p:attrNameLst>
                                          <p:attrName>style.visibility</p:attrName>
                                        </p:attrNameLst>
                                      </p:cBhvr>
                                      <p:to>
                                        <p:strVal val="visible"/>
                                      </p:to>
                                    </p:set>
                                    <p:animEffect transition="in" filter="wipe(left)">
                                      <p:cBhvr>
                                        <p:cTn id="65" dur="500"/>
                                        <p:tgtEl>
                                          <p:spTgt spid="561185"/>
                                        </p:tgtEl>
                                      </p:cBhvr>
                                    </p:animEffect>
                                  </p:childTnLst>
                                </p:cTn>
                              </p:par>
                              <p:par>
                                <p:cTn id="66" presetID="22" presetClass="entr" presetSubtype="1" fill="hold" nodeType="withEffect">
                                  <p:stCondLst>
                                    <p:cond delay="0"/>
                                  </p:stCondLst>
                                  <p:childTnLst>
                                    <p:set>
                                      <p:cBhvr>
                                        <p:cTn id="67" dur="1" fill="hold">
                                          <p:stCondLst>
                                            <p:cond delay="0"/>
                                          </p:stCondLst>
                                        </p:cTn>
                                        <p:tgtEl>
                                          <p:spTgt spid="561186"/>
                                        </p:tgtEl>
                                        <p:attrNameLst>
                                          <p:attrName>style.visibility</p:attrName>
                                        </p:attrNameLst>
                                      </p:cBhvr>
                                      <p:to>
                                        <p:strVal val="visible"/>
                                      </p:to>
                                    </p:set>
                                    <p:animEffect transition="in" filter="wipe(up)">
                                      <p:cBhvr>
                                        <p:cTn id="68" dur="500"/>
                                        <p:tgtEl>
                                          <p:spTgt spid="56118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561187"/>
                                        </p:tgtEl>
                                        <p:attrNameLst>
                                          <p:attrName>style.visibility</p:attrName>
                                        </p:attrNameLst>
                                      </p:cBhvr>
                                      <p:to>
                                        <p:strVal val="visible"/>
                                      </p:to>
                                    </p:set>
                                    <p:animEffect transition="in" filter="wipe(left)">
                                      <p:cBhvr>
                                        <p:cTn id="73" dur="500"/>
                                        <p:tgtEl>
                                          <p:spTgt spid="56118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561188"/>
                                        </p:tgtEl>
                                        <p:attrNameLst>
                                          <p:attrName>style.visibility</p:attrName>
                                        </p:attrNameLst>
                                      </p:cBhvr>
                                      <p:to>
                                        <p:strVal val="visible"/>
                                      </p:to>
                                    </p:set>
                                    <p:animEffect transition="in" filter="wipe(left)">
                                      <p:cBhvr>
                                        <p:cTn id="78" dur="500"/>
                                        <p:tgtEl>
                                          <p:spTgt spid="56118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561189"/>
                                        </p:tgtEl>
                                        <p:attrNameLst>
                                          <p:attrName>style.visibility</p:attrName>
                                        </p:attrNameLst>
                                      </p:cBhvr>
                                      <p:to>
                                        <p:strVal val="visible"/>
                                      </p:to>
                                    </p:set>
                                    <p:animEffect transition="in" filter="wipe(left)">
                                      <p:cBhvr>
                                        <p:cTn id="83" dur="500"/>
                                        <p:tgtEl>
                                          <p:spTgt spid="561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4" grpId="0" autoUpdateAnimBg="0"/>
      <p:bldP spid="561174" grpId="0"/>
      <p:bldP spid="561175" grpId="0"/>
      <p:bldP spid="561177" grpId="0" animBg="1"/>
      <p:bldP spid="561178" grpId="0" animBg="1"/>
      <p:bldP spid="561181" grpId="0" animBg="1"/>
      <p:bldP spid="561184" grpId="0" animBg="1"/>
      <p:bldP spid="561186" grpId="0" animBg="1"/>
      <p:bldP spid="561188" grpId="0"/>
      <p:bldP spid="56118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a:extLst>
              <a:ext uri="{FF2B5EF4-FFF2-40B4-BE49-F238E27FC236}">
                <a16:creationId xmlns:a16="http://schemas.microsoft.com/office/drawing/2014/main" id="{32E1FDEE-9BF4-7482-73CF-E52ADF2464C4}"/>
              </a:ext>
            </a:extLst>
          </p:cNvPr>
          <p:cNvSpPr txBox="1">
            <a:spLocks noChangeArrowheads="1"/>
          </p:cNvSpPr>
          <p:nvPr/>
        </p:nvSpPr>
        <p:spPr bwMode="auto">
          <a:xfrm>
            <a:off x="269875" y="4460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r>
              <a:rPr kumimoji="1" lang="zh-CN" altLang="en-US">
                <a:solidFill>
                  <a:srgbClr val="FFFF00"/>
                </a:solidFill>
                <a:latin typeface="Times New Roman" panose="02020603050405020304" pitchFamily="18" charset="0"/>
              </a:rPr>
              <a:t>例</a:t>
            </a:r>
          </a:p>
        </p:txBody>
      </p:sp>
      <p:sp>
        <p:nvSpPr>
          <p:cNvPr id="60419" name="Text Box 3">
            <a:extLst>
              <a:ext uri="{FF2B5EF4-FFF2-40B4-BE49-F238E27FC236}">
                <a16:creationId xmlns:a16="http://schemas.microsoft.com/office/drawing/2014/main" id="{CAE13C9F-AD2F-3006-01F4-31D788974E12}"/>
              </a:ext>
            </a:extLst>
          </p:cNvPr>
          <p:cNvSpPr txBox="1">
            <a:spLocks noChangeArrowheads="1"/>
          </p:cNvSpPr>
          <p:nvPr/>
        </p:nvSpPr>
        <p:spPr bwMode="auto">
          <a:xfrm>
            <a:off x="3657600" y="4572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r>
              <a:rPr kumimoji="1" lang="zh-CN" altLang="en-US">
                <a:solidFill>
                  <a:schemeClr val="hlink"/>
                </a:solidFill>
                <a:latin typeface="宋体" panose="02010600030101010101" pitchFamily="2" charset="-122"/>
              </a:rPr>
              <a:t>是不是保守力</a:t>
            </a:r>
            <a:r>
              <a:rPr kumimoji="1" lang="en-US" altLang="zh-CN">
                <a:solidFill>
                  <a:schemeClr val="hlink"/>
                </a:solidFill>
                <a:latin typeface="宋体" panose="02010600030101010101" pitchFamily="2" charset="-122"/>
              </a:rPr>
              <a:t>?</a:t>
            </a:r>
          </a:p>
        </p:txBody>
      </p:sp>
      <p:sp>
        <p:nvSpPr>
          <p:cNvPr id="60420" name="Text Box 4">
            <a:extLst>
              <a:ext uri="{FF2B5EF4-FFF2-40B4-BE49-F238E27FC236}">
                <a16:creationId xmlns:a16="http://schemas.microsoft.com/office/drawing/2014/main" id="{8FFE8853-5ACA-C73A-0F28-A902F92A249C}"/>
              </a:ext>
            </a:extLst>
          </p:cNvPr>
          <p:cNvSpPr txBox="1">
            <a:spLocks noChangeArrowheads="1"/>
          </p:cNvSpPr>
          <p:nvPr/>
        </p:nvSpPr>
        <p:spPr bwMode="auto">
          <a:xfrm>
            <a:off x="282575" y="11715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r>
              <a:rPr kumimoji="1" lang="zh-CN" altLang="en-US">
                <a:solidFill>
                  <a:srgbClr val="FFFF00"/>
                </a:solidFill>
                <a:latin typeface="Times New Roman" panose="02020603050405020304" pitchFamily="18" charset="0"/>
              </a:rPr>
              <a:t>解</a:t>
            </a:r>
          </a:p>
        </p:txBody>
      </p:sp>
      <p:grpSp>
        <p:nvGrpSpPr>
          <p:cNvPr id="2" name="Group 5">
            <a:extLst>
              <a:ext uri="{FF2B5EF4-FFF2-40B4-BE49-F238E27FC236}">
                <a16:creationId xmlns:a16="http://schemas.microsoft.com/office/drawing/2014/main" id="{DF887EFF-0737-A310-4A0A-758E35FDD6AB}"/>
              </a:ext>
            </a:extLst>
          </p:cNvPr>
          <p:cNvGrpSpPr>
            <a:grpSpLocks/>
          </p:cNvGrpSpPr>
          <p:nvPr/>
        </p:nvGrpSpPr>
        <p:grpSpPr bwMode="auto">
          <a:xfrm>
            <a:off x="3749675" y="4521200"/>
            <a:ext cx="685800" cy="609600"/>
            <a:chOff x="2304" y="2832"/>
            <a:chExt cx="432" cy="384"/>
          </a:xfrm>
        </p:grpSpPr>
        <p:sp>
          <p:nvSpPr>
            <p:cNvPr id="8208" name="Line 6">
              <a:extLst>
                <a:ext uri="{FF2B5EF4-FFF2-40B4-BE49-F238E27FC236}">
                  <a16:creationId xmlns:a16="http://schemas.microsoft.com/office/drawing/2014/main" id="{03EEB22F-5BB4-A706-F49E-1AF85198CDA8}"/>
                </a:ext>
              </a:extLst>
            </p:cNvPr>
            <p:cNvSpPr>
              <a:spLocks noChangeShapeType="1"/>
            </p:cNvSpPr>
            <p:nvPr/>
          </p:nvSpPr>
          <p:spPr bwMode="auto">
            <a:xfrm>
              <a:off x="2304" y="2928"/>
              <a:ext cx="432"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9" name="Line 7">
              <a:extLst>
                <a:ext uri="{FF2B5EF4-FFF2-40B4-BE49-F238E27FC236}">
                  <a16:creationId xmlns:a16="http://schemas.microsoft.com/office/drawing/2014/main" id="{CE0F6B27-7CDB-38AE-6941-09D19BAE9DB0}"/>
                </a:ext>
              </a:extLst>
            </p:cNvPr>
            <p:cNvSpPr>
              <a:spLocks noChangeShapeType="1"/>
            </p:cNvSpPr>
            <p:nvPr/>
          </p:nvSpPr>
          <p:spPr bwMode="auto">
            <a:xfrm>
              <a:off x="2304" y="3072"/>
              <a:ext cx="432"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0" name="Line 8">
              <a:extLst>
                <a:ext uri="{FF2B5EF4-FFF2-40B4-BE49-F238E27FC236}">
                  <a16:creationId xmlns:a16="http://schemas.microsoft.com/office/drawing/2014/main" id="{9A24946F-5F27-DE7C-58D4-8D3FC638D8B6}"/>
                </a:ext>
              </a:extLst>
            </p:cNvPr>
            <p:cNvSpPr>
              <a:spLocks noChangeShapeType="1"/>
            </p:cNvSpPr>
            <p:nvPr/>
          </p:nvSpPr>
          <p:spPr bwMode="auto">
            <a:xfrm>
              <a:off x="2400" y="2832"/>
              <a:ext cx="240" cy="38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0425" name="Text Box 9">
            <a:extLst>
              <a:ext uri="{FF2B5EF4-FFF2-40B4-BE49-F238E27FC236}">
                <a16:creationId xmlns:a16="http://schemas.microsoft.com/office/drawing/2014/main" id="{C4A81E0C-0666-C76E-5368-AB4E9E1AB7D4}"/>
              </a:ext>
            </a:extLst>
          </p:cNvPr>
          <p:cNvSpPr txBox="1">
            <a:spLocks noChangeArrowheads="1"/>
          </p:cNvSpPr>
          <p:nvPr/>
        </p:nvSpPr>
        <p:spPr bwMode="auto">
          <a:xfrm>
            <a:off x="1784350" y="5635625"/>
            <a:ext cx="2211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r>
              <a:rPr kumimoji="1" lang="zh-CN" altLang="en-US">
                <a:solidFill>
                  <a:srgbClr val="66FFFF"/>
                </a:solidFill>
                <a:latin typeface="Times New Roman" panose="02020603050405020304" pitchFamily="18" charset="0"/>
              </a:rPr>
              <a:t>不是保守力</a:t>
            </a:r>
          </a:p>
        </p:txBody>
      </p:sp>
      <p:graphicFrame>
        <p:nvGraphicFramePr>
          <p:cNvPr id="60426" name="Object 2">
            <a:extLst>
              <a:ext uri="{FF2B5EF4-FFF2-40B4-BE49-F238E27FC236}">
                <a16:creationId xmlns:a16="http://schemas.microsoft.com/office/drawing/2014/main" id="{8CC7532C-6D6E-2418-01E5-80D3306B00F2}"/>
              </a:ext>
            </a:extLst>
          </p:cNvPr>
          <p:cNvGraphicFramePr>
            <a:graphicFrameLocks/>
          </p:cNvGraphicFramePr>
          <p:nvPr/>
        </p:nvGraphicFramePr>
        <p:xfrm>
          <a:off x="4837113" y="4302125"/>
          <a:ext cx="1587500" cy="863600"/>
        </p:xfrm>
        <a:graphic>
          <a:graphicData uri="http://schemas.openxmlformats.org/presentationml/2006/ole">
            <mc:AlternateContent xmlns:mc="http://schemas.openxmlformats.org/markup-compatibility/2006">
              <mc:Choice xmlns:v="urn:schemas-microsoft-com:vml" Requires="v">
                <p:oleObj name="Equation" r:id="rId2" imgW="1569533" imgH="845903" progId="Equation.3">
                  <p:embed/>
                </p:oleObj>
              </mc:Choice>
              <mc:Fallback>
                <p:oleObj name="Equation" r:id="rId2" imgW="1569533" imgH="845903"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7113" y="4302125"/>
                        <a:ext cx="15875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7" name="Object 3">
            <a:extLst>
              <a:ext uri="{FF2B5EF4-FFF2-40B4-BE49-F238E27FC236}">
                <a16:creationId xmlns:a16="http://schemas.microsoft.com/office/drawing/2014/main" id="{8C6D4053-3811-2EEC-0A23-CC41292D07F1}"/>
              </a:ext>
            </a:extLst>
          </p:cNvPr>
          <p:cNvGraphicFramePr>
            <a:graphicFrameLocks noChangeAspect="1"/>
          </p:cNvGraphicFramePr>
          <p:nvPr/>
        </p:nvGraphicFramePr>
        <p:xfrm>
          <a:off x="1795463" y="4327525"/>
          <a:ext cx="1625600" cy="901700"/>
        </p:xfrm>
        <a:graphic>
          <a:graphicData uri="http://schemas.openxmlformats.org/presentationml/2006/ole">
            <mc:AlternateContent xmlns:mc="http://schemas.openxmlformats.org/markup-compatibility/2006">
              <mc:Choice xmlns:v="urn:schemas-microsoft-com:vml" Requires="v">
                <p:oleObj name="Equation" r:id="rId4" imgW="1607851" imgH="883809" progId="Equation.3">
                  <p:embed/>
                </p:oleObj>
              </mc:Choice>
              <mc:Fallback>
                <p:oleObj name="Equation" r:id="rId4" imgW="1607851" imgH="88380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463" y="4327525"/>
                        <a:ext cx="16256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28" name="Text Box 12">
            <a:extLst>
              <a:ext uri="{FF2B5EF4-FFF2-40B4-BE49-F238E27FC236}">
                <a16:creationId xmlns:a16="http://schemas.microsoft.com/office/drawing/2014/main" id="{5965B2C0-5060-F569-780E-76768288DD7D}"/>
              </a:ext>
            </a:extLst>
          </p:cNvPr>
          <p:cNvSpPr txBox="1">
            <a:spLocks noChangeArrowheads="1"/>
          </p:cNvSpPr>
          <p:nvPr/>
        </p:nvSpPr>
        <p:spPr bwMode="auto">
          <a:xfrm>
            <a:off x="804863" y="1157288"/>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r>
              <a:rPr kumimoji="1" lang="zh-CN" altLang="en-US">
                <a:solidFill>
                  <a:schemeClr val="hlink"/>
                </a:solidFill>
                <a:latin typeface="Times New Roman" panose="02020603050405020304" pitchFamily="18" charset="0"/>
              </a:rPr>
              <a:t>如果是保守力，则</a:t>
            </a:r>
          </a:p>
        </p:txBody>
      </p:sp>
      <p:graphicFrame>
        <p:nvGraphicFramePr>
          <p:cNvPr id="60429" name="Object 4">
            <a:extLst>
              <a:ext uri="{FF2B5EF4-FFF2-40B4-BE49-F238E27FC236}">
                <a16:creationId xmlns:a16="http://schemas.microsoft.com/office/drawing/2014/main" id="{1AC7092D-5C0A-713D-977C-01325F4F330A}"/>
              </a:ext>
            </a:extLst>
          </p:cNvPr>
          <p:cNvGraphicFramePr>
            <a:graphicFrameLocks/>
          </p:cNvGraphicFramePr>
          <p:nvPr/>
        </p:nvGraphicFramePr>
        <p:xfrm>
          <a:off x="5703888" y="2530475"/>
          <a:ext cx="1460500" cy="939800"/>
        </p:xfrm>
        <a:graphic>
          <a:graphicData uri="http://schemas.openxmlformats.org/presentationml/2006/ole">
            <mc:AlternateContent xmlns:mc="http://schemas.openxmlformats.org/markup-compatibility/2006">
              <mc:Choice xmlns:v="urn:schemas-microsoft-com:vml" Requires="v">
                <p:oleObj name="Equation" r:id="rId6" imgW="1447613" imgH="922214" progId="Equation.3">
                  <p:embed/>
                </p:oleObj>
              </mc:Choice>
              <mc:Fallback>
                <p:oleObj name="Equation" r:id="rId6" imgW="1447613" imgH="922214"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03888" y="2530475"/>
                        <a:ext cx="14605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0" name="Object 5">
            <a:extLst>
              <a:ext uri="{FF2B5EF4-FFF2-40B4-BE49-F238E27FC236}">
                <a16:creationId xmlns:a16="http://schemas.microsoft.com/office/drawing/2014/main" id="{191E6DD4-DF1D-4902-C7FE-5AE583826666}"/>
              </a:ext>
            </a:extLst>
          </p:cNvPr>
          <p:cNvGraphicFramePr>
            <a:graphicFrameLocks/>
          </p:cNvGraphicFramePr>
          <p:nvPr/>
        </p:nvGraphicFramePr>
        <p:xfrm>
          <a:off x="1838325" y="3086100"/>
          <a:ext cx="1854200" cy="952500"/>
        </p:xfrm>
        <a:graphic>
          <a:graphicData uri="http://schemas.openxmlformats.org/presentationml/2006/ole">
            <mc:AlternateContent xmlns:mc="http://schemas.openxmlformats.org/markup-compatibility/2006">
              <mc:Choice xmlns:v="urn:schemas-microsoft-com:vml" Requires="v">
                <p:oleObj name="Equation" r:id="rId8" imgW="1836264" imgH="937177" progId="Equation.3">
                  <p:embed/>
                </p:oleObj>
              </mc:Choice>
              <mc:Fallback>
                <p:oleObj name="Equation" r:id="rId8" imgW="1836264" imgH="937177"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8325" y="3086100"/>
                        <a:ext cx="1854200"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1" name="Object 6">
            <a:extLst>
              <a:ext uri="{FF2B5EF4-FFF2-40B4-BE49-F238E27FC236}">
                <a16:creationId xmlns:a16="http://schemas.microsoft.com/office/drawing/2014/main" id="{E16DB209-09F3-A8C0-8147-D5226BFE826F}"/>
              </a:ext>
            </a:extLst>
          </p:cNvPr>
          <p:cNvGraphicFramePr>
            <a:graphicFrameLocks/>
          </p:cNvGraphicFramePr>
          <p:nvPr/>
        </p:nvGraphicFramePr>
        <p:xfrm>
          <a:off x="1844675" y="1847850"/>
          <a:ext cx="1841500" cy="952500"/>
        </p:xfrm>
        <a:graphic>
          <a:graphicData uri="http://schemas.openxmlformats.org/presentationml/2006/ole">
            <mc:AlternateContent xmlns:mc="http://schemas.openxmlformats.org/markup-compatibility/2006">
              <mc:Choice xmlns:v="urn:schemas-microsoft-com:vml" Requires="v">
                <p:oleObj name="Equation" r:id="rId10" imgW="1828800" imgH="937177" progId="Equation.3">
                  <p:embed/>
                </p:oleObj>
              </mc:Choice>
              <mc:Fallback>
                <p:oleObj name="Equation" r:id="rId10" imgW="1828800" imgH="937177"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44675" y="1847850"/>
                        <a:ext cx="1841500"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2" name="Object 7">
            <a:extLst>
              <a:ext uri="{FF2B5EF4-FFF2-40B4-BE49-F238E27FC236}">
                <a16:creationId xmlns:a16="http://schemas.microsoft.com/office/drawing/2014/main" id="{4193FC0E-0E5F-7991-1385-3EF188784C80}"/>
              </a:ext>
            </a:extLst>
          </p:cNvPr>
          <p:cNvGraphicFramePr>
            <a:graphicFrameLocks noChangeAspect="1"/>
          </p:cNvGraphicFramePr>
          <p:nvPr/>
        </p:nvGraphicFramePr>
        <p:xfrm>
          <a:off x="925513" y="457200"/>
          <a:ext cx="2641600" cy="469900"/>
        </p:xfrm>
        <a:graphic>
          <a:graphicData uri="http://schemas.openxmlformats.org/presentationml/2006/ole">
            <mc:AlternateContent xmlns:mc="http://schemas.openxmlformats.org/markup-compatibility/2006">
              <mc:Choice xmlns:v="urn:schemas-microsoft-com:vml" Requires="v">
                <p:oleObj name="Equation" r:id="rId12" imgW="2628993" imgH="457366" progId="Equation.3">
                  <p:embed/>
                </p:oleObj>
              </mc:Choice>
              <mc:Fallback>
                <p:oleObj name="Equation" r:id="rId12" imgW="2628993" imgH="457366"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5513" y="457200"/>
                        <a:ext cx="26416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3" name="AutoShape 17">
            <a:extLst>
              <a:ext uri="{FF2B5EF4-FFF2-40B4-BE49-F238E27FC236}">
                <a16:creationId xmlns:a16="http://schemas.microsoft.com/office/drawing/2014/main" id="{FDE307F4-9166-3002-9778-7A377DB28556}"/>
              </a:ext>
            </a:extLst>
          </p:cNvPr>
          <p:cNvSpPr>
            <a:spLocks/>
          </p:cNvSpPr>
          <p:nvPr/>
        </p:nvSpPr>
        <p:spPr bwMode="auto">
          <a:xfrm>
            <a:off x="3913188" y="2266950"/>
            <a:ext cx="228600" cy="1371600"/>
          </a:xfrm>
          <a:prstGeom prst="rightBrace">
            <a:avLst>
              <a:gd name="adj1" fmla="val 50000"/>
              <a:gd name="adj2" fmla="val 50000"/>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60434" name="AutoShape 18">
            <a:extLst>
              <a:ext uri="{FF2B5EF4-FFF2-40B4-BE49-F238E27FC236}">
                <a16:creationId xmlns:a16="http://schemas.microsoft.com/office/drawing/2014/main" id="{3FB634C4-63BA-6847-5690-CF8B11C2C9C6}"/>
              </a:ext>
            </a:extLst>
          </p:cNvPr>
          <p:cNvSpPr>
            <a:spLocks noChangeArrowheads="1"/>
          </p:cNvSpPr>
          <p:nvPr/>
        </p:nvSpPr>
        <p:spPr bwMode="auto">
          <a:xfrm>
            <a:off x="4505325" y="2876550"/>
            <a:ext cx="838200" cy="228600"/>
          </a:xfrm>
          <a:prstGeom prst="rightArrow">
            <a:avLst>
              <a:gd name="adj1" fmla="val 50000"/>
              <a:gd name="adj2" fmla="val 91667"/>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04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60432"/>
                                        </p:tgtEl>
                                        <p:attrNameLst>
                                          <p:attrName>style.visibility</p:attrName>
                                        </p:attrNameLst>
                                      </p:cBhvr>
                                      <p:to>
                                        <p:strVal val="visible"/>
                                      </p:to>
                                    </p:set>
                                    <p:animEffect transition="in" filter="wipe(left)">
                                      <p:cBhvr>
                                        <p:cTn id="11" dur="500"/>
                                        <p:tgtEl>
                                          <p:spTgt spid="60432"/>
                                        </p:tgtEl>
                                      </p:cBhvr>
                                    </p:animEffect>
                                  </p:childTnLst>
                                </p:cTn>
                              </p:par>
                            </p:childTnLst>
                          </p:cTn>
                        </p:par>
                        <p:par>
                          <p:cTn id="12" fill="hold" nodeType="afterGroup">
                            <p:stCondLst>
                              <p:cond delay="500"/>
                            </p:stCondLst>
                            <p:childTnLst>
                              <p:par>
                                <p:cTn id="13" presetID="22" presetClass="entr" presetSubtype="8" fill="hold" nodeType="afterEffect">
                                  <p:stCondLst>
                                    <p:cond delay="0"/>
                                  </p:stCondLst>
                                  <p:childTnLst>
                                    <p:set>
                                      <p:cBhvr>
                                        <p:cTn id="14" dur="1" fill="hold">
                                          <p:stCondLst>
                                            <p:cond delay="0"/>
                                          </p:stCondLst>
                                        </p:cTn>
                                        <p:tgtEl>
                                          <p:spTgt spid="60419"/>
                                        </p:tgtEl>
                                        <p:attrNameLst>
                                          <p:attrName>style.visibility</p:attrName>
                                        </p:attrNameLst>
                                      </p:cBhvr>
                                      <p:to>
                                        <p:strVal val="visible"/>
                                      </p:to>
                                    </p:set>
                                    <p:animEffect transition="in" filter="wipe(left)">
                                      <p:cBhvr>
                                        <p:cTn id="15" dur="500"/>
                                        <p:tgtEl>
                                          <p:spTgt spid="604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60420"/>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0428"/>
                                        </p:tgtEl>
                                        <p:attrNameLst>
                                          <p:attrName>style.visibility</p:attrName>
                                        </p:attrNameLst>
                                      </p:cBhvr>
                                      <p:to>
                                        <p:strVal val="visible"/>
                                      </p:to>
                                    </p:set>
                                    <p:animEffect transition="in" filter="wipe(left)">
                                      <p:cBhvr>
                                        <p:cTn id="24" dur="500"/>
                                        <p:tgtEl>
                                          <p:spTgt spid="6042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0431"/>
                                        </p:tgtEl>
                                        <p:attrNameLst>
                                          <p:attrName>style.visibility</p:attrName>
                                        </p:attrNameLst>
                                      </p:cBhvr>
                                      <p:to>
                                        <p:strVal val="visible"/>
                                      </p:to>
                                    </p:set>
                                    <p:animEffect transition="in" filter="wipe(left)">
                                      <p:cBhvr>
                                        <p:cTn id="29" dur="500"/>
                                        <p:tgtEl>
                                          <p:spTgt spid="604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0430"/>
                                        </p:tgtEl>
                                        <p:attrNameLst>
                                          <p:attrName>style.visibility</p:attrName>
                                        </p:attrNameLst>
                                      </p:cBhvr>
                                      <p:to>
                                        <p:strVal val="visible"/>
                                      </p:to>
                                    </p:set>
                                    <p:animEffect transition="in" filter="wipe(left)">
                                      <p:cBhvr>
                                        <p:cTn id="34" dur="500"/>
                                        <p:tgtEl>
                                          <p:spTgt spid="604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60433"/>
                                        </p:tgtEl>
                                        <p:attrNameLst>
                                          <p:attrName>style.visibility</p:attrName>
                                        </p:attrNameLst>
                                      </p:cBhvr>
                                      <p:to>
                                        <p:strVal val="visible"/>
                                      </p:to>
                                    </p:set>
                                    <p:animEffect transition="in" filter="wipe(up)">
                                      <p:cBhvr>
                                        <p:cTn id="39" dur="500"/>
                                        <p:tgtEl>
                                          <p:spTgt spid="6043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60434"/>
                                        </p:tgtEl>
                                        <p:attrNameLst>
                                          <p:attrName>style.visibility</p:attrName>
                                        </p:attrNameLst>
                                      </p:cBhvr>
                                      <p:to>
                                        <p:strVal val="visible"/>
                                      </p:to>
                                    </p:set>
                                    <p:animEffect transition="in" filter="wipe(left)">
                                      <p:cBhvr>
                                        <p:cTn id="44" dur="500"/>
                                        <p:tgtEl>
                                          <p:spTgt spid="6043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60429"/>
                                        </p:tgtEl>
                                        <p:attrNameLst>
                                          <p:attrName>style.visibility</p:attrName>
                                        </p:attrNameLst>
                                      </p:cBhvr>
                                      <p:to>
                                        <p:strVal val="visible"/>
                                      </p:to>
                                    </p:set>
                                    <p:animEffect transition="in" filter="wipe(left)">
                                      <p:cBhvr>
                                        <p:cTn id="49" dur="500"/>
                                        <p:tgtEl>
                                          <p:spTgt spid="6042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60427"/>
                                        </p:tgtEl>
                                        <p:attrNameLst>
                                          <p:attrName>style.visibility</p:attrName>
                                        </p:attrNameLst>
                                      </p:cBhvr>
                                      <p:to>
                                        <p:strVal val="visible"/>
                                      </p:to>
                                    </p:set>
                                    <p:animEffect transition="in" filter="wipe(left)">
                                      <p:cBhvr>
                                        <p:cTn id="54" dur="500"/>
                                        <p:tgtEl>
                                          <p:spTgt spid="6042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60426"/>
                                        </p:tgtEl>
                                        <p:attrNameLst>
                                          <p:attrName>style.visibility</p:attrName>
                                        </p:attrNameLst>
                                      </p:cBhvr>
                                      <p:to>
                                        <p:strVal val="visible"/>
                                      </p:to>
                                    </p:set>
                                    <p:animEffect transition="in" filter="wipe(left)">
                                      <p:cBhvr>
                                        <p:cTn id="59" dur="500"/>
                                        <p:tgtEl>
                                          <p:spTgt spid="6042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16" fill="hold" nodeType="click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box(in)">
                                      <p:cBhvr>
                                        <p:cTn id="64" dur="500"/>
                                        <p:tgtEl>
                                          <p:spTgt spid="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nodeType="clickEffect">
                                  <p:stCondLst>
                                    <p:cond delay="0"/>
                                  </p:stCondLst>
                                  <p:childTnLst>
                                    <p:set>
                                      <p:cBhvr>
                                        <p:cTn id="68" dur="1" fill="hold">
                                          <p:stCondLst>
                                            <p:cond delay="0"/>
                                          </p:stCondLst>
                                        </p:cTn>
                                        <p:tgtEl>
                                          <p:spTgt spid="60425"/>
                                        </p:tgtEl>
                                        <p:attrNameLst>
                                          <p:attrName>style.visibility</p:attrName>
                                        </p:attrNameLst>
                                      </p:cBhvr>
                                      <p:to>
                                        <p:strVal val="visible"/>
                                      </p:to>
                                    </p:set>
                                    <p:anim calcmode="lin" valueType="num">
                                      <p:cBhvr>
                                        <p:cTn id="69" dur="500" fill="hold"/>
                                        <p:tgtEl>
                                          <p:spTgt spid="60425"/>
                                        </p:tgtEl>
                                        <p:attrNameLst>
                                          <p:attrName>ppt_w</p:attrName>
                                        </p:attrNameLst>
                                      </p:cBhvr>
                                      <p:tavLst>
                                        <p:tav tm="0">
                                          <p:val>
                                            <p:fltVal val="0"/>
                                          </p:val>
                                        </p:tav>
                                        <p:tav tm="100000">
                                          <p:val>
                                            <p:strVal val="#ppt_w"/>
                                          </p:val>
                                        </p:tav>
                                      </p:tavLst>
                                    </p:anim>
                                    <p:anim calcmode="lin" valueType="num">
                                      <p:cBhvr>
                                        <p:cTn id="70" dur="500" fill="hold"/>
                                        <p:tgtEl>
                                          <p:spTgt spid="6042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utoUpdateAnimBg="0"/>
      <p:bldP spid="60419" grpId="0" autoUpdateAnimBg="0"/>
      <p:bldP spid="60420" grpId="0" autoUpdateAnimBg="0"/>
      <p:bldP spid="60425" grpId="0" autoUpdateAnimBg="0"/>
      <p:bldP spid="60428" grpId="0" autoUpdateAnimBg="0"/>
      <p:bldP spid="60433" grpId="0" animBg="1"/>
      <p:bldP spid="604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Text Box 2">
            <a:extLst>
              <a:ext uri="{FF2B5EF4-FFF2-40B4-BE49-F238E27FC236}">
                <a16:creationId xmlns:a16="http://schemas.microsoft.com/office/drawing/2014/main" id="{0C43578D-7AAB-908A-E969-A278AAD30394}"/>
              </a:ext>
            </a:extLst>
          </p:cNvPr>
          <p:cNvSpPr txBox="1">
            <a:spLocks noChangeArrowheads="1"/>
          </p:cNvSpPr>
          <p:nvPr/>
        </p:nvSpPr>
        <p:spPr bwMode="auto">
          <a:xfrm>
            <a:off x="187325" y="319088"/>
            <a:ext cx="5678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sz="2800">
                <a:solidFill>
                  <a:srgbClr val="FFFF66"/>
                </a:solidFill>
                <a:latin typeface="Times New Roman" panose="02020603050405020304" pitchFamily="18" charset="0"/>
                <a:ea typeface="宋体" panose="02010600030101010101" pitchFamily="2" charset="-122"/>
              </a:rPr>
              <a:t>四</a:t>
            </a:r>
            <a:r>
              <a:rPr kumimoji="1" lang="en-US" altLang="zh-CN" sz="2800">
                <a:solidFill>
                  <a:srgbClr val="FFFF66"/>
                </a:solidFill>
                <a:latin typeface="Times New Roman" panose="02020603050405020304" pitchFamily="18" charset="0"/>
                <a:ea typeface="宋体" panose="02010600030101010101" pitchFamily="2" charset="-122"/>
              </a:rPr>
              <a:t>.  </a:t>
            </a:r>
            <a:r>
              <a:rPr kumimoji="1" lang="zh-CN" altLang="en-US" sz="2800">
                <a:solidFill>
                  <a:srgbClr val="FFFF66"/>
                </a:solidFill>
                <a:latin typeface="Times New Roman" panose="02020603050405020304" pitchFamily="18" charset="0"/>
                <a:ea typeface="宋体" panose="02010600030101010101" pitchFamily="2" charset="-122"/>
              </a:rPr>
              <a:t>功能原理和机械能守恒定律</a:t>
            </a:r>
          </a:p>
        </p:txBody>
      </p:sp>
      <p:sp>
        <p:nvSpPr>
          <p:cNvPr id="561174" name="Rectangle 22">
            <a:extLst>
              <a:ext uri="{FF2B5EF4-FFF2-40B4-BE49-F238E27FC236}">
                <a16:creationId xmlns:a16="http://schemas.microsoft.com/office/drawing/2014/main" id="{BE7728F9-0CA4-05BF-0D0E-FEC4586AFA93}"/>
              </a:ext>
            </a:extLst>
          </p:cNvPr>
          <p:cNvSpPr>
            <a:spLocks noChangeArrowheads="1"/>
          </p:cNvSpPr>
          <p:nvPr/>
        </p:nvSpPr>
        <p:spPr bwMode="auto">
          <a:xfrm>
            <a:off x="742950" y="901700"/>
            <a:ext cx="2098675" cy="457200"/>
          </a:xfrm>
          <a:prstGeom prst="rect">
            <a:avLst/>
          </a:prstGeom>
          <a:noFill/>
          <a:ln w="9525">
            <a:noFill/>
            <a:miter lim="800000"/>
            <a:headEnd/>
            <a:tailEnd/>
          </a:ln>
          <a:effectLst/>
        </p:spPr>
        <p:txBody>
          <a:bodyPr lIns="92075" tIns="46038" rIns="92075" bIns="46038">
            <a:spAutoFit/>
          </a:bodyPr>
          <a:lstStyle/>
          <a:p>
            <a:pPr>
              <a:defRPr/>
            </a:pPr>
            <a:r>
              <a:rPr kumimoji="1" lang="en-US" altLang="zh-CN">
                <a:solidFill>
                  <a:srgbClr val="00FFFF"/>
                </a:solidFill>
                <a:effectLst>
                  <a:outerShdw blurRad="38100" dist="38100" dir="2700000" algn="tl">
                    <a:srgbClr val="000000"/>
                  </a:outerShdw>
                </a:effectLst>
              </a:rPr>
              <a:t>1.</a:t>
            </a:r>
            <a:r>
              <a:rPr kumimoji="1" lang="zh-CN" altLang="en-US">
                <a:solidFill>
                  <a:srgbClr val="00FFFF"/>
                </a:solidFill>
                <a:effectLst>
                  <a:outerShdw blurRad="38100" dist="38100" dir="2700000" algn="tl">
                    <a:srgbClr val="000000"/>
                  </a:outerShdw>
                </a:effectLst>
              </a:rPr>
              <a:t>功能原理</a:t>
            </a:r>
          </a:p>
        </p:txBody>
      </p:sp>
      <p:sp>
        <p:nvSpPr>
          <p:cNvPr id="561175" name="Text Box 23">
            <a:extLst>
              <a:ext uri="{FF2B5EF4-FFF2-40B4-BE49-F238E27FC236}">
                <a16:creationId xmlns:a16="http://schemas.microsoft.com/office/drawing/2014/main" id="{8FF36B5A-72B3-BC8F-144B-4A5A7121317A}"/>
              </a:ext>
            </a:extLst>
          </p:cNvPr>
          <p:cNvSpPr txBox="1">
            <a:spLocks noChangeArrowheads="1"/>
          </p:cNvSpPr>
          <p:nvPr/>
        </p:nvSpPr>
        <p:spPr bwMode="auto">
          <a:xfrm>
            <a:off x="779463" y="1370013"/>
            <a:ext cx="3781425" cy="457200"/>
          </a:xfrm>
          <a:prstGeom prst="rect">
            <a:avLst/>
          </a:prstGeom>
          <a:noFill/>
          <a:ln w="9525">
            <a:noFill/>
            <a:miter lim="800000"/>
            <a:headEnd/>
            <a:tailEnd/>
          </a:ln>
          <a:effectLst/>
        </p:spPr>
        <p:txBody>
          <a:bodyPr>
            <a:spAutoFit/>
          </a:bodyPr>
          <a:lstStyle/>
          <a:p>
            <a:pPr>
              <a:defRPr/>
            </a:pPr>
            <a:r>
              <a:rPr lang="zh-CN" altLang="en-US">
                <a:effectLst>
                  <a:outerShdw blurRad="38100" dist="38100" dir="2700000" algn="tl">
                    <a:srgbClr val="000000"/>
                  </a:outerShdw>
                </a:effectLst>
              </a:rPr>
              <a:t>由系统的动能定理有</a:t>
            </a:r>
          </a:p>
        </p:txBody>
      </p:sp>
      <p:graphicFrame>
        <p:nvGraphicFramePr>
          <p:cNvPr id="561176" name="Object 24">
            <a:extLst>
              <a:ext uri="{FF2B5EF4-FFF2-40B4-BE49-F238E27FC236}">
                <a16:creationId xmlns:a16="http://schemas.microsoft.com/office/drawing/2014/main" id="{F39B8D4B-1589-1AA4-32B8-11C32FD96144}"/>
              </a:ext>
            </a:extLst>
          </p:cNvPr>
          <p:cNvGraphicFramePr>
            <a:graphicFrameLocks noChangeAspect="1"/>
          </p:cNvGraphicFramePr>
          <p:nvPr/>
        </p:nvGraphicFramePr>
        <p:xfrm>
          <a:off x="1173163" y="1943100"/>
          <a:ext cx="2436812" cy="406400"/>
        </p:xfrm>
        <a:graphic>
          <a:graphicData uri="http://schemas.openxmlformats.org/presentationml/2006/ole">
            <mc:AlternateContent xmlns:mc="http://schemas.openxmlformats.org/markup-compatibility/2006">
              <mc:Choice xmlns:v="urn:schemas-microsoft-com:vml" Requires="v">
                <p:oleObj name="公式" r:id="rId2" imgW="2362262" imgH="327688" progId="Equation.3">
                  <p:embed/>
                </p:oleObj>
              </mc:Choice>
              <mc:Fallback>
                <p:oleObj name="公式" r:id="rId2" imgW="2362262" imgH="327688" progId="Equation.3">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163" y="1943100"/>
                        <a:ext cx="2436812" cy="406400"/>
                      </a:xfrm>
                      <a:prstGeom prst="rect">
                        <a:avLst/>
                      </a:prstGeom>
                      <a:noFill/>
                      <a:ln>
                        <a:noFill/>
                      </a:ln>
                      <a:effectLst/>
                      <a:extLst>
                        <a:ext uri="{909E8E84-426E-40DD-AFC4-6F175D3DCCD1}">
                          <a14:hiddenFill xmlns:a14="http://schemas.microsoft.com/office/drawing/2010/main">
                            <a:solidFill>
                              <a:srgbClr val="00CCFF">
                                <a:alpha val="25098"/>
                              </a:srgbClr>
                            </a:solidFill>
                          </a14:hiddenFill>
                        </a:ext>
                        <a:ext uri="{91240B29-F687-4F45-9708-019B960494DF}">
                          <a14:hiddenLine xmlns:a14="http://schemas.microsoft.com/office/drawing/2010/main" w="9525">
                            <a:solidFill>
                              <a:srgbClr val="FFFFFF">
                                <a:alpha val="25882"/>
                              </a:srgbClr>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77" name="AutoShape 25">
            <a:extLst>
              <a:ext uri="{FF2B5EF4-FFF2-40B4-BE49-F238E27FC236}">
                <a16:creationId xmlns:a16="http://schemas.microsoft.com/office/drawing/2014/main" id="{21C82630-6675-1659-90DF-508552AE35BB}"/>
              </a:ext>
            </a:extLst>
          </p:cNvPr>
          <p:cNvSpPr>
            <a:spLocks noChangeArrowheads="1"/>
          </p:cNvSpPr>
          <p:nvPr/>
        </p:nvSpPr>
        <p:spPr bwMode="auto">
          <a:xfrm>
            <a:off x="2479675" y="2398713"/>
            <a:ext cx="373063" cy="374650"/>
          </a:xfrm>
          <a:prstGeom prst="downArrow">
            <a:avLst>
              <a:gd name="adj1" fmla="val 49824"/>
              <a:gd name="adj2" fmla="val 41895"/>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61178" name="AutoShape 26">
            <a:extLst>
              <a:ext uri="{FF2B5EF4-FFF2-40B4-BE49-F238E27FC236}">
                <a16:creationId xmlns:a16="http://schemas.microsoft.com/office/drawing/2014/main" id="{302BC840-8284-71E5-93BE-2A7A8824E16E}"/>
              </a:ext>
            </a:extLst>
          </p:cNvPr>
          <p:cNvSpPr>
            <a:spLocks noChangeArrowheads="1"/>
          </p:cNvSpPr>
          <p:nvPr/>
        </p:nvSpPr>
        <p:spPr bwMode="auto">
          <a:xfrm>
            <a:off x="3852863" y="1995488"/>
            <a:ext cx="579437" cy="304800"/>
          </a:xfrm>
          <a:prstGeom prst="leftArrow">
            <a:avLst>
              <a:gd name="adj1" fmla="val 50000"/>
              <a:gd name="adj2" fmla="val 73436"/>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79" name="Object 27">
            <a:extLst>
              <a:ext uri="{FF2B5EF4-FFF2-40B4-BE49-F238E27FC236}">
                <a16:creationId xmlns:a16="http://schemas.microsoft.com/office/drawing/2014/main" id="{0591D360-BD9A-7D02-47EE-AFB972DDAF89}"/>
              </a:ext>
            </a:extLst>
          </p:cNvPr>
          <p:cNvGraphicFramePr>
            <a:graphicFrameLocks noChangeAspect="1"/>
          </p:cNvGraphicFramePr>
          <p:nvPr/>
        </p:nvGraphicFramePr>
        <p:xfrm>
          <a:off x="4699000" y="1944688"/>
          <a:ext cx="2055813" cy="406400"/>
        </p:xfrm>
        <a:graphic>
          <a:graphicData uri="http://schemas.openxmlformats.org/presentationml/2006/ole">
            <mc:AlternateContent xmlns:mc="http://schemas.openxmlformats.org/markup-compatibility/2006">
              <mc:Choice xmlns:v="urn:schemas-microsoft-com:vml" Requires="v">
                <p:oleObj name="公式" r:id="rId4" imgW="1981076" imgH="327688" progId="Equation.3">
                  <p:embed/>
                </p:oleObj>
              </mc:Choice>
              <mc:Fallback>
                <p:oleObj name="公式" r:id="rId4" imgW="1981076" imgH="327688" progId="Equation.3">
                  <p:embed/>
                  <p:pic>
                    <p:nvPicPr>
                      <p:cNvPr id="0"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000" y="1944688"/>
                        <a:ext cx="2055813"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1180" name="Object 28">
            <a:extLst>
              <a:ext uri="{FF2B5EF4-FFF2-40B4-BE49-F238E27FC236}">
                <a16:creationId xmlns:a16="http://schemas.microsoft.com/office/drawing/2014/main" id="{20FF2C8E-C706-859C-036F-F3505E949DB3}"/>
              </a:ext>
            </a:extLst>
          </p:cNvPr>
          <p:cNvGraphicFramePr>
            <a:graphicFrameLocks noChangeAspect="1"/>
          </p:cNvGraphicFramePr>
          <p:nvPr/>
        </p:nvGraphicFramePr>
        <p:xfrm>
          <a:off x="1179513" y="2728913"/>
          <a:ext cx="3452812" cy="406400"/>
        </p:xfrm>
        <a:graphic>
          <a:graphicData uri="http://schemas.openxmlformats.org/presentationml/2006/ole">
            <mc:AlternateContent xmlns:mc="http://schemas.openxmlformats.org/markup-compatibility/2006">
              <mc:Choice xmlns:v="urn:schemas-microsoft-com:vml" Requires="v">
                <p:oleObj name="公式" r:id="rId6" imgW="3375442" imgH="327688" progId="Equation.3">
                  <p:embed/>
                </p:oleObj>
              </mc:Choice>
              <mc:Fallback>
                <p:oleObj name="公式" r:id="rId6" imgW="3375442" imgH="327688" progId="Equation.3">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9513" y="2728913"/>
                        <a:ext cx="34528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1" name="AutoShape 29">
            <a:extLst>
              <a:ext uri="{FF2B5EF4-FFF2-40B4-BE49-F238E27FC236}">
                <a16:creationId xmlns:a16="http://schemas.microsoft.com/office/drawing/2014/main" id="{3B6476A5-708C-A60B-CB16-1A3D85C662E9}"/>
              </a:ext>
            </a:extLst>
          </p:cNvPr>
          <p:cNvSpPr>
            <a:spLocks noChangeArrowheads="1"/>
          </p:cNvSpPr>
          <p:nvPr/>
        </p:nvSpPr>
        <p:spPr bwMode="auto">
          <a:xfrm>
            <a:off x="4806950" y="2794000"/>
            <a:ext cx="385763" cy="304800"/>
          </a:xfrm>
          <a:prstGeom prst="leftArrow">
            <a:avLst>
              <a:gd name="adj1" fmla="val 50000"/>
              <a:gd name="adj2" fmla="val 48891"/>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82" name="Object 30">
            <a:extLst>
              <a:ext uri="{FF2B5EF4-FFF2-40B4-BE49-F238E27FC236}">
                <a16:creationId xmlns:a16="http://schemas.microsoft.com/office/drawing/2014/main" id="{4D85414C-DB94-0CD6-ACC9-C33FB732D51B}"/>
              </a:ext>
            </a:extLst>
          </p:cNvPr>
          <p:cNvGraphicFramePr>
            <a:graphicFrameLocks noChangeAspect="1"/>
          </p:cNvGraphicFramePr>
          <p:nvPr/>
        </p:nvGraphicFramePr>
        <p:xfrm>
          <a:off x="5349875" y="2724150"/>
          <a:ext cx="1549400" cy="419100"/>
        </p:xfrm>
        <a:graphic>
          <a:graphicData uri="http://schemas.openxmlformats.org/presentationml/2006/ole">
            <mc:AlternateContent xmlns:mc="http://schemas.openxmlformats.org/markup-compatibility/2006">
              <mc:Choice xmlns:v="urn:schemas-microsoft-com:vml" Requires="v">
                <p:oleObj name="公式" r:id="rId8" imgW="1470504" imgH="343149" progId="Equation.3">
                  <p:embed/>
                </p:oleObj>
              </mc:Choice>
              <mc:Fallback>
                <p:oleObj name="公式" r:id="rId8" imgW="1470504" imgH="343149"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9875" y="2724150"/>
                        <a:ext cx="15494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1183" name="Object 31">
            <a:extLst>
              <a:ext uri="{FF2B5EF4-FFF2-40B4-BE49-F238E27FC236}">
                <a16:creationId xmlns:a16="http://schemas.microsoft.com/office/drawing/2014/main" id="{48980562-A119-260F-ED50-54852312B321}"/>
              </a:ext>
            </a:extLst>
          </p:cNvPr>
          <p:cNvGraphicFramePr>
            <a:graphicFrameLocks noChangeAspect="1"/>
          </p:cNvGraphicFramePr>
          <p:nvPr/>
        </p:nvGraphicFramePr>
        <p:xfrm>
          <a:off x="6945313" y="2724150"/>
          <a:ext cx="1765300" cy="419100"/>
        </p:xfrm>
        <a:graphic>
          <a:graphicData uri="http://schemas.openxmlformats.org/presentationml/2006/ole">
            <mc:AlternateContent xmlns:mc="http://schemas.openxmlformats.org/markup-compatibility/2006">
              <mc:Choice xmlns:v="urn:schemas-microsoft-com:vml" Requires="v">
                <p:oleObj name="公式" r:id="rId10" imgW="1691453" imgH="343149" progId="Equation.3">
                  <p:embed/>
                </p:oleObj>
              </mc:Choice>
              <mc:Fallback>
                <p:oleObj name="公式" r:id="rId10" imgW="1691453" imgH="343149" progId="Equation.3">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45313" y="2724150"/>
                        <a:ext cx="17653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4" name="AutoShape 32">
            <a:extLst>
              <a:ext uri="{FF2B5EF4-FFF2-40B4-BE49-F238E27FC236}">
                <a16:creationId xmlns:a16="http://schemas.microsoft.com/office/drawing/2014/main" id="{1CBB010C-77AD-6468-2371-5612DB86D1CB}"/>
              </a:ext>
            </a:extLst>
          </p:cNvPr>
          <p:cNvSpPr>
            <a:spLocks noChangeArrowheads="1"/>
          </p:cNvSpPr>
          <p:nvPr/>
        </p:nvSpPr>
        <p:spPr bwMode="auto">
          <a:xfrm>
            <a:off x="2479675" y="3197225"/>
            <a:ext cx="373063" cy="374650"/>
          </a:xfrm>
          <a:prstGeom prst="downArrow">
            <a:avLst>
              <a:gd name="adj1" fmla="val 49824"/>
              <a:gd name="adj2" fmla="val 41895"/>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85" name="Object 33">
            <a:extLst>
              <a:ext uri="{FF2B5EF4-FFF2-40B4-BE49-F238E27FC236}">
                <a16:creationId xmlns:a16="http://schemas.microsoft.com/office/drawing/2014/main" id="{E7C16DC1-5034-9CA1-64DC-E84136EED511}"/>
              </a:ext>
            </a:extLst>
          </p:cNvPr>
          <p:cNvGraphicFramePr>
            <a:graphicFrameLocks noChangeAspect="1"/>
          </p:cNvGraphicFramePr>
          <p:nvPr/>
        </p:nvGraphicFramePr>
        <p:xfrm>
          <a:off x="1192213" y="3575050"/>
          <a:ext cx="4456112" cy="419100"/>
        </p:xfrm>
        <a:graphic>
          <a:graphicData uri="http://schemas.openxmlformats.org/presentationml/2006/ole">
            <mc:AlternateContent xmlns:mc="http://schemas.openxmlformats.org/markup-compatibility/2006">
              <mc:Choice xmlns:v="urn:schemas-microsoft-com:vml" Requires="v">
                <p:oleObj name="公式" r:id="rId12" imgW="4381656" imgH="343149" progId="Equation.3">
                  <p:embed/>
                </p:oleObj>
              </mc:Choice>
              <mc:Fallback>
                <p:oleObj name="公式" r:id="rId12" imgW="4381656" imgH="343149" progId="Equation.3">
                  <p:embed/>
                  <p:pic>
                    <p:nvPicPr>
                      <p:cNvPr id="0" name="Object 3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92213" y="3575050"/>
                        <a:ext cx="445611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6" name="AutoShape 34">
            <a:extLst>
              <a:ext uri="{FF2B5EF4-FFF2-40B4-BE49-F238E27FC236}">
                <a16:creationId xmlns:a16="http://schemas.microsoft.com/office/drawing/2014/main" id="{60627C7B-2F82-0DF4-C849-28380A7DD367}"/>
              </a:ext>
            </a:extLst>
          </p:cNvPr>
          <p:cNvSpPr>
            <a:spLocks noChangeArrowheads="1"/>
          </p:cNvSpPr>
          <p:nvPr/>
        </p:nvSpPr>
        <p:spPr bwMode="auto">
          <a:xfrm>
            <a:off x="2479675" y="4024313"/>
            <a:ext cx="373063" cy="374650"/>
          </a:xfrm>
          <a:prstGeom prst="downArrow">
            <a:avLst>
              <a:gd name="adj1" fmla="val 49824"/>
              <a:gd name="adj2" fmla="val 41895"/>
            </a:avLst>
          </a:prstGeom>
          <a:solidFill>
            <a:srgbClr val="33CCCC">
              <a:alpha val="70000"/>
            </a:srgbClr>
          </a:solidFill>
          <a:ln w="9525" algn="ctr">
            <a:solidFill>
              <a:srgbClr val="B2B2B2">
                <a:alpha val="50000"/>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1187" name="Object 35">
            <a:extLst>
              <a:ext uri="{FF2B5EF4-FFF2-40B4-BE49-F238E27FC236}">
                <a16:creationId xmlns:a16="http://schemas.microsoft.com/office/drawing/2014/main" id="{410EBEDD-2E91-61BE-0E74-5F10642A690C}"/>
              </a:ext>
            </a:extLst>
          </p:cNvPr>
          <p:cNvGraphicFramePr>
            <a:graphicFrameLocks noChangeAspect="1"/>
          </p:cNvGraphicFramePr>
          <p:nvPr/>
        </p:nvGraphicFramePr>
        <p:xfrm>
          <a:off x="1430338" y="4510088"/>
          <a:ext cx="2627312" cy="406400"/>
        </p:xfrm>
        <a:graphic>
          <a:graphicData uri="http://schemas.openxmlformats.org/presentationml/2006/ole">
            <mc:AlternateContent xmlns:mc="http://schemas.openxmlformats.org/markup-compatibility/2006">
              <mc:Choice xmlns:v="urn:schemas-microsoft-com:vml" Requires="v">
                <p:oleObj name="公式" r:id="rId14" imgW="2552856" imgH="327688" progId="Equation.3">
                  <p:embed/>
                </p:oleObj>
              </mc:Choice>
              <mc:Fallback>
                <p:oleObj name="公式" r:id="rId14" imgW="2552856" imgH="327688" progId="Equation.3">
                  <p:embed/>
                  <p:pic>
                    <p:nvPicPr>
                      <p:cNvPr id="0" name="Object 3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30338" y="4510088"/>
                        <a:ext cx="2627312" cy="406400"/>
                      </a:xfrm>
                      <a:prstGeom prst="rect">
                        <a:avLst/>
                      </a:prstGeom>
                      <a:solidFill>
                        <a:srgbClr val="00CCFF">
                          <a:alpha val="25098"/>
                        </a:srgbClr>
                      </a:solidFill>
                      <a:ln w="9525">
                        <a:solidFill>
                          <a:srgbClr val="FFFFFF">
                            <a:alpha val="25098"/>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88" name="Text Box 36">
            <a:extLst>
              <a:ext uri="{FF2B5EF4-FFF2-40B4-BE49-F238E27FC236}">
                <a16:creationId xmlns:a16="http://schemas.microsoft.com/office/drawing/2014/main" id="{8AC36F85-3329-9A6A-3AFC-EFFBA862FF7B}"/>
              </a:ext>
            </a:extLst>
          </p:cNvPr>
          <p:cNvSpPr txBox="1">
            <a:spLocks noChangeArrowheads="1"/>
          </p:cNvSpPr>
          <p:nvPr/>
        </p:nvSpPr>
        <p:spPr bwMode="auto">
          <a:xfrm>
            <a:off x="4068763" y="4486275"/>
            <a:ext cx="2046287" cy="442913"/>
          </a:xfrm>
          <a:prstGeom prst="rect">
            <a:avLst/>
          </a:prstGeom>
          <a:noFill/>
          <a:ln w="76200" cmpd="tri">
            <a:noFill/>
            <a:miter lim="800000"/>
            <a:headEnd/>
            <a:tailEnd/>
          </a:ln>
          <a:effectLst/>
        </p:spPr>
        <p:txBody>
          <a:bodyPr>
            <a:spAutoFit/>
          </a:bodyPr>
          <a:lstStyle/>
          <a:p>
            <a:pPr marL="88900" indent="-88900">
              <a:lnSpc>
                <a:spcPct val="115000"/>
              </a:lnSpc>
              <a:buClr>
                <a:schemeClr val="hlink"/>
              </a:buClr>
              <a:buFont typeface="Monotype Sorts" pitchFamily="2" charset="2"/>
              <a:buNone/>
              <a:defRPr/>
            </a:pPr>
            <a:r>
              <a:rPr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r>
              <a:rPr lang="zh-CN" altLang="en-US" sz="2000">
                <a:solidFill>
                  <a:srgbClr val="FF9900"/>
                </a:solidFill>
                <a:effectLst>
                  <a:outerShdw blurRad="38100" dist="38100" dir="2700000" algn="tl">
                    <a:srgbClr val="000000"/>
                  </a:outerShdw>
                </a:effectLst>
                <a:latin typeface="楷体_GB2312" pitchFamily="49" charset="-122"/>
                <a:ea typeface="楷体_GB2312" pitchFamily="49" charset="-122"/>
              </a:rPr>
              <a:t>功能原理</a:t>
            </a:r>
            <a:r>
              <a:rPr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p>
        </p:txBody>
      </p:sp>
      <p:sp>
        <p:nvSpPr>
          <p:cNvPr id="561189" name="Text Box 37">
            <a:extLst>
              <a:ext uri="{FF2B5EF4-FFF2-40B4-BE49-F238E27FC236}">
                <a16:creationId xmlns:a16="http://schemas.microsoft.com/office/drawing/2014/main" id="{003EC1D8-C953-A8B5-3102-AE4A810EF65B}"/>
              </a:ext>
            </a:extLst>
          </p:cNvPr>
          <p:cNvSpPr txBox="1">
            <a:spLocks noChangeArrowheads="1"/>
          </p:cNvSpPr>
          <p:nvPr/>
        </p:nvSpPr>
        <p:spPr bwMode="auto">
          <a:xfrm>
            <a:off x="696913" y="5253038"/>
            <a:ext cx="7807325" cy="977900"/>
          </a:xfrm>
          <a:prstGeom prst="rect">
            <a:avLst/>
          </a:prstGeom>
          <a:solidFill>
            <a:srgbClr val="33CCCC">
              <a:alpha val="10001"/>
            </a:srgbClr>
          </a:solidFill>
          <a:ln w="9525">
            <a:solidFill>
              <a:srgbClr val="B2B2B2">
                <a:alpha val="50000"/>
              </a:srgbClr>
            </a:solidFill>
            <a:miter lim="800000"/>
            <a:headEnd/>
            <a:tailEnd/>
          </a:ln>
          <a:effectLst/>
        </p:spPr>
        <p:txBody>
          <a:bodyPr>
            <a:spAutoFit/>
          </a:bodyPr>
          <a:lstStyle/>
          <a:p>
            <a:pPr algn="ctr">
              <a:lnSpc>
                <a:spcPct val="120000"/>
              </a:lnSpc>
              <a:buClr>
                <a:srgbClr val="00CCFF"/>
              </a:buClr>
              <a:buFont typeface="Monotype Sorts" pitchFamily="2" charset="2"/>
              <a:buNone/>
              <a:defRPr/>
            </a:pPr>
            <a:r>
              <a:rPr lang="zh-CN" altLang="en-US">
                <a:effectLst>
                  <a:outerShdw blurRad="38100" dist="38100" dir="2700000" algn="tl">
                    <a:srgbClr val="000000"/>
                  </a:outerShdw>
                </a:effectLst>
              </a:rPr>
              <a:t>作用于质点系内各质点上的所有外力和非保守内力在某一过程中作功的总和，等于质点系机械能的增量。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61154"/>
                                        </p:tgtEl>
                                        <p:attrNameLst>
                                          <p:attrName>style.visibility</p:attrName>
                                        </p:attrNameLst>
                                      </p:cBhvr>
                                      <p:to>
                                        <p:strVal val="visible"/>
                                      </p:to>
                                    </p:set>
                                    <p:animEffect transition="in" filter="wipe(left)">
                                      <p:cBhvr>
                                        <p:cTn id="7" dur="500"/>
                                        <p:tgtEl>
                                          <p:spTgt spid="561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1174"/>
                                        </p:tgtEl>
                                        <p:attrNameLst>
                                          <p:attrName>style.visibility</p:attrName>
                                        </p:attrNameLst>
                                      </p:cBhvr>
                                      <p:to>
                                        <p:strVal val="visible"/>
                                      </p:to>
                                    </p:set>
                                    <p:animEffect transition="in" filter="wipe(left)">
                                      <p:cBhvr>
                                        <p:cTn id="12" dur="500"/>
                                        <p:tgtEl>
                                          <p:spTgt spid="561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61175"/>
                                        </p:tgtEl>
                                        <p:attrNameLst>
                                          <p:attrName>style.visibility</p:attrName>
                                        </p:attrNameLst>
                                      </p:cBhvr>
                                      <p:to>
                                        <p:strVal val="visible"/>
                                      </p:to>
                                    </p:set>
                                    <p:animEffect transition="in" filter="wipe(left)">
                                      <p:cBhvr>
                                        <p:cTn id="17" dur="500"/>
                                        <p:tgtEl>
                                          <p:spTgt spid="5611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61176"/>
                                        </p:tgtEl>
                                        <p:attrNameLst>
                                          <p:attrName>style.visibility</p:attrName>
                                        </p:attrNameLst>
                                      </p:cBhvr>
                                      <p:to>
                                        <p:strVal val="visible"/>
                                      </p:to>
                                    </p:set>
                                    <p:animEffect transition="in" filter="wipe(left)">
                                      <p:cBhvr>
                                        <p:cTn id="22" dur="500"/>
                                        <p:tgtEl>
                                          <p:spTgt spid="5611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61179"/>
                                        </p:tgtEl>
                                        <p:attrNameLst>
                                          <p:attrName>style.visibility</p:attrName>
                                        </p:attrNameLst>
                                      </p:cBhvr>
                                      <p:to>
                                        <p:strVal val="visible"/>
                                      </p:to>
                                    </p:set>
                                    <p:animEffect transition="in" filter="wipe(left)">
                                      <p:cBhvr>
                                        <p:cTn id="27" dur="500"/>
                                        <p:tgtEl>
                                          <p:spTgt spid="5611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561178"/>
                                        </p:tgtEl>
                                        <p:attrNameLst>
                                          <p:attrName>style.visibility</p:attrName>
                                        </p:attrNameLst>
                                      </p:cBhvr>
                                      <p:to>
                                        <p:strVal val="visible"/>
                                      </p:to>
                                    </p:set>
                                    <p:animEffect transition="in" filter="wipe(right)">
                                      <p:cBhvr>
                                        <p:cTn id="32" dur="500"/>
                                        <p:tgtEl>
                                          <p:spTgt spid="56117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561177"/>
                                        </p:tgtEl>
                                        <p:attrNameLst>
                                          <p:attrName>style.visibility</p:attrName>
                                        </p:attrNameLst>
                                      </p:cBhvr>
                                      <p:to>
                                        <p:strVal val="visible"/>
                                      </p:to>
                                    </p:set>
                                    <p:animEffect transition="in" filter="wipe(up)">
                                      <p:cBhvr>
                                        <p:cTn id="37" dur="500"/>
                                        <p:tgtEl>
                                          <p:spTgt spid="5611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61180"/>
                                        </p:tgtEl>
                                        <p:attrNameLst>
                                          <p:attrName>style.visibility</p:attrName>
                                        </p:attrNameLst>
                                      </p:cBhvr>
                                      <p:to>
                                        <p:strVal val="visible"/>
                                      </p:to>
                                    </p:set>
                                    <p:animEffect transition="in" filter="wipe(left)">
                                      <p:cBhvr>
                                        <p:cTn id="42" dur="500"/>
                                        <p:tgtEl>
                                          <p:spTgt spid="5611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61182"/>
                                        </p:tgtEl>
                                        <p:attrNameLst>
                                          <p:attrName>style.visibility</p:attrName>
                                        </p:attrNameLst>
                                      </p:cBhvr>
                                      <p:to>
                                        <p:strVal val="visible"/>
                                      </p:to>
                                    </p:set>
                                    <p:animEffect transition="in" filter="wipe(left)">
                                      <p:cBhvr>
                                        <p:cTn id="47" dur="500"/>
                                        <p:tgtEl>
                                          <p:spTgt spid="56118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61183"/>
                                        </p:tgtEl>
                                        <p:attrNameLst>
                                          <p:attrName>style.visibility</p:attrName>
                                        </p:attrNameLst>
                                      </p:cBhvr>
                                      <p:to>
                                        <p:strVal val="visible"/>
                                      </p:to>
                                    </p:set>
                                    <p:animEffect transition="in" filter="wipe(left)">
                                      <p:cBhvr>
                                        <p:cTn id="52" dur="500"/>
                                        <p:tgtEl>
                                          <p:spTgt spid="56118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561181"/>
                                        </p:tgtEl>
                                        <p:attrNameLst>
                                          <p:attrName>style.visibility</p:attrName>
                                        </p:attrNameLst>
                                      </p:cBhvr>
                                      <p:to>
                                        <p:strVal val="visible"/>
                                      </p:to>
                                    </p:set>
                                    <p:animEffect transition="in" filter="wipe(right)">
                                      <p:cBhvr>
                                        <p:cTn id="57" dur="500"/>
                                        <p:tgtEl>
                                          <p:spTgt spid="561181"/>
                                        </p:tgtEl>
                                      </p:cBhvr>
                                    </p:animEffect>
                                  </p:childTnLst>
                                </p:cTn>
                              </p:par>
                              <p:par>
                                <p:cTn id="58" presetID="22" presetClass="entr" presetSubtype="1" fill="hold" nodeType="withEffect">
                                  <p:stCondLst>
                                    <p:cond delay="0"/>
                                  </p:stCondLst>
                                  <p:childTnLst>
                                    <p:set>
                                      <p:cBhvr>
                                        <p:cTn id="59" dur="1" fill="hold">
                                          <p:stCondLst>
                                            <p:cond delay="0"/>
                                          </p:stCondLst>
                                        </p:cTn>
                                        <p:tgtEl>
                                          <p:spTgt spid="561184"/>
                                        </p:tgtEl>
                                        <p:attrNameLst>
                                          <p:attrName>style.visibility</p:attrName>
                                        </p:attrNameLst>
                                      </p:cBhvr>
                                      <p:to>
                                        <p:strVal val="visible"/>
                                      </p:to>
                                    </p:set>
                                    <p:animEffect transition="in" filter="wipe(up)">
                                      <p:cBhvr>
                                        <p:cTn id="60" dur="500"/>
                                        <p:tgtEl>
                                          <p:spTgt spid="56118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561185"/>
                                        </p:tgtEl>
                                        <p:attrNameLst>
                                          <p:attrName>style.visibility</p:attrName>
                                        </p:attrNameLst>
                                      </p:cBhvr>
                                      <p:to>
                                        <p:strVal val="visible"/>
                                      </p:to>
                                    </p:set>
                                    <p:animEffect transition="in" filter="wipe(left)">
                                      <p:cBhvr>
                                        <p:cTn id="65" dur="500"/>
                                        <p:tgtEl>
                                          <p:spTgt spid="561185"/>
                                        </p:tgtEl>
                                      </p:cBhvr>
                                    </p:animEffect>
                                  </p:childTnLst>
                                </p:cTn>
                              </p:par>
                              <p:par>
                                <p:cTn id="66" presetID="22" presetClass="entr" presetSubtype="1" fill="hold" nodeType="withEffect">
                                  <p:stCondLst>
                                    <p:cond delay="0"/>
                                  </p:stCondLst>
                                  <p:childTnLst>
                                    <p:set>
                                      <p:cBhvr>
                                        <p:cTn id="67" dur="1" fill="hold">
                                          <p:stCondLst>
                                            <p:cond delay="0"/>
                                          </p:stCondLst>
                                        </p:cTn>
                                        <p:tgtEl>
                                          <p:spTgt spid="561186"/>
                                        </p:tgtEl>
                                        <p:attrNameLst>
                                          <p:attrName>style.visibility</p:attrName>
                                        </p:attrNameLst>
                                      </p:cBhvr>
                                      <p:to>
                                        <p:strVal val="visible"/>
                                      </p:to>
                                    </p:set>
                                    <p:animEffect transition="in" filter="wipe(up)">
                                      <p:cBhvr>
                                        <p:cTn id="68" dur="500"/>
                                        <p:tgtEl>
                                          <p:spTgt spid="56118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561187"/>
                                        </p:tgtEl>
                                        <p:attrNameLst>
                                          <p:attrName>style.visibility</p:attrName>
                                        </p:attrNameLst>
                                      </p:cBhvr>
                                      <p:to>
                                        <p:strVal val="visible"/>
                                      </p:to>
                                    </p:set>
                                    <p:animEffect transition="in" filter="wipe(left)">
                                      <p:cBhvr>
                                        <p:cTn id="73" dur="500"/>
                                        <p:tgtEl>
                                          <p:spTgt spid="56118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561188"/>
                                        </p:tgtEl>
                                        <p:attrNameLst>
                                          <p:attrName>style.visibility</p:attrName>
                                        </p:attrNameLst>
                                      </p:cBhvr>
                                      <p:to>
                                        <p:strVal val="visible"/>
                                      </p:to>
                                    </p:set>
                                    <p:animEffect transition="in" filter="wipe(left)">
                                      <p:cBhvr>
                                        <p:cTn id="78" dur="500"/>
                                        <p:tgtEl>
                                          <p:spTgt spid="56118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561189"/>
                                        </p:tgtEl>
                                        <p:attrNameLst>
                                          <p:attrName>style.visibility</p:attrName>
                                        </p:attrNameLst>
                                      </p:cBhvr>
                                      <p:to>
                                        <p:strVal val="visible"/>
                                      </p:to>
                                    </p:set>
                                    <p:animEffect transition="in" filter="wipe(left)">
                                      <p:cBhvr>
                                        <p:cTn id="83" dur="500"/>
                                        <p:tgtEl>
                                          <p:spTgt spid="561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4" grpId="0" autoUpdateAnimBg="0"/>
      <p:bldP spid="561174" grpId="0"/>
      <p:bldP spid="561175" grpId="0"/>
      <p:bldP spid="561177" grpId="0" animBg="1"/>
      <p:bldP spid="561178" grpId="0" animBg="1"/>
      <p:bldP spid="561181" grpId="0" animBg="1"/>
      <p:bldP spid="561184" grpId="0" animBg="1"/>
      <p:bldP spid="561186" grpId="0" animBg="1"/>
      <p:bldP spid="561188" grpId="0"/>
      <p:bldP spid="56118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Text Box 2">
            <a:extLst>
              <a:ext uri="{FF2B5EF4-FFF2-40B4-BE49-F238E27FC236}">
                <a16:creationId xmlns:a16="http://schemas.microsoft.com/office/drawing/2014/main" id="{A945D44D-7204-6F1B-72CB-F09863296ABE}"/>
              </a:ext>
            </a:extLst>
          </p:cNvPr>
          <p:cNvSpPr txBox="1">
            <a:spLocks noChangeArrowheads="1"/>
          </p:cNvSpPr>
          <p:nvPr/>
        </p:nvSpPr>
        <p:spPr bwMode="auto">
          <a:xfrm>
            <a:off x="735013" y="892175"/>
            <a:ext cx="3527425" cy="457200"/>
          </a:xfrm>
          <a:prstGeom prst="rect">
            <a:avLst/>
          </a:prstGeom>
          <a:noFill/>
          <a:ln w="9525">
            <a:noFill/>
            <a:miter lim="800000"/>
            <a:headEnd/>
            <a:tailEnd/>
          </a:ln>
          <a:effectLst/>
        </p:spPr>
        <p:txBody>
          <a:bodyPr>
            <a:spAutoFit/>
          </a:bodyPr>
          <a:lstStyle/>
          <a:p>
            <a:pPr>
              <a:defRPr/>
            </a:pPr>
            <a:r>
              <a:rPr lang="zh-CN" altLang="en-US">
                <a:effectLst>
                  <a:outerShdw blurRad="38100" dist="38100" dir="2700000" algn="tl">
                    <a:srgbClr val="000000"/>
                  </a:outerShdw>
                </a:effectLst>
              </a:rPr>
              <a:t>系统的功能原理</a:t>
            </a:r>
          </a:p>
        </p:txBody>
      </p:sp>
      <p:sp>
        <p:nvSpPr>
          <p:cNvPr id="626691" name="Text Box 3">
            <a:extLst>
              <a:ext uri="{FF2B5EF4-FFF2-40B4-BE49-F238E27FC236}">
                <a16:creationId xmlns:a16="http://schemas.microsoft.com/office/drawing/2014/main" id="{9FD837B9-164C-8E20-6075-7FB607617238}"/>
              </a:ext>
            </a:extLst>
          </p:cNvPr>
          <p:cNvSpPr txBox="1">
            <a:spLocks noChangeArrowheads="1"/>
          </p:cNvSpPr>
          <p:nvPr/>
        </p:nvSpPr>
        <p:spPr bwMode="auto">
          <a:xfrm>
            <a:off x="1346200" y="1993900"/>
            <a:ext cx="617538" cy="457200"/>
          </a:xfrm>
          <a:prstGeom prst="rect">
            <a:avLst/>
          </a:prstGeom>
          <a:noFill/>
          <a:ln w="9525">
            <a:noFill/>
            <a:miter lim="800000"/>
            <a:headEnd/>
            <a:tailEnd/>
          </a:ln>
          <a:effectLst/>
        </p:spPr>
        <p:txBody>
          <a:bodyPr>
            <a:spAutoFit/>
          </a:bodyPr>
          <a:lstStyle/>
          <a:p>
            <a:pPr>
              <a:defRPr/>
            </a:pPr>
            <a:r>
              <a:rPr lang="zh-CN" altLang="en-US">
                <a:effectLst>
                  <a:outerShdw blurRad="38100" dist="38100" dir="2700000" algn="tl">
                    <a:srgbClr val="000000"/>
                  </a:outerShdw>
                </a:effectLst>
              </a:rPr>
              <a:t>当</a:t>
            </a:r>
          </a:p>
        </p:txBody>
      </p:sp>
      <p:sp>
        <p:nvSpPr>
          <p:cNvPr id="626692" name="Rectangle 4">
            <a:extLst>
              <a:ext uri="{FF2B5EF4-FFF2-40B4-BE49-F238E27FC236}">
                <a16:creationId xmlns:a16="http://schemas.microsoft.com/office/drawing/2014/main" id="{E9DB73DB-5637-29A7-1CA1-4615D95888BF}"/>
              </a:ext>
            </a:extLst>
          </p:cNvPr>
          <p:cNvSpPr>
            <a:spLocks noChangeArrowheads="1"/>
          </p:cNvSpPr>
          <p:nvPr/>
        </p:nvSpPr>
        <p:spPr bwMode="auto">
          <a:xfrm>
            <a:off x="447675" y="390525"/>
            <a:ext cx="5824538" cy="457200"/>
          </a:xfrm>
          <a:prstGeom prst="rect">
            <a:avLst/>
          </a:prstGeom>
          <a:noFill/>
          <a:ln w="9525">
            <a:noFill/>
            <a:miter lim="800000"/>
            <a:headEnd/>
            <a:tailEnd/>
          </a:ln>
          <a:effectLst/>
        </p:spPr>
        <p:txBody>
          <a:bodyPr lIns="92075" tIns="46038" rIns="92075" bIns="46038">
            <a:spAutoFit/>
          </a:bodyPr>
          <a:lstStyle/>
          <a:p>
            <a:pPr>
              <a:defRPr/>
            </a:pPr>
            <a:r>
              <a:rPr kumimoji="1" lang="en-US" altLang="zh-CN">
                <a:solidFill>
                  <a:srgbClr val="00FFCC"/>
                </a:solidFill>
                <a:effectLst>
                  <a:outerShdw blurRad="38100" dist="38100" dir="2700000" algn="tl">
                    <a:srgbClr val="000000"/>
                  </a:outerShdw>
                </a:effectLst>
                <a:latin typeface="Times New Roman" pitchFamily="18" charset="0"/>
                <a:ea typeface="宋体" pitchFamily="2" charset="-122"/>
              </a:rPr>
              <a:t>2. </a:t>
            </a:r>
            <a:r>
              <a:rPr kumimoji="1" lang="zh-CN" altLang="en-US">
                <a:solidFill>
                  <a:srgbClr val="00FFCC"/>
                </a:solidFill>
                <a:effectLst>
                  <a:outerShdw blurRad="38100" dist="38100" dir="2700000" algn="tl">
                    <a:srgbClr val="000000"/>
                  </a:outerShdw>
                </a:effectLst>
                <a:latin typeface="Times New Roman" pitchFamily="18" charset="0"/>
                <a:ea typeface="宋体" pitchFamily="2" charset="-122"/>
              </a:rPr>
              <a:t>机械能守恒定律</a:t>
            </a:r>
          </a:p>
        </p:txBody>
      </p:sp>
      <p:sp>
        <p:nvSpPr>
          <p:cNvPr id="626693" name="Text Box 5">
            <a:extLst>
              <a:ext uri="{FF2B5EF4-FFF2-40B4-BE49-F238E27FC236}">
                <a16:creationId xmlns:a16="http://schemas.microsoft.com/office/drawing/2014/main" id="{AB52ACE0-6905-06DE-B9AF-E97ABFAC3E85}"/>
              </a:ext>
            </a:extLst>
          </p:cNvPr>
          <p:cNvSpPr txBox="1">
            <a:spLocks noChangeArrowheads="1"/>
          </p:cNvSpPr>
          <p:nvPr/>
        </p:nvSpPr>
        <p:spPr bwMode="auto">
          <a:xfrm>
            <a:off x="5273675" y="2705100"/>
            <a:ext cx="3336925" cy="457200"/>
          </a:xfrm>
          <a:prstGeom prst="rect">
            <a:avLst/>
          </a:prstGeom>
          <a:noFill/>
          <a:ln w="76200" cmpd="tri">
            <a:noFill/>
            <a:miter lim="800000"/>
            <a:headEnd/>
            <a:tailEnd/>
          </a:ln>
          <a:effectLst/>
        </p:spPr>
        <p:txBody>
          <a:bodyPr>
            <a:spAutoFit/>
          </a:bodyPr>
          <a:lstStyle/>
          <a:p>
            <a:pPr>
              <a:lnSpc>
                <a:spcPct val="120000"/>
              </a:lnSpc>
              <a:buClr>
                <a:schemeClr val="hlink"/>
              </a:buClr>
              <a:buFont typeface="Monotype Sorts" pitchFamily="2" charset="2"/>
              <a:buNone/>
              <a:defRPr/>
            </a:pPr>
            <a:r>
              <a:rPr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r>
              <a:rPr lang="zh-CN" altLang="en-US" sz="2000">
                <a:solidFill>
                  <a:srgbClr val="FF9900"/>
                </a:solidFill>
                <a:effectLst>
                  <a:outerShdw blurRad="38100" dist="38100" dir="2700000" algn="tl">
                    <a:srgbClr val="000000"/>
                  </a:outerShdw>
                </a:effectLst>
                <a:latin typeface="楷体_GB2312" pitchFamily="49" charset="-122"/>
                <a:ea typeface="楷体_GB2312" pitchFamily="49" charset="-122"/>
              </a:rPr>
              <a:t>质点系的机械能守恒定律</a:t>
            </a:r>
            <a:r>
              <a:rPr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p>
        </p:txBody>
      </p:sp>
      <p:sp>
        <p:nvSpPr>
          <p:cNvPr id="626694" name="Text Box 6">
            <a:extLst>
              <a:ext uri="{FF2B5EF4-FFF2-40B4-BE49-F238E27FC236}">
                <a16:creationId xmlns:a16="http://schemas.microsoft.com/office/drawing/2014/main" id="{2695690B-78C7-83E5-33B7-46BF9F392010}"/>
              </a:ext>
            </a:extLst>
          </p:cNvPr>
          <p:cNvSpPr txBox="1">
            <a:spLocks noChangeArrowheads="1"/>
          </p:cNvSpPr>
          <p:nvPr/>
        </p:nvSpPr>
        <p:spPr bwMode="auto">
          <a:xfrm>
            <a:off x="368300" y="4600575"/>
            <a:ext cx="4386263" cy="530225"/>
          </a:xfrm>
          <a:prstGeom prst="rect">
            <a:avLst/>
          </a:prstGeom>
          <a:noFill/>
          <a:ln w="9525">
            <a:noFill/>
            <a:miter lim="800000"/>
            <a:headEnd/>
            <a:tailEnd/>
          </a:ln>
          <a:effectLst/>
        </p:spPr>
        <p:txBody>
          <a:bodyPr>
            <a:spAutoFit/>
          </a:bodyPr>
          <a:lstStyle/>
          <a:p>
            <a:pPr>
              <a:lnSpc>
                <a:spcPct val="120000"/>
              </a:lnSpc>
              <a:buClr>
                <a:srgbClr val="66FFFF"/>
              </a:buClr>
              <a:buSzPct val="80000"/>
              <a:buFont typeface="Wingdings" pitchFamily="2" charset="2"/>
              <a:buChar char="u"/>
              <a:defRPr/>
            </a:pPr>
            <a:r>
              <a:rPr lang="en-US" altLang="zh-CN">
                <a:effectLst>
                  <a:outerShdw blurRad="38100" dist="38100" dir="2700000" algn="tl">
                    <a:srgbClr val="000000"/>
                  </a:outerShdw>
                </a:effectLst>
                <a:latin typeface="Times New Roman" pitchFamily="18" charset="0"/>
                <a:ea typeface="宋体" pitchFamily="2" charset="-122"/>
              </a:rPr>
              <a:t> </a:t>
            </a:r>
            <a:r>
              <a:rPr lang="zh-CN" altLang="en-US">
                <a:effectLst>
                  <a:outerShdw blurRad="38100" dist="38100" dir="2700000" algn="tl">
                    <a:srgbClr val="000000"/>
                  </a:outerShdw>
                </a:effectLst>
                <a:latin typeface="Times New Roman" pitchFamily="18" charset="0"/>
                <a:ea typeface="宋体" pitchFamily="2" charset="-122"/>
              </a:rPr>
              <a:t>普遍的能量守恒定律</a:t>
            </a:r>
          </a:p>
        </p:txBody>
      </p:sp>
      <p:graphicFrame>
        <p:nvGraphicFramePr>
          <p:cNvPr id="626695" name="Object 7">
            <a:extLst>
              <a:ext uri="{FF2B5EF4-FFF2-40B4-BE49-F238E27FC236}">
                <a16:creationId xmlns:a16="http://schemas.microsoft.com/office/drawing/2014/main" id="{DBD3F70F-655D-50E9-3E6D-7BD097DF85E8}"/>
              </a:ext>
            </a:extLst>
          </p:cNvPr>
          <p:cNvGraphicFramePr>
            <a:graphicFrameLocks noChangeAspect="1"/>
          </p:cNvGraphicFramePr>
          <p:nvPr/>
        </p:nvGraphicFramePr>
        <p:xfrm>
          <a:off x="2776538" y="1484313"/>
          <a:ext cx="3148012" cy="406400"/>
        </p:xfrm>
        <a:graphic>
          <a:graphicData uri="http://schemas.openxmlformats.org/presentationml/2006/ole">
            <mc:AlternateContent xmlns:mc="http://schemas.openxmlformats.org/markup-compatibility/2006">
              <mc:Choice xmlns:v="urn:schemas-microsoft-com:vml" Requires="v">
                <p:oleObj name="公式" r:id="rId2" imgW="3070891" imgH="327688" progId="Equation.3">
                  <p:embed/>
                </p:oleObj>
              </mc:Choice>
              <mc:Fallback>
                <p:oleObj name="公式" r:id="rId2" imgW="3070891" imgH="327688"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6538" y="1484313"/>
                        <a:ext cx="31480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6696" name="Object 8">
            <a:extLst>
              <a:ext uri="{FF2B5EF4-FFF2-40B4-BE49-F238E27FC236}">
                <a16:creationId xmlns:a16="http://schemas.microsoft.com/office/drawing/2014/main" id="{1468257F-2A03-E9C7-E306-893A5CDE6448}"/>
              </a:ext>
            </a:extLst>
          </p:cNvPr>
          <p:cNvGraphicFramePr>
            <a:graphicFrameLocks noChangeAspect="1"/>
          </p:cNvGraphicFramePr>
          <p:nvPr/>
        </p:nvGraphicFramePr>
        <p:xfrm>
          <a:off x="2795588" y="2065338"/>
          <a:ext cx="2411412" cy="406400"/>
        </p:xfrm>
        <a:graphic>
          <a:graphicData uri="http://schemas.openxmlformats.org/presentationml/2006/ole">
            <mc:AlternateContent xmlns:mc="http://schemas.openxmlformats.org/markup-compatibility/2006">
              <mc:Choice xmlns:v="urn:schemas-microsoft-com:vml" Requires="v">
                <p:oleObj name="公式" r:id="rId4" imgW="2339371" imgH="327688" progId="Equation.3">
                  <p:embed/>
                </p:oleObj>
              </mc:Choice>
              <mc:Fallback>
                <p:oleObj name="公式" r:id="rId4" imgW="2339371" imgH="327688"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5588" y="2065338"/>
                        <a:ext cx="24114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6697" name="Text Box 9">
            <a:extLst>
              <a:ext uri="{FF2B5EF4-FFF2-40B4-BE49-F238E27FC236}">
                <a16:creationId xmlns:a16="http://schemas.microsoft.com/office/drawing/2014/main" id="{55CE7188-F9D2-B4B8-CE69-93D63B4A41B7}"/>
              </a:ext>
            </a:extLst>
          </p:cNvPr>
          <p:cNvSpPr txBox="1">
            <a:spLocks noChangeArrowheads="1"/>
          </p:cNvSpPr>
          <p:nvPr/>
        </p:nvSpPr>
        <p:spPr bwMode="auto">
          <a:xfrm>
            <a:off x="1014413" y="2743200"/>
            <a:ext cx="1181100" cy="457200"/>
          </a:xfrm>
          <a:prstGeom prst="rect">
            <a:avLst/>
          </a:prstGeom>
          <a:noFill/>
          <a:ln w="9525">
            <a:noFill/>
            <a:miter lim="800000"/>
            <a:headEnd/>
            <a:tailEnd/>
          </a:ln>
          <a:effectLst/>
        </p:spPr>
        <p:txBody>
          <a:bodyPr>
            <a:spAutoFit/>
          </a:bodyPr>
          <a:lstStyle/>
          <a:p>
            <a:pPr algn="ctr">
              <a:defRPr/>
            </a:pPr>
            <a:r>
              <a:rPr lang="zh-CN" altLang="en-US">
                <a:effectLst>
                  <a:outerShdw blurRad="38100" dist="38100" dir="2700000" algn="tl">
                    <a:srgbClr val="000000"/>
                  </a:outerShdw>
                </a:effectLst>
              </a:rPr>
              <a:t>则</a:t>
            </a:r>
          </a:p>
        </p:txBody>
      </p:sp>
      <p:graphicFrame>
        <p:nvGraphicFramePr>
          <p:cNvPr id="626698" name="Object 10">
            <a:extLst>
              <a:ext uri="{FF2B5EF4-FFF2-40B4-BE49-F238E27FC236}">
                <a16:creationId xmlns:a16="http://schemas.microsoft.com/office/drawing/2014/main" id="{D3B4E946-680B-EA1C-B923-96A6ED3AA76B}"/>
              </a:ext>
            </a:extLst>
          </p:cNvPr>
          <p:cNvGraphicFramePr>
            <a:graphicFrameLocks noChangeAspect="1"/>
          </p:cNvGraphicFramePr>
          <p:nvPr/>
        </p:nvGraphicFramePr>
        <p:xfrm>
          <a:off x="2933700" y="2774950"/>
          <a:ext cx="2400300" cy="431800"/>
        </p:xfrm>
        <a:graphic>
          <a:graphicData uri="http://schemas.openxmlformats.org/presentationml/2006/ole">
            <mc:AlternateContent xmlns:mc="http://schemas.openxmlformats.org/markup-compatibility/2006">
              <mc:Choice xmlns:v="urn:schemas-microsoft-com:vml" Requires="v">
                <p:oleObj name="公式" r:id="rId6" imgW="2323944" imgH="358112" progId="Equation.3">
                  <p:embed/>
                </p:oleObj>
              </mc:Choice>
              <mc:Fallback>
                <p:oleObj name="公式" r:id="rId6" imgW="2323944" imgH="358112"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3700" y="2774950"/>
                        <a:ext cx="2400300" cy="431800"/>
                      </a:xfrm>
                      <a:prstGeom prst="rect">
                        <a:avLst/>
                      </a:prstGeom>
                      <a:solidFill>
                        <a:srgbClr val="00CCFF">
                          <a:alpha val="23921"/>
                        </a:srgbClr>
                      </a:solidFill>
                      <a:ln w="9525" cmpd="thickThin">
                        <a:solidFill>
                          <a:srgbClr val="FFFFFF">
                            <a:alpha val="30196"/>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6699" name="Text Box 11">
            <a:extLst>
              <a:ext uri="{FF2B5EF4-FFF2-40B4-BE49-F238E27FC236}">
                <a16:creationId xmlns:a16="http://schemas.microsoft.com/office/drawing/2014/main" id="{45E43949-FC1A-8FC1-F804-31F5987FE5AB}"/>
              </a:ext>
            </a:extLst>
          </p:cNvPr>
          <p:cNvSpPr txBox="1">
            <a:spLocks noChangeArrowheads="1"/>
          </p:cNvSpPr>
          <p:nvPr/>
        </p:nvSpPr>
        <p:spPr bwMode="auto">
          <a:xfrm>
            <a:off x="760413" y="3384550"/>
            <a:ext cx="7916862" cy="977900"/>
          </a:xfrm>
          <a:prstGeom prst="rect">
            <a:avLst/>
          </a:prstGeom>
          <a:solidFill>
            <a:srgbClr val="33CCCC">
              <a:alpha val="20000"/>
            </a:srgbClr>
          </a:solidFill>
          <a:ln w="9525">
            <a:solidFill>
              <a:srgbClr val="B2B2B2">
                <a:alpha val="50000"/>
              </a:srgbClr>
            </a:solidFill>
            <a:miter lim="800000"/>
            <a:headEnd/>
            <a:tailEnd/>
          </a:ln>
          <a:effectLst/>
        </p:spPr>
        <p:txBody>
          <a:bodyPr>
            <a:spAutoFit/>
          </a:bodyPr>
          <a:lstStyle/>
          <a:p>
            <a:pPr algn="ctr">
              <a:lnSpc>
                <a:spcPct val="120000"/>
              </a:lnSpc>
              <a:buClr>
                <a:srgbClr val="00CCFF"/>
              </a:buClr>
              <a:buFont typeface="Monotype Sorts" pitchFamily="2" charset="2"/>
              <a:buNone/>
              <a:defRPr/>
            </a:pPr>
            <a:r>
              <a:rPr lang="zh-CN" altLang="en-US">
                <a:effectLst>
                  <a:outerShdw blurRad="38100" dist="38100" dir="2700000" algn="tl">
                    <a:srgbClr val="000000"/>
                  </a:outerShdw>
                </a:effectLst>
                <a:latin typeface="Times New Roman" pitchFamily="18" charset="0"/>
              </a:rPr>
              <a:t>如果系统中只有保守内力作功，而其它内力和外力都不作功，或作功的总和始终为零，则系统总机械能保持不变。</a:t>
            </a:r>
          </a:p>
        </p:txBody>
      </p:sp>
      <p:sp>
        <p:nvSpPr>
          <p:cNvPr id="626700" name="Text Box 12">
            <a:extLst>
              <a:ext uri="{FF2B5EF4-FFF2-40B4-BE49-F238E27FC236}">
                <a16:creationId xmlns:a16="http://schemas.microsoft.com/office/drawing/2014/main" id="{D1119710-2BF4-F2B1-FF9A-94F572F23B04}"/>
              </a:ext>
            </a:extLst>
          </p:cNvPr>
          <p:cNvSpPr txBox="1">
            <a:spLocks noChangeArrowheads="1"/>
          </p:cNvSpPr>
          <p:nvPr/>
        </p:nvSpPr>
        <p:spPr bwMode="auto">
          <a:xfrm>
            <a:off x="738188" y="5283200"/>
            <a:ext cx="8010525" cy="977900"/>
          </a:xfrm>
          <a:prstGeom prst="rect">
            <a:avLst/>
          </a:prstGeom>
          <a:solidFill>
            <a:srgbClr val="33CCCC">
              <a:alpha val="20000"/>
            </a:srgbClr>
          </a:solidFill>
          <a:ln w="9525">
            <a:solidFill>
              <a:srgbClr val="B2B2B2">
                <a:alpha val="50000"/>
              </a:srgbClr>
            </a:solidFill>
            <a:miter lim="800000"/>
            <a:headEnd/>
            <a:tailEnd/>
          </a:ln>
          <a:effectLst/>
        </p:spPr>
        <p:txBody>
          <a:bodyPr>
            <a:spAutoFit/>
          </a:bodyPr>
          <a:lstStyle/>
          <a:p>
            <a:pPr algn="ctr">
              <a:lnSpc>
                <a:spcPct val="120000"/>
              </a:lnSpc>
              <a:buClr>
                <a:srgbClr val="00CCFF"/>
              </a:buClr>
              <a:buFont typeface="Monotype Sorts" pitchFamily="2" charset="2"/>
              <a:buNone/>
              <a:defRPr/>
            </a:pPr>
            <a:r>
              <a:rPr lang="zh-CN" altLang="en-US">
                <a:effectLst>
                  <a:outerShdw blurRad="38100" dist="38100" dir="2700000" algn="tl">
                    <a:srgbClr val="000000"/>
                  </a:outerShdw>
                </a:effectLst>
              </a:rPr>
              <a:t>在一个孤立系统（</a:t>
            </a:r>
            <a:r>
              <a:rPr lang="zh-CN" altLang="en-US" sz="2000">
                <a:solidFill>
                  <a:srgbClr val="00FF00"/>
                </a:solidFill>
                <a:effectLst>
                  <a:outerShdw blurRad="38100" dist="38100" dir="2700000" algn="tl">
                    <a:srgbClr val="000000"/>
                  </a:outerShdw>
                </a:effectLst>
              </a:rPr>
              <a:t>即不受外界作用的系统</a:t>
            </a:r>
            <a:r>
              <a:rPr lang="zh-CN" altLang="en-US">
                <a:effectLst>
                  <a:outerShdw blurRad="38100" dist="38100" dir="2700000" algn="tl">
                    <a:srgbClr val="000000"/>
                  </a:outerShdw>
                </a:effectLst>
              </a:rPr>
              <a:t>）内，能量可以有一种形式转换为另一种形式，但系统的总能量保持不变。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6692"/>
                                        </p:tgtEl>
                                        <p:attrNameLst>
                                          <p:attrName>style.visibility</p:attrName>
                                        </p:attrNameLst>
                                      </p:cBhvr>
                                      <p:to>
                                        <p:strVal val="visible"/>
                                      </p:to>
                                    </p:set>
                                    <p:animEffect transition="in" filter="wipe(left)">
                                      <p:cBhvr>
                                        <p:cTn id="7" dur="500"/>
                                        <p:tgtEl>
                                          <p:spTgt spid="6266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6690"/>
                                        </p:tgtEl>
                                        <p:attrNameLst>
                                          <p:attrName>style.visibility</p:attrName>
                                        </p:attrNameLst>
                                      </p:cBhvr>
                                      <p:to>
                                        <p:strVal val="visible"/>
                                      </p:to>
                                    </p:set>
                                    <p:animEffect transition="in" filter="wipe(left)">
                                      <p:cBhvr>
                                        <p:cTn id="12" dur="500"/>
                                        <p:tgtEl>
                                          <p:spTgt spid="6266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6695"/>
                                        </p:tgtEl>
                                        <p:attrNameLst>
                                          <p:attrName>style.visibility</p:attrName>
                                        </p:attrNameLst>
                                      </p:cBhvr>
                                      <p:to>
                                        <p:strVal val="visible"/>
                                      </p:to>
                                    </p:set>
                                    <p:animEffect transition="in" filter="wipe(left)">
                                      <p:cBhvr>
                                        <p:cTn id="17" dur="500"/>
                                        <p:tgtEl>
                                          <p:spTgt spid="6266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6691"/>
                                        </p:tgtEl>
                                        <p:attrNameLst>
                                          <p:attrName>style.visibility</p:attrName>
                                        </p:attrNameLst>
                                      </p:cBhvr>
                                      <p:to>
                                        <p:strVal val="visible"/>
                                      </p:to>
                                    </p:set>
                                    <p:animEffect transition="in" filter="wipe(left)">
                                      <p:cBhvr>
                                        <p:cTn id="22" dur="500"/>
                                        <p:tgtEl>
                                          <p:spTgt spid="6266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26696"/>
                                        </p:tgtEl>
                                        <p:attrNameLst>
                                          <p:attrName>style.visibility</p:attrName>
                                        </p:attrNameLst>
                                      </p:cBhvr>
                                      <p:to>
                                        <p:strVal val="visible"/>
                                      </p:to>
                                    </p:set>
                                    <p:animEffect transition="in" filter="wipe(left)">
                                      <p:cBhvr>
                                        <p:cTn id="27" dur="500"/>
                                        <p:tgtEl>
                                          <p:spTgt spid="62669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26697"/>
                                        </p:tgtEl>
                                        <p:attrNameLst>
                                          <p:attrName>style.visibility</p:attrName>
                                        </p:attrNameLst>
                                      </p:cBhvr>
                                      <p:to>
                                        <p:strVal val="visible"/>
                                      </p:to>
                                    </p:set>
                                    <p:animEffect transition="in" filter="wipe(left)">
                                      <p:cBhvr>
                                        <p:cTn id="32" dur="500"/>
                                        <p:tgtEl>
                                          <p:spTgt spid="6266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26698"/>
                                        </p:tgtEl>
                                        <p:attrNameLst>
                                          <p:attrName>style.visibility</p:attrName>
                                        </p:attrNameLst>
                                      </p:cBhvr>
                                      <p:to>
                                        <p:strVal val="visible"/>
                                      </p:to>
                                    </p:set>
                                    <p:animEffect transition="in" filter="wipe(left)">
                                      <p:cBhvr>
                                        <p:cTn id="37" dur="500"/>
                                        <p:tgtEl>
                                          <p:spTgt spid="6266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26693"/>
                                        </p:tgtEl>
                                        <p:attrNameLst>
                                          <p:attrName>style.visibility</p:attrName>
                                        </p:attrNameLst>
                                      </p:cBhvr>
                                      <p:to>
                                        <p:strVal val="visible"/>
                                      </p:to>
                                    </p:set>
                                    <p:animEffect transition="in" filter="wipe(left)">
                                      <p:cBhvr>
                                        <p:cTn id="42" dur="500"/>
                                        <p:tgtEl>
                                          <p:spTgt spid="6266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26699"/>
                                        </p:tgtEl>
                                        <p:attrNameLst>
                                          <p:attrName>style.visibility</p:attrName>
                                        </p:attrNameLst>
                                      </p:cBhvr>
                                      <p:to>
                                        <p:strVal val="visible"/>
                                      </p:to>
                                    </p:set>
                                    <p:animEffect transition="in" filter="wipe(left)">
                                      <p:cBhvr>
                                        <p:cTn id="47" dur="500"/>
                                        <p:tgtEl>
                                          <p:spTgt spid="6266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26694"/>
                                        </p:tgtEl>
                                        <p:attrNameLst>
                                          <p:attrName>style.visibility</p:attrName>
                                        </p:attrNameLst>
                                      </p:cBhvr>
                                      <p:to>
                                        <p:strVal val="visible"/>
                                      </p:to>
                                    </p:set>
                                    <p:animEffect transition="in" filter="wipe(left)">
                                      <p:cBhvr>
                                        <p:cTn id="52" dur="500"/>
                                        <p:tgtEl>
                                          <p:spTgt spid="62669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26700"/>
                                        </p:tgtEl>
                                        <p:attrNameLst>
                                          <p:attrName>style.visibility</p:attrName>
                                        </p:attrNameLst>
                                      </p:cBhvr>
                                      <p:to>
                                        <p:strVal val="visible"/>
                                      </p:to>
                                    </p:set>
                                    <p:animEffect transition="in" filter="wipe(left)">
                                      <p:cBhvr>
                                        <p:cTn id="57" dur="500"/>
                                        <p:tgtEl>
                                          <p:spTgt spid="626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0" grpId="0"/>
      <p:bldP spid="626691" grpId="0"/>
      <p:bldP spid="626692" grpId="0"/>
      <p:bldP spid="626693" grpId="0"/>
      <p:bldP spid="626694" grpId="0"/>
      <p:bldP spid="626697" grpId="0"/>
      <p:bldP spid="626699" grpId="0" animBg="1"/>
      <p:bldP spid="62670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7463B67C-901F-86C1-BCF2-34238733D56B}"/>
              </a:ext>
            </a:extLst>
          </p:cNvPr>
          <p:cNvSpPr>
            <a:spLocks noChangeArrowheads="1"/>
          </p:cNvSpPr>
          <p:nvPr/>
        </p:nvSpPr>
        <p:spPr bwMode="auto">
          <a:xfrm>
            <a:off x="873125" y="3722688"/>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宋体" panose="02010600030101010101" pitchFamily="2" charset="-122"/>
                <a:ea typeface="宋体" panose="02010600030101010101" pitchFamily="2" charset="-122"/>
              </a:rPr>
              <a:t>把一个物体从地球表面上沿铅垂方向以第二宇宙速度                              </a:t>
            </a:r>
          </a:p>
        </p:txBody>
      </p:sp>
      <p:graphicFrame>
        <p:nvGraphicFramePr>
          <p:cNvPr id="562179" name="Object 3">
            <a:extLst>
              <a:ext uri="{FF2B5EF4-FFF2-40B4-BE49-F238E27FC236}">
                <a16:creationId xmlns:a16="http://schemas.microsoft.com/office/drawing/2014/main" id="{3FF19A5A-F7AF-C869-44AB-D73FCB2A77E9}"/>
              </a:ext>
            </a:extLst>
          </p:cNvPr>
          <p:cNvGraphicFramePr>
            <a:graphicFrameLocks noChangeAspect="1"/>
          </p:cNvGraphicFramePr>
          <p:nvPr/>
        </p:nvGraphicFramePr>
        <p:xfrm>
          <a:off x="1014413" y="4305300"/>
          <a:ext cx="1939925" cy="965200"/>
        </p:xfrm>
        <a:graphic>
          <a:graphicData uri="http://schemas.openxmlformats.org/presentationml/2006/ole">
            <mc:AlternateContent xmlns:mc="http://schemas.openxmlformats.org/markup-compatibility/2006">
              <mc:Choice xmlns:v="urn:schemas-microsoft-com:vml" Requires="v">
                <p:oleObj name="Equation" r:id="rId2" imgW="1844227" imgH="891789" progId="Equation.3">
                  <p:embed/>
                </p:oleObj>
              </mc:Choice>
              <mc:Fallback>
                <p:oleObj name="Equation" r:id="rId2" imgW="1844227" imgH="891789"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413" y="4305300"/>
                        <a:ext cx="193992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2180" name="Text Box 4">
            <a:extLst>
              <a:ext uri="{FF2B5EF4-FFF2-40B4-BE49-F238E27FC236}">
                <a16:creationId xmlns:a16="http://schemas.microsoft.com/office/drawing/2014/main" id="{2DB30150-F69C-E90E-1D05-6D5046D6D188}"/>
              </a:ext>
            </a:extLst>
          </p:cNvPr>
          <p:cNvSpPr txBox="1">
            <a:spLocks noChangeArrowheads="1"/>
          </p:cNvSpPr>
          <p:nvPr/>
        </p:nvSpPr>
        <p:spPr bwMode="auto">
          <a:xfrm>
            <a:off x="644525" y="1358900"/>
            <a:ext cx="624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2</a:t>
            </a:r>
            <a:r>
              <a:rPr kumimoji="1" lang="zh-CN" altLang="en-US">
                <a:latin typeface="楷体_GB2312" pitchFamily="49" charset="-122"/>
                <a:ea typeface="楷体_GB2312" pitchFamily="49" charset="-122"/>
              </a:rPr>
              <a:t>）守恒定律是对一个系统而言的</a:t>
            </a:r>
          </a:p>
        </p:txBody>
      </p:sp>
      <p:sp>
        <p:nvSpPr>
          <p:cNvPr id="562181" name="Text Box 5">
            <a:extLst>
              <a:ext uri="{FF2B5EF4-FFF2-40B4-BE49-F238E27FC236}">
                <a16:creationId xmlns:a16="http://schemas.microsoft.com/office/drawing/2014/main" id="{79CF58FF-65F4-69D5-E61D-A49722C30E16}"/>
              </a:ext>
            </a:extLst>
          </p:cNvPr>
          <p:cNvSpPr txBox="1">
            <a:spLocks noChangeArrowheads="1"/>
          </p:cNvSpPr>
          <p:nvPr/>
        </p:nvSpPr>
        <p:spPr bwMode="auto">
          <a:xfrm>
            <a:off x="654050" y="1892300"/>
            <a:ext cx="795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3</a:t>
            </a:r>
            <a:r>
              <a:rPr kumimoji="1" lang="zh-CN" altLang="en-US">
                <a:latin typeface="楷体_GB2312" pitchFamily="49" charset="-122"/>
                <a:ea typeface="楷体_GB2312" pitchFamily="49" charset="-122"/>
              </a:rPr>
              <a:t>）守恒是对整个过程而言的，不能只考虑始末两状态</a:t>
            </a:r>
          </a:p>
        </p:txBody>
      </p:sp>
      <p:sp>
        <p:nvSpPr>
          <p:cNvPr id="562182" name="Rectangle 6">
            <a:extLst>
              <a:ext uri="{FF2B5EF4-FFF2-40B4-BE49-F238E27FC236}">
                <a16:creationId xmlns:a16="http://schemas.microsoft.com/office/drawing/2014/main" id="{2A7777FB-AFB5-EED5-296D-B92C35B64731}"/>
              </a:ext>
            </a:extLst>
          </p:cNvPr>
          <p:cNvSpPr>
            <a:spLocks noChangeArrowheads="1"/>
          </p:cNvSpPr>
          <p:nvPr/>
        </p:nvSpPr>
        <p:spPr bwMode="auto">
          <a:xfrm>
            <a:off x="315913" y="3729038"/>
            <a:ext cx="644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66"/>
                </a:solidFill>
                <a:latin typeface="Times New Roman" panose="02020603050405020304" pitchFamily="18" charset="0"/>
                <a:ea typeface="宋体" panose="02010600030101010101" pitchFamily="2" charset="-122"/>
              </a:rPr>
              <a:t>例</a:t>
            </a:r>
            <a:r>
              <a:rPr kumimoji="1" lang="en-US" altLang="zh-CN">
                <a:solidFill>
                  <a:srgbClr val="FFFF66"/>
                </a:solidFill>
                <a:latin typeface="Times New Roman" panose="02020603050405020304" pitchFamily="18" charset="0"/>
                <a:ea typeface="宋体" panose="02010600030101010101" pitchFamily="2" charset="-122"/>
              </a:rPr>
              <a:t>1</a:t>
            </a:r>
          </a:p>
        </p:txBody>
      </p:sp>
      <p:sp>
        <p:nvSpPr>
          <p:cNvPr id="562183" name="Rectangle 7">
            <a:extLst>
              <a:ext uri="{FF2B5EF4-FFF2-40B4-BE49-F238E27FC236}">
                <a16:creationId xmlns:a16="http://schemas.microsoft.com/office/drawing/2014/main" id="{05D6DFFD-4F60-F6A9-D101-0B3E0F3770AD}"/>
              </a:ext>
            </a:extLst>
          </p:cNvPr>
          <p:cNvSpPr>
            <a:spLocks noChangeArrowheads="1"/>
          </p:cNvSpPr>
          <p:nvPr/>
        </p:nvSpPr>
        <p:spPr bwMode="auto">
          <a:xfrm>
            <a:off x="901700" y="5278438"/>
            <a:ext cx="70405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zh-CN" altLang="en-US">
                <a:latin typeface="宋体" panose="02010600030101010101" pitchFamily="2" charset="-122"/>
                <a:ea typeface="宋体" panose="02010600030101010101" pitchFamily="2" charset="-122"/>
              </a:rPr>
              <a:t>物体从地面飞行到与地心相距</a:t>
            </a:r>
            <a:r>
              <a:rPr kumimoji="1" lang="zh-CN" altLang="en-US">
                <a:solidFill>
                  <a:srgbClr val="66FFFF"/>
                </a:solidFill>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nR</a:t>
            </a:r>
            <a:r>
              <a:rPr kumimoji="1" lang="en-US" altLang="zh-CN" i="1" baseline="-25000">
                <a:solidFill>
                  <a:srgbClr val="66FFFF"/>
                </a:solidFill>
                <a:latin typeface="Times New Roman" panose="02020603050405020304" pitchFamily="18" charset="0"/>
                <a:ea typeface="宋体" panose="02010600030101010101" pitchFamily="2" charset="-122"/>
              </a:rPr>
              <a:t>e </a:t>
            </a:r>
            <a:r>
              <a:rPr kumimoji="1" lang="zh-CN" altLang="en-US">
                <a:latin typeface="宋体" panose="02010600030101010101" pitchFamily="2" charset="-122"/>
                <a:ea typeface="宋体" panose="02010600030101010101" pitchFamily="2" charset="-122"/>
              </a:rPr>
              <a:t>处（</a:t>
            </a:r>
            <a:r>
              <a:rPr kumimoji="1" lang="en-US" altLang="zh-CN" i="1">
                <a:solidFill>
                  <a:srgbClr val="66FFFF"/>
                </a:solidFill>
                <a:latin typeface="Times New Roman" panose="02020603050405020304" pitchFamily="18" charset="0"/>
                <a:ea typeface="宋体" panose="02010600030101010101" pitchFamily="2" charset="-122"/>
              </a:rPr>
              <a:t>n</a:t>
            </a:r>
            <a:r>
              <a:rPr kumimoji="1" lang="zh-CN" altLang="en-US">
                <a:latin typeface="宋体" panose="02010600030101010101" pitchFamily="2" charset="-122"/>
                <a:ea typeface="宋体" panose="02010600030101010101" pitchFamily="2" charset="-122"/>
              </a:rPr>
              <a:t>为正整数）</a:t>
            </a:r>
          </a:p>
          <a:p>
            <a:pPr eaLnBrk="1" hangingPunct="1">
              <a:lnSpc>
                <a:spcPct val="125000"/>
              </a:lnSpc>
            </a:pPr>
            <a:r>
              <a:rPr kumimoji="1" lang="zh-CN" altLang="en-US">
                <a:latin typeface="宋体" panose="02010600030101010101" pitchFamily="2" charset="-122"/>
                <a:ea typeface="宋体" panose="02010600030101010101" pitchFamily="2" charset="-122"/>
              </a:rPr>
              <a:t>经历的时间。</a:t>
            </a:r>
          </a:p>
        </p:txBody>
      </p:sp>
      <p:sp>
        <p:nvSpPr>
          <p:cNvPr id="562184" name="Rectangle 8">
            <a:extLst>
              <a:ext uri="{FF2B5EF4-FFF2-40B4-BE49-F238E27FC236}">
                <a16:creationId xmlns:a16="http://schemas.microsoft.com/office/drawing/2014/main" id="{20D1C417-2F3F-E1AA-85E4-CCD93EDA7EB5}"/>
              </a:ext>
            </a:extLst>
          </p:cNvPr>
          <p:cNvSpPr>
            <a:spLocks noChangeArrowheads="1"/>
          </p:cNvSpPr>
          <p:nvPr/>
        </p:nvSpPr>
        <p:spPr bwMode="auto">
          <a:xfrm>
            <a:off x="398463" y="53292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66"/>
                </a:solidFill>
                <a:latin typeface="宋体" panose="02010600030101010101" pitchFamily="2" charset="-122"/>
                <a:ea typeface="宋体" panose="02010600030101010101" pitchFamily="2" charset="-122"/>
              </a:rPr>
              <a:t>求</a:t>
            </a:r>
          </a:p>
        </p:txBody>
      </p:sp>
      <p:sp>
        <p:nvSpPr>
          <p:cNvPr id="562185" name="Rectangle 9">
            <a:extLst>
              <a:ext uri="{FF2B5EF4-FFF2-40B4-BE49-F238E27FC236}">
                <a16:creationId xmlns:a16="http://schemas.microsoft.com/office/drawing/2014/main" id="{466626FA-6C87-9E23-D7F3-93CD015FCEA8}"/>
              </a:ext>
            </a:extLst>
          </p:cNvPr>
          <p:cNvSpPr>
            <a:spLocks noChangeArrowheads="1"/>
          </p:cNvSpPr>
          <p:nvPr/>
        </p:nvSpPr>
        <p:spPr bwMode="auto">
          <a:xfrm>
            <a:off x="3032125" y="4549775"/>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latin typeface="宋体" panose="02010600030101010101" pitchFamily="2" charset="-122"/>
                <a:ea typeface="宋体" panose="02010600030101010101" pitchFamily="2" charset="-122"/>
              </a:rPr>
              <a:t>发射出去，阻力忽略不计，</a:t>
            </a:r>
          </a:p>
        </p:txBody>
      </p:sp>
      <p:sp>
        <p:nvSpPr>
          <p:cNvPr id="562186" name="Text Box 10">
            <a:extLst>
              <a:ext uri="{FF2B5EF4-FFF2-40B4-BE49-F238E27FC236}">
                <a16:creationId xmlns:a16="http://schemas.microsoft.com/office/drawing/2014/main" id="{791425F2-B7CA-FF95-DA21-BBEBF31E759E}"/>
              </a:ext>
            </a:extLst>
          </p:cNvPr>
          <p:cNvSpPr txBox="1">
            <a:spLocks noChangeArrowheads="1"/>
          </p:cNvSpPr>
          <p:nvPr/>
        </p:nvSpPr>
        <p:spPr bwMode="auto">
          <a:xfrm>
            <a:off x="768350" y="304800"/>
            <a:ext cx="2128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66"/>
                </a:solidFill>
                <a:latin typeface="Times New Roman" panose="02020603050405020304" pitchFamily="18" charset="0"/>
                <a:ea typeface="宋体" panose="02010600030101010101" pitchFamily="2" charset="-122"/>
              </a:rPr>
              <a:t>注意：</a:t>
            </a:r>
          </a:p>
        </p:txBody>
      </p:sp>
      <p:sp>
        <p:nvSpPr>
          <p:cNvPr id="562187" name="Text Box 11">
            <a:extLst>
              <a:ext uri="{FF2B5EF4-FFF2-40B4-BE49-F238E27FC236}">
                <a16:creationId xmlns:a16="http://schemas.microsoft.com/office/drawing/2014/main" id="{339E70E9-DB58-BD50-0CAB-2C10C606D112}"/>
              </a:ext>
            </a:extLst>
          </p:cNvPr>
          <p:cNvSpPr txBox="1">
            <a:spLocks noChangeArrowheads="1"/>
          </p:cNvSpPr>
          <p:nvPr/>
        </p:nvSpPr>
        <p:spPr bwMode="auto">
          <a:xfrm>
            <a:off x="627063" y="849313"/>
            <a:ext cx="275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1</a:t>
            </a:r>
            <a:r>
              <a:rPr kumimoji="1" lang="zh-CN" altLang="en-US">
                <a:latin typeface="楷体_GB2312" pitchFamily="49" charset="-122"/>
                <a:ea typeface="楷体_GB2312" pitchFamily="49" charset="-122"/>
              </a:rPr>
              <a:t>）守恒条件</a:t>
            </a:r>
          </a:p>
        </p:txBody>
      </p:sp>
      <p:graphicFrame>
        <p:nvGraphicFramePr>
          <p:cNvPr id="562188" name="Object 12">
            <a:extLst>
              <a:ext uri="{FF2B5EF4-FFF2-40B4-BE49-F238E27FC236}">
                <a16:creationId xmlns:a16="http://schemas.microsoft.com/office/drawing/2014/main" id="{8B54AD4A-08E1-702A-3114-422583ED630D}"/>
              </a:ext>
            </a:extLst>
          </p:cNvPr>
          <p:cNvGraphicFramePr>
            <a:graphicFrameLocks noChangeAspect="1"/>
          </p:cNvGraphicFramePr>
          <p:nvPr/>
        </p:nvGraphicFramePr>
        <p:xfrm>
          <a:off x="3829050" y="819150"/>
          <a:ext cx="2012950" cy="328613"/>
        </p:xfrm>
        <a:graphic>
          <a:graphicData uri="http://schemas.openxmlformats.org/presentationml/2006/ole">
            <mc:AlternateContent xmlns:mc="http://schemas.openxmlformats.org/markup-compatibility/2006">
              <mc:Choice xmlns:v="urn:schemas-microsoft-com:vml" Requires="v">
                <p:oleObj name="Equation" r:id="rId4" imgW="1958184" imgH="251377" progId="Equation.3">
                  <p:embed/>
                </p:oleObj>
              </mc:Choice>
              <mc:Fallback>
                <p:oleObj name="Equation" r:id="rId4" imgW="1958184" imgH="251377"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9050" y="819150"/>
                        <a:ext cx="2012950"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62189" name="Picture 13" descr="j0293240">
            <a:extLst>
              <a:ext uri="{FF2B5EF4-FFF2-40B4-BE49-F238E27FC236}">
                <a16:creationId xmlns:a16="http://schemas.microsoft.com/office/drawing/2014/main" id="{4CF86890-1254-8141-8CDC-B8DD2FA6EE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2190" name="Text Box 14">
            <a:extLst>
              <a:ext uri="{FF2B5EF4-FFF2-40B4-BE49-F238E27FC236}">
                <a16:creationId xmlns:a16="http://schemas.microsoft.com/office/drawing/2014/main" id="{4B23A5D3-512E-0ECE-0A1A-B17A8EBB9C1F}"/>
              </a:ext>
            </a:extLst>
          </p:cNvPr>
          <p:cNvSpPr txBox="1">
            <a:spLocks noChangeArrowheads="1"/>
          </p:cNvSpPr>
          <p:nvPr/>
        </p:nvSpPr>
        <p:spPr bwMode="auto">
          <a:xfrm>
            <a:off x="695325" y="2312988"/>
            <a:ext cx="8016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14388" indent="-814388">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4</a:t>
            </a:r>
            <a:r>
              <a:rPr kumimoji="1" lang="zh-CN" altLang="en-US">
                <a:latin typeface="楷体_GB2312" pitchFamily="49" charset="-122"/>
                <a:ea typeface="楷体_GB2312" pitchFamily="49" charset="-122"/>
              </a:rPr>
              <a:t>）机械能守恒定律是普遍的能量守恒定律在机械运动范围内的体现。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62186"/>
                                        </p:tgtEl>
                                        <p:attrNameLst>
                                          <p:attrName>style.visibility</p:attrName>
                                        </p:attrNameLst>
                                      </p:cBhvr>
                                      <p:to>
                                        <p:strVal val="visible"/>
                                      </p:to>
                                    </p:set>
                                    <p:animEffect transition="in" filter="wipe(left)">
                                      <p:cBhvr>
                                        <p:cTn id="7" dur="500"/>
                                        <p:tgtEl>
                                          <p:spTgt spid="562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2187"/>
                                        </p:tgtEl>
                                        <p:attrNameLst>
                                          <p:attrName>style.visibility</p:attrName>
                                        </p:attrNameLst>
                                      </p:cBhvr>
                                      <p:to>
                                        <p:strVal val="visible"/>
                                      </p:to>
                                    </p:set>
                                    <p:animEffect transition="in" filter="wipe(left)">
                                      <p:cBhvr>
                                        <p:cTn id="12" dur="500"/>
                                        <p:tgtEl>
                                          <p:spTgt spid="5621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62188"/>
                                        </p:tgtEl>
                                        <p:attrNameLst>
                                          <p:attrName>style.visibility</p:attrName>
                                        </p:attrNameLst>
                                      </p:cBhvr>
                                      <p:to>
                                        <p:strVal val="visible"/>
                                      </p:to>
                                    </p:set>
                                    <p:animEffect transition="in" filter="wipe(left)">
                                      <p:cBhvr>
                                        <p:cTn id="17" dur="500"/>
                                        <p:tgtEl>
                                          <p:spTgt spid="5621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62180"/>
                                        </p:tgtEl>
                                        <p:attrNameLst>
                                          <p:attrName>style.visibility</p:attrName>
                                        </p:attrNameLst>
                                      </p:cBhvr>
                                      <p:to>
                                        <p:strVal val="visible"/>
                                      </p:to>
                                    </p:set>
                                    <p:animEffect transition="in" filter="wipe(left)">
                                      <p:cBhvr>
                                        <p:cTn id="22" dur="500"/>
                                        <p:tgtEl>
                                          <p:spTgt spid="5621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62181"/>
                                        </p:tgtEl>
                                        <p:attrNameLst>
                                          <p:attrName>style.visibility</p:attrName>
                                        </p:attrNameLst>
                                      </p:cBhvr>
                                      <p:to>
                                        <p:strVal val="visible"/>
                                      </p:to>
                                    </p:set>
                                    <p:animEffect transition="in" filter="wipe(left)">
                                      <p:cBhvr>
                                        <p:cTn id="27" dur="500"/>
                                        <p:tgtEl>
                                          <p:spTgt spid="5621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62190"/>
                                        </p:tgtEl>
                                        <p:attrNameLst>
                                          <p:attrName>style.visibility</p:attrName>
                                        </p:attrNameLst>
                                      </p:cBhvr>
                                      <p:to>
                                        <p:strVal val="visible"/>
                                      </p:to>
                                    </p:set>
                                    <p:animEffect transition="in" filter="wipe(left)">
                                      <p:cBhvr>
                                        <p:cTn id="32" dur="500"/>
                                        <p:tgtEl>
                                          <p:spTgt spid="5621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56218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62178"/>
                                        </p:tgtEl>
                                        <p:attrNameLst>
                                          <p:attrName>style.visibility</p:attrName>
                                        </p:attrNameLst>
                                      </p:cBhvr>
                                      <p:to>
                                        <p:strVal val="visible"/>
                                      </p:to>
                                    </p:set>
                                    <p:animEffect transition="in" filter="wipe(left)">
                                      <p:cBhvr>
                                        <p:cTn id="41" dur="500"/>
                                        <p:tgtEl>
                                          <p:spTgt spid="562178"/>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562179"/>
                                        </p:tgtEl>
                                        <p:attrNameLst>
                                          <p:attrName>style.visibility</p:attrName>
                                        </p:attrNameLst>
                                      </p:cBhvr>
                                      <p:to>
                                        <p:strVal val="visible"/>
                                      </p:to>
                                    </p:set>
                                    <p:animEffect transition="in" filter="wipe(left)">
                                      <p:cBhvr>
                                        <p:cTn id="45" dur="500"/>
                                        <p:tgtEl>
                                          <p:spTgt spid="562179"/>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562185"/>
                                        </p:tgtEl>
                                        <p:attrNameLst>
                                          <p:attrName>style.visibility</p:attrName>
                                        </p:attrNameLst>
                                      </p:cBhvr>
                                      <p:to>
                                        <p:strVal val="visible"/>
                                      </p:to>
                                    </p:set>
                                    <p:animEffect transition="in" filter="wipe(left)">
                                      <p:cBhvr>
                                        <p:cTn id="49" dur="500"/>
                                        <p:tgtEl>
                                          <p:spTgt spid="56218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499"/>
                                          </p:stCondLst>
                                        </p:cTn>
                                        <p:tgtEl>
                                          <p:spTgt spid="562184"/>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562183"/>
                                        </p:tgtEl>
                                        <p:attrNameLst>
                                          <p:attrName>style.visibility</p:attrName>
                                        </p:attrNameLst>
                                      </p:cBhvr>
                                      <p:to>
                                        <p:strVal val="visible"/>
                                      </p:to>
                                    </p:set>
                                    <p:animEffect transition="in" filter="wipe(left)">
                                      <p:cBhvr>
                                        <p:cTn id="58" dur="500"/>
                                        <p:tgtEl>
                                          <p:spTgt spid="56218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2" fill="hold" nodeType="clickEffect">
                                  <p:stCondLst>
                                    <p:cond delay="0"/>
                                  </p:stCondLst>
                                  <p:childTnLst>
                                    <p:set>
                                      <p:cBhvr>
                                        <p:cTn id="62" dur="1" fill="hold">
                                          <p:stCondLst>
                                            <p:cond delay="0"/>
                                          </p:stCondLst>
                                        </p:cTn>
                                        <p:tgtEl>
                                          <p:spTgt spid="562189"/>
                                        </p:tgtEl>
                                        <p:attrNameLst>
                                          <p:attrName>style.visibility</p:attrName>
                                        </p:attrNameLst>
                                      </p:cBhvr>
                                      <p:to>
                                        <p:strVal val="visible"/>
                                      </p:to>
                                    </p:set>
                                    <p:anim calcmode="lin" valueType="num">
                                      <p:cBhvr additive="base">
                                        <p:cTn id="63" dur="500" fill="hold"/>
                                        <p:tgtEl>
                                          <p:spTgt spid="562189"/>
                                        </p:tgtEl>
                                        <p:attrNameLst>
                                          <p:attrName>ppt_x</p:attrName>
                                        </p:attrNameLst>
                                      </p:cBhvr>
                                      <p:tavLst>
                                        <p:tav tm="0">
                                          <p:val>
                                            <p:strVal val="1+#ppt_w/2"/>
                                          </p:val>
                                        </p:tav>
                                        <p:tav tm="100000">
                                          <p:val>
                                            <p:strVal val="#ppt_x"/>
                                          </p:val>
                                        </p:tav>
                                      </p:tavLst>
                                    </p:anim>
                                    <p:anim calcmode="lin" valueType="num">
                                      <p:cBhvr additive="base">
                                        <p:cTn id="64" dur="500" fill="hold"/>
                                        <p:tgtEl>
                                          <p:spTgt spid="5621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8" grpId="0" autoUpdateAnimBg="0"/>
      <p:bldP spid="562180" grpId="0" autoUpdateAnimBg="0"/>
      <p:bldP spid="562181" grpId="0" autoUpdateAnimBg="0"/>
      <p:bldP spid="562182" grpId="0" autoUpdateAnimBg="0"/>
      <p:bldP spid="562183" grpId="0" autoUpdateAnimBg="0"/>
      <p:bldP spid="562184" grpId="0" autoUpdateAnimBg="0"/>
      <p:bldP spid="562185" grpId="0" autoUpdateAnimBg="0"/>
      <p:bldP spid="562186" grpId="0" autoUpdateAnimBg="0"/>
      <p:bldP spid="562187" grpId="0" autoUpdateAnimBg="0"/>
      <p:bldP spid="56219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Text Box 2">
            <a:extLst>
              <a:ext uri="{FF2B5EF4-FFF2-40B4-BE49-F238E27FC236}">
                <a16:creationId xmlns:a16="http://schemas.microsoft.com/office/drawing/2014/main" id="{52A50D6C-D09D-6117-76AF-847EDD69D3BB}"/>
              </a:ext>
            </a:extLst>
          </p:cNvPr>
          <p:cNvSpPr txBox="1">
            <a:spLocks noChangeArrowheads="1"/>
          </p:cNvSpPr>
          <p:nvPr/>
        </p:nvSpPr>
        <p:spPr bwMode="auto">
          <a:xfrm>
            <a:off x="311150" y="404813"/>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66"/>
                </a:solidFill>
                <a:latin typeface="Times New Roman" panose="02020603050405020304" pitchFamily="18" charset="0"/>
                <a:ea typeface="宋体" panose="02010600030101010101" pitchFamily="2" charset="-122"/>
              </a:rPr>
              <a:t>解</a:t>
            </a:r>
          </a:p>
        </p:txBody>
      </p:sp>
      <p:sp>
        <p:nvSpPr>
          <p:cNvPr id="563203" name="Text Box 3">
            <a:extLst>
              <a:ext uri="{FF2B5EF4-FFF2-40B4-BE49-F238E27FC236}">
                <a16:creationId xmlns:a16="http://schemas.microsoft.com/office/drawing/2014/main" id="{6A4C2BA3-3819-74CA-62BB-2612A472C4AA}"/>
              </a:ext>
            </a:extLst>
          </p:cNvPr>
          <p:cNvSpPr txBox="1">
            <a:spLocks noChangeArrowheads="1"/>
          </p:cNvSpPr>
          <p:nvPr/>
        </p:nvSpPr>
        <p:spPr bwMode="auto">
          <a:xfrm>
            <a:off x="785813" y="404813"/>
            <a:ext cx="355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宋体" panose="02010600030101010101" pitchFamily="2" charset="-122"/>
                <a:ea typeface="宋体" panose="02010600030101010101" pitchFamily="2" charset="-122"/>
              </a:rPr>
              <a:t>根据机械能守恒定律有</a:t>
            </a:r>
            <a:r>
              <a:rPr kumimoji="1" lang="en-US" altLang="zh-CN">
                <a:latin typeface="宋体" panose="02010600030101010101" pitchFamily="2" charset="-122"/>
                <a:ea typeface="宋体" panose="02010600030101010101" pitchFamily="2" charset="-122"/>
              </a:rPr>
              <a:t>:</a:t>
            </a:r>
            <a:r>
              <a:rPr kumimoji="1" lang="en-US" altLang="zh-CN" b="0">
                <a:latin typeface="宋体" panose="02010600030101010101" pitchFamily="2" charset="-122"/>
                <a:ea typeface="宋体" panose="02010600030101010101" pitchFamily="2" charset="-122"/>
              </a:rPr>
              <a:t> </a:t>
            </a:r>
          </a:p>
        </p:txBody>
      </p:sp>
      <p:graphicFrame>
        <p:nvGraphicFramePr>
          <p:cNvPr id="563204" name="Object 4">
            <a:extLst>
              <a:ext uri="{FF2B5EF4-FFF2-40B4-BE49-F238E27FC236}">
                <a16:creationId xmlns:a16="http://schemas.microsoft.com/office/drawing/2014/main" id="{0B01964D-0492-5132-F51E-550A6E956E81}"/>
              </a:ext>
            </a:extLst>
          </p:cNvPr>
          <p:cNvGraphicFramePr>
            <a:graphicFrameLocks noChangeAspect="1"/>
          </p:cNvGraphicFramePr>
          <p:nvPr/>
        </p:nvGraphicFramePr>
        <p:xfrm>
          <a:off x="873125" y="1020763"/>
          <a:ext cx="5054600" cy="914400"/>
        </p:xfrm>
        <a:graphic>
          <a:graphicData uri="http://schemas.openxmlformats.org/presentationml/2006/ole">
            <mc:AlternateContent xmlns:mc="http://schemas.openxmlformats.org/markup-compatibility/2006">
              <mc:Choice xmlns:v="urn:schemas-microsoft-com:vml" Requires="v">
                <p:oleObj name="Equation" r:id="rId2" imgW="4991256" imgH="838422" progId="Equation.3">
                  <p:embed/>
                </p:oleObj>
              </mc:Choice>
              <mc:Fallback>
                <p:oleObj name="Equation" r:id="rId2" imgW="4991256" imgH="838422"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25" y="1020763"/>
                        <a:ext cx="5054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05" name="Object 5">
            <a:extLst>
              <a:ext uri="{FF2B5EF4-FFF2-40B4-BE49-F238E27FC236}">
                <a16:creationId xmlns:a16="http://schemas.microsoft.com/office/drawing/2014/main" id="{F3BC4590-5516-9026-DFEB-82C9A793671A}"/>
              </a:ext>
            </a:extLst>
          </p:cNvPr>
          <p:cNvGraphicFramePr>
            <a:graphicFrameLocks noChangeAspect="1"/>
          </p:cNvGraphicFramePr>
          <p:nvPr/>
        </p:nvGraphicFramePr>
        <p:xfrm>
          <a:off x="885825" y="4459288"/>
          <a:ext cx="4046538" cy="923925"/>
        </p:xfrm>
        <a:graphic>
          <a:graphicData uri="http://schemas.openxmlformats.org/presentationml/2006/ole">
            <mc:AlternateContent xmlns:mc="http://schemas.openxmlformats.org/markup-compatibility/2006">
              <mc:Choice xmlns:v="urn:schemas-microsoft-com:vml" Requires="v">
                <p:oleObj name="Equation" r:id="rId4" imgW="3985042" imgH="853385" progId="Equation.3">
                  <p:embed/>
                </p:oleObj>
              </mc:Choice>
              <mc:Fallback>
                <p:oleObj name="Equation" r:id="rId4" imgW="3985042" imgH="85338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5825" y="4459288"/>
                        <a:ext cx="40465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06" name="Object 6">
            <a:extLst>
              <a:ext uri="{FF2B5EF4-FFF2-40B4-BE49-F238E27FC236}">
                <a16:creationId xmlns:a16="http://schemas.microsoft.com/office/drawing/2014/main" id="{896F525B-3DCB-5865-33FF-10E258479A9C}"/>
              </a:ext>
            </a:extLst>
          </p:cNvPr>
          <p:cNvGraphicFramePr>
            <a:graphicFrameLocks noChangeAspect="1"/>
          </p:cNvGraphicFramePr>
          <p:nvPr/>
        </p:nvGraphicFramePr>
        <p:xfrm>
          <a:off x="890588" y="5602288"/>
          <a:ext cx="3867150" cy="922337"/>
        </p:xfrm>
        <a:graphic>
          <a:graphicData uri="http://schemas.openxmlformats.org/presentationml/2006/ole">
            <mc:AlternateContent xmlns:mc="http://schemas.openxmlformats.org/markup-compatibility/2006">
              <mc:Choice xmlns:v="urn:schemas-microsoft-com:vml" Requires="v">
                <p:oleObj name="Equation" r:id="rId6" imgW="3794947" imgH="853385" progId="Equation.3">
                  <p:embed/>
                </p:oleObj>
              </mc:Choice>
              <mc:Fallback>
                <p:oleObj name="Equation" r:id="rId6" imgW="3794947" imgH="85338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588" y="5602288"/>
                        <a:ext cx="38671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07" name="Object 7">
            <a:extLst>
              <a:ext uri="{FF2B5EF4-FFF2-40B4-BE49-F238E27FC236}">
                <a16:creationId xmlns:a16="http://schemas.microsoft.com/office/drawing/2014/main" id="{88099405-7C31-B1A7-D231-8A3C2149FB18}"/>
              </a:ext>
            </a:extLst>
          </p:cNvPr>
          <p:cNvGraphicFramePr>
            <a:graphicFrameLocks noChangeAspect="1"/>
          </p:cNvGraphicFramePr>
          <p:nvPr/>
        </p:nvGraphicFramePr>
        <p:xfrm>
          <a:off x="896938" y="3381375"/>
          <a:ext cx="1065212" cy="823913"/>
        </p:xfrm>
        <a:graphic>
          <a:graphicData uri="http://schemas.openxmlformats.org/presentationml/2006/ole">
            <mc:AlternateContent xmlns:mc="http://schemas.openxmlformats.org/markup-compatibility/2006">
              <mc:Choice xmlns:v="urn:schemas-microsoft-com:vml" Requires="v">
                <p:oleObj name="Equation" r:id="rId8" imgW="975360" imgH="746649" progId="Equation.3">
                  <p:embed/>
                </p:oleObj>
              </mc:Choice>
              <mc:Fallback>
                <p:oleObj name="Equation" r:id="rId8" imgW="975360" imgH="746649"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6938" y="3381375"/>
                        <a:ext cx="1065212"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08" name="Object 8">
            <a:extLst>
              <a:ext uri="{FF2B5EF4-FFF2-40B4-BE49-F238E27FC236}">
                <a16:creationId xmlns:a16="http://schemas.microsoft.com/office/drawing/2014/main" id="{570B68AA-C093-6985-F688-1F3C93998F3B}"/>
              </a:ext>
            </a:extLst>
          </p:cNvPr>
          <p:cNvGraphicFramePr>
            <a:graphicFrameLocks noChangeAspect="1"/>
          </p:cNvGraphicFramePr>
          <p:nvPr/>
        </p:nvGraphicFramePr>
        <p:xfrm>
          <a:off x="3106738" y="3379788"/>
          <a:ext cx="4191000" cy="927100"/>
        </p:xfrm>
        <a:graphic>
          <a:graphicData uri="http://schemas.openxmlformats.org/presentationml/2006/ole">
            <mc:AlternateContent xmlns:mc="http://schemas.openxmlformats.org/markup-compatibility/2006">
              <mc:Choice xmlns:v="urn:schemas-microsoft-com:vml" Requires="v">
                <p:oleObj name="Equation" r:id="rId10" imgW="3528216" imgH="853385" progId="Equation.3">
                  <p:embed/>
                </p:oleObj>
              </mc:Choice>
              <mc:Fallback>
                <p:oleObj name="Equation" r:id="rId10" imgW="3528216" imgH="853385"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06738" y="3379788"/>
                        <a:ext cx="41910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09" name="AutoShape 9">
            <a:extLst>
              <a:ext uri="{FF2B5EF4-FFF2-40B4-BE49-F238E27FC236}">
                <a16:creationId xmlns:a16="http://schemas.microsoft.com/office/drawing/2014/main" id="{C48A82CC-34EB-E430-A85A-778AA906DC78}"/>
              </a:ext>
            </a:extLst>
          </p:cNvPr>
          <p:cNvSpPr>
            <a:spLocks noChangeArrowheads="1"/>
          </p:cNvSpPr>
          <p:nvPr/>
        </p:nvSpPr>
        <p:spPr bwMode="auto">
          <a:xfrm>
            <a:off x="2286000" y="3697288"/>
            <a:ext cx="457200" cy="228600"/>
          </a:xfrm>
          <a:prstGeom prst="rightArrow">
            <a:avLst>
              <a:gd name="adj1" fmla="val 50000"/>
              <a:gd name="adj2" fmla="val 50000"/>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563210" name="Object 10">
            <a:extLst>
              <a:ext uri="{FF2B5EF4-FFF2-40B4-BE49-F238E27FC236}">
                <a16:creationId xmlns:a16="http://schemas.microsoft.com/office/drawing/2014/main" id="{1C0D0D95-E79C-4551-6E40-ECDB3F20DC95}"/>
              </a:ext>
            </a:extLst>
          </p:cNvPr>
          <p:cNvGraphicFramePr>
            <a:graphicFrameLocks noChangeAspect="1"/>
          </p:cNvGraphicFramePr>
          <p:nvPr/>
        </p:nvGraphicFramePr>
        <p:xfrm>
          <a:off x="890588" y="2208213"/>
          <a:ext cx="1770062" cy="873125"/>
        </p:xfrm>
        <a:graphic>
          <a:graphicData uri="http://schemas.openxmlformats.org/presentationml/2006/ole">
            <mc:AlternateContent xmlns:mc="http://schemas.openxmlformats.org/markup-compatibility/2006">
              <mc:Choice xmlns:v="urn:schemas-microsoft-com:vml" Requires="v">
                <p:oleObj name="Equation" r:id="rId12" imgW="1714344" imgH="800017" progId="Equation.3">
                  <p:embed/>
                </p:oleObj>
              </mc:Choice>
              <mc:Fallback>
                <p:oleObj name="Equation" r:id="rId12" imgW="1714344" imgH="800017"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0588" y="2208213"/>
                        <a:ext cx="1770062"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63211" name="Picture 11" descr="j0293240">
            <a:extLst>
              <a:ext uri="{FF2B5EF4-FFF2-40B4-BE49-F238E27FC236}">
                <a16:creationId xmlns:a16="http://schemas.microsoft.com/office/drawing/2014/main" id="{4E18E33D-DEAA-EE17-F283-A31A112FD2A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632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63203"/>
                                        </p:tgtEl>
                                        <p:attrNameLst>
                                          <p:attrName>style.visibility</p:attrName>
                                        </p:attrNameLst>
                                      </p:cBhvr>
                                      <p:to>
                                        <p:strVal val="visible"/>
                                      </p:to>
                                    </p:set>
                                    <p:animEffect transition="in" filter="wipe(left)">
                                      <p:cBhvr>
                                        <p:cTn id="11" dur="500"/>
                                        <p:tgtEl>
                                          <p:spTgt spid="56320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63204"/>
                                        </p:tgtEl>
                                        <p:attrNameLst>
                                          <p:attrName>style.visibility</p:attrName>
                                        </p:attrNameLst>
                                      </p:cBhvr>
                                      <p:to>
                                        <p:strVal val="visible"/>
                                      </p:to>
                                    </p:set>
                                    <p:animEffect transition="in" filter="wipe(left)">
                                      <p:cBhvr>
                                        <p:cTn id="16" dur="500"/>
                                        <p:tgtEl>
                                          <p:spTgt spid="5632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63210"/>
                                        </p:tgtEl>
                                        <p:attrNameLst>
                                          <p:attrName>style.visibility</p:attrName>
                                        </p:attrNameLst>
                                      </p:cBhvr>
                                      <p:to>
                                        <p:strVal val="visible"/>
                                      </p:to>
                                    </p:set>
                                    <p:animEffect transition="in" filter="wipe(left)">
                                      <p:cBhvr>
                                        <p:cTn id="21" dur="500"/>
                                        <p:tgtEl>
                                          <p:spTgt spid="5632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63207"/>
                                        </p:tgtEl>
                                        <p:attrNameLst>
                                          <p:attrName>style.visibility</p:attrName>
                                        </p:attrNameLst>
                                      </p:cBhvr>
                                      <p:to>
                                        <p:strVal val="visible"/>
                                      </p:to>
                                    </p:set>
                                    <p:animEffect transition="in" filter="wipe(left)">
                                      <p:cBhvr>
                                        <p:cTn id="26" dur="500"/>
                                        <p:tgtEl>
                                          <p:spTgt spid="56320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63209"/>
                                        </p:tgtEl>
                                        <p:attrNameLst>
                                          <p:attrName>style.visibility</p:attrName>
                                        </p:attrNameLst>
                                      </p:cBhvr>
                                      <p:to>
                                        <p:strVal val="visible"/>
                                      </p:to>
                                    </p:set>
                                    <p:animEffect transition="in" filter="wipe(left)">
                                      <p:cBhvr>
                                        <p:cTn id="31" dur="500"/>
                                        <p:tgtEl>
                                          <p:spTgt spid="56320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63208"/>
                                        </p:tgtEl>
                                        <p:attrNameLst>
                                          <p:attrName>style.visibility</p:attrName>
                                        </p:attrNameLst>
                                      </p:cBhvr>
                                      <p:to>
                                        <p:strVal val="visible"/>
                                      </p:to>
                                    </p:set>
                                    <p:animEffect transition="in" filter="wipe(left)">
                                      <p:cBhvr>
                                        <p:cTn id="36" dur="500"/>
                                        <p:tgtEl>
                                          <p:spTgt spid="56320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63205"/>
                                        </p:tgtEl>
                                        <p:attrNameLst>
                                          <p:attrName>style.visibility</p:attrName>
                                        </p:attrNameLst>
                                      </p:cBhvr>
                                      <p:to>
                                        <p:strVal val="visible"/>
                                      </p:to>
                                    </p:set>
                                    <p:animEffect transition="in" filter="wipe(left)">
                                      <p:cBhvr>
                                        <p:cTn id="41" dur="500"/>
                                        <p:tgtEl>
                                          <p:spTgt spid="56320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563206"/>
                                        </p:tgtEl>
                                        <p:attrNameLst>
                                          <p:attrName>style.visibility</p:attrName>
                                        </p:attrNameLst>
                                      </p:cBhvr>
                                      <p:to>
                                        <p:strVal val="visible"/>
                                      </p:to>
                                    </p:set>
                                    <p:animEffect transition="in" filter="wipe(left)">
                                      <p:cBhvr>
                                        <p:cTn id="46" dur="500"/>
                                        <p:tgtEl>
                                          <p:spTgt spid="56320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nodeType="clickEffect">
                                  <p:stCondLst>
                                    <p:cond delay="0"/>
                                  </p:stCondLst>
                                  <p:childTnLst>
                                    <p:set>
                                      <p:cBhvr>
                                        <p:cTn id="50" dur="1" fill="hold">
                                          <p:stCondLst>
                                            <p:cond delay="0"/>
                                          </p:stCondLst>
                                        </p:cTn>
                                        <p:tgtEl>
                                          <p:spTgt spid="563211"/>
                                        </p:tgtEl>
                                        <p:attrNameLst>
                                          <p:attrName>style.visibility</p:attrName>
                                        </p:attrNameLst>
                                      </p:cBhvr>
                                      <p:to>
                                        <p:strVal val="visible"/>
                                      </p:to>
                                    </p:set>
                                    <p:anim calcmode="lin" valueType="num">
                                      <p:cBhvr additive="base">
                                        <p:cTn id="51" dur="500" fill="hold"/>
                                        <p:tgtEl>
                                          <p:spTgt spid="563211"/>
                                        </p:tgtEl>
                                        <p:attrNameLst>
                                          <p:attrName>ppt_x</p:attrName>
                                        </p:attrNameLst>
                                      </p:cBhvr>
                                      <p:tavLst>
                                        <p:tav tm="0">
                                          <p:val>
                                            <p:strVal val="1+#ppt_w/2"/>
                                          </p:val>
                                        </p:tav>
                                        <p:tav tm="100000">
                                          <p:val>
                                            <p:strVal val="#ppt_x"/>
                                          </p:val>
                                        </p:tav>
                                      </p:tavLst>
                                    </p:anim>
                                    <p:anim calcmode="lin" valueType="num">
                                      <p:cBhvr additive="base">
                                        <p:cTn id="52" dur="500" fill="hold"/>
                                        <p:tgtEl>
                                          <p:spTgt spid="5632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2" grpId="0" autoUpdateAnimBg="0"/>
      <p:bldP spid="563203" grpId="0" autoUpdateAnimBg="0"/>
      <p:bldP spid="56320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4" name="Object 2">
            <a:extLst>
              <a:ext uri="{FF2B5EF4-FFF2-40B4-BE49-F238E27FC236}">
                <a16:creationId xmlns:a16="http://schemas.microsoft.com/office/drawing/2014/main" id="{C4906918-6519-1E16-AD21-0B9799734D47}"/>
              </a:ext>
            </a:extLst>
          </p:cNvPr>
          <p:cNvGraphicFramePr>
            <a:graphicFrameLocks noChangeAspect="1"/>
          </p:cNvGraphicFramePr>
          <p:nvPr/>
        </p:nvGraphicFramePr>
        <p:xfrm>
          <a:off x="873125" y="4100513"/>
          <a:ext cx="1425575" cy="825500"/>
        </p:xfrm>
        <a:graphic>
          <a:graphicData uri="http://schemas.openxmlformats.org/presentationml/2006/ole">
            <mc:AlternateContent xmlns:mc="http://schemas.openxmlformats.org/markup-compatibility/2006">
              <mc:Choice xmlns:v="urn:schemas-microsoft-com:vml" Requires="v">
                <p:oleObj name="Equation" r:id="rId3" imgW="1409793" imgH="807498" progId="Equation.3">
                  <p:embed/>
                </p:oleObj>
              </mc:Choice>
              <mc:Fallback>
                <p:oleObj name="Equation" r:id="rId3" imgW="1409793" imgH="807498"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125" y="4100513"/>
                        <a:ext cx="142557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5" name="Text Box 3">
            <a:extLst>
              <a:ext uri="{FF2B5EF4-FFF2-40B4-BE49-F238E27FC236}">
                <a16:creationId xmlns:a16="http://schemas.microsoft.com/office/drawing/2014/main" id="{C521146C-9017-494C-0437-48C41797DE71}"/>
              </a:ext>
            </a:extLst>
          </p:cNvPr>
          <p:cNvSpPr txBox="1">
            <a:spLocks noChangeArrowheads="1"/>
          </p:cNvSpPr>
          <p:nvPr/>
        </p:nvSpPr>
        <p:spPr bwMode="auto">
          <a:xfrm>
            <a:off x="781050" y="26035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宋体" panose="02010600030101010101" pitchFamily="2" charset="-122"/>
                <a:ea typeface="宋体" panose="02010600030101010101" pitchFamily="2" charset="-122"/>
              </a:rPr>
              <a:t>用弹簧连接两个木板</a:t>
            </a:r>
            <a:r>
              <a:rPr kumimoji="1" lang="en-US" altLang="zh-CN" i="1">
                <a:solidFill>
                  <a:srgbClr val="66FFFF"/>
                </a:solidFill>
                <a:latin typeface="Times New Roman" panose="02020603050405020304" pitchFamily="18" charset="0"/>
                <a:ea typeface="宋体" panose="02010600030101010101" pitchFamily="2" charset="-122"/>
              </a:rPr>
              <a:t>m</a:t>
            </a:r>
            <a:r>
              <a:rPr kumimoji="1" lang="en-US" altLang="zh-CN" i="1" baseline="-25000">
                <a:solidFill>
                  <a:srgbClr val="66FFFF"/>
                </a:solidFill>
                <a:latin typeface="Times New Roman" panose="02020603050405020304" pitchFamily="18" charset="0"/>
                <a:ea typeface="宋体" panose="02010600030101010101" pitchFamily="2" charset="-122"/>
              </a:rPr>
              <a:t>1</a:t>
            </a:r>
            <a:r>
              <a:rPr kumimoji="1" lang="en-US" altLang="zh-CN" i="1">
                <a:latin typeface="Times New Roman" panose="02020603050405020304" pitchFamily="18" charset="0"/>
                <a:ea typeface="宋体" panose="02010600030101010101" pitchFamily="2" charset="-122"/>
              </a:rPr>
              <a:t> </a:t>
            </a:r>
            <a:r>
              <a:rPr kumimoji="1" lang="zh-CN" altLang="en-US">
                <a:latin typeface="宋体" panose="02010600030101010101" pitchFamily="2" charset="-122"/>
                <a:ea typeface="宋体" panose="02010600030101010101" pitchFamily="2" charset="-122"/>
              </a:rPr>
              <a:t>、</a:t>
            </a:r>
            <a:r>
              <a:rPr kumimoji="1" lang="en-US" altLang="zh-CN" i="1">
                <a:solidFill>
                  <a:srgbClr val="66FFFF"/>
                </a:solidFill>
                <a:latin typeface="Times New Roman" panose="02020603050405020304" pitchFamily="18" charset="0"/>
                <a:ea typeface="宋体" panose="02010600030101010101" pitchFamily="2" charset="-122"/>
              </a:rPr>
              <a:t>m</a:t>
            </a:r>
            <a:r>
              <a:rPr kumimoji="1" lang="en-US" altLang="zh-CN" i="1" baseline="-25000">
                <a:solidFill>
                  <a:srgbClr val="66FFFF"/>
                </a:solidFill>
                <a:latin typeface="Times New Roman" panose="02020603050405020304" pitchFamily="18" charset="0"/>
                <a:ea typeface="宋体" panose="02010600030101010101" pitchFamily="2" charset="-122"/>
              </a:rPr>
              <a:t>2</a:t>
            </a:r>
            <a:r>
              <a:rPr kumimoji="1" lang="en-US" altLang="zh-CN" i="1">
                <a:solidFill>
                  <a:srgbClr val="66FFFF"/>
                </a:solidFill>
                <a:latin typeface="Times New Roman" panose="02020603050405020304" pitchFamily="18" charset="0"/>
                <a:ea typeface="宋体" panose="02010600030101010101" pitchFamily="2" charset="-122"/>
              </a:rPr>
              <a:t> </a:t>
            </a:r>
            <a:r>
              <a:rPr kumimoji="1" lang="en-US" altLang="zh-CN" i="1">
                <a:latin typeface="宋体" panose="02010600030101010101" pitchFamily="2" charset="-122"/>
                <a:ea typeface="宋体" panose="02010600030101010101" pitchFamily="2" charset="-122"/>
              </a:rPr>
              <a:t> </a:t>
            </a:r>
            <a:r>
              <a:rPr kumimoji="1" lang="zh-CN" altLang="en-US">
                <a:latin typeface="宋体" panose="02010600030101010101" pitchFamily="2" charset="-122"/>
                <a:ea typeface="宋体" panose="02010600030101010101" pitchFamily="2" charset="-122"/>
              </a:rPr>
              <a:t>，弹簧压缩</a:t>
            </a:r>
            <a:r>
              <a:rPr kumimoji="1" lang="en-US" altLang="zh-CN" i="1">
                <a:solidFill>
                  <a:srgbClr val="66FFFF"/>
                </a:solidFill>
                <a:latin typeface="Times New Roman" panose="02020603050405020304" pitchFamily="18" charset="0"/>
                <a:ea typeface="宋体" panose="02010600030101010101" pitchFamily="2" charset="-122"/>
              </a:rPr>
              <a:t>x</a:t>
            </a:r>
            <a:r>
              <a:rPr kumimoji="1" lang="en-US" altLang="zh-CN" i="1" baseline="-25000">
                <a:solidFill>
                  <a:srgbClr val="66FFFF"/>
                </a:solidFill>
                <a:latin typeface="Times New Roman" panose="02020603050405020304" pitchFamily="18" charset="0"/>
                <a:ea typeface="宋体" panose="02010600030101010101" pitchFamily="2" charset="-122"/>
              </a:rPr>
              <a:t>0</a:t>
            </a:r>
            <a:r>
              <a:rPr kumimoji="1" lang="en-US" altLang="zh-CN" i="1">
                <a:latin typeface="宋体" panose="02010600030101010101" pitchFamily="2" charset="-122"/>
                <a:ea typeface="宋体" panose="02010600030101010101" pitchFamily="2" charset="-122"/>
              </a:rPr>
              <a:t> </a:t>
            </a:r>
            <a:r>
              <a:rPr kumimoji="1" lang="zh-CN" altLang="en-US">
                <a:latin typeface="宋体" panose="02010600030101010101" pitchFamily="2" charset="-122"/>
                <a:ea typeface="宋体" panose="02010600030101010101" pitchFamily="2" charset="-122"/>
              </a:rPr>
              <a:t>。</a:t>
            </a:r>
          </a:p>
        </p:txBody>
      </p:sp>
      <p:sp>
        <p:nvSpPr>
          <p:cNvPr id="54276" name="Line 4">
            <a:extLst>
              <a:ext uri="{FF2B5EF4-FFF2-40B4-BE49-F238E27FC236}">
                <a16:creationId xmlns:a16="http://schemas.microsoft.com/office/drawing/2014/main" id="{9574DB77-9CC8-F964-B3E9-491D2AC3DB11}"/>
              </a:ext>
            </a:extLst>
          </p:cNvPr>
          <p:cNvSpPr>
            <a:spLocks noChangeShapeType="1"/>
          </p:cNvSpPr>
          <p:nvPr/>
        </p:nvSpPr>
        <p:spPr bwMode="auto">
          <a:xfrm>
            <a:off x="1447800" y="1901825"/>
            <a:ext cx="6629400" cy="0"/>
          </a:xfrm>
          <a:prstGeom prst="line">
            <a:avLst/>
          </a:prstGeom>
          <a:noFill/>
          <a:ln w="28575">
            <a:solidFill>
              <a:srgbClr val="CC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5">
            <a:extLst>
              <a:ext uri="{FF2B5EF4-FFF2-40B4-BE49-F238E27FC236}">
                <a16:creationId xmlns:a16="http://schemas.microsoft.com/office/drawing/2014/main" id="{3B4E076F-CF41-7003-CBE3-B1E1C88CF24C}"/>
              </a:ext>
            </a:extLst>
          </p:cNvPr>
          <p:cNvGrpSpPr>
            <a:grpSpLocks/>
          </p:cNvGrpSpPr>
          <p:nvPr/>
        </p:nvGrpSpPr>
        <p:grpSpPr bwMode="auto">
          <a:xfrm>
            <a:off x="1766888" y="2130425"/>
            <a:ext cx="1662112" cy="1211263"/>
            <a:chOff x="1113" y="2496"/>
            <a:chExt cx="1047" cy="763"/>
          </a:xfrm>
        </p:grpSpPr>
        <p:sp>
          <p:nvSpPr>
            <p:cNvPr id="15413" name="Rectangle 6">
              <a:extLst>
                <a:ext uri="{FF2B5EF4-FFF2-40B4-BE49-F238E27FC236}">
                  <a16:creationId xmlns:a16="http://schemas.microsoft.com/office/drawing/2014/main" id="{B2BC6C07-6444-8E49-1AB4-8646E5CD14C8}"/>
                </a:ext>
              </a:extLst>
            </p:cNvPr>
            <p:cNvSpPr>
              <a:spLocks noChangeArrowheads="1"/>
            </p:cNvSpPr>
            <p:nvPr/>
          </p:nvSpPr>
          <p:spPr bwMode="auto">
            <a:xfrm>
              <a:off x="1113" y="2592"/>
              <a:ext cx="672" cy="96"/>
            </a:xfrm>
            <a:prstGeom prst="rect">
              <a:avLst/>
            </a:prstGeom>
            <a:solidFill>
              <a:srgbClr val="FF99CC"/>
            </a:solidFill>
            <a:ln w="9525">
              <a:solidFill>
                <a:srgbClr val="FF99CC"/>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15414" name="Object 19">
              <a:extLst>
                <a:ext uri="{FF2B5EF4-FFF2-40B4-BE49-F238E27FC236}">
                  <a16:creationId xmlns:a16="http://schemas.microsoft.com/office/drawing/2014/main" id="{1B1F8202-1408-D058-5F05-04879F9E88E7}"/>
                </a:ext>
              </a:extLst>
            </p:cNvPr>
            <p:cNvGraphicFramePr>
              <a:graphicFrameLocks noChangeAspect="1"/>
            </p:cNvGraphicFramePr>
            <p:nvPr/>
          </p:nvGraphicFramePr>
          <p:xfrm>
            <a:off x="1833" y="2496"/>
            <a:ext cx="316" cy="283"/>
          </p:xfrm>
          <a:graphic>
            <a:graphicData uri="http://schemas.openxmlformats.org/presentationml/2006/ole">
              <mc:AlternateContent xmlns:mc="http://schemas.openxmlformats.org/markup-compatibility/2006">
                <mc:Choice xmlns:v="urn:schemas-microsoft-com:vml" Requires="v">
                  <p:oleObj name="Equation" r:id="rId5" imgW="228413" imgH="198009" progId="Equation.3">
                    <p:embed/>
                  </p:oleObj>
                </mc:Choice>
                <mc:Fallback>
                  <p:oleObj name="Equation" r:id="rId5" imgW="228413" imgH="198009"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3" y="2496"/>
                          <a:ext cx="316"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15" name="Rectangle 8">
              <a:extLst>
                <a:ext uri="{FF2B5EF4-FFF2-40B4-BE49-F238E27FC236}">
                  <a16:creationId xmlns:a16="http://schemas.microsoft.com/office/drawing/2014/main" id="{43E2EA67-E284-24A1-027A-B062908A5C3E}"/>
                </a:ext>
              </a:extLst>
            </p:cNvPr>
            <p:cNvSpPr>
              <a:spLocks noChangeArrowheads="1"/>
            </p:cNvSpPr>
            <p:nvPr/>
          </p:nvSpPr>
          <p:spPr bwMode="auto">
            <a:xfrm>
              <a:off x="1135" y="3072"/>
              <a:ext cx="672" cy="96"/>
            </a:xfrm>
            <a:prstGeom prst="rect">
              <a:avLst/>
            </a:prstGeom>
            <a:solidFill>
              <a:srgbClr val="FF9933"/>
            </a:solidFill>
            <a:ln w="9525">
              <a:solidFill>
                <a:srgbClr val="FF9933"/>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15416" name="Object 20">
              <a:extLst>
                <a:ext uri="{FF2B5EF4-FFF2-40B4-BE49-F238E27FC236}">
                  <a16:creationId xmlns:a16="http://schemas.microsoft.com/office/drawing/2014/main" id="{FAF2FA21-2E55-7873-2A3E-2966C378ED29}"/>
                </a:ext>
              </a:extLst>
            </p:cNvPr>
            <p:cNvGraphicFramePr>
              <a:graphicFrameLocks noChangeAspect="1"/>
            </p:cNvGraphicFramePr>
            <p:nvPr/>
          </p:nvGraphicFramePr>
          <p:xfrm>
            <a:off x="1844" y="2976"/>
            <a:ext cx="316" cy="283"/>
          </p:xfrm>
          <a:graphic>
            <a:graphicData uri="http://schemas.openxmlformats.org/presentationml/2006/ole">
              <mc:AlternateContent xmlns:mc="http://schemas.openxmlformats.org/markup-compatibility/2006">
                <mc:Choice xmlns:v="urn:schemas-microsoft-com:vml" Requires="v">
                  <p:oleObj name="Equation" r:id="rId7" imgW="228413" imgH="198009" progId="Equation.3">
                    <p:embed/>
                  </p:oleObj>
                </mc:Choice>
                <mc:Fallback>
                  <p:oleObj name="Equation" r:id="rId7" imgW="228413" imgH="198009"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44" y="2976"/>
                          <a:ext cx="316"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417" name="Picture 10">
              <a:extLst>
                <a:ext uri="{FF2B5EF4-FFF2-40B4-BE49-F238E27FC236}">
                  <a16:creationId xmlns:a16="http://schemas.microsoft.com/office/drawing/2014/main" id="{EEF67179-2473-70FA-DC56-14B1CFB43B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1" y="2688"/>
              <a:ext cx="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4283" name="Line 11">
            <a:extLst>
              <a:ext uri="{FF2B5EF4-FFF2-40B4-BE49-F238E27FC236}">
                <a16:creationId xmlns:a16="http://schemas.microsoft.com/office/drawing/2014/main" id="{1254EA7E-9FCB-B4D9-F68A-B6E7C9EFBD90}"/>
              </a:ext>
            </a:extLst>
          </p:cNvPr>
          <p:cNvSpPr>
            <a:spLocks noChangeShapeType="1"/>
          </p:cNvSpPr>
          <p:nvPr/>
        </p:nvSpPr>
        <p:spPr bwMode="auto">
          <a:xfrm>
            <a:off x="1462088" y="2282825"/>
            <a:ext cx="304800" cy="0"/>
          </a:xfrm>
          <a:prstGeom prst="line">
            <a:avLst/>
          </a:prstGeom>
          <a:noFill/>
          <a:ln w="28575">
            <a:solidFill>
              <a:srgbClr val="CC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284" name="Object 3">
            <a:extLst>
              <a:ext uri="{FF2B5EF4-FFF2-40B4-BE49-F238E27FC236}">
                <a16:creationId xmlns:a16="http://schemas.microsoft.com/office/drawing/2014/main" id="{692C438B-0E59-8A4A-99F6-D13A8538FCC6}"/>
              </a:ext>
            </a:extLst>
          </p:cNvPr>
          <p:cNvGraphicFramePr>
            <a:graphicFrameLocks noChangeAspect="1"/>
          </p:cNvGraphicFramePr>
          <p:nvPr/>
        </p:nvGraphicFramePr>
        <p:xfrm>
          <a:off x="990600" y="1825625"/>
          <a:ext cx="439738" cy="495300"/>
        </p:xfrm>
        <a:graphic>
          <a:graphicData uri="http://schemas.openxmlformats.org/presentationml/2006/ole">
            <mc:AlternateContent xmlns:mc="http://schemas.openxmlformats.org/markup-compatibility/2006">
              <mc:Choice xmlns:v="urn:schemas-microsoft-com:vml" Requires="v">
                <p:oleObj name="Equation" r:id="rId10" imgW="190593" imgH="213471" progId="Equation.3">
                  <p:embed/>
                </p:oleObj>
              </mc:Choice>
              <mc:Fallback>
                <p:oleObj name="Equation" r:id="rId10" imgW="190593" imgH="213471" progId="Equation.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1825625"/>
                        <a:ext cx="439738"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5" name="Line 13">
            <a:extLst>
              <a:ext uri="{FF2B5EF4-FFF2-40B4-BE49-F238E27FC236}">
                <a16:creationId xmlns:a16="http://schemas.microsoft.com/office/drawing/2014/main" id="{B1555F46-BB0F-E677-FE4A-219EAD05AAF6}"/>
              </a:ext>
            </a:extLst>
          </p:cNvPr>
          <p:cNvSpPr>
            <a:spLocks noChangeShapeType="1"/>
          </p:cNvSpPr>
          <p:nvPr/>
        </p:nvSpPr>
        <p:spPr bwMode="auto">
          <a:xfrm>
            <a:off x="1676400" y="1901825"/>
            <a:ext cx="0" cy="381000"/>
          </a:xfrm>
          <a:prstGeom prst="line">
            <a:avLst/>
          </a:prstGeom>
          <a:noFill/>
          <a:ln w="28575">
            <a:solidFill>
              <a:srgbClr val="00FF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14">
            <a:extLst>
              <a:ext uri="{FF2B5EF4-FFF2-40B4-BE49-F238E27FC236}">
                <a16:creationId xmlns:a16="http://schemas.microsoft.com/office/drawing/2014/main" id="{21ABFA4B-B37C-2049-3F86-34FFBD545588}"/>
              </a:ext>
            </a:extLst>
          </p:cNvPr>
          <p:cNvGrpSpPr>
            <a:grpSpLocks/>
          </p:cNvGrpSpPr>
          <p:nvPr/>
        </p:nvGrpSpPr>
        <p:grpSpPr bwMode="auto">
          <a:xfrm>
            <a:off x="4357688" y="2366963"/>
            <a:ext cx="1662112" cy="974725"/>
            <a:chOff x="2745" y="2645"/>
            <a:chExt cx="1047" cy="614"/>
          </a:xfrm>
        </p:grpSpPr>
        <p:sp>
          <p:nvSpPr>
            <p:cNvPr id="15408" name="Rectangle 15">
              <a:extLst>
                <a:ext uri="{FF2B5EF4-FFF2-40B4-BE49-F238E27FC236}">
                  <a16:creationId xmlns:a16="http://schemas.microsoft.com/office/drawing/2014/main" id="{C1D10893-1F6E-E8E0-6E66-548FDE3B637F}"/>
                </a:ext>
              </a:extLst>
            </p:cNvPr>
            <p:cNvSpPr>
              <a:spLocks noChangeArrowheads="1"/>
            </p:cNvSpPr>
            <p:nvPr/>
          </p:nvSpPr>
          <p:spPr bwMode="auto">
            <a:xfrm>
              <a:off x="2745" y="2741"/>
              <a:ext cx="672" cy="96"/>
            </a:xfrm>
            <a:prstGeom prst="rect">
              <a:avLst/>
            </a:prstGeom>
            <a:solidFill>
              <a:srgbClr val="FF99CC"/>
            </a:solidFill>
            <a:ln w="9525">
              <a:solidFill>
                <a:srgbClr val="FF99CC"/>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15409" name="Object 17">
              <a:extLst>
                <a:ext uri="{FF2B5EF4-FFF2-40B4-BE49-F238E27FC236}">
                  <a16:creationId xmlns:a16="http://schemas.microsoft.com/office/drawing/2014/main" id="{CD0F0EBB-5646-A791-6467-0175DBE61828}"/>
                </a:ext>
              </a:extLst>
            </p:cNvPr>
            <p:cNvGraphicFramePr>
              <a:graphicFrameLocks noChangeAspect="1"/>
            </p:cNvGraphicFramePr>
            <p:nvPr/>
          </p:nvGraphicFramePr>
          <p:xfrm>
            <a:off x="3465" y="2645"/>
            <a:ext cx="316" cy="283"/>
          </p:xfrm>
          <a:graphic>
            <a:graphicData uri="http://schemas.openxmlformats.org/presentationml/2006/ole">
              <mc:AlternateContent xmlns:mc="http://schemas.openxmlformats.org/markup-compatibility/2006">
                <mc:Choice xmlns:v="urn:schemas-microsoft-com:vml" Requires="v">
                  <p:oleObj name="Equation" r:id="rId12" imgW="228413" imgH="198009" progId="Equation.3">
                    <p:embed/>
                  </p:oleObj>
                </mc:Choice>
                <mc:Fallback>
                  <p:oleObj name="Equation" r:id="rId12" imgW="228413" imgH="198009"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65" y="2645"/>
                          <a:ext cx="316"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10" name="Rectangle 17">
              <a:extLst>
                <a:ext uri="{FF2B5EF4-FFF2-40B4-BE49-F238E27FC236}">
                  <a16:creationId xmlns:a16="http://schemas.microsoft.com/office/drawing/2014/main" id="{9D469B2A-3730-542B-85E6-B60DAAF984A9}"/>
                </a:ext>
              </a:extLst>
            </p:cNvPr>
            <p:cNvSpPr>
              <a:spLocks noChangeArrowheads="1"/>
            </p:cNvSpPr>
            <p:nvPr/>
          </p:nvSpPr>
          <p:spPr bwMode="auto">
            <a:xfrm>
              <a:off x="2767" y="3072"/>
              <a:ext cx="672" cy="96"/>
            </a:xfrm>
            <a:prstGeom prst="rect">
              <a:avLst/>
            </a:prstGeom>
            <a:solidFill>
              <a:srgbClr val="FF9933"/>
            </a:solidFill>
            <a:ln w="9525">
              <a:solidFill>
                <a:srgbClr val="FF9933"/>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15411" name="Object 18">
              <a:extLst>
                <a:ext uri="{FF2B5EF4-FFF2-40B4-BE49-F238E27FC236}">
                  <a16:creationId xmlns:a16="http://schemas.microsoft.com/office/drawing/2014/main" id="{F228BC9D-9D0A-A9D1-CB06-3608951BB456}"/>
                </a:ext>
              </a:extLst>
            </p:cNvPr>
            <p:cNvGraphicFramePr>
              <a:graphicFrameLocks noChangeAspect="1"/>
            </p:cNvGraphicFramePr>
            <p:nvPr/>
          </p:nvGraphicFramePr>
          <p:xfrm>
            <a:off x="3476" y="2976"/>
            <a:ext cx="316" cy="283"/>
          </p:xfrm>
          <a:graphic>
            <a:graphicData uri="http://schemas.openxmlformats.org/presentationml/2006/ole">
              <mc:AlternateContent xmlns:mc="http://schemas.openxmlformats.org/markup-compatibility/2006">
                <mc:Choice xmlns:v="urn:schemas-microsoft-com:vml" Requires="v">
                  <p:oleObj name="Equation" r:id="rId14" imgW="228413" imgH="198009" progId="Equation.3">
                    <p:embed/>
                  </p:oleObj>
                </mc:Choice>
                <mc:Fallback>
                  <p:oleObj name="Equation" r:id="rId14" imgW="228413" imgH="198009"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76" y="2976"/>
                          <a:ext cx="316"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412" name="Picture 19">
              <a:extLst>
                <a:ext uri="{FF2B5EF4-FFF2-40B4-BE49-F238E27FC236}">
                  <a16:creationId xmlns:a16="http://schemas.microsoft.com/office/drawing/2014/main" id="{5FD836CE-BBA6-2B84-7B63-7FAC1B7C8FD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61" y="2832"/>
              <a:ext cx="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4292" name="Line 20">
            <a:extLst>
              <a:ext uri="{FF2B5EF4-FFF2-40B4-BE49-F238E27FC236}">
                <a16:creationId xmlns:a16="http://schemas.microsoft.com/office/drawing/2014/main" id="{D557ECE1-9E55-85DE-9439-A55124825E94}"/>
              </a:ext>
            </a:extLst>
          </p:cNvPr>
          <p:cNvSpPr>
            <a:spLocks noChangeShapeType="1"/>
          </p:cNvSpPr>
          <p:nvPr/>
        </p:nvSpPr>
        <p:spPr bwMode="auto">
          <a:xfrm>
            <a:off x="4894263" y="1673225"/>
            <a:ext cx="0" cy="838200"/>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293" name="Object 4">
            <a:extLst>
              <a:ext uri="{FF2B5EF4-FFF2-40B4-BE49-F238E27FC236}">
                <a16:creationId xmlns:a16="http://schemas.microsoft.com/office/drawing/2014/main" id="{BD5F3439-F26C-24CC-3725-8AE3A4B87A76}"/>
              </a:ext>
            </a:extLst>
          </p:cNvPr>
          <p:cNvGraphicFramePr>
            <a:graphicFrameLocks noChangeAspect="1"/>
          </p:cNvGraphicFramePr>
          <p:nvPr/>
        </p:nvGraphicFramePr>
        <p:xfrm>
          <a:off x="4779963" y="1254125"/>
          <a:ext cx="301625" cy="341313"/>
        </p:xfrm>
        <a:graphic>
          <a:graphicData uri="http://schemas.openxmlformats.org/presentationml/2006/ole">
            <mc:AlternateContent xmlns:mc="http://schemas.openxmlformats.org/markup-compatibility/2006">
              <mc:Choice xmlns:v="urn:schemas-microsoft-com:vml" Requires="v">
                <p:oleObj name="Equation" r:id="rId17" imgW="289622" imgH="327688" progId="Equation.3">
                  <p:embed/>
                </p:oleObj>
              </mc:Choice>
              <mc:Fallback>
                <p:oleObj name="Equation" r:id="rId17" imgW="289622" imgH="327688" progId="Equation.3">
                  <p:embed/>
                  <p:pic>
                    <p:nvPicPr>
                      <p:cNvPr id="0" name="Object 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79963" y="1254125"/>
                        <a:ext cx="301625"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94" name="Line 22">
            <a:extLst>
              <a:ext uri="{FF2B5EF4-FFF2-40B4-BE49-F238E27FC236}">
                <a16:creationId xmlns:a16="http://schemas.microsoft.com/office/drawing/2014/main" id="{7656A500-35A8-85BD-78F3-42B22D7E9114}"/>
              </a:ext>
            </a:extLst>
          </p:cNvPr>
          <p:cNvSpPr>
            <a:spLocks noChangeShapeType="1"/>
          </p:cNvSpPr>
          <p:nvPr/>
        </p:nvSpPr>
        <p:spPr bwMode="auto">
          <a:xfrm>
            <a:off x="3557588" y="2282825"/>
            <a:ext cx="609600" cy="0"/>
          </a:xfrm>
          <a:prstGeom prst="line">
            <a:avLst/>
          </a:prstGeom>
          <a:noFill/>
          <a:ln w="28575">
            <a:solidFill>
              <a:srgbClr val="CC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5" name="Line 23">
            <a:extLst>
              <a:ext uri="{FF2B5EF4-FFF2-40B4-BE49-F238E27FC236}">
                <a16:creationId xmlns:a16="http://schemas.microsoft.com/office/drawing/2014/main" id="{FF7C6795-94A1-5EF7-2E3C-09D27EC3E521}"/>
              </a:ext>
            </a:extLst>
          </p:cNvPr>
          <p:cNvSpPr>
            <a:spLocks noChangeShapeType="1"/>
          </p:cNvSpPr>
          <p:nvPr/>
        </p:nvSpPr>
        <p:spPr bwMode="auto">
          <a:xfrm>
            <a:off x="3581400" y="2511425"/>
            <a:ext cx="533400" cy="0"/>
          </a:xfrm>
          <a:prstGeom prst="line">
            <a:avLst/>
          </a:prstGeom>
          <a:noFill/>
          <a:ln w="28575">
            <a:solidFill>
              <a:srgbClr val="CC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24">
            <a:extLst>
              <a:ext uri="{FF2B5EF4-FFF2-40B4-BE49-F238E27FC236}">
                <a16:creationId xmlns:a16="http://schemas.microsoft.com/office/drawing/2014/main" id="{9D7F81D9-EA23-3EC6-0854-ED7F079577BB}"/>
              </a:ext>
            </a:extLst>
          </p:cNvPr>
          <p:cNvGrpSpPr>
            <a:grpSpLocks/>
          </p:cNvGrpSpPr>
          <p:nvPr/>
        </p:nvGrpSpPr>
        <p:grpSpPr bwMode="auto">
          <a:xfrm>
            <a:off x="3881438" y="1995488"/>
            <a:ext cx="0" cy="803275"/>
            <a:chOff x="2445" y="2411"/>
            <a:chExt cx="0" cy="506"/>
          </a:xfrm>
        </p:grpSpPr>
        <p:sp>
          <p:nvSpPr>
            <p:cNvPr id="15405" name="Line 25">
              <a:extLst>
                <a:ext uri="{FF2B5EF4-FFF2-40B4-BE49-F238E27FC236}">
                  <a16:creationId xmlns:a16="http://schemas.microsoft.com/office/drawing/2014/main" id="{AA638889-0B3D-8823-93D9-0E4C12434290}"/>
                </a:ext>
              </a:extLst>
            </p:cNvPr>
            <p:cNvSpPr>
              <a:spLocks noChangeShapeType="1"/>
            </p:cNvSpPr>
            <p:nvPr/>
          </p:nvSpPr>
          <p:spPr bwMode="auto">
            <a:xfrm>
              <a:off x="2445" y="2411"/>
              <a:ext cx="0" cy="192"/>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6" name="Line 26">
              <a:extLst>
                <a:ext uri="{FF2B5EF4-FFF2-40B4-BE49-F238E27FC236}">
                  <a16:creationId xmlns:a16="http://schemas.microsoft.com/office/drawing/2014/main" id="{07594BB8-ADC2-7A5F-5B00-2543FF65CB33}"/>
                </a:ext>
              </a:extLst>
            </p:cNvPr>
            <p:cNvSpPr>
              <a:spLocks noChangeShapeType="1"/>
            </p:cNvSpPr>
            <p:nvPr/>
          </p:nvSpPr>
          <p:spPr bwMode="auto">
            <a:xfrm>
              <a:off x="2445" y="2603"/>
              <a:ext cx="0" cy="144"/>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7" name="Line 27">
              <a:extLst>
                <a:ext uri="{FF2B5EF4-FFF2-40B4-BE49-F238E27FC236}">
                  <a16:creationId xmlns:a16="http://schemas.microsoft.com/office/drawing/2014/main" id="{DF73645B-F709-A316-2D8E-94EC0BBDE1F0}"/>
                </a:ext>
              </a:extLst>
            </p:cNvPr>
            <p:cNvSpPr>
              <a:spLocks noChangeShapeType="1"/>
            </p:cNvSpPr>
            <p:nvPr/>
          </p:nvSpPr>
          <p:spPr bwMode="auto">
            <a:xfrm>
              <a:off x="2445" y="2725"/>
              <a:ext cx="0" cy="192"/>
            </a:xfrm>
            <a:prstGeom prst="line">
              <a:avLst/>
            </a:prstGeom>
            <a:noFill/>
            <a:ln w="28575">
              <a:solidFill>
                <a:srgbClr val="00FF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4300" name="Object 5">
            <a:extLst>
              <a:ext uri="{FF2B5EF4-FFF2-40B4-BE49-F238E27FC236}">
                <a16:creationId xmlns:a16="http://schemas.microsoft.com/office/drawing/2014/main" id="{FCA073D3-D91E-947F-7E31-FC361E80E869}"/>
              </a:ext>
            </a:extLst>
          </p:cNvPr>
          <p:cNvGraphicFramePr>
            <a:graphicFrameLocks noChangeAspect="1"/>
          </p:cNvGraphicFramePr>
          <p:nvPr/>
        </p:nvGraphicFramePr>
        <p:xfrm>
          <a:off x="4141788" y="2054225"/>
          <a:ext cx="430212" cy="488950"/>
        </p:xfrm>
        <a:graphic>
          <a:graphicData uri="http://schemas.openxmlformats.org/presentationml/2006/ole">
            <mc:AlternateContent xmlns:mc="http://schemas.openxmlformats.org/markup-compatibility/2006">
              <mc:Choice xmlns:v="urn:schemas-microsoft-com:vml" Requires="v">
                <p:oleObj name="Equation" r:id="rId19" imgW="175167" imgH="198009" progId="Equation.3">
                  <p:embed/>
                </p:oleObj>
              </mc:Choice>
              <mc:Fallback>
                <p:oleObj name="Equation" r:id="rId19" imgW="175167" imgH="198009" progId="Equation.3">
                  <p:embed/>
                  <p:pic>
                    <p:nvPicPr>
                      <p:cNvPr id="0" name="Object 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41788" y="2054225"/>
                        <a:ext cx="430212"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9">
            <a:extLst>
              <a:ext uri="{FF2B5EF4-FFF2-40B4-BE49-F238E27FC236}">
                <a16:creationId xmlns:a16="http://schemas.microsoft.com/office/drawing/2014/main" id="{144D37EB-E946-2A4C-6324-A54FF33E4C0B}"/>
              </a:ext>
            </a:extLst>
          </p:cNvPr>
          <p:cNvGrpSpPr>
            <a:grpSpLocks/>
          </p:cNvGrpSpPr>
          <p:nvPr/>
        </p:nvGrpSpPr>
        <p:grpSpPr bwMode="auto">
          <a:xfrm>
            <a:off x="6526213" y="1376363"/>
            <a:ext cx="1627187" cy="1965325"/>
            <a:chOff x="4111" y="2021"/>
            <a:chExt cx="1025" cy="1238"/>
          </a:xfrm>
        </p:grpSpPr>
        <p:sp>
          <p:nvSpPr>
            <p:cNvPr id="15402" name="Rectangle 30">
              <a:extLst>
                <a:ext uri="{FF2B5EF4-FFF2-40B4-BE49-F238E27FC236}">
                  <a16:creationId xmlns:a16="http://schemas.microsoft.com/office/drawing/2014/main" id="{058751C6-602A-8E98-3F7B-CAB7C271F0F1}"/>
                </a:ext>
              </a:extLst>
            </p:cNvPr>
            <p:cNvSpPr>
              <a:spLocks noChangeArrowheads="1"/>
            </p:cNvSpPr>
            <p:nvPr/>
          </p:nvSpPr>
          <p:spPr bwMode="auto">
            <a:xfrm>
              <a:off x="4111" y="3072"/>
              <a:ext cx="672" cy="96"/>
            </a:xfrm>
            <a:prstGeom prst="rect">
              <a:avLst/>
            </a:prstGeom>
            <a:solidFill>
              <a:srgbClr val="FF9933"/>
            </a:solidFill>
            <a:ln w="9525">
              <a:solidFill>
                <a:srgbClr val="FF9933"/>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15403" name="Object 16">
              <a:extLst>
                <a:ext uri="{FF2B5EF4-FFF2-40B4-BE49-F238E27FC236}">
                  <a16:creationId xmlns:a16="http://schemas.microsoft.com/office/drawing/2014/main" id="{9D9F0472-E11F-940B-37D1-114302E26D56}"/>
                </a:ext>
              </a:extLst>
            </p:cNvPr>
            <p:cNvGraphicFramePr>
              <a:graphicFrameLocks noChangeAspect="1"/>
            </p:cNvGraphicFramePr>
            <p:nvPr/>
          </p:nvGraphicFramePr>
          <p:xfrm>
            <a:off x="4820" y="2976"/>
            <a:ext cx="316" cy="283"/>
          </p:xfrm>
          <a:graphic>
            <a:graphicData uri="http://schemas.openxmlformats.org/presentationml/2006/ole">
              <mc:AlternateContent xmlns:mc="http://schemas.openxmlformats.org/markup-compatibility/2006">
                <mc:Choice xmlns:v="urn:schemas-microsoft-com:vml" Requires="v">
                  <p:oleObj name="Equation" r:id="rId21" imgW="228413" imgH="198009" progId="Equation.3">
                    <p:embed/>
                  </p:oleObj>
                </mc:Choice>
                <mc:Fallback>
                  <p:oleObj name="Equation" r:id="rId21" imgW="228413" imgH="198009" progId="Equation.3">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20" y="2976"/>
                          <a:ext cx="316"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404" name="Picture 32">
              <a:extLst>
                <a:ext uri="{FF2B5EF4-FFF2-40B4-BE49-F238E27FC236}">
                  <a16:creationId xmlns:a16="http://schemas.microsoft.com/office/drawing/2014/main" id="{D68B50C2-FF9E-B6D7-49CD-8478C55DE3D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51" y="2021"/>
              <a:ext cx="161" cy="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4305" name="Line 33">
            <a:extLst>
              <a:ext uri="{FF2B5EF4-FFF2-40B4-BE49-F238E27FC236}">
                <a16:creationId xmlns:a16="http://schemas.microsoft.com/office/drawing/2014/main" id="{CD9392BF-905D-3C61-DF3E-D6391A763E66}"/>
              </a:ext>
            </a:extLst>
          </p:cNvPr>
          <p:cNvSpPr>
            <a:spLocks noChangeShapeType="1"/>
          </p:cNvSpPr>
          <p:nvPr/>
        </p:nvSpPr>
        <p:spPr bwMode="auto">
          <a:xfrm>
            <a:off x="7391400" y="1403350"/>
            <a:ext cx="609600" cy="0"/>
          </a:xfrm>
          <a:prstGeom prst="line">
            <a:avLst/>
          </a:prstGeom>
          <a:noFill/>
          <a:ln w="28575">
            <a:solidFill>
              <a:srgbClr val="CC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6" name="Line 34">
            <a:extLst>
              <a:ext uri="{FF2B5EF4-FFF2-40B4-BE49-F238E27FC236}">
                <a16:creationId xmlns:a16="http://schemas.microsoft.com/office/drawing/2014/main" id="{1CAF57FD-A590-856E-CFC7-AB7323B0E319}"/>
              </a:ext>
            </a:extLst>
          </p:cNvPr>
          <p:cNvSpPr>
            <a:spLocks noChangeShapeType="1"/>
          </p:cNvSpPr>
          <p:nvPr/>
        </p:nvSpPr>
        <p:spPr bwMode="auto">
          <a:xfrm>
            <a:off x="7696200" y="1368425"/>
            <a:ext cx="0" cy="533400"/>
          </a:xfrm>
          <a:prstGeom prst="line">
            <a:avLst/>
          </a:prstGeom>
          <a:noFill/>
          <a:ln w="28575">
            <a:solidFill>
              <a:srgbClr val="00FF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307" name="Object 6">
            <a:extLst>
              <a:ext uri="{FF2B5EF4-FFF2-40B4-BE49-F238E27FC236}">
                <a16:creationId xmlns:a16="http://schemas.microsoft.com/office/drawing/2014/main" id="{6F1C8623-1A93-BB67-93BC-787928B3DE24}"/>
              </a:ext>
            </a:extLst>
          </p:cNvPr>
          <p:cNvGraphicFramePr>
            <a:graphicFrameLocks noChangeAspect="1"/>
          </p:cNvGraphicFramePr>
          <p:nvPr/>
        </p:nvGraphicFramePr>
        <p:xfrm>
          <a:off x="7772400" y="1403350"/>
          <a:ext cx="430213" cy="457200"/>
        </p:xfrm>
        <a:graphic>
          <a:graphicData uri="http://schemas.openxmlformats.org/presentationml/2006/ole">
            <mc:AlternateContent xmlns:mc="http://schemas.openxmlformats.org/markup-compatibility/2006">
              <mc:Choice xmlns:v="urn:schemas-microsoft-com:vml" Requires="v">
                <p:oleObj name="Equation" r:id="rId24" imgW="190593" imgH="198009" progId="Equation.3">
                  <p:embed/>
                </p:oleObj>
              </mc:Choice>
              <mc:Fallback>
                <p:oleObj name="Equation" r:id="rId24" imgW="190593" imgH="198009" progId="Equation.3">
                  <p:embed/>
                  <p:pic>
                    <p:nvPicPr>
                      <p:cNvPr id="0" name="Object 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772400" y="1403350"/>
                        <a:ext cx="4302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8" name="Text Box 36">
            <a:extLst>
              <a:ext uri="{FF2B5EF4-FFF2-40B4-BE49-F238E27FC236}">
                <a16:creationId xmlns:a16="http://schemas.microsoft.com/office/drawing/2014/main" id="{0C111B76-5736-7A97-6111-8F7C50E7E244}"/>
              </a:ext>
            </a:extLst>
          </p:cNvPr>
          <p:cNvSpPr txBox="1">
            <a:spLocks noChangeArrowheads="1"/>
          </p:cNvSpPr>
          <p:nvPr/>
        </p:nvSpPr>
        <p:spPr bwMode="auto">
          <a:xfrm>
            <a:off x="304800" y="3602038"/>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66"/>
                </a:solidFill>
                <a:latin typeface="Times New Roman" panose="02020603050405020304" pitchFamily="18" charset="0"/>
                <a:ea typeface="宋体" panose="02010600030101010101" pitchFamily="2" charset="-122"/>
              </a:rPr>
              <a:t>解</a:t>
            </a:r>
          </a:p>
        </p:txBody>
      </p:sp>
      <p:sp>
        <p:nvSpPr>
          <p:cNvPr id="54309" name="Text Box 37">
            <a:extLst>
              <a:ext uri="{FF2B5EF4-FFF2-40B4-BE49-F238E27FC236}">
                <a16:creationId xmlns:a16="http://schemas.microsoft.com/office/drawing/2014/main" id="{14185850-941D-A574-B1E2-D2ABB30E20AC}"/>
              </a:ext>
            </a:extLst>
          </p:cNvPr>
          <p:cNvSpPr txBox="1">
            <a:spLocks noChangeArrowheads="1"/>
          </p:cNvSpPr>
          <p:nvPr/>
        </p:nvSpPr>
        <p:spPr bwMode="auto">
          <a:xfrm>
            <a:off x="774700" y="3595688"/>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Times New Roman" panose="02020603050405020304" pitchFamily="18" charset="0"/>
                <a:ea typeface="宋体" panose="02010600030101010101" pitchFamily="2" charset="-122"/>
              </a:rPr>
              <a:t>整个过程只有保守力作功，机械能守恒</a:t>
            </a:r>
          </a:p>
        </p:txBody>
      </p:sp>
      <p:sp>
        <p:nvSpPr>
          <p:cNvPr id="54310" name="Line 38">
            <a:extLst>
              <a:ext uri="{FF2B5EF4-FFF2-40B4-BE49-F238E27FC236}">
                <a16:creationId xmlns:a16="http://schemas.microsoft.com/office/drawing/2014/main" id="{4CBBBB70-4F45-84ED-6946-2AC8D0D1B513}"/>
              </a:ext>
            </a:extLst>
          </p:cNvPr>
          <p:cNvSpPr>
            <a:spLocks noChangeShapeType="1"/>
          </p:cNvSpPr>
          <p:nvPr/>
        </p:nvSpPr>
        <p:spPr bwMode="auto">
          <a:xfrm>
            <a:off x="7051675" y="3121025"/>
            <a:ext cx="0" cy="45720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11" name="Line 39">
            <a:extLst>
              <a:ext uri="{FF2B5EF4-FFF2-40B4-BE49-F238E27FC236}">
                <a16:creationId xmlns:a16="http://schemas.microsoft.com/office/drawing/2014/main" id="{356B6BC7-9797-D8B2-50FD-253DB3CCE14E}"/>
              </a:ext>
            </a:extLst>
          </p:cNvPr>
          <p:cNvSpPr>
            <a:spLocks noChangeShapeType="1"/>
          </p:cNvSpPr>
          <p:nvPr/>
        </p:nvSpPr>
        <p:spPr bwMode="auto">
          <a:xfrm flipV="1">
            <a:off x="7045325" y="2587625"/>
            <a:ext cx="0" cy="5334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12" name="Line 40">
            <a:extLst>
              <a:ext uri="{FF2B5EF4-FFF2-40B4-BE49-F238E27FC236}">
                <a16:creationId xmlns:a16="http://schemas.microsoft.com/office/drawing/2014/main" id="{6F7EB3F8-3559-127F-F7CF-A3B2922BA71E}"/>
              </a:ext>
            </a:extLst>
          </p:cNvPr>
          <p:cNvSpPr>
            <a:spLocks noChangeShapeType="1"/>
          </p:cNvSpPr>
          <p:nvPr/>
        </p:nvSpPr>
        <p:spPr bwMode="auto">
          <a:xfrm>
            <a:off x="2292350" y="2317750"/>
            <a:ext cx="0" cy="4572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13" name="Line 41">
            <a:extLst>
              <a:ext uri="{FF2B5EF4-FFF2-40B4-BE49-F238E27FC236}">
                <a16:creationId xmlns:a16="http://schemas.microsoft.com/office/drawing/2014/main" id="{1CF84E0B-F6CD-D37A-1F2D-A512DD7F367C}"/>
              </a:ext>
            </a:extLst>
          </p:cNvPr>
          <p:cNvSpPr>
            <a:spLocks noChangeShapeType="1"/>
          </p:cNvSpPr>
          <p:nvPr/>
        </p:nvSpPr>
        <p:spPr bwMode="auto">
          <a:xfrm flipV="1">
            <a:off x="2286000" y="1784350"/>
            <a:ext cx="0" cy="53340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314" name="Object 7">
            <a:extLst>
              <a:ext uri="{FF2B5EF4-FFF2-40B4-BE49-F238E27FC236}">
                <a16:creationId xmlns:a16="http://schemas.microsoft.com/office/drawing/2014/main" id="{E75F78A9-CC13-DA4A-0FBD-3925F792B3E0}"/>
              </a:ext>
            </a:extLst>
          </p:cNvPr>
          <p:cNvGraphicFramePr>
            <a:graphicFrameLocks noChangeAspect="1"/>
          </p:cNvGraphicFramePr>
          <p:nvPr/>
        </p:nvGraphicFramePr>
        <p:xfrm>
          <a:off x="2438400" y="2528888"/>
          <a:ext cx="687388" cy="419100"/>
        </p:xfrm>
        <a:graphic>
          <a:graphicData uri="http://schemas.openxmlformats.org/presentationml/2006/ole">
            <mc:AlternateContent xmlns:mc="http://schemas.openxmlformats.org/markup-compatibility/2006">
              <mc:Choice xmlns:v="urn:schemas-microsoft-com:vml" Requires="v">
                <p:oleObj name="Equation" r:id="rId26" imgW="670809" imgH="403999" progId="Equation.3">
                  <p:embed/>
                </p:oleObj>
              </mc:Choice>
              <mc:Fallback>
                <p:oleObj name="Equation" r:id="rId26" imgW="670809" imgH="403999" progId="Equation.3">
                  <p:embed/>
                  <p:pic>
                    <p:nvPicPr>
                      <p:cNvPr id="0" name="Object 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438400" y="2528888"/>
                        <a:ext cx="6873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15" name="Object 8">
            <a:extLst>
              <a:ext uri="{FF2B5EF4-FFF2-40B4-BE49-F238E27FC236}">
                <a16:creationId xmlns:a16="http://schemas.microsoft.com/office/drawing/2014/main" id="{65605DBB-590C-28C7-4A60-0D9F0355F3DD}"/>
              </a:ext>
            </a:extLst>
          </p:cNvPr>
          <p:cNvGraphicFramePr>
            <a:graphicFrameLocks noChangeAspect="1"/>
          </p:cNvGraphicFramePr>
          <p:nvPr/>
        </p:nvGraphicFramePr>
        <p:xfrm>
          <a:off x="2168525" y="1303338"/>
          <a:ext cx="292100" cy="446087"/>
        </p:xfrm>
        <a:graphic>
          <a:graphicData uri="http://schemas.openxmlformats.org/presentationml/2006/ole">
            <mc:AlternateContent xmlns:mc="http://schemas.openxmlformats.org/markup-compatibility/2006">
              <mc:Choice xmlns:v="urn:schemas-microsoft-com:vml" Requires="v">
                <p:oleObj name="Equation" r:id="rId28" imgW="274196" imgH="426942" progId="Equation.3">
                  <p:embed/>
                </p:oleObj>
              </mc:Choice>
              <mc:Fallback>
                <p:oleObj name="Equation" r:id="rId28" imgW="274196" imgH="426942" progId="Equation.3">
                  <p:embed/>
                  <p:pic>
                    <p:nvPicPr>
                      <p:cNvPr id="0" name="Object 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68525" y="1303338"/>
                        <a:ext cx="2921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16" name="Object 9">
            <a:extLst>
              <a:ext uri="{FF2B5EF4-FFF2-40B4-BE49-F238E27FC236}">
                <a16:creationId xmlns:a16="http://schemas.microsoft.com/office/drawing/2014/main" id="{4BD5DDF8-2CCB-4ABC-47A5-6AA866ABA42D}"/>
              </a:ext>
            </a:extLst>
          </p:cNvPr>
          <p:cNvGraphicFramePr>
            <a:graphicFrameLocks noChangeAspect="1"/>
          </p:cNvGraphicFramePr>
          <p:nvPr/>
        </p:nvGraphicFramePr>
        <p:xfrm>
          <a:off x="7239000" y="2470150"/>
          <a:ext cx="292100" cy="446088"/>
        </p:xfrm>
        <a:graphic>
          <a:graphicData uri="http://schemas.openxmlformats.org/presentationml/2006/ole">
            <mc:AlternateContent xmlns:mc="http://schemas.openxmlformats.org/markup-compatibility/2006">
              <mc:Choice xmlns:v="urn:schemas-microsoft-com:vml" Requires="v">
                <p:oleObj name="Equation" r:id="rId28" imgW="274196" imgH="426942" progId="Equation.3">
                  <p:embed/>
                </p:oleObj>
              </mc:Choice>
              <mc:Fallback>
                <p:oleObj name="Equation" r:id="rId28" imgW="274196" imgH="426942" progId="Equation.3">
                  <p:embed/>
                  <p:pic>
                    <p:nvPicPr>
                      <p:cNvPr id="0" name="Object 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239000" y="2470150"/>
                        <a:ext cx="2921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17" name="Object 10">
            <a:extLst>
              <a:ext uri="{FF2B5EF4-FFF2-40B4-BE49-F238E27FC236}">
                <a16:creationId xmlns:a16="http://schemas.microsoft.com/office/drawing/2014/main" id="{44C42641-BA8F-527C-D5B0-3CC271A55F52}"/>
              </a:ext>
            </a:extLst>
          </p:cNvPr>
          <p:cNvGraphicFramePr>
            <a:graphicFrameLocks noChangeAspect="1"/>
          </p:cNvGraphicFramePr>
          <p:nvPr/>
        </p:nvGraphicFramePr>
        <p:xfrm>
          <a:off x="7204075" y="3308350"/>
          <a:ext cx="647700" cy="419100"/>
        </p:xfrm>
        <a:graphic>
          <a:graphicData uri="http://schemas.openxmlformats.org/presentationml/2006/ole">
            <mc:AlternateContent xmlns:mc="http://schemas.openxmlformats.org/markup-compatibility/2006">
              <mc:Choice xmlns:v="urn:schemas-microsoft-com:vml" Requires="v">
                <p:oleObj name="Equation" r:id="rId31" imgW="632491" imgH="403999" progId="Equation.3">
                  <p:embed/>
                </p:oleObj>
              </mc:Choice>
              <mc:Fallback>
                <p:oleObj name="Equation" r:id="rId31" imgW="632491" imgH="403999" progId="Equation.3">
                  <p:embed/>
                  <p:pic>
                    <p:nvPicPr>
                      <p:cNvPr id="0" name="Object 1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204075" y="3308350"/>
                        <a:ext cx="647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18" name="Rectangle 46">
            <a:extLst>
              <a:ext uri="{FF2B5EF4-FFF2-40B4-BE49-F238E27FC236}">
                <a16:creationId xmlns:a16="http://schemas.microsoft.com/office/drawing/2014/main" id="{ED9A5897-5DEA-CD80-CA44-E15C535E3E4C}"/>
              </a:ext>
            </a:extLst>
          </p:cNvPr>
          <p:cNvSpPr>
            <a:spLocks noChangeArrowheads="1"/>
          </p:cNvSpPr>
          <p:nvPr/>
        </p:nvSpPr>
        <p:spPr bwMode="auto">
          <a:xfrm>
            <a:off x="217488" y="260350"/>
            <a:ext cx="644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66"/>
                </a:solidFill>
                <a:latin typeface="Times New Roman" panose="02020603050405020304" pitchFamily="18" charset="0"/>
                <a:ea typeface="宋体" panose="02010600030101010101" pitchFamily="2" charset="-122"/>
              </a:rPr>
              <a:t>例</a:t>
            </a:r>
            <a:r>
              <a:rPr kumimoji="1" lang="en-US" altLang="zh-CN">
                <a:solidFill>
                  <a:srgbClr val="FFFF66"/>
                </a:solidFill>
                <a:latin typeface="Times New Roman" panose="02020603050405020304" pitchFamily="18" charset="0"/>
                <a:ea typeface="宋体" panose="02010600030101010101" pitchFamily="2" charset="-122"/>
              </a:rPr>
              <a:t>2</a:t>
            </a:r>
          </a:p>
        </p:txBody>
      </p:sp>
      <p:sp>
        <p:nvSpPr>
          <p:cNvPr id="54319" name="Rectangle 47">
            <a:extLst>
              <a:ext uri="{FF2B5EF4-FFF2-40B4-BE49-F238E27FC236}">
                <a16:creationId xmlns:a16="http://schemas.microsoft.com/office/drawing/2014/main" id="{2A1F7556-331C-B148-6071-FA639DAED453}"/>
              </a:ext>
            </a:extLst>
          </p:cNvPr>
          <p:cNvSpPr>
            <a:spLocks noChangeArrowheads="1"/>
          </p:cNvSpPr>
          <p:nvPr/>
        </p:nvSpPr>
        <p:spPr bwMode="auto">
          <a:xfrm>
            <a:off x="781050" y="776288"/>
            <a:ext cx="716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kumimoji="1" lang="zh-CN" altLang="en-US">
                <a:latin typeface="宋体" panose="02010600030101010101" pitchFamily="2" charset="-122"/>
                <a:ea typeface="宋体" panose="02010600030101010101" pitchFamily="2" charset="-122"/>
              </a:rPr>
              <a:t>给</a:t>
            </a:r>
            <a:r>
              <a:rPr kumimoji="1" lang="en-US" altLang="zh-CN" i="1">
                <a:solidFill>
                  <a:srgbClr val="66FFFF"/>
                </a:solidFill>
                <a:latin typeface="Times New Roman" panose="02020603050405020304" pitchFamily="18" charset="0"/>
                <a:ea typeface="宋体" panose="02010600030101010101" pitchFamily="2" charset="-122"/>
              </a:rPr>
              <a:t>m</a:t>
            </a:r>
            <a:r>
              <a:rPr kumimoji="1" lang="en-US" altLang="zh-CN" i="1" baseline="-25000">
                <a:solidFill>
                  <a:srgbClr val="66FFFF"/>
                </a:solidFill>
                <a:latin typeface="Times New Roman" panose="02020603050405020304" pitchFamily="18" charset="0"/>
                <a:ea typeface="宋体" panose="02010600030101010101" pitchFamily="2" charset="-122"/>
              </a:rPr>
              <a:t>2</a:t>
            </a:r>
            <a:r>
              <a:rPr kumimoji="1" lang="en-US" altLang="zh-CN" i="1">
                <a:solidFill>
                  <a:srgbClr val="66FFFF"/>
                </a:solidFill>
                <a:latin typeface="Times New Roman" panose="02020603050405020304" pitchFamily="18" charset="0"/>
                <a:ea typeface="宋体" panose="02010600030101010101" pitchFamily="2" charset="-122"/>
              </a:rPr>
              <a:t> </a:t>
            </a:r>
            <a:r>
              <a:rPr kumimoji="1" lang="zh-CN" altLang="en-US">
                <a:latin typeface="宋体" panose="02010600030101010101" pitchFamily="2" charset="-122"/>
                <a:ea typeface="宋体" panose="02010600030101010101" pitchFamily="2" charset="-122"/>
              </a:rPr>
              <a:t>上加多大的压力能使</a:t>
            </a:r>
            <a:r>
              <a:rPr kumimoji="1" lang="en-US" altLang="zh-CN" i="1">
                <a:solidFill>
                  <a:srgbClr val="66FFFF"/>
                </a:solidFill>
                <a:latin typeface="Times New Roman" panose="02020603050405020304" pitchFamily="18" charset="0"/>
                <a:ea typeface="宋体" panose="02010600030101010101" pitchFamily="2" charset="-122"/>
              </a:rPr>
              <a:t>m</a:t>
            </a:r>
            <a:r>
              <a:rPr kumimoji="1" lang="en-US" altLang="zh-CN" i="1" baseline="-25000">
                <a:solidFill>
                  <a:srgbClr val="66FFFF"/>
                </a:solidFill>
                <a:latin typeface="Times New Roman" panose="02020603050405020304" pitchFamily="18" charset="0"/>
                <a:ea typeface="宋体" panose="02010600030101010101" pitchFamily="2" charset="-122"/>
              </a:rPr>
              <a:t>1</a:t>
            </a:r>
            <a:r>
              <a:rPr kumimoji="1" lang="en-US" altLang="zh-CN" i="1">
                <a:latin typeface="宋体" panose="02010600030101010101" pitchFamily="2" charset="-122"/>
                <a:ea typeface="宋体" panose="02010600030101010101" pitchFamily="2" charset="-122"/>
              </a:rPr>
              <a:t> </a:t>
            </a:r>
            <a:r>
              <a:rPr kumimoji="1" lang="zh-CN" altLang="en-US">
                <a:latin typeface="宋体" panose="02010600030101010101" pitchFamily="2" charset="-122"/>
                <a:ea typeface="宋体" panose="02010600030101010101" pitchFamily="2" charset="-122"/>
              </a:rPr>
              <a:t>离开桌面？</a:t>
            </a:r>
          </a:p>
        </p:txBody>
      </p:sp>
      <p:sp>
        <p:nvSpPr>
          <p:cNvPr id="54320" name="Text Box 48">
            <a:extLst>
              <a:ext uri="{FF2B5EF4-FFF2-40B4-BE49-F238E27FC236}">
                <a16:creationId xmlns:a16="http://schemas.microsoft.com/office/drawing/2014/main" id="{54E110E4-5F75-1CFB-46E8-E55BC2369D52}"/>
              </a:ext>
            </a:extLst>
          </p:cNvPr>
          <p:cNvSpPr txBox="1">
            <a:spLocks noChangeArrowheads="1"/>
          </p:cNvSpPr>
          <p:nvPr/>
        </p:nvSpPr>
        <p:spPr bwMode="auto">
          <a:xfrm>
            <a:off x="252413" y="75882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66"/>
                </a:solidFill>
                <a:latin typeface="Times New Roman" panose="02020603050405020304" pitchFamily="18" charset="0"/>
                <a:ea typeface="宋体" panose="02010600030101010101" pitchFamily="2" charset="-122"/>
              </a:rPr>
              <a:t>求</a:t>
            </a:r>
          </a:p>
        </p:txBody>
      </p:sp>
      <p:graphicFrame>
        <p:nvGraphicFramePr>
          <p:cNvPr id="54321" name="Object 11">
            <a:extLst>
              <a:ext uri="{FF2B5EF4-FFF2-40B4-BE49-F238E27FC236}">
                <a16:creationId xmlns:a16="http://schemas.microsoft.com/office/drawing/2014/main" id="{C08BCC41-75C3-B653-CFD0-2CC79A4BA313}"/>
              </a:ext>
            </a:extLst>
          </p:cNvPr>
          <p:cNvGraphicFramePr>
            <a:graphicFrameLocks noChangeAspect="1"/>
          </p:cNvGraphicFramePr>
          <p:nvPr/>
        </p:nvGraphicFramePr>
        <p:xfrm>
          <a:off x="5435600" y="6092825"/>
          <a:ext cx="2933700" cy="393700"/>
        </p:xfrm>
        <a:graphic>
          <a:graphicData uri="http://schemas.openxmlformats.org/presentationml/2006/ole">
            <mc:AlternateContent xmlns:mc="http://schemas.openxmlformats.org/markup-compatibility/2006">
              <mc:Choice xmlns:v="urn:schemas-microsoft-com:vml" Requires="v">
                <p:oleObj name="公式" r:id="rId33" imgW="2918616" imgH="381055" progId="Equation.3">
                  <p:embed/>
                </p:oleObj>
              </mc:Choice>
              <mc:Fallback>
                <p:oleObj name="公式" r:id="rId33" imgW="2918616" imgH="381055" progId="Equation.3">
                  <p:embed/>
                  <p:pic>
                    <p:nvPicPr>
                      <p:cNvPr id="0" name="Object 1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435600" y="6092825"/>
                        <a:ext cx="2933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22" name="Rectangle 50">
            <a:extLst>
              <a:ext uri="{FF2B5EF4-FFF2-40B4-BE49-F238E27FC236}">
                <a16:creationId xmlns:a16="http://schemas.microsoft.com/office/drawing/2014/main" id="{698129DA-20AB-CD5B-8098-F722745B2B38}"/>
              </a:ext>
            </a:extLst>
          </p:cNvPr>
          <p:cNvSpPr>
            <a:spLocks noChangeArrowheads="1"/>
          </p:cNvSpPr>
          <p:nvPr/>
        </p:nvSpPr>
        <p:spPr bwMode="auto">
          <a:xfrm>
            <a:off x="900113" y="5876925"/>
            <a:ext cx="2879725" cy="649288"/>
          </a:xfrm>
          <a:prstGeom prst="rect">
            <a:avLst/>
          </a:prstGeom>
          <a:solidFill>
            <a:srgbClr val="0000FF">
              <a:alpha val="20000"/>
            </a:srgbClr>
          </a:solidFill>
          <a:ln w="9525">
            <a:solidFill>
              <a:srgbClr val="0000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lang="zh-CN" altLang="en-US" sz="1800" b="0">
                <a:solidFill>
                  <a:schemeClr val="tx1"/>
                </a:solidFill>
                <a:latin typeface="Arial" panose="020B0604020202020204" pitchFamily="34" charset="0"/>
                <a:ea typeface="宋体" panose="02010600030101010101" pitchFamily="2" charset="-122"/>
              </a:rPr>
              <a:t> </a:t>
            </a:r>
          </a:p>
        </p:txBody>
      </p:sp>
      <p:graphicFrame>
        <p:nvGraphicFramePr>
          <p:cNvPr id="54323" name="Object 12">
            <a:extLst>
              <a:ext uri="{FF2B5EF4-FFF2-40B4-BE49-F238E27FC236}">
                <a16:creationId xmlns:a16="http://schemas.microsoft.com/office/drawing/2014/main" id="{BFCD7260-45CD-DABC-52D9-D883438D582C}"/>
              </a:ext>
            </a:extLst>
          </p:cNvPr>
          <p:cNvGraphicFramePr>
            <a:graphicFrameLocks noChangeAspect="1"/>
          </p:cNvGraphicFramePr>
          <p:nvPr/>
        </p:nvGraphicFramePr>
        <p:xfrm>
          <a:off x="911225" y="4926013"/>
          <a:ext cx="6081713" cy="825500"/>
        </p:xfrm>
        <a:graphic>
          <a:graphicData uri="http://schemas.openxmlformats.org/presentationml/2006/ole">
            <mc:AlternateContent xmlns:mc="http://schemas.openxmlformats.org/markup-compatibility/2006">
              <mc:Choice xmlns:v="urn:schemas-microsoft-com:vml" Requires="v">
                <p:oleObj name="Equation" r:id="rId35" imgW="6042753" imgH="807498" progId="Equation.3">
                  <p:embed/>
                </p:oleObj>
              </mc:Choice>
              <mc:Fallback>
                <p:oleObj name="Equation" r:id="rId35" imgW="6042753" imgH="807498" progId="Equation.3">
                  <p:embed/>
                  <p:pic>
                    <p:nvPicPr>
                      <p:cNvPr id="0" name="Object 1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911225" y="4926013"/>
                        <a:ext cx="6081713"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24" name="Object 13">
            <a:extLst>
              <a:ext uri="{FF2B5EF4-FFF2-40B4-BE49-F238E27FC236}">
                <a16:creationId xmlns:a16="http://schemas.microsoft.com/office/drawing/2014/main" id="{A69C5259-677E-203B-AF49-6CE9ACD4E118}"/>
              </a:ext>
            </a:extLst>
          </p:cNvPr>
          <p:cNvGraphicFramePr>
            <a:graphicFrameLocks noChangeAspect="1"/>
          </p:cNvGraphicFramePr>
          <p:nvPr/>
        </p:nvGraphicFramePr>
        <p:xfrm>
          <a:off x="1116013" y="6021388"/>
          <a:ext cx="2312987" cy="419100"/>
        </p:xfrm>
        <a:graphic>
          <a:graphicData uri="http://schemas.openxmlformats.org/presentationml/2006/ole">
            <mc:AlternateContent xmlns:mc="http://schemas.openxmlformats.org/markup-compatibility/2006">
              <mc:Choice xmlns:v="urn:schemas-microsoft-com:vml" Requires="v">
                <p:oleObj name="Equation" r:id="rId37" imgW="2293589" imgH="403999" progId="Equation.3">
                  <p:embed/>
                </p:oleObj>
              </mc:Choice>
              <mc:Fallback>
                <p:oleObj name="Equation" r:id="rId37" imgW="2293589" imgH="403999" progId="Equation.3">
                  <p:embed/>
                  <p:pic>
                    <p:nvPicPr>
                      <p:cNvPr id="0" name="Object 13"/>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116013" y="6021388"/>
                        <a:ext cx="231298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25" name="Object 14">
            <a:extLst>
              <a:ext uri="{FF2B5EF4-FFF2-40B4-BE49-F238E27FC236}">
                <a16:creationId xmlns:a16="http://schemas.microsoft.com/office/drawing/2014/main" id="{ADE6192A-E0C5-50FF-380A-E106CE97B5B7}"/>
              </a:ext>
            </a:extLst>
          </p:cNvPr>
          <p:cNvGraphicFramePr>
            <a:graphicFrameLocks noChangeAspect="1"/>
          </p:cNvGraphicFramePr>
          <p:nvPr/>
        </p:nvGraphicFramePr>
        <p:xfrm>
          <a:off x="3438525" y="4111625"/>
          <a:ext cx="1003300" cy="825500"/>
        </p:xfrm>
        <a:graphic>
          <a:graphicData uri="http://schemas.openxmlformats.org/presentationml/2006/ole">
            <mc:AlternateContent xmlns:mc="http://schemas.openxmlformats.org/markup-compatibility/2006">
              <mc:Choice xmlns:v="urn:schemas-microsoft-com:vml" Requires="v">
                <p:oleObj name="Equation" r:id="rId39" imgW="990787" imgH="807498" progId="Equation.3">
                  <p:embed/>
                </p:oleObj>
              </mc:Choice>
              <mc:Fallback>
                <p:oleObj name="Equation" r:id="rId39" imgW="990787" imgH="807498" progId="Equation.3">
                  <p:embed/>
                  <p:pic>
                    <p:nvPicPr>
                      <p:cNvPr id="0" name="Object 14"/>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438525" y="4111625"/>
                        <a:ext cx="10033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26" name="Object 15">
            <a:extLst>
              <a:ext uri="{FF2B5EF4-FFF2-40B4-BE49-F238E27FC236}">
                <a16:creationId xmlns:a16="http://schemas.microsoft.com/office/drawing/2014/main" id="{37D99BED-744F-0420-6112-681FCEF7C4EE}"/>
              </a:ext>
            </a:extLst>
          </p:cNvPr>
          <p:cNvGraphicFramePr>
            <a:graphicFrameLocks noChangeAspect="1"/>
          </p:cNvGraphicFramePr>
          <p:nvPr/>
        </p:nvGraphicFramePr>
        <p:xfrm>
          <a:off x="5314950" y="4111625"/>
          <a:ext cx="1384300" cy="825500"/>
        </p:xfrm>
        <a:graphic>
          <a:graphicData uri="http://schemas.openxmlformats.org/presentationml/2006/ole">
            <mc:AlternateContent xmlns:mc="http://schemas.openxmlformats.org/markup-compatibility/2006">
              <mc:Choice xmlns:v="urn:schemas-microsoft-com:vml" Requires="v">
                <p:oleObj name="Equation" r:id="rId41" imgW="1371476" imgH="807498" progId="Equation.3">
                  <p:embed/>
                </p:oleObj>
              </mc:Choice>
              <mc:Fallback>
                <p:oleObj name="Equation" r:id="rId41" imgW="1371476" imgH="807498" progId="Equation.3">
                  <p:embed/>
                  <p:pic>
                    <p:nvPicPr>
                      <p:cNvPr id="0" name="Object 15"/>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314950" y="4111625"/>
                        <a:ext cx="13843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4327" name="Picture 55" descr="j0293240">
            <a:extLst>
              <a:ext uri="{FF2B5EF4-FFF2-40B4-BE49-F238E27FC236}">
                <a16:creationId xmlns:a16="http://schemas.microsoft.com/office/drawing/2014/main" id="{222BF223-AD44-6F97-DFB2-0915D1EB7401}"/>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5">
            <a:extLst>
              <a:ext uri="{FF2B5EF4-FFF2-40B4-BE49-F238E27FC236}">
                <a16:creationId xmlns:a16="http://schemas.microsoft.com/office/drawing/2014/main" id="{E975B3C3-0964-2496-A5A2-5D5A39F8396F}"/>
              </a:ext>
            </a:extLst>
          </p:cNvPr>
          <p:cNvSpPr>
            <a:spLocks noChangeArrowheads="1"/>
          </p:cNvSpPr>
          <p:nvPr/>
        </p:nvSpPr>
        <p:spPr bwMode="auto">
          <a:xfrm>
            <a:off x="6526213" y="1206500"/>
            <a:ext cx="1066800" cy="152400"/>
          </a:xfrm>
          <a:prstGeom prst="rect">
            <a:avLst/>
          </a:prstGeom>
          <a:solidFill>
            <a:srgbClr val="FF99CC"/>
          </a:solidFill>
          <a:ln w="9525">
            <a:solidFill>
              <a:srgbClr val="FF99CC"/>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7" name="Object 17">
            <a:extLst>
              <a:ext uri="{FF2B5EF4-FFF2-40B4-BE49-F238E27FC236}">
                <a16:creationId xmlns:a16="http://schemas.microsoft.com/office/drawing/2014/main" id="{88A89DF7-DD3B-68D7-9E85-485FCD58FC1D}"/>
              </a:ext>
            </a:extLst>
          </p:cNvPr>
          <p:cNvGraphicFramePr>
            <a:graphicFrameLocks noChangeAspect="1"/>
          </p:cNvGraphicFramePr>
          <p:nvPr/>
        </p:nvGraphicFramePr>
        <p:xfrm>
          <a:off x="7669213" y="1054100"/>
          <a:ext cx="501650" cy="449263"/>
        </p:xfrm>
        <a:graphic>
          <a:graphicData uri="http://schemas.openxmlformats.org/presentationml/2006/ole">
            <mc:AlternateContent xmlns:mc="http://schemas.openxmlformats.org/markup-compatibility/2006">
              <mc:Choice xmlns:v="urn:schemas-microsoft-com:vml" Requires="v">
                <p:oleObj name="Equation" r:id="rId12" imgW="228413" imgH="198009" progId="Equation.3">
                  <p:embed/>
                </p:oleObj>
              </mc:Choice>
              <mc:Fallback>
                <p:oleObj name="Equation" r:id="rId12" imgW="228413" imgH="198009" progId="Equation.3">
                  <p:embed/>
                  <p:pic>
                    <p:nvPicPr>
                      <p:cNvPr id="0" name="Object 17"/>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7669213" y="1054100"/>
                        <a:ext cx="501650"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43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4275"/>
                                        </p:tgtEl>
                                        <p:attrNameLst>
                                          <p:attrName>style.visibility</p:attrName>
                                        </p:attrNameLst>
                                      </p:cBhvr>
                                      <p:to>
                                        <p:strVal val="visible"/>
                                      </p:to>
                                    </p:set>
                                    <p:animEffect transition="in" filter="wipe(left)">
                                      <p:cBhvr>
                                        <p:cTn id="11" dur="500"/>
                                        <p:tgtEl>
                                          <p:spTgt spid="5427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54276"/>
                                        </p:tgtEl>
                                        <p:attrNameLst>
                                          <p:attrName>style.visibility</p:attrName>
                                        </p:attrNameLst>
                                      </p:cBhvr>
                                      <p:to>
                                        <p:strVal val="visible"/>
                                      </p:to>
                                    </p:set>
                                    <p:animEffect transition="in" filter="dissolve">
                                      <p:cBhvr>
                                        <p:cTn id="20" dur="500"/>
                                        <p:tgtEl>
                                          <p:spTgt spid="5427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54283"/>
                                        </p:tgtEl>
                                        <p:attrNameLst>
                                          <p:attrName>style.visibility</p:attrName>
                                        </p:attrNameLst>
                                      </p:cBhvr>
                                      <p:to>
                                        <p:strVal val="visible"/>
                                      </p:to>
                                    </p:set>
                                    <p:animEffect transition="in" filter="dissolve">
                                      <p:cBhvr>
                                        <p:cTn id="25" dur="500"/>
                                        <p:tgtEl>
                                          <p:spTgt spid="54283"/>
                                        </p:tgtEl>
                                      </p:cBhvr>
                                    </p:animEffect>
                                  </p:childTnLst>
                                </p:cTn>
                              </p:par>
                            </p:childTnLst>
                          </p:cTn>
                        </p:par>
                        <p:par>
                          <p:cTn id="26" fill="hold" nodeType="afterGroup">
                            <p:stCondLst>
                              <p:cond delay="500"/>
                            </p:stCondLst>
                            <p:childTnLst>
                              <p:par>
                                <p:cTn id="27" presetID="16" presetClass="entr" presetSubtype="42" fill="hold" nodeType="afterEffect">
                                  <p:stCondLst>
                                    <p:cond delay="0"/>
                                  </p:stCondLst>
                                  <p:childTnLst>
                                    <p:set>
                                      <p:cBhvr>
                                        <p:cTn id="28" dur="1" fill="hold">
                                          <p:stCondLst>
                                            <p:cond delay="0"/>
                                          </p:stCondLst>
                                        </p:cTn>
                                        <p:tgtEl>
                                          <p:spTgt spid="54285"/>
                                        </p:tgtEl>
                                        <p:attrNameLst>
                                          <p:attrName>style.visibility</p:attrName>
                                        </p:attrNameLst>
                                      </p:cBhvr>
                                      <p:to>
                                        <p:strVal val="visible"/>
                                      </p:to>
                                    </p:set>
                                    <p:animEffect transition="in" filter="barn(outHorizontal)">
                                      <p:cBhvr>
                                        <p:cTn id="29" dur="500"/>
                                        <p:tgtEl>
                                          <p:spTgt spid="54285"/>
                                        </p:tgtEl>
                                      </p:cBhvr>
                                    </p:animEffect>
                                  </p:childTnLst>
                                </p:cTn>
                              </p:par>
                            </p:childTnLst>
                          </p:cTn>
                        </p:par>
                        <p:par>
                          <p:cTn id="30" fill="hold" nodeType="afterGroup">
                            <p:stCondLst>
                              <p:cond delay="1000"/>
                            </p:stCondLst>
                            <p:childTnLst>
                              <p:par>
                                <p:cTn id="31" presetID="1" presetClass="entr" presetSubtype="0" fill="hold" nodeType="afterEffect">
                                  <p:stCondLst>
                                    <p:cond delay="0"/>
                                  </p:stCondLst>
                                  <p:childTnLst>
                                    <p:set>
                                      <p:cBhvr>
                                        <p:cTn id="32" dur="1" fill="hold">
                                          <p:stCondLst>
                                            <p:cond delay="499"/>
                                          </p:stCondLst>
                                        </p:cTn>
                                        <p:tgtEl>
                                          <p:spTgt spid="5428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5432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4319"/>
                                        </p:tgtEl>
                                        <p:attrNameLst>
                                          <p:attrName>style.visibility</p:attrName>
                                        </p:attrNameLst>
                                      </p:cBhvr>
                                      <p:to>
                                        <p:strVal val="visible"/>
                                      </p:to>
                                    </p:set>
                                    <p:animEffect transition="in" filter="wipe(left)">
                                      <p:cBhvr>
                                        <p:cTn id="41" dur="500"/>
                                        <p:tgtEl>
                                          <p:spTgt spid="5431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3"/>
                                        </p:tgtEl>
                                        <p:attrNameLst>
                                          <p:attrName>style.visibility</p:attrName>
                                        </p:attrNameLst>
                                      </p:cBhvr>
                                      <p:to>
                                        <p:strVal val="visible"/>
                                      </p:to>
                                    </p:set>
                                  </p:childTnLst>
                                </p:cTn>
                              </p:par>
                            </p:childTnLst>
                          </p:cTn>
                        </p:par>
                        <p:par>
                          <p:cTn id="46" fill="hold" nodeType="afterGroup">
                            <p:stCondLst>
                              <p:cond delay="500"/>
                            </p:stCondLst>
                            <p:childTnLst>
                              <p:par>
                                <p:cTn id="47" presetID="22" presetClass="entr" presetSubtype="1" fill="hold" nodeType="afterEffect">
                                  <p:stCondLst>
                                    <p:cond delay="0"/>
                                  </p:stCondLst>
                                  <p:childTnLst>
                                    <p:set>
                                      <p:cBhvr>
                                        <p:cTn id="48" dur="1" fill="hold">
                                          <p:stCondLst>
                                            <p:cond delay="0"/>
                                          </p:stCondLst>
                                        </p:cTn>
                                        <p:tgtEl>
                                          <p:spTgt spid="54292"/>
                                        </p:tgtEl>
                                        <p:attrNameLst>
                                          <p:attrName>style.visibility</p:attrName>
                                        </p:attrNameLst>
                                      </p:cBhvr>
                                      <p:to>
                                        <p:strVal val="visible"/>
                                      </p:to>
                                    </p:set>
                                    <p:animEffect transition="in" filter="wipe(up)">
                                      <p:cBhvr>
                                        <p:cTn id="49" dur="500"/>
                                        <p:tgtEl>
                                          <p:spTgt spid="54292"/>
                                        </p:tgtEl>
                                      </p:cBhvr>
                                    </p:animEffect>
                                  </p:childTnLst>
                                </p:cTn>
                              </p:par>
                            </p:childTnLst>
                          </p:cTn>
                        </p:par>
                        <p:par>
                          <p:cTn id="50" fill="hold" nodeType="afterGroup">
                            <p:stCondLst>
                              <p:cond delay="1000"/>
                            </p:stCondLst>
                            <p:childTnLst>
                              <p:par>
                                <p:cTn id="51" presetID="1" presetClass="entr" presetSubtype="0" fill="hold" nodeType="afterEffect">
                                  <p:stCondLst>
                                    <p:cond delay="0"/>
                                  </p:stCondLst>
                                  <p:childTnLst>
                                    <p:set>
                                      <p:cBhvr>
                                        <p:cTn id="52" dur="1" fill="hold">
                                          <p:stCondLst>
                                            <p:cond delay="499"/>
                                          </p:stCondLst>
                                        </p:cTn>
                                        <p:tgtEl>
                                          <p:spTgt spid="5429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54294"/>
                                        </p:tgtEl>
                                        <p:attrNameLst>
                                          <p:attrName>style.visibility</p:attrName>
                                        </p:attrNameLst>
                                      </p:cBhvr>
                                      <p:to>
                                        <p:strVal val="visible"/>
                                      </p:to>
                                    </p:set>
                                    <p:animEffect transition="in" filter="dissolve">
                                      <p:cBhvr>
                                        <p:cTn id="57" dur="500"/>
                                        <p:tgtEl>
                                          <p:spTgt spid="54294"/>
                                        </p:tgtEl>
                                      </p:cBhvr>
                                    </p:animEffect>
                                  </p:childTnLst>
                                </p:cTn>
                              </p:par>
                            </p:childTnLst>
                          </p:cTn>
                        </p:par>
                        <p:par>
                          <p:cTn id="58" fill="hold" nodeType="afterGroup">
                            <p:stCondLst>
                              <p:cond delay="500"/>
                            </p:stCondLst>
                            <p:childTnLst>
                              <p:par>
                                <p:cTn id="59" presetID="9" presetClass="entr" presetSubtype="0" fill="hold" nodeType="afterEffect">
                                  <p:stCondLst>
                                    <p:cond delay="0"/>
                                  </p:stCondLst>
                                  <p:childTnLst>
                                    <p:set>
                                      <p:cBhvr>
                                        <p:cTn id="60" dur="1" fill="hold">
                                          <p:stCondLst>
                                            <p:cond delay="0"/>
                                          </p:stCondLst>
                                        </p:cTn>
                                        <p:tgtEl>
                                          <p:spTgt spid="54295"/>
                                        </p:tgtEl>
                                        <p:attrNameLst>
                                          <p:attrName>style.visibility</p:attrName>
                                        </p:attrNameLst>
                                      </p:cBhvr>
                                      <p:to>
                                        <p:strVal val="visible"/>
                                      </p:to>
                                    </p:set>
                                    <p:animEffect transition="in" filter="dissolve">
                                      <p:cBhvr>
                                        <p:cTn id="61" dur="500"/>
                                        <p:tgtEl>
                                          <p:spTgt spid="54295"/>
                                        </p:tgtEl>
                                      </p:cBhvr>
                                    </p:animEffect>
                                  </p:childTnLst>
                                </p:cTn>
                              </p:par>
                            </p:childTnLst>
                          </p:cTn>
                        </p:par>
                        <p:par>
                          <p:cTn id="62" fill="hold" nodeType="afterGroup">
                            <p:stCondLst>
                              <p:cond delay="1000"/>
                            </p:stCondLst>
                            <p:childTnLst>
                              <p:par>
                                <p:cTn id="63" presetID="22" presetClass="entr" presetSubtype="1" fill="hold" nodeType="after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wipe(up)">
                                      <p:cBhvr>
                                        <p:cTn id="65" dur="500"/>
                                        <p:tgtEl>
                                          <p:spTgt spid="4"/>
                                        </p:tgtEl>
                                      </p:cBhvr>
                                    </p:animEffect>
                                  </p:childTnLst>
                                </p:cTn>
                              </p:par>
                            </p:childTnLst>
                          </p:cTn>
                        </p:par>
                        <p:par>
                          <p:cTn id="66" fill="hold" nodeType="afterGroup">
                            <p:stCondLst>
                              <p:cond delay="1500"/>
                            </p:stCondLst>
                            <p:childTnLst>
                              <p:par>
                                <p:cTn id="67" presetID="1" presetClass="entr" presetSubtype="0" fill="hold" nodeType="afterEffect">
                                  <p:stCondLst>
                                    <p:cond delay="0"/>
                                  </p:stCondLst>
                                  <p:childTnLst>
                                    <p:set>
                                      <p:cBhvr>
                                        <p:cTn id="68" dur="1" fill="hold">
                                          <p:stCondLst>
                                            <p:cond delay="499"/>
                                          </p:stCondLst>
                                        </p:cTn>
                                        <p:tgtEl>
                                          <p:spTgt spid="54300"/>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5"/>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54305"/>
                                        </p:tgtEl>
                                        <p:attrNameLst>
                                          <p:attrName>style.visibility</p:attrName>
                                        </p:attrNameLst>
                                      </p:cBhvr>
                                      <p:to>
                                        <p:strVal val="visible"/>
                                      </p:to>
                                    </p:set>
                                    <p:animEffect transition="in" filter="dissolve">
                                      <p:cBhvr>
                                        <p:cTn id="77" dur="500"/>
                                        <p:tgtEl>
                                          <p:spTgt spid="54305"/>
                                        </p:tgtEl>
                                      </p:cBhvr>
                                    </p:animEffect>
                                  </p:childTnLst>
                                </p:cTn>
                              </p:par>
                            </p:childTnLst>
                          </p:cTn>
                        </p:par>
                        <p:par>
                          <p:cTn id="78" fill="hold" nodeType="afterGroup">
                            <p:stCondLst>
                              <p:cond delay="500"/>
                            </p:stCondLst>
                            <p:childTnLst>
                              <p:par>
                                <p:cTn id="79" presetID="16" presetClass="entr" presetSubtype="42" fill="hold" nodeType="afterEffect">
                                  <p:stCondLst>
                                    <p:cond delay="0"/>
                                  </p:stCondLst>
                                  <p:childTnLst>
                                    <p:set>
                                      <p:cBhvr>
                                        <p:cTn id="80" dur="1" fill="hold">
                                          <p:stCondLst>
                                            <p:cond delay="0"/>
                                          </p:stCondLst>
                                        </p:cTn>
                                        <p:tgtEl>
                                          <p:spTgt spid="54306"/>
                                        </p:tgtEl>
                                        <p:attrNameLst>
                                          <p:attrName>style.visibility</p:attrName>
                                        </p:attrNameLst>
                                      </p:cBhvr>
                                      <p:to>
                                        <p:strVal val="visible"/>
                                      </p:to>
                                    </p:set>
                                    <p:animEffect transition="in" filter="barn(outHorizontal)">
                                      <p:cBhvr>
                                        <p:cTn id="81" dur="500"/>
                                        <p:tgtEl>
                                          <p:spTgt spid="54306"/>
                                        </p:tgtEl>
                                      </p:cBhvr>
                                    </p:animEffect>
                                  </p:childTnLst>
                                </p:cTn>
                              </p:par>
                            </p:childTnLst>
                          </p:cTn>
                        </p:par>
                        <p:par>
                          <p:cTn id="82" fill="hold" nodeType="afterGroup">
                            <p:stCondLst>
                              <p:cond delay="1000"/>
                            </p:stCondLst>
                            <p:childTnLst>
                              <p:par>
                                <p:cTn id="83" presetID="1" presetClass="entr" presetSubtype="0" fill="hold" nodeType="afterEffect">
                                  <p:stCondLst>
                                    <p:cond delay="0"/>
                                  </p:stCondLst>
                                  <p:childTnLst>
                                    <p:set>
                                      <p:cBhvr>
                                        <p:cTn id="84" dur="1" fill="hold">
                                          <p:stCondLst>
                                            <p:cond delay="499"/>
                                          </p:stCondLst>
                                        </p:cTn>
                                        <p:tgtEl>
                                          <p:spTgt spid="54307"/>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4" fill="hold" nodeType="clickEffect">
                                  <p:stCondLst>
                                    <p:cond delay="0"/>
                                  </p:stCondLst>
                                  <p:childTnLst>
                                    <p:set>
                                      <p:cBhvr>
                                        <p:cTn id="88" dur="1" fill="hold">
                                          <p:stCondLst>
                                            <p:cond delay="0"/>
                                          </p:stCondLst>
                                        </p:cTn>
                                        <p:tgtEl>
                                          <p:spTgt spid="6"/>
                                        </p:tgtEl>
                                        <p:attrNameLst>
                                          <p:attrName>style.visibility</p:attrName>
                                        </p:attrNameLst>
                                      </p:cBhvr>
                                      <p:to>
                                        <p:strVal val="visible"/>
                                      </p:to>
                                    </p:set>
                                    <p:anim calcmode="lin" valueType="num">
                                      <p:cBhvr additive="base">
                                        <p:cTn id="89" dur="500" fill="hold"/>
                                        <p:tgtEl>
                                          <p:spTgt spid="6"/>
                                        </p:tgtEl>
                                        <p:attrNameLst>
                                          <p:attrName>ppt_x</p:attrName>
                                        </p:attrNameLst>
                                      </p:cBhvr>
                                      <p:tavLst>
                                        <p:tav tm="0">
                                          <p:val>
                                            <p:strVal val="#ppt_x"/>
                                          </p:val>
                                        </p:tav>
                                        <p:tav tm="100000">
                                          <p:val>
                                            <p:strVal val="#ppt_x"/>
                                          </p:val>
                                        </p:tav>
                                      </p:tavLst>
                                    </p:anim>
                                    <p:anim calcmode="lin" valueType="num">
                                      <p:cBhvr additive="base">
                                        <p:cTn id="9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 presetClass="entr" presetSubtype="4" fill="hold" nodeType="clickEffect">
                                  <p:stCondLst>
                                    <p:cond delay="0"/>
                                  </p:stCondLst>
                                  <p:childTnLst>
                                    <p:set>
                                      <p:cBhvr>
                                        <p:cTn id="94" dur="1" fill="hold">
                                          <p:stCondLst>
                                            <p:cond delay="0"/>
                                          </p:stCondLst>
                                        </p:cTn>
                                        <p:tgtEl>
                                          <p:spTgt spid="7"/>
                                        </p:tgtEl>
                                        <p:attrNameLst>
                                          <p:attrName>style.visibility</p:attrName>
                                        </p:attrNameLst>
                                      </p:cBhvr>
                                      <p:to>
                                        <p:strVal val="visible"/>
                                      </p:to>
                                    </p:set>
                                    <p:anim calcmode="lin" valueType="num">
                                      <p:cBhvr additive="base">
                                        <p:cTn id="95" dur="500" fill="hold"/>
                                        <p:tgtEl>
                                          <p:spTgt spid="7"/>
                                        </p:tgtEl>
                                        <p:attrNameLst>
                                          <p:attrName>ppt_x</p:attrName>
                                        </p:attrNameLst>
                                      </p:cBhvr>
                                      <p:tavLst>
                                        <p:tav tm="0">
                                          <p:val>
                                            <p:strVal val="#ppt_x"/>
                                          </p:val>
                                        </p:tav>
                                        <p:tav tm="100000">
                                          <p:val>
                                            <p:strVal val="#ppt_x"/>
                                          </p:val>
                                        </p:tav>
                                      </p:tavLst>
                                    </p:anim>
                                    <p:anim calcmode="lin" valueType="num">
                                      <p:cBhvr additive="base">
                                        <p:cTn id="9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499"/>
                                          </p:stCondLst>
                                        </p:cTn>
                                        <p:tgtEl>
                                          <p:spTgt spid="54308"/>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54309"/>
                                        </p:tgtEl>
                                        <p:attrNameLst>
                                          <p:attrName>style.visibility</p:attrName>
                                        </p:attrNameLst>
                                      </p:cBhvr>
                                      <p:to>
                                        <p:strVal val="visible"/>
                                      </p:to>
                                    </p:set>
                                    <p:animEffect transition="in" filter="wipe(left)">
                                      <p:cBhvr>
                                        <p:cTn id="105" dur="500"/>
                                        <p:tgtEl>
                                          <p:spTgt spid="5430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54312"/>
                                        </p:tgtEl>
                                        <p:attrNameLst>
                                          <p:attrName>style.visibility</p:attrName>
                                        </p:attrNameLst>
                                      </p:cBhvr>
                                      <p:to>
                                        <p:strVal val="visible"/>
                                      </p:to>
                                    </p:set>
                                    <p:animEffect transition="in" filter="wipe(up)">
                                      <p:cBhvr>
                                        <p:cTn id="110" dur="500"/>
                                        <p:tgtEl>
                                          <p:spTgt spid="54312"/>
                                        </p:tgtEl>
                                      </p:cBhvr>
                                    </p:animEffect>
                                  </p:childTnLst>
                                </p:cTn>
                              </p:par>
                            </p:childTnLst>
                          </p:cTn>
                        </p:par>
                        <p:par>
                          <p:cTn id="111" fill="hold" nodeType="afterGroup">
                            <p:stCondLst>
                              <p:cond delay="500"/>
                            </p:stCondLst>
                            <p:childTnLst>
                              <p:par>
                                <p:cTn id="112" presetID="1" presetClass="entr" presetSubtype="0" fill="hold" nodeType="afterEffect">
                                  <p:stCondLst>
                                    <p:cond delay="0"/>
                                  </p:stCondLst>
                                  <p:childTnLst>
                                    <p:set>
                                      <p:cBhvr>
                                        <p:cTn id="113" dur="1" fill="hold">
                                          <p:stCondLst>
                                            <p:cond delay="499"/>
                                          </p:stCondLst>
                                        </p:cTn>
                                        <p:tgtEl>
                                          <p:spTgt spid="54314"/>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4" fill="hold" nodeType="clickEffect">
                                  <p:stCondLst>
                                    <p:cond delay="0"/>
                                  </p:stCondLst>
                                  <p:childTnLst>
                                    <p:set>
                                      <p:cBhvr>
                                        <p:cTn id="117" dur="1" fill="hold">
                                          <p:stCondLst>
                                            <p:cond delay="0"/>
                                          </p:stCondLst>
                                        </p:cTn>
                                        <p:tgtEl>
                                          <p:spTgt spid="54313"/>
                                        </p:tgtEl>
                                        <p:attrNameLst>
                                          <p:attrName>style.visibility</p:attrName>
                                        </p:attrNameLst>
                                      </p:cBhvr>
                                      <p:to>
                                        <p:strVal val="visible"/>
                                      </p:to>
                                    </p:set>
                                    <p:animEffect transition="in" filter="wipe(down)">
                                      <p:cBhvr>
                                        <p:cTn id="118" dur="500"/>
                                        <p:tgtEl>
                                          <p:spTgt spid="54313"/>
                                        </p:tgtEl>
                                      </p:cBhvr>
                                    </p:animEffect>
                                  </p:childTnLst>
                                </p:cTn>
                              </p:par>
                            </p:childTnLst>
                          </p:cTn>
                        </p:par>
                        <p:par>
                          <p:cTn id="119" fill="hold" nodeType="afterGroup">
                            <p:stCondLst>
                              <p:cond delay="500"/>
                            </p:stCondLst>
                            <p:childTnLst>
                              <p:par>
                                <p:cTn id="120" presetID="1" presetClass="entr" presetSubtype="0" fill="hold" nodeType="afterEffect">
                                  <p:stCondLst>
                                    <p:cond delay="0"/>
                                  </p:stCondLst>
                                  <p:childTnLst>
                                    <p:set>
                                      <p:cBhvr>
                                        <p:cTn id="121" dur="1" fill="hold">
                                          <p:stCondLst>
                                            <p:cond delay="499"/>
                                          </p:stCondLst>
                                        </p:cTn>
                                        <p:tgtEl>
                                          <p:spTgt spid="54315"/>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 presetClass="entr" presetSubtype="0" fill="hold" nodeType="clickEffect">
                                  <p:stCondLst>
                                    <p:cond delay="0"/>
                                  </p:stCondLst>
                                  <p:childTnLst>
                                    <p:set>
                                      <p:cBhvr>
                                        <p:cTn id="125" dur="1" fill="hold">
                                          <p:stCondLst>
                                            <p:cond delay="499"/>
                                          </p:stCondLst>
                                        </p:cTn>
                                        <p:tgtEl>
                                          <p:spTgt spid="54274"/>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1" fill="hold" nodeType="clickEffect">
                                  <p:stCondLst>
                                    <p:cond delay="0"/>
                                  </p:stCondLst>
                                  <p:childTnLst>
                                    <p:set>
                                      <p:cBhvr>
                                        <p:cTn id="129" dur="1" fill="hold">
                                          <p:stCondLst>
                                            <p:cond delay="0"/>
                                          </p:stCondLst>
                                        </p:cTn>
                                        <p:tgtEl>
                                          <p:spTgt spid="54310"/>
                                        </p:tgtEl>
                                        <p:attrNameLst>
                                          <p:attrName>style.visibility</p:attrName>
                                        </p:attrNameLst>
                                      </p:cBhvr>
                                      <p:to>
                                        <p:strVal val="visible"/>
                                      </p:to>
                                    </p:set>
                                    <p:animEffect transition="in" filter="wipe(up)">
                                      <p:cBhvr>
                                        <p:cTn id="130" dur="500"/>
                                        <p:tgtEl>
                                          <p:spTgt spid="54310"/>
                                        </p:tgtEl>
                                      </p:cBhvr>
                                    </p:animEffect>
                                  </p:childTnLst>
                                </p:cTn>
                              </p:par>
                            </p:childTnLst>
                          </p:cTn>
                        </p:par>
                        <p:par>
                          <p:cTn id="131" fill="hold" nodeType="afterGroup">
                            <p:stCondLst>
                              <p:cond delay="500"/>
                            </p:stCondLst>
                            <p:childTnLst>
                              <p:par>
                                <p:cTn id="132" presetID="1" presetClass="entr" presetSubtype="0" fill="hold" nodeType="afterEffect">
                                  <p:stCondLst>
                                    <p:cond delay="0"/>
                                  </p:stCondLst>
                                  <p:childTnLst>
                                    <p:set>
                                      <p:cBhvr>
                                        <p:cTn id="133" dur="1" fill="hold">
                                          <p:stCondLst>
                                            <p:cond delay="499"/>
                                          </p:stCondLst>
                                        </p:cTn>
                                        <p:tgtEl>
                                          <p:spTgt spid="54317"/>
                                        </p:tgtEl>
                                        <p:attrNameLst>
                                          <p:attrName>style.visibility</p:attrName>
                                        </p:attrNameLst>
                                      </p:cBhvr>
                                      <p:to>
                                        <p:strVal val="visible"/>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4" fill="hold" nodeType="clickEffect">
                                  <p:stCondLst>
                                    <p:cond delay="0"/>
                                  </p:stCondLst>
                                  <p:childTnLst>
                                    <p:set>
                                      <p:cBhvr>
                                        <p:cTn id="137" dur="1" fill="hold">
                                          <p:stCondLst>
                                            <p:cond delay="0"/>
                                          </p:stCondLst>
                                        </p:cTn>
                                        <p:tgtEl>
                                          <p:spTgt spid="54311"/>
                                        </p:tgtEl>
                                        <p:attrNameLst>
                                          <p:attrName>style.visibility</p:attrName>
                                        </p:attrNameLst>
                                      </p:cBhvr>
                                      <p:to>
                                        <p:strVal val="visible"/>
                                      </p:to>
                                    </p:set>
                                    <p:animEffect transition="in" filter="wipe(down)">
                                      <p:cBhvr>
                                        <p:cTn id="138" dur="500"/>
                                        <p:tgtEl>
                                          <p:spTgt spid="54311"/>
                                        </p:tgtEl>
                                      </p:cBhvr>
                                    </p:animEffect>
                                  </p:childTnLst>
                                </p:cTn>
                              </p:par>
                            </p:childTnLst>
                          </p:cTn>
                        </p:par>
                        <p:par>
                          <p:cTn id="139" fill="hold" nodeType="afterGroup">
                            <p:stCondLst>
                              <p:cond delay="500"/>
                            </p:stCondLst>
                            <p:childTnLst>
                              <p:par>
                                <p:cTn id="140" presetID="1" presetClass="entr" presetSubtype="0" fill="hold" nodeType="afterEffect">
                                  <p:stCondLst>
                                    <p:cond delay="0"/>
                                  </p:stCondLst>
                                  <p:childTnLst>
                                    <p:set>
                                      <p:cBhvr>
                                        <p:cTn id="141" dur="1" fill="hold">
                                          <p:stCondLst>
                                            <p:cond delay="499"/>
                                          </p:stCondLst>
                                        </p:cTn>
                                        <p:tgtEl>
                                          <p:spTgt spid="54316"/>
                                        </p:tgtEl>
                                        <p:attrNameLst>
                                          <p:attrName>style.visibility</p:attrName>
                                        </p:attrNameLst>
                                      </p:cBhvr>
                                      <p:to>
                                        <p:strVal val="visible"/>
                                      </p:to>
                                    </p:se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 presetClass="entr" presetSubtype="0" fill="hold" nodeType="clickEffect">
                                  <p:stCondLst>
                                    <p:cond delay="0"/>
                                  </p:stCondLst>
                                  <p:childTnLst>
                                    <p:set>
                                      <p:cBhvr>
                                        <p:cTn id="145" dur="1" fill="hold">
                                          <p:stCondLst>
                                            <p:cond delay="499"/>
                                          </p:stCondLst>
                                        </p:cTn>
                                        <p:tgtEl>
                                          <p:spTgt spid="54321"/>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 presetClass="entr" presetSubtype="0" fill="hold" nodeType="clickEffect">
                                  <p:stCondLst>
                                    <p:cond delay="0"/>
                                  </p:stCondLst>
                                  <p:childTnLst>
                                    <p:set>
                                      <p:cBhvr>
                                        <p:cTn id="149" dur="1" fill="hold">
                                          <p:stCondLst>
                                            <p:cond delay="499"/>
                                          </p:stCondLst>
                                        </p:cTn>
                                        <p:tgtEl>
                                          <p:spTgt spid="54325"/>
                                        </p:tgtEl>
                                        <p:attrNameLst>
                                          <p:attrName>style.visibility</p:attrName>
                                        </p:attrNameLst>
                                      </p:cBhvr>
                                      <p:to>
                                        <p:strVal val="visible"/>
                                      </p:to>
                                    </p:se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1" presetClass="entr" presetSubtype="0" fill="hold" nodeType="clickEffect">
                                  <p:stCondLst>
                                    <p:cond delay="0"/>
                                  </p:stCondLst>
                                  <p:childTnLst>
                                    <p:set>
                                      <p:cBhvr>
                                        <p:cTn id="153" dur="1" fill="hold">
                                          <p:stCondLst>
                                            <p:cond delay="499"/>
                                          </p:stCondLst>
                                        </p:cTn>
                                        <p:tgtEl>
                                          <p:spTgt spid="54326"/>
                                        </p:tgtEl>
                                        <p:attrNameLst>
                                          <p:attrName>style.visibility</p:attrName>
                                        </p:attrNameLst>
                                      </p:cBhvr>
                                      <p:to>
                                        <p:strVal val="visible"/>
                                      </p:to>
                                    </p:se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 presetClass="entr" presetSubtype="0" fill="hold" nodeType="clickEffect">
                                  <p:stCondLst>
                                    <p:cond delay="0"/>
                                  </p:stCondLst>
                                  <p:childTnLst>
                                    <p:set>
                                      <p:cBhvr>
                                        <p:cTn id="157" dur="1" fill="hold">
                                          <p:stCondLst>
                                            <p:cond delay="499"/>
                                          </p:stCondLst>
                                        </p:cTn>
                                        <p:tgtEl>
                                          <p:spTgt spid="54323"/>
                                        </p:tgtEl>
                                        <p:attrNameLst>
                                          <p:attrName>style.visibility</p:attrName>
                                        </p:attrNameLst>
                                      </p:cBhvr>
                                      <p:to>
                                        <p:strVal val="visible"/>
                                      </p:to>
                                    </p:se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 presetClass="entr" presetSubtype="0" fill="hold" nodeType="clickEffect">
                                  <p:stCondLst>
                                    <p:cond delay="0"/>
                                  </p:stCondLst>
                                  <p:childTnLst>
                                    <p:set>
                                      <p:cBhvr>
                                        <p:cTn id="161" dur="1" fill="hold">
                                          <p:stCondLst>
                                            <p:cond delay="499"/>
                                          </p:stCondLst>
                                        </p:cTn>
                                        <p:tgtEl>
                                          <p:spTgt spid="54324"/>
                                        </p:tgtEl>
                                        <p:attrNameLst>
                                          <p:attrName>style.visibility</p:attrName>
                                        </p:attrNameLst>
                                      </p:cBhvr>
                                      <p:to>
                                        <p:strVal val="visible"/>
                                      </p:to>
                                    </p:set>
                                  </p:childTnLst>
                                </p:cTn>
                              </p:par>
                              <p:par>
                                <p:cTn id="162" presetID="22" presetClass="entr" presetSubtype="8" fill="hold" nodeType="withEffect">
                                  <p:stCondLst>
                                    <p:cond delay="0"/>
                                  </p:stCondLst>
                                  <p:childTnLst>
                                    <p:set>
                                      <p:cBhvr>
                                        <p:cTn id="163" dur="1" fill="hold">
                                          <p:stCondLst>
                                            <p:cond delay="0"/>
                                          </p:stCondLst>
                                        </p:cTn>
                                        <p:tgtEl>
                                          <p:spTgt spid="54322"/>
                                        </p:tgtEl>
                                        <p:attrNameLst>
                                          <p:attrName>style.visibility</p:attrName>
                                        </p:attrNameLst>
                                      </p:cBhvr>
                                      <p:to>
                                        <p:strVal val="visible"/>
                                      </p:to>
                                    </p:set>
                                    <p:animEffect transition="in" filter="wipe(left)">
                                      <p:cBhvr>
                                        <p:cTn id="164" dur="500"/>
                                        <p:tgtEl>
                                          <p:spTgt spid="54322"/>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 presetClass="entr" presetSubtype="2" fill="hold" nodeType="clickEffect">
                                  <p:stCondLst>
                                    <p:cond delay="0"/>
                                  </p:stCondLst>
                                  <p:childTnLst>
                                    <p:set>
                                      <p:cBhvr>
                                        <p:cTn id="168" dur="1" fill="hold">
                                          <p:stCondLst>
                                            <p:cond delay="0"/>
                                          </p:stCondLst>
                                        </p:cTn>
                                        <p:tgtEl>
                                          <p:spTgt spid="54327"/>
                                        </p:tgtEl>
                                        <p:attrNameLst>
                                          <p:attrName>style.visibility</p:attrName>
                                        </p:attrNameLst>
                                      </p:cBhvr>
                                      <p:to>
                                        <p:strVal val="visible"/>
                                      </p:to>
                                    </p:set>
                                    <p:anim calcmode="lin" valueType="num">
                                      <p:cBhvr additive="base">
                                        <p:cTn id="169" dur="500" fill="hold"/>
                                        <p:tgtEl>
                                          <p:spTgt spid="54327"/>
                                        </p:tgtEl>
                                        <p:attrNameLst>
                                          <p:attrName>ppt_x</p:attrName>
                                        </p:attrNameLst>
                                      </p:cBhvr>
                                      <p:tavLst>
                                        <p:tav tm="0">
                                          <p:val>
                                            <p:strVal val="1+#ppt_w/2"/>
                                          </p:val>
                                        </p:tav>
                                        <p:tav tm="100000">
                                          <p:val>
                                            <p:strVal val="#ppt_x"/>
                                          </p:val>
                                        </p:tav>
                                      </p:tavLst>
                                    </p:anim>
                                    <p:anim calcmode="lin" valueType="num">
                                      <p:cBhvr additive="base">
                                        <p:cTn id="170" dur="500" fill="hold"/>
                                        <p:tgtEl>
                                          <p:spTgt spid="543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autoUpdateAnimBg="0"/>
      <p:bldP spid="54308" grpId="0" autoUpdateAnimBg="0"/>
      <p:bldP spid="54309" grpId="0" autoUpdateAnimBg="0"/>
      <p:bldP spid="54318" grpId="0" autoUpdateAnimBg="0"/>
      <p:bldP spid="54319" grpId="0" autoUpdateAnimBg="0"/>
      <p:bldP spid="54320" grpId="0" autoUpdateAnimBg="0"/>
      <p:bldP spid="54322"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Text Box 2">
            <a:extLst>
              <a:ext uri="{FF2B5EF4-FFF2-40B4-BE49-F238E27FC236}">
                <a16:creationId xmlns:a16="http://schemas.microsoft.com/office/drawing/2014/main" id="{925E93B6-50E0-B996-304E-95EEAC2472B1}"/>
              </a:ext>
            </a:extLst>
          </p:cNvPr>
          <p:cNvSpPr txBox="1">
            <a:spLocks noChangeArrowheads="1"/>
          </p:cNvSpPr>
          <p:nvPr/>
        </p:nvSpPr>
        <p:spPr bwMode="auto">
          <a:xfrm>
            <a:off x="644525" y="1016000"/>
            <a:ext cx="69850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buClr>
                <a:srgbClr val="FF9900"/>
              </a:buClr>
              <a:buSzPct val="80000"/>
              <a:buFont typeface="Wingdings" panose="05000000000000000000" pitchFamily="2" charset="2"/>
              <a:buNone/>
            </a:pPr>
            <a:r>
              <a:rPr lang="en-US" altLang="zh-CN">
                <a:latin typeface="Times New Roman" panose="02020603050405020304" pitchFamily="18" charset="0"/>
              </a:rPr>
              <a:t>(1) </a:t>
            </a:r>
            <a:r>
              <a:rPr lang="zh-CN" altLang="en-US">
                <a:latin typeface="Times New Roman" panose="02020603050405020304" pitchFamily="18" charset="0"/>
              </a:rPr>
              <a:t>选取研究对象。</a:t>
            </a:r>
          </a:p>
        </p:txBody>
      </p:sp>
      <p:sp>
        <p:nvSpPr>
          <p:cNvPr id="621571" name="Rectangle 3">
            <a:extLst>
              <a:ext uri="{FF2B5EF4-FFF2-40B4-BE49-F238E27FC236}">
                <a16:creationId xmlns:a16="http://schemas.microsoft.com/office/drawing/2014/main" id="{356D675A-68F4-2F71-09C9-1B4BD6425663}"/>
              </a:ext>
            </a:extLst>
          </p:cNvPr>
          <p:cNvSpPr>
            <a:spLocks noChangeArrowheads="1"/>
          </p:cNvSpPr>
          <p:nvPr/>
        </p:nvSpPr>
        <p:spPr bwMode="auto">
          <a:xfrm>
            <a:off x="298450" y="441325"/>
            <a:ext cx="6918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marL="342900" indent="-34290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buClr>
                <a:srgbClr val="00FFFF"/>
              </a:buClr>
              <a:buFont typeface="Wingdings" panose="05000000000000000000" pitchFamily="2" charset="2"/>
              <a:buChar char="&amp;"/>
            </a:pPr>
            <a:r>
              <a:rPr lang="en-US" altLang="zh-CN">
                <a:solidFill>
                  <a:srgbClr val="66FF33"/>
                </a:solidFill>
                <a:latin typeface="Times New Roman" panose="02020603050405020304" pitchFamily="18" charset="0"/>
              </a:rPr>
              <a:t> </a:t>
            </a:r>
            <a:r>
              <a:rPr lang="zh-CN" altLang="en-US">
                <a:solidFill>
                  <a:srgbClr val="66FF33"/>
                </a:solidFill>
                <a:latin typeface="Times New Roman" panose="02020603050405020304" pitchFamily="18" charset="0"/>
              </a:rPr>
              <a:t>应用功能原理或机械能守恒定律解题步骤</a:t>
            </a:r>
          </a:p>
        </p:txBody>
      </p:sp>
      <p:sp>
        <p:nvSpPr>
          <p:cNvPr id="621572" name="Text Box 4">
            <a:extLst>
              <a:ext uri="{FF2B5EF4-FFF2-40B4-BE49-F238E27FC236}">
                <a16:creationId xmlns:a16="http://schemas.microsoft.com/office/drawing/2014/main" id="{18F389A8-CA68-8512-9BAC-3B1D59698374}"/>
              </a:ext>
            </a:extLst>
          </p:cNvPr>
          <p:cNvSpPr txBox="1">
            <a:spLocks noChangeArrowheads="1"/>
          </p:cNvSpPr>
          <p:nvPr/>
        </p:nvSpPr>
        <p:spPr bwMode="auto">
          <a:xfrm>
            <a:off x="644525" y="1498600"/>
            <a:ext cx="77470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30000"/>
              </a:lnSpc>
              <a:buClr>
                <a:srgbClr val="FF9900"/>
              </a:buClr>
              <a:buSzPct val="80000"/>
              <a:buFont typeface="Wingdings" panose="05000000000000000000" pitchFamily="2" charset="2"/>
              <a:buNone/>
            </a:pPr>
            <a:r>
              <a:rPr lang="en-US" altLang="zh-CN">
                <a:solidFill>
                  <a:srgbClr val="FFFFFF"/>
                </a:solidFill>
                <a:latin typeface="Times New Roman" panose="02020603050405020304" pitchFamily="18" charset="0"/>
              </a:rPr>
              <a:t>(2) </a:t>
            </a:r>
            <a:r>
              <a:rPr lang="zh-CN" altLang="en-US">
                <a:solidFill>
                  <a:srgbClr val="FFFFFF"/>
                </a:solidFill>
                <a:latin typeface="Times New Roman" panose="02020603050405020304" pitchFamily="18" charset="0"/>
              </a:rPr>
              <a:t>分析受力和守恒条件。</a:t>
            </a:r>
            <a:r>
              <a:rPr lang="zh-CN" altLang="en-US">
                <a:solidFill>
                  <a:srgbClr val="FFFF00"/>
                </a:solidFill>
                <a:latin typeface="Times New Roman" panose="02020603050405020304" pitchFamily="18" charset="0"/>
              </a:rPr>
              <a:t>    </a:t>
            </a:r>
            <a:endParaRPr lang="zh-CN" altLang="en-US">
              <a:solidFill>
                <a:srgbClr val="FFCC00"/>
              </a:solidFill>
              <a:latin typeface="Times New Roman" panose="02020603050405020304" pitchFamily="18" charset="0"/>
            </a:endParaRPr>
          </a:p>
        </p:txBody>
      </p:sp>
      <p:sp>
        <p:nvSpPr>
          <p:cNvPr id="621573" name="Text Box 5">
            <a:extLst>
              <a:ext uri="{FF2B5EF4-FFF2-40B4-BE49-F238E27FC236}">
                <a16:creationId xmlns:a16="http://schemas.microsoft.com/office/drawing/2014/main" id="{1944292B-50BF-7B4C-1223-CE0478333340}"/>
              </a:ext>
            </a:extLst>
          </p:cNvPr>
          <p:cNvSpPr txBox="1">
            <a:spLocks noChangeArrowheads="1"/>
          </p:cNvSpPr>
          <p:nvPr/>
        </p:nvSpPr>
        <p:spPr bwMode="auto">
          <a:xfrm>
            <a:off x="668338" y="3073400"/>
            <a:ext cx="78311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spcBef>
                <a:spcPct val="10000"/>
              </a:spcBef>
              <a:buClr>
                <a:srgbClr val="FF9900"/>
              </a:buClr>
              <a:buSzPct val="80000"/>
              <a:buFont typeface="Wingdings" panose="05000000000000000000" pitchFamily="2" charset="2"/>
              <a:buNone/>
            </a:pPr>
            <a:r>
              <a:rPr lang="en-US" altLang="zh-CN">
                <a:latin typeface="Times New Roman" panose="02020603050405020304" pitchFamily="18" charset="0"/>
              </a:rPr>
              <a:t>(3) </a:t>
            </a:r>
            <a:r>
              <a:rPr lang="zh-CN" altLang="en-US">
                <a:latin typeface="Times New Roman" panose="02020603050405020304" pitchFamily="18" charset="0"/>
              </a:rPr>
              <a:t>明确过程的始、末状态。</a:t>
            </a:r>
          </a:p>
          <a:p>
            <a:pPr eaLnBrk="1" hangingPunct="1">
              <a:lnSpc>
                <a:spcPct val="120000"/>
              </a:lnSpc>
              <a:spcBef>
                <a:spcPct val="10000"/>
              </a:spcBef>
              <a:buClr>
                <a:srgbClr val="FF9900"/>
              </a:buClr>
              <a:buSzPct val="80000"/>
              <a:buFont typeface="Wingdings" panose="05000000000000000000" pitchFamily="2" charset="2"/>
              <a:buNone/>
            </a:pPr>
            <a:r>
              <a:rPr lang="zh-CN" altLang="en-US">
                <a:solidFill>
                  <a:srgbClr val="FFCC00"/>
                </a:solidFill>
              </a:rPr>
              <a:t>     </a:t>
            </a:r>
            <a:r>
              <a:rPr lang="zh-CN" altLang="en-US" sz="2000">
                <a:solidFill>
                  <a:srgbClr val="FFCC00"/>
                </a:solidFill>
              </a:rPr>
              <a:t>需要选定势能的零势能位置。</a:t>
            </a:r>
            <a:endParaRPr lang="zh-CN" altLang="en-US">
              <a:latin typeface="Times New Roman" panose="02020603050405020304" pitchFamily="18" charset="0"/>
            </a:endParaRPr>
          </a:p>
        </p:txBody>
      </p:sp>
      <p:sp>
        <p:nvSpPr>
          <p:cNvPr id="621574" name="Text Box 6">
            <a:extLst>
              <a:ext uri="{FF2B5EF4-FFF2-40B4-BE49-F238E27FC236}">
                <a16:creationId xmlns:a16="http://schemas.microsoft.com/office/drawing/2014/main" id="{4BD1F016-F7CB-BC80-73DE-65B260DF7CB7}"/>
              </a:ext>
            </a:extLst>
          </p:cNvPr>
          <p:cNvSpPr txBox="1">
            <a:spLocks noChangeArrowheads="1"/>
          </p:cNvSpPr>
          <p:nvPr/>
        </p:nvSpPr>
        <p:spPr bwMode="auto">
          <a:xfrm>
            <a:off x="1398588" y="2151063"/>
            <a:ext cx="70199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pPr>
            <a:r>
              <a:rPr lang="en-US" altLang="zh-CN" sz="2000">
                <a:solidFill>
                  <a:srgbClr val="FFCC00"/>
                </a:solidFill>
                <a:latin typeface="Times New Roman" panose="02020603050405020304" pitchFamily="18" charset="0"/>
              </a:rPr>
              <a:t>        </a:t>
            </a:r>
            <a:r>
              <a:rPr lang="zh-CN" altLang="en-US" sz="2000">
                <a:solidFill>
                  <a:srgbClr val="FFCC00"/>
                </a:solidFill>
                <a:latin typeface="Times New Roman" panose="02020603050405020304" pitchFamily="18" charset="0"/>
              </a:rPr>
              <a:t>判断是否满足机械能守恒条件，如不满足，则应用功能原理求解。</a:t>
            </a:r>
          </a:p>
        </p:txBody>
      </p:sp>
      <p:sp>
        <p:nvSpPr>
          <p:cNvPr id="621575" name="Text Box 7">
            <a:extLst>
              <a:ext uri="{FF2B5EF4-FFF2-40B4-BE49-F238E27FC236}">
                <a16:creationId xmlns:a16="http://schemas.microsoft.com/office/drawing/2014/main" id="{ACFEB040-9770-DACC-C561-DDA93554ED5B}"/>
              </a:ext>
            </a:extLst>
          </p:cNvPr>
          <p:cNvSpPr txBox="1">
            <a:spLocks noChangeArrowheads="1"/>
          </p:cNvSpPr>
          <p:nvPr/>
        </p:nvSpPr>
        <p:spPr bwMode="auto">
          <a:xfrm>
            <a:off x="669925" y="4216400"/>
            <a:ext cx="7831138"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spcBef>
                <a:spcPct val="10000"/>
              </a:spcBef>
            </a:pPr>
            <a:r>
              <a:rPr lang="en-US" altLang="zh-CN">
                <a:latin typeface="Times New Roman" panose="02020603050405020304" pitchFamily="18" charset="0"/>
              </a:rPr>
              <a:t>(4) </a:t>
            </a:r>
            <a:r>
              <a:rPr lang="zh-CN" altLang="en-US">
                <a:latin typeface="Times New Roman" panose="02020603050405020304" pitchFamily="18" charset="0"/>
              </a:rPr>
              <a:t>列方程。</a:t>
            </a:r>
          </a:p>
          <a:p>
            <a:pPr eaLnBrk="1" hangingPunct="1">
              <a:lnSpc>
                <a:spcPct val="120000"/>
              </a:lnSpc>
              <a:spcBef>
                <a:spcPct val="10000"/>
              </a:spcBef>
            </a:pPr>
            <a:r>
              <a:rPr lang="en-US" altLang="zh-CN">
                <a:latin typeface="Times New Roman" panose="02020603050405020304" pitchFamily="18" charset="0"/>
              </a:rPr>
              <a:t>(5) </a:t>
            </a:r>
            <a:r>
              <a:rPr lang="zh-CN" altLang="en-US">
                <a:latin typeface="Times New Roman" panose="02020603050405020304" pitchFamily="18" charset="0"/>
              </a:rPr>
              <a:t>解方程，求出结果。</a:t>
            </a:r>
          </a:p>
          <a:p>
            <a:pPr eaLnBrk="1" hangingPunct="1">
              <a:lnSpc>
                <a:spcPct val="120000"/>
              </a:lnSpc>
              <a:spcBef>
                <a:spcPct val="10000"/>
              </a:spcBef>
            </a:pPr>
            <a:r>
              <a:rPr lang="en-US" altLang="zh-CN">
                <a:latin typeface="Times New Roman" panose="02020603050405020304" pitchFamily="18" charset="0"/>
              </a:rPr>
              <a:t>(6) </a:t>
            </a:r>
            <a:r>
              <a:rPr lang="zh-CN" altLang="en-US">
                <a:latin typeface="Times New Roman" panose="02020603050405020304" pitchFamily="18" charset="0"/>
              </a:rPr>
              <a:t>讨论解的物理意义。</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1571"/>
                                        </p:tgtEl>
                                        <p:attrNameLst>
                                          <p:attrName>style.visibility</p:attrName>
                                        </p:attrNameLst>
                                      </p:cBhvr>
                                      <p:to>
                                        <p:strVal val="visible"/>
                                      </p:to>
                                    </p:set>
                                    <p:animEffect transition="in" filter="wipe(left)">
                                      <p:cBhvr>
                                        <p:cTn id="7" dur="500"/>
                                        <p:tgtEl>
                                          <p:spTgt spid="6215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1570"/>
                                        </p:tgtEl>
                                        <p:attrNameLst>
                                          <p:attrName>style.visibility</p:attrName>
                                        </p:attrNameLst>
                                      </p:cBhvr>
                                      <p:to>
                                        <p:strVal val="visible"/>
                                      </p:to>
                                    </p:set>
                                    <p:animEffect transition="in" filter="wipe(left)">
                                      <p:cBhvr>
                                        <p:cTn id="12" dur="500"/>
                                        <p:tgtEl>
                                          <p:spTgt spid="6215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1572">
                                            <p:txEl>
                                              <p:pRg st="0" end="0"/>
                                            </p:txEl>
                                          </p:spTgt>
                                        </p:tgtEl>
                                        <p:attrNameLst>
                                          <p:attrName>style.visibility</p:attrName>
                                        </p:attrNameLst>
                                      </p:cBhvr>
                                      <p:to>
                                        <p:strVal val="visible"/>
                                      </p:to>
                                    </p:set>
                                    <p:animEffect transition="in" filter="wipe(left)">
                                      <p:cBhvr>
                                        <p:cTn id="17" dur="500"/>
                                        <p:tgtEl>
                                          <p:spTgt spid="62157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1574"/>
                                        </p:tgtEl>
                                        <p:attrNameLst>
                                          <p:attrName>style.visibility</p:attrName>
                                        </p:attrNameLst>
                                      </p:cBhvr>
                                      <p:to>
                                        <p:strVal val="visible"/>
                                      </p:to>
                                    </p:set>
                                    <p:animEffect transition="in" filter="wipe(left)">
                                      <p:cBhvr>
                                        <p:cTn id="22" dur="500"/>
                                        <p:tgtEl>
                                          <p:spTgt spid="6215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21573">
                                            <p:txEl>
                                              <p:pRg st="0" end="0"/>
                                            </p:txEl>
                                          </p:spTgt>
                                        </p:tgtEl>
                                        <p:attrNameLst>
                                          <p:attrName>style.visibility</p:attrName>
                                        </p:attrNameLst>
                                      </p:cBhvr>
                                      <p:to>
                                        <p:strVal val="visible"/>
                                      </p:to>
                                    </p:set>
                                    <p:animEffect transition="in" filter="wipe(left)">
                                      <p:cBhvr>
                                        <p:cTn id="27" dur="500"/>
                                        <p:tgtEl>
                                          <p:spTgt spid="621573">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21573">
                                            <p:txEl>
                                              <p:pRg st="1" end="1"/>
                                            </p:txEl>
                                          </p:spTgt>
                                        </p:tgtEl>
                                        <p:attrNameLst>
                                          <p:attrName>style.visibility</p:attrName>
                                        </p:attrNameLst>
                                      </p:cBhvr>
                                      <p:to>
                                        <p:strVal val="visible"/>
                                      </p:to>
                                    </p:set>
                                    <p:animEffect transition="in" filter="wipe(left)">
                                      <p:cBhvr>
                                        <p:cTn id="32" dur="500"/>
                                        <p:tgtEl>
                                          <p:spTgt spid="621573">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21575">
                                            <p:txEl>
                                              <p:pRg st="0" end="0"/>
                                            </p:txEl>
                                          </p:spTgt>
                                        </p:tgtEl>
                                        <p:attrNameLst>
                                          <p:attrName>style.visibility</p:attrName>
                                        </p:attrNameLst>
                                      </p:cBhvr>
                                      <p:to>
                                        <p:strVal val="visible"/>
                                      </p:to>
                                    </p:set>
                                    <p:animEffect transition="in" filter="wipe(left)">
                                      <p:cBhvr>
                                        <p:cTn id="37" dur="500"/>
                                        <p:tgtEl>
                                          <p:spTgt spid="62157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21575">
                                            <p:txEl>
                                              <p:pRg st="1" end="1"/>
                                            </p:txEl>
                                          </p:spTgt>
                                        </p:tgtEl>
                                        <p:attrNameLst>
                                          <p:attrName>style.visibility</p:attrName>
                                        </p:attrNameLst>
                                      </p:cBhvr>
                                      <p:to>
                                        <p:strVal val="visible"/>
                                      </p:to>
                                    </p:set>
                                    <p:animEffect transition="in" filter="wipe(left)">
                                      <p:cBhvr>
                                        <p:cTn id="42" dur="500"/>
                                        <p:tgtEl>
                                          <p:spTgt spid="621575">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21575">
                                            <p:txEl>
                                              <p:pRg st="2" end="2"/>
                                            </p:txEl>
                                          </p:spTgt>
                                        </p:tgtEl>
                                        <p:attrNameLst>
                                          <p:attrName>style.visibility</p:attrName>
                                        </p:attrNameLst>
                                      </p:cBhvr>
                                      <p:to>
                                        <p:strVal val="visible"/>
                                      </p:to>
                                    </p:set>
                                    <p:animEffect transition="in" filter="wipe(left)">
                                      <p:cBhvr>
                                        <p:cTn id="47" dur="500"/>
                                        <p:tgtEl>
                                          <p:spTgt spid="6215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0" grpId="0"/>
      <p:bldP spid="621571" grpId="0"/>
      <p:bldP spid="621572" grpId="0" build="p"/>
      <p:bldP spid="621573" grpId="0" build="p"/>
      <p:bldP spid="621574" grpId="0"/>
      <p:bldP spid="621575"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3128" name="Rectangle 88">
            <a:extLst>
              <a:ext uri="{FF2B5EF4-FFF2-40B4-BE49-F238E27FC236}">
                <a16:creationId xmlns:a16="http://schemas.microsoft.com/office/drawing/2014/main" id="{8343224B-D1FB-7A98-3719-DFA1124E72E1}"/>
              </a:ext>
            </a:extLst>
          </p:cNvPr>
          <p:cNvSpPr>
            <a:spLocks noChangeAspect="1" noChangeArrowheads="1"/>
          </p:cNvSpPr>
          <p:nvPr/>
        </p:nvSpPr>
        <p:spPr bwMode="auto">
          <a:xfrm>
            <a:off x="4478338" y="2073275"/>
            <a:ext cx="4322762" cy="1270000"/>
          </a:xfrm>
          <a:prstGeom prst="rect">
            <a:avLst/>
          </a:prstGeom>
          <a:solidFill>
            <a:srgbClr val="33CCCC">
              <a:alpha val="10001"/>
            </a:srgbClr>
          </a:solidFill>
          <a:ln w="9525" algn="ctr">
            <a:solidFill>
              <a:srgbClr val="B2B2B2">
                <a:alpha val="50000"/>
              </a:srgbClr>
            </a:solidFill>
            <a:miter lim="800000"/>
            <a:headEnd/>
            <a:tailEnd/>
          </a:ln>
          <a:effectLst>
            <a:outerShdw dist="35921" dir="2700000" algn="ctr" rotWithShape="0">
              <a:srgbClr val="0099CC">
                <a:alpha val="20000"/>
              </a:srgbClr>
            </a:outerShdw>
          </a:effectLst>
        </p:spPr>
        <p:txBody>
          <a:bodyPr anchor="ctr"/>
          <a:lstStyle/>
          <a:p>
            <a:pPr eaLnBrk="1" hangingPunct="1">
              <a:defRPr/>
            </a:pPr>
            <a:endParaRPr lang="zh-CN" altLang="en-GB"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endParaRPr>
          </a:p>
          <a:p>
            <a:pPr eaLnBrk="1" hangingPunct="1">
              <a:defRPr/>
            </a:pPr>
            <a:endParaRPr lang="zh-CN" altLang="en-GB"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endParaRPr>
          </a:p>
          <a:p>
            <a:pPr eaLnBrk="1" hangingPunct="1">
              <a:defRPr/>
            </a:pPr>
            <a:endParaRPr lang="zh-CN" altLang="en-GB"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endParaRPr>
          </a:p>
          <a:p>
            <a:pPr eaLnBrk="1" hangingPunct="1">
              <a:defRPr/>
            </a:pPr>
            <a:r>
              <a:rPr lang="en-US" altLang="zh-CN"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rPr>
              <a:t> </a:t>
            </a:r>
          </a:p>
        </p:txBody>
      </p:sp>
      <p:sp>
        <p:nvSpPr>
          <p:cNvPr id="343042" name="Text Box 2">
            <a:extLst>
              <a:ext uri="{FF2B5EF4-FFF2-40B4-BE49-F238E27FC236}">
                <a16:creationId xmlns:a16="http://schemas.microsoft.com/office/drawing/2014/main" id="{F84EEC66-5117-3100-8408-74D104B8C7BD}"/>
              </a:ext>
            </a:extLst>
          </p:cNvPr>
          <p:cNvSpPr txBox="1">
            <a:spLocks noChangeArrowheads="1"/>
          </p:cNvSpPr>
          <p:nvPr/>
        </p:nvSpPr>
        <p:spPr bwMode="auto">
          <a:xfrm>
            <a:off x="636588" y="244475"/>
            <a:ext cx="8340725" cy="177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t>质量为</a:t>
            </a:r>
            <a:r>
              <a:rPr lang="en-US" altLang="zh-CN" i="1">
                <a:solidFill>
                  <a:srgbClr val="FFCC00"/>
                </a:solidFill>
                <a:latin typeface="Times New Roman" panose="02020603050405020304" pitchFamily="18" charset="0"/>
              </a:rPr>
              <a:t>m</a:t>
            </a:r>
            <a:r>
              <a:rPr lang="zh-CN" altLang="en-US"/>
              <a:t>的滑块置于粗糙水平桌面上，并系于橡皮绳的一端，橡皮绳的另一端系于墙上。橡皮绳原长为</a:t>
            </a:r>
            <a:r>
              <a:rPr lang="en-US" altLang="zh-CN" i="1">
                <a:solidFill>
                  <a:srgbClr val="FFCC00"/>
                </a:solidFill>
                <a:latin typeface="Times New Roman" panose="02020603050405020304" pitchFamily="18" charset="0"/>
              </a:rPr>
              <a:t>a</a:t>
            </a:r>
            <a:r>
              <a:rPr lang="zh-CN" altLang="en-US"/>
              <a:t>，处于拉伸状态的橡皮绳相当于劲度系数为</a:t>
            </a:r>
            <a:r>
              <a:rPr lang="en-US" altLang="zh-CN" i="1">
                <a:solidFill>
                  <a:srgbClr val="FFCC00"/>
                </a:solidFill>
                <a:latin typeface="Times New Roman" panose="02020603050405020304" pitchFamily="18" charset="0"/>
              </a:rPr>
              <a:t>k</a:t>
            </a:r>
            <a:r>
              <a:rPr lang="zh-CN" altLang="en-US"/>
              <a:t>的弹簧。滑块与桌面的摩擦系数为</a:t>
            </a:r>
            <a:r>
              <a:rPr lang="zh-CN" altLang="en-US" i="1">
                <a:solidFill>
                  <a:srgbClr val="FFCC00"/>
                </a:solidFill>
                <a:latin typeface="Times New Roman" panose="02020603050405020304" pitchFamily="18" charset="0"/>
                <a:sym typeface="Symbol" panose="05050102010706020507" pitchFamily="18" charset="2"/>
              </a:rPr>
              <a:t></a:t>
            </a:r>
            <a:r>
              <a:rPr lang="zh-CN" altLang="en-US"/>
              <a:t>。现将滑块向右拉伸至橡皮绳长为</a:t>
            </a:r>
            <a:r>
              <a:rPr lang="en-US" altLang="zh-CN" i="1">
                <a:solidFill>
                  <a:srgbClr val="FFCC00"/>
                </a:solidFill>
                <a:latin typeface="Times New Roman" panose="02020603050405020304" pitchFamily="18" charset="0"/>
              </a:rPr>
              <a:t>b</a:t>
            </a:r>
            <a:r>
              <a:rPr lang="zh-CN" altLang="en-US"/>
              <a:t>后再由静止释放。</a:t>
            </a:r>
          </a:p>
        </p:txBody>
      </p:sp>
      <p:sp>
        <p:nvSpPr>
          <p:cNvPr id="343049" name="Text Box 9">
            <a:extLst>
              <a:ext uri="{FF2B5EF4-FFF2-40B4-BE49-F238E27FC236}">
                <a16:creationId xmlns:a16="http://schemas.microsoft.com/office/drawing/2014/main" id="{0C79B0DE-F5DD-1E43-7971-59CAD660BECA}"/>
              </a:ext>
            </a:extLst>
          </p:cNvPr>
          <p:cNvSpPr txBox="1">
            <a:spLocks noChangeArrowheads="1"/>
          </p:cNvSpPr>
          <p:nvPr/>
        </p:nvSpPr>
        <p:spPr bwMode="auto">
          <a:xfrm>
            <a:off x="644525" y="2384425"/>
            <a:ext cx="2905125"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t>取坐标系如图</a:t>
            </a:r>
          </a:p>
        </p:txBody>
      </p:sp>
      <p:graphicFrame>
        <p:nvGraphicFramePr>
          <p:cNvPr id="343053" name="Object 13">
            <a:extLst>
              <a:ext uri="{FF2B5EF4-FFF2-40B4-BE49-F238E27FC236}">
                <a16:creationId xmlns:a16="http://schemas.microsoft.com/office/drawing/2014/main" id="{6722A138-A4B8-1721-FA8C-C9C2A1D3360F}"/>
              </a:ext>
            </a:extLst>
          </p:cNvPr>
          <p:cNvGraphicFramePr>
            <a:graphicFrameLocks noChangeAspect="1"/>
          </p:cNvGraphicFramePr>
          <p:nvPr/>
        </p:nvGraphicFramePr>
        <p:xfrm>
          <a:off x="5059363" y="3522663"/>
          <a:ext cx="1320800" cy="368300"/>
        </p:xfrm>
        <a:graphic>
          <a:graphicData uri="http://schemas.openxmlformats.org/presentationml/2006/ole">
            <mc:AlternateContent xmlns:mc="http://schemas.openxmlformats.org/markup-compatibility/2006">
              <mc:Choice xmlns:v="urn:schemas-microsoft-com:vml" Requires="v">
                <p:oleObj name="公式" r:id="rId2" imgW="1280409" imgH="327688" progId="Equation.3">
                  <p:embed/>
                </p:oleObj>
              </mc:Choice>
              <mc:Fallback>
                <p:oleObj name="公式" r:id="rId2" imgW="1280409" imgH="327688" progId="Equation.3">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9363" y="3522663"/>
                        <a:ext cx="1320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3054" name="Object 14">
            <a:extLst>
              <a:ext uri="{FF2B5EF4-FFF2-40B4-BE49-F238E27FC236}">
                <a16:creationId xmlns:a16="http://schemas.microsoft.com/office/drawing/2014/main" id="{260A81FC-EB6D-D9A5-D292-8F750825D819}"/>
              </a:ext>
            </a:extLst>
          </p:cNvPr>
          <p:cNvGraphicFramePr>
            <a:graphicFrameLocks noChangeAspect="1"/>
          </p:cNvGraphicFramePr>
          <p:nvPr/>
        </p:nvGraphicFramePr>
        <p:xfrm>
          <a:off x="2173288" y="3498850"/>
          <a:ext cx="889000" cy="279400"/>
        </p:xfrm>
        <a:graphic>
          <a:graphicData uri="http://schemas.openxmlformats.org/presentationml/2006/ole">
            <mc:AlternateContent xmlns:mc="http://schemas.openxmlformats.org/markup-compatibility/2006">
              <mc:Choice xmlns:v="urn:schemas-microsoft-com:vml" Requires="v">
                <p:oleObj name="公式" r:id="rId4" imgW="853440" imgH="243895" progId="Equation.3">
                  <p:embed/>
                </p:oleObj>
              </mc:Choice>
              <mc:Fallback>
                <p:oleObj name="公式" r:id="rId4" imgW="853440" imgH="243895"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3288" y="3498850"/>
                        <a:ext cx="8890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3056" name="Object 16">
            <a:extLst>
              <a:ext uri="{FF2B5EF4-FFF2-40B4-BE49-F238E27FC236}">
                <a16:creationId xmlns:a16="http://schemas.microsoft.com/office/drawing/2014/main" id="{1A50A178-ED3F-30A3-1B89-1C72CCB89E39}"/>
              </a:ext>
            </a:extLst>
          </p:cNvPr>
          <p:cNvGraphicFramePr>
            <a:graphicFrameLocks noChangeAspect="1"/>
          </p:cNvGraphicFramePr>
          <p:nvPr/>
        </p:nvGraphicFramePr>
        <p:xfrm>
          <a:off x="3297238" y="3516313"/>
          <a:ext cx="1714500" cy="342900"/>
        </p:xfrm>
        <a:graphic>
          <a:graphicData uri="http://schemas.openxmlformats.org/presentationml/2006/ole">
            <mc:AlternateContent xmlns:mc="http://schemas.openxmlformats.org/markup-compatibility/2006">
              <mc:Choice xmlns:v="urn:schemas-microsoft-com:vml" Requires="v">
                <p:oleObj name="公式" r:id="rId6" imgW="1676524" imgH="304745" progId="Equation.3">
                  <p:embed/>
                </p:oleObj>
              </mc:Choice>
              <mc:Fallback>
                <p:oleObj name="公式" r:id="rId6" imgW="1676524" imgH="304745"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7238" y="3516313"/>
                        <a:ext cx="1714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3062" name="Text Box 22">
            <a:extLst>
              <a:ext uri="{FF2B5EF4-FFF2-40B4-BE49-F238E27FC236}">
                <a16:creationId xmlns:a16="http://schemas.microsoft.com/office/drawing/2014/main" id="{9EDC5788-E9AA-9951-B137-574F2B4035B7}"/>
              </a:ext>
            </a:extLst>
          </p:cNvPr>
          <p:cNvSpPr txBox="1">
            <a:spLocks noChangeArrowheads="1"/>
          </p:cNvSpPr>
          <p:nvPr/>
        </p:nvSpPr>
        <p:spPr bwMode="auto">
          <a:xfrm>
            <a:off x="636588" y="1954213"/>
            <a:ext cx="83026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t>滑块撞击墙时的速度多大？ </a:t>
            </a:r>
          </a:p>
        </p:txBody>
      </p:sp>
      <p:sp>
        <p:nvSpPr>
          <p:cNvPr id="343063" name="Rectangle 23">
            <a:extLst>
              <a:ext uri="{FF2B5EF4-FFF2-40B4-BE49-F238E27FC236}">
                <a16:creationId xmlns:a16="http://schemas.microsoft.com/office/drawing/2014/main" id="{F6CE6244-55DA-8DA7-5A74-449C479EFA52}"/>
              </a:ext>
            </a:extLst>
          </p:cNvPr>
          <p:cNvSpPr>
            <a:spLocks noChangeArrowheads="1"/>
          </p:cNvSpPr>
          <p:nvPr/>
        </p:nvSpPr>
        <p:spPr bwMode="auto">
          <a:xfrm>
            <a:off x="285750" y="269875"/>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lang="zh-CN" altLang="en-US">
                <a:solidFill>
                  <a:srgbClr val="FFFF00"/>
                </a:solidFill>
                <a:latin typeface="Times New Roman" panose="02020603050405020304" pitchFamily="18" charset="0"/>
                <a:ea typeface="宋体" panose="02010600030101010101" pitchFamily="2" charset="-122"/>
              </a:rPr>
              <a:t>例</a:t>
            </a:r>
          </a:p>
        </p:txBody>
      </p:sp>
      <p:sp>
        <p:nvSpPr>
          <p:cNvPr id="343064" name="Rectangle 24">
            <a:extLst>
              <a:ext uri="{FF2B5EF4-FFF2-40B4-BE49-F238E27FC236}">
                <a16:creationId xmlns:a16="http://schemas.microsoft.com/office/drawing/2014/main" id="{E053CC93-047C-50C7-7603-59ABDA29630B}"/>
              </a:ext>
            </a:extLst>
          </p:cNvPr>
          <p:cNvSpPr>
            <a:spLocks noChangeArrowheads="1"/>
          </p:cNvSpPr>
          <p:nvPr/>
        </p:nvSpPr>
        <p:spPr bwMode="auto">
          <a:xfrm>
            <a:off x="298450" y="2439988"/>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lang="zh-CN" altLang="en-US">
                <a:solidFill>
                  <a:srgbClr val="FFFF00"/>
                </a:solidFill>
                <a:latin typeface="Times New Roman" panose="02020603050405020304" pitchFamily="18" charset="0"/>
                <a:ea typeface="宋体" panose="02010600030101010101" pitchFamily="2" charset="-122"/>
              </a:rPr>
              <a:t>解</a:t>
            </a:r>
          </a:p>
        </p:txBody>
      </p:sp>
      <p:sp>
        <p:nvSpPr>
          <p:cNvPr id="343065" name="Rectangle 25">
            <a:extLst>
              <a:ext uri="{FF2B5EF4-FFF2-40B4-BE49-F238E27FC236}">
                <a16:creationId xmlns:a16="http://schemas.microsoft.com/office/drawing/2014/main" id="{C6F10496-51FB-D64B-2572-89584A468F30}"/>
              </a:ext>
            </a:extLst>
          </p:cNvPr>
          <p:cNvSpPr>
            <a:spLocks noChangeArrowheads="1"/>
          </p:cNvSpPr>
          <p:nvPr/>
        </p:nvSpPr>
        <p:spPr bwMode="auto">
          <a:xfrm>
            <a:off x="298450" y="1982788"/>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lang="zh-CN" altLang="en-US">
                <a:solidFill>
                  <a:srgbClr val="FFFF00"/>
                </a:solidFill>
                <a:latin typeface="Times New Roman" panose="02020603050405020304" pitchFamily="18" charset="0"/>
                <a:ea typeface="宋体" panose="02010600030101010101" pitchFamily="2" charset="-122"/>
              </a:rPr>
              <a:t>求</a:t>
            </a:r>
          </a:p>
        </p:txBody>
      </p:sp>
      <p:sp>
        <p:nvSpPr>
          <p:cNvPr id="343132" name="Text Box 92">
            <a:extLst>
              <a:ext uri="{FF2B5EF4-FFF2-40B4-BE49-F238E27FC236}">
                <a16:creationId xmlns:a16="http://schemas.microsoft.com/office/drawing/2014/main" id="{AF1D380E-3D01-C5B1-AFA5-31A83FB2FF87}"/>
              </a:ext>
            </a:extLst>
          </p:cNvPr>
          <p:cNvSpPr txBox="1">
            <a:spLocks noChangeArrowheads="1"/>
          </p:cNvSpPr>
          <p:nvPr/>
        </p:nvSpPr>
        <p:spPr bwMode="auto">
          <a:xfrm>
            <a:off x="617538" y="2859088"/>
            <a:ext cx="39719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t>设滑块撞墙时的速度为</a:t>
            </a:r>
            <a:r>
              <a:rPr lang="en-US" altLang="zh-CN" i="1">
                <a:solidFill>
                  <a:srgbClr val="FFCC00"/>
                </a:solidFill>
                <a:latin typeface="Bookman Old Style" panose="02050604050505020204" pitchFamily="18" charset="0"/>
              </a:rPr>
              <a:t>v</a:t>
            </a:r>
          </a:p>
        </p:txBody>
      </p:sp>
      <p:sp>
        <p:nvSpPr>
          <p:cNvPr id="343133" name="Text Box 93">
            <a:extLst>
              <a:ext uri="{FF2B5EF4-FFF2-40B4-BE49-F238E27FC236}">
                <a16:creationId xmlns:a16="http://schemas.microsoft.com/office/drawing/2014/main" id="{5C880825-A3DB-DD45-1A4D-E7FB5CD3092A}"/>
              </a:ext>
            </a:extLst>
          </p:cNvPr>
          <p:cNvSpPr txBox="1">
            <a:spLocks noChangeArrowheads="1"/>
          </p:cNvSpPr>
          <p:nvPr/>
        </p:nvSpPr>
        <p:spPr bwMode="auto">
          <a:xfrm>
            <a:off x="633413" y="3360738"/>
            <a:ext cx="29051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t>受力分析</a:t>
            </a:r>
          </a:p>
        </p:txBody>
      </p:sp>
      <p:graphicFrame>
        <p:nvGraphicFramePr>
          <p:cNvPr id="343150" name="Object 110">
            <a:extLst>
              <a:ext uri="{FF2B5EF4-FFF2-40B4-BE49-F238E27FC236}">
                <a16:creationId xmlns:a16="http://schemas.microsoft.com/office/drawing/2014/main" id="{3694C040-4813-EAAF-F77D-80B6D503E78A}"/>
              </a:ext>
            </a:extLst>
          </p:cNvPr>
          <p:cNvGraphicFramePr>
            <a:graphicFrameLocks noChangeAspect="1"/>
          </p:cNvGraphicFramePr>
          <p:nvPr/>
        </p:nvGraphicFramePr>
        <p:xfrm>
          <a:off x="2181225" y="3963988"/>
          <a:ext cx="952500" cy="279400"/>
        </p:xfrm>
        <a:graphic>
          <a:graphicData uri="http://schemas.openxmlformats.org/presentationml/2006/ole">
            <mc:AlternateContent xmlns:mc="http://schemas.openxmlformats.org/markup-compatibility/2006">
              <mc:Choice xmlns:v="urn:schemas-microsoft-com:vml" Requires="v">
                <p:oleObj name="公式" r:id="rId8" imgW="914649" imgH="243895" progId="Equation.3">
                  <p:embed/>
                </p:oleObj>
              </mc:Choice>
              <mc:Fallback>
                <p:oleObj name="公式" r:id="rId8" imgW="914649" imgH="243895" progId="Equation.3">
                  <p:embed/>
                  <p:pic>
                    <p:nvPicPr>
                      <p:cNvPr id="0" name="Object 1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81225" y="3963988"/>
                        <a:ext cx="9525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3151" name="Object 111">
            <a:extLst>
              <a:ext uri="{FF2B5EF4-FFF2-40B4-BE49-F238E27FC236}">
                <a16:creationId xmlns:a16="http://schemas.microsoft.com/office/drawing/2014/main" id="{71739E02-85A1-31F6-5B17-B8671E875048}"/>
              </a:ext>
            </a:extLst>
          </p:cNvPr>
          <p:cNvGraphicFramePr>
            <a:graphicFrameLocks noChangeAspect="1"/>
          </p:cNvGraphicFramePr>
          <p:nvPr/>
        </p:nvGraphicFramePr>
        <p:xfrm>
          <a:off x="3244850" y="3903663"/>
          <a:ext cx="1219200" cy="368300"/>
        </p:xfrm>
        <a:graphic>
          <a:graphicData uri="http://schemas.openxmlformats.org/presentationml/2006/ole">
            <mc:AlternateContent xmlns:mc="http://schemas.openxmlformats.org/markup-compatibility/2006">
              <mc:Choice xmlns:v="urn:schemas-microsoft-com:vml" Requires="v">
                <p:oleObj name="公式" r:id="rId10" imgW="1180882" imgH="327688" progId="Equation.3">
                  <p:embed/>
                </p:oleObj>
              </mc:Choice>
              <mc:Fallback>
                <p:oleObj name="公式" r:id="rId10" imgW="1180882" imgH="327688" progId="Equation.3">
                  <p:embed/>
                  <p:pic>
                    <p:nvPicPr>
                      <p:cNvPr id="0" name="Object 1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44850" y="3903663"/>
                        <a:ext cx="1219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3152" name="Object 112">
            <a:extLst>
              <a:ext uri="{FF2B5EF4-FFF2-40B4-BE49-F238E27FC236}">
                <a16:creationId xmlns:a16="http://schemas.microsoft.com/office/drawing/2014/main" id="{4191D654-3170-9FCD-91A5-9EDA27481E19}"/>
              </a:ext>
            </a:extLst>
          </p:cNvPr>
          <p:cNvGraphicFramePr>
            <a:graphicFrameLocks noChangeAspect="1"/>
          </p:cNvGraphicFramePr>
          <p:nvPr/>
        </p:nvGraphicFramePr>
        <p:xfrm>
          <a:off x="1104900" y="4918075"/>
          <a:ext cx="2855913" cy="596900"/>
        </p:xfrm>
        <a:graphic>
          <a:graphicData uri="http://schemas.openxmlformats.org/presentationml/2006/ole">
            <mc:AlternateContent xmlns:mc="http://schemas.openxmlformats.org/markup-compatibility/2006">
              <mc:Choice xmlns:v="urn:schemas-microsoft-com:vml" Requires="v">
                <p:oleObj name="公式" r:id="rId12" imgW="2819587" imgH="556121" progId="Equation.3">
                  <p:embed/>
                </p:oleObj>
              </mc:Choice>
              <mc:Fallback>
                <p:oleObj name="公式" r:id="rId12" imgW="2819587" imgH="556121" progId="Equation.3">
                  <p:embed/>
                  <p:pic>
                    <p:nvPicPr>
                      <p:cNvPr id="0" name="Object 1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04900" y="4918075"/>
                        <a:ext cx="2855913"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3153" name="Text Box 113">
            <a:extLst>
              <a:ext uri="{FF2B5EF4-FFF2-40B4-BE49-F238E27FC236}">
                <a16:creationId xmlns:a16="http://schemas.microsoft.com/office/drawing/2014/main" id="{56FEDBD4-0E23-E94C-7C40-8F813C871E4D}"/>
              </a:ext>
            </a:extLst>
          </p:cNvPr>
          <p:cNvSpPr txBox="1">
            <a:spLocks noChangeArrowheads="1"/>
          </p:cNvSpPr>
          <p:nvPr/>
        </p:nvSpPr>
        <p:spPr bwMode="auto">
          <a:xfrm>
            <a:off x="1736725" y="4225925"/>
            <a:ext cx="4238625"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t>对全过程应用动能定理</a:t>
            </a:r>
          </a:p>
        </p:txBody>
      </p:sp>
      <p:sp>
        <p:nvSpPr>
          <p:cNvPr id="343154" name="Text Box 114">
            <a:extLst>
              <a:ext uri="{FF2B5EF4-FFF2-40B4-BE49-F238E27FC236}">
                <a16:creationId xmlns:a16="http://schemas.microsoft.com/office/drawing/2014/main" id="{30F9234F-E2DB-DF35-4286-235499C671C9}"/>
              </a:ext>
            </a:extLst>
          </p:cNvPr>
          <p:cNvSpPr txBox="1">
            <a:spLocks noChangeArrowheads="1"/>
          </p:cNvSpPr>
          <p:nvPr/>
        </p:nvSpPr>
        <p:spPr bwMode="auto">
          <a:xfrm>
            <a:off x="698500" y="4238625"/>
            <a:ext cx="1584325"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solidFill>
                  <a:srgbClr val="00FFFF"/>
                </a:solidFill>
              </a:rPr>
              <a:t>方法</a:t>
            </a:r>
            <a:r>
              <a:rPr lang="en-US" altLang="zh-CN">
                <a:solidFill>
                  <a:srgbClr val="00FFFF"/>
                </a:solidFill>
              </a:rPr>
              <a:t>1</a:t>
            </a:r>
            <a:r>
              <a:rPr lang="zh-CN" altLang="en-US">
                <a:solidFill>
                  <a:srgbClr val="00FFFF"/>
                </a:solidFill>
              </a:rPr>
              <a:t>：</a:t>
            </a:r>
            <a:r>
              <a:rPr lang="zh-CN" altLang="en-US">
                <a:solidFill>
                  <a:srgbClr val="FFCC00"/>
                </a:solidFill>
              </a:rPr>
              <a:t> </a:t>
            </a:r>
          </a:p>
        </p:txBody>
      </p:sp>
      <p:graphicFrame>
        <p:nvGraphicFramePr>
          <p:cNvPr id="343155" name="Object 115">
            <a:extLst>
              <a:ext uri="{FF2B5EF4-FFF2-40B4-BE49-F238E27FC236}">
                <a16:creationId xmlns:a16="http://schemas.microsoft.com/office/drawing/2014/main" id="{5B07745E-7AD1-9DB5-AC42-CFEB317A5529}"/>
              </a:ext>
            </a:extLst>
          </p:cNvPr>
          <p:cNvGraphicFramePr>
            <a:graphicFrameLocks noChangeAspect="1"/>
          </p:cNvGraphicFramePr>
          <p:nvPr/>
        </p:nvGraphicFramePr>
        <p:xfrm>
          <a:off x="4071938" y="4897438"/>
          <a:ext cx="3148012" cy="596900"/>
        </p:xfrm>
        <a:graphic>
          <a:graphicData uri="http://schemas.openxmlformats.org/presentationml/2006/ole">
            <mc:AlternateContent xmlns:mc="http://schemas.openxmlformats.org/markup-compatibility/2006">
              <mc:Choice xmlns:v="urn:schemas-microsoft-com:vml" Requires="v">
                <p:oleObj name="公式" r:id="rId14" imgW="3109209" imgH="556121" progId="Equation.3">
                  <p:embed/>
                </p:oleObj>
              </mc:Choice>
              <mc:Fallback>
                <p:oleObj name="公式" r:id="rId14" imgW="3109209" imgH="556121" progId="Equation.3">
                  <p:embed/>
                  <p:pic>
                    <p:nvPicPr>
                      <p:cNvPr id="0" name="Object 1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71938" y="4897438"/>
                        <a:ext cx="31480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3156" name="Object 116">
            <a:extLst>
              <a:ext uri="{FF2B5EF4-FFF2-40B4-BE49-F238E27FC236}">
                <a16:creationId xmlns:a16="http://schemas.microsoft.com/office/drawing/2014/main" id="{0CAEE9F9-3A01-1494-C5D2-5271DF00C6EE}"/>
              </a:ext>
            </a:extLst>
          </p:cNvPr>
          <p:cNvGraphicFramePr>
            <a:graphicFrameLocks noChangeAspect="1"/>
          </p:cNvGraphicFramePr>
          <p:nvPr/>
        </p:nvGraphicFramePr>
        <p:xfrm>
          <a:off x="7237413" y="4829175"/>
          <a:ext cx="1016000" cy="723900"/>
        </p:xfrm>
        <a:graphic>
          <a:graphicData uri="http://schemas.openxmlformats.org/presentationml/2006/ole">
            <mc:AlternateContent xmlns:mc="http://schemas.openxmlformats.org/markup-compatibility/2006">
              <mc:Choice xmlns:v="urn:schemas-microsoft-com:vml" Requires="v">
                <p:oleObj name="公式" r:id="rId16" imgW="975360" imgH="685800" progId="Equation.3">
                  <p:embed/>
                </p:oleObj>
              </mc:Choice>
              <mc:Fallback>
                <p:oleObj name="公式" r:id="rId16" imgW="975360" imgH="685800" progId="Equation.3">
                  <p:embed/>
                  <p:pic>
                    <p:nvPicPr>
                      <p:cNvPr id="0" name="Object 1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37413" y="4829175"/>
                        <a:ext cx="10160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3157" name="Text Box 117">
            <a:extLst>
              <a:ext uri="{FF2B5EF4-FFF2-40B4-BE49-F238E27FC236}">
                <a16:creationId xmlns:a16="http://schemas.microsoft.com/office/drawing/2014/main" id="{29B7307D-ED51-60B9-40CE-5CF05116EBB8}"/>
              </a:ext>
            </a:extLst>
          </p:cNvPr>
          <p:cNvSpPr txBox="1">
            <a:spLocks noChangeArrowheads="1"/>
          </p:cNvSpPr>
          <p:nvPr/>
        </p:nvSpPr>
        <p:spPr bwMode="auto">
          <a:xfrm>
            <a:off x="649288" y="5761038"/>
            <a:ext cx="3024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zh-CN" altLang="en-US"/>
              <a:t>由此解得 </a:t>
            </a:r>
          </a:p>
        </p:txBody>
      </p:sp>
      <p:graphicFrame>
        <p:nvGraphicFramePr>
          <p:cNvPr id="343158" name="Object 118">
            <a:extLst>
              <a:ext uri="{FF2B5EF4-FFF2-40B4-BE49-F238E27FC236}">
                <a16:creationId xmlns:a16="http://schemas.microsoft.com/office/drawing/2014/main" id="{15D86B3B-88AA-FDCD-4585-8D36B0266482}"/>
              </a:ext>
            </a:extLst>
          </p:cNvPr>
          <p:cNvGraphicFramePr>
            <a:graphicFrameLocks noChangeAspect="1"/>
          </p:cNvGraphicFramePr>
          <p:nvPr/>
        </p:nvGraphicFramePr>
        <p:xfrm>
          <a:off x="2311400" y="5656263"/>
          <a:ext cx="2843213" cy="762000"/>
        </p:xfrm>
        <a:graphic>
          <a:graphicData uri="http://schemas.openxmlformats.org/presentationml/2006/ole">
            <mc:AlternateContent xmlns:mc="http://schemas.openxmlformats.org/markup-compatibility/2006">
              <mc:Choice xmlns:v="urn:schemas-microsoft-com:vml" Requires="v">
                <p:oleObj name="公式" r:id="rId18" imgW="2804160" imgH="723706" progId="Equation.3">
                  <p:embed/>
                </p:oleObj>
              </mc:Choice>
              <mc:Fallback>
                <p:oleObj name="公式" r:id="rId18" imgW="2804160" imgH="723706" progId="Equation.3">
                  <p:embed/>
                  <p:pic>
                    <p:nvPicPr>
                      <p:cNvPr id="0" name="Object 1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11400" y="5656263"/>
                        <a:ext cx="28432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43170" name="Group 130">
            <a:extLst>
              <a:ext uri="{FF2B5EF4-FFF2-40B4-BE49-F238E27FC236}">
                <a16:creationId xmlns:a16="http://schemas.microsoft.com/office/drawing/2014/main" id="{A557D301-4362-287A-4A37-9491085501E9}"/>
              </a:ext>
            </a:extLst>
          </p:cNvPr>
          <p:cNvGrpSpPr>
            <a:grpSpLocks/>
          </p:cNvGrpSpPr>
          <p:nvPr/>
        </p:nvGrpSpPr>
        <p:grpSpPr bwMode="auto">
          <a:xfrm>
            <a:off x="4760913" y="2241550"/>
            <a:ext cx="3883025" cy="1039813"/>
            <a:chOff x="3026" y="1412"/>
            <a:chExt cx="2446" cy="655"/>
          </a:xfrm>
        </p:grpSpPr>
        <p:graphicFrame>
          <p:nvGraphicFramePr>
            <p:cNvPr id="19480" name="Object 80">
              <a:extLst>
                <a:ext uri="{FF2B5EF4-FFF2-40B4-BE49-F238E27FC236}">
                  <a16:creationId xmlns:a16="http://schemas.microsoft.com/office/drawing/2014/main" id="{EAA20176-DDA4-4B66-A1BE-CAA78657F319}"/>
                </a:ext>
              </a:extLst>
            </p:cNvPr>
            <p:cNvGraphicFramePr>
              <a:graphicFrameLocks noChangeAspect="1"/>
            </p:cNvGraphicFramePr>
            <p:nvPr/>
          </p:nvGraphicFramePr>
          <p:xfrm>
            <a:off x="3026" y="1881"/>
            <a:ext cx="145" cy="157"/>
          </p:xfrm>
          <a:graphic>
            <a:graphicData uri="http://schemas.openxmlformats.org/presentationml/2006/ole">
              <mc:AlternateContent xmlns:mc="http://schemas.openxmlformats.org/markup-compatibility/2006">
                <mc:Choice xmlns:v="urn:schemas-microsoft-com:vml" Requires="v">
                  <p:oleObj name="公式" r:id="rId20" imgW="266731" imgH="289782" progId="Equation.3">
                    <p:embed/>
                  </p:oleObj>
                </mc:Choice>
                <mc:Fallback>
                  <p:oleObj name="公式" r:id="rId20" imgW="266731" imgH="289782" progId="Equation.3">
                    <p:embed/>
                    <p:pic>
                      <p:nvPicPr>
                        <p:cNvPr id="0" name="Object 8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26" y="1881"/>
                          <a:ext cx="14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81" name="Object 86">
              <a:extLst>
                <a:ext uri="{FF2B5EF4-FFF2-40B4-BE49-F238E27FC236}">
                  <a16:creationId xmlns:a16="http://schemas.microsoft.com/office/drawing/2014/main" id="{C1EC90BA-D973-7D52-EA15-4DBBA5EC798D}"/>
                </a:ext>
              </a:extLst>
            </p:cNvPr>
            <p:cNvGraphicFramePr>
              <a:graphicFrameLocks noChangeAspect="1"/>
            </p:cNvGraphicFramePr>
            <p:nvPr/>
          </p:nvGraphicFramePr>
          <p:xfrm>
            <a:off x="5363" y="1859"/>
            <a:ext cx="109" cy="115"/>
          </p:xfrm>
          <a:graphic>
            <a:graphicData uri="http://schemas.openxmlformats.org/presentationml/2006/ole">
              <mc:AlternateContent xmlns:mc="http://schemas.openxmlformats.org/markup-compatibility/2006">
                <mc:Choice xmlns:v="urn:schemas-microsoft-com:vml" Requires="v">
                  <p:oleObj name="公式" r:id="rId22" imgW="190593" imgH="205989" progId="Equation.3">
                    <p:embed/>
                  </p:oleObj>
                </mc:Choice>
                <mc:Fallback>
                  <p:oleObj name="公式" r:id="rId22" imgW="190593" imgH="205989" progId="Equation.3">
                    <p:embed/>
                    <p:pic>
                      <p:nvPicPr>
                        <p:cNvPr id="0" name="Object 8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63" y="1859"/>
                          <a:ext cx="10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9482" name="Group 33">
              <a:extLst>
                <a:ext uri="{FF2B5EF4-FFF2-40B4-BE49-F238E27FC236}">
                  <a16:creationId xmlns:a16="http://schemas.microsoft.com/office/drawing/2014/main" id="{C39465BD-19C2-2D0C-698F-D4C7A969B08F}"/>
                </a:ext>
              </a:extLst>
            </p:cNvPr>
            <p:cNvGrpSpPr>
              <a:grpSpLocks noChangeAspect="1"/>
            </p:cNvGrpSpPr>
            <p:nvPr/>
          </p:nvGrpSpPr>
          <p:grpSpPr bwMode="auto">
            <a:xfrm>
              <a:off x="3072" y="1412"/>
              <a:ext cx="2389" cy="429"/>
              <a:chOff x="1115" y="1328"/>
              <a:chExt cx="3157" cy="567"/>
            </a:xfrm>
          </p:grpSpPr>
          <p:sp>
            <p:nvSpPr>
              <p:cNvPr id="19497" name="Line 34">
                <a:extLst>
                  <a:ext uri="{FF2B5EF4-FFF2-40B4-BE49-F238E27FC236}">
                    <a16:creationId xmlns:a16="http://schemas.microsoft.com/office/drawing/2014/main" id="{5CC7BDBF-9674-B44B-C306-E38C3C236147}"/>
                  </a:ext>
                </a:extLst>
              </p:cNvPr>
              <p:cNvSpPr>
                <a:spLocks noChangeAspect="1" noChangeShapeType="1"/>
              </p:cNvSpPr>
              <p:nvPr/>
            </p:nvSpPr>
            <p:spPr bwMode="auto">
              <a:xfrm flipH="1">
                <a:off x="23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8" name="Line 35">
                <a:extLst>
                  <a:ext uri="{FF2B5EF4-FFF2-40B4-BE49-F238E27FC236}">
                    <a16:creationId xmlns:a16="http://schemas.microsoft.com/office/drawing/2014/main" id="{A35F1225-E35C-7E4E-B704-5FB80BF3726B}"/>
                  </a:ext>
                </a:extLst>
              </p:cNvPr>
              <p:cNvSpPr>
                <a:spLocks noChangeAspect="1" noChangeShapeType="1"/>
              </p:cNvSpPr>
              <p:nvPr/>
            </p:nvSpPr>
            <p:spPr bwMode="auto">
              <a:xfrm flipH="1">
                <a:off x="247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9" name="Line 36">
                <a:extLst>
                  <a:ext uri="{FF2B5EF4-FFF2-40B4-BE49-F238E27FC236}">
                    <a16:creationId xmlns:a16="http://schemas.microsoft.com/office/drawing/2014/main" id="{095D8A0E-58FB-0ECA-CC91-358EC333EEE7}"/>
                  </a:ext>
                </a:extLst>
              </p:cNvPr>
              <p:cNvSpPr>
                <a:spLocks noChangeAspect="1" noChangeShapeType="1"/>
              </p:cNvSpPr>
              <p:nvPr/>
            </p:nvSpPr>
            <p:spPr bwMode="auto">
              <a:xfrm flipH="1">
                <a:off x="255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0" name="Line 37">
                <a:extLst>
                  <a:ext uri="{FF2B5EF4-FFF2-40B4-BE49-F238E27FC236}">
                    <a16:creationId xmlns:a16="http://schemas.microsoft.com/office/drawing/2014/main" id="{14755752-E3ED-D310-34CB-FE077F94DF73}"/>
                  </a:ext>
                </a:extLst>
              </p:cNvPr>
              <p:cNvSpPr>
                <a:spLocks noChangeAspect="1" noChangeShapeType="1"/>
              </p:cNvSpPr>
              <p:nvPr/>
            </p:nvSpPr>
            <p:spPr bwMode="auto">
              <a:xfrm flipH="1">
                <a:off x="27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1" name="Line 38">
                <a:extLst>
                  <a:ext uri="{FF2B5EF4-FFF2-40B4-BE49-F238E27FC236}">
                    <a16:creationId xmlns:a16="http://schemas.microsoft.com/office/drawing/2014/main" id="{1834977E-3A57-6CA6-FF1B-BC66D89AFE06}"/>
                  </a:ext>
                </a:extLst>
              </p:cNvPr>
              <p:cNvSpPr>
                <a:spLocks noChangeAspect="1" noChangeShapeType="1"/>
              </p:cNvSpPr>
              <p:nvPr/>
            </p:nvSpPr>
            <p:spPr bwMode="auto">
              <a:xfrm flipH="1">
                <a:off x="263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2" name="Line 39">
                <a:extLst>
                  <a:ext uri="{FF2B5EF4-FFF2-40B4-BE49-F238E27FC236}">
                    <a16:creationId xmlns:a16="http://schemas.microsoft.com/office/drawing/2014/main" id="{BC22CE05-E3EE-1940-D2EA-89A9551F3359}"/>
                  </a:ext>
                </a:extLst>
              </p:cNvPr>
              <p:cNvSpPr>
                <a:spLocks noChangeAspect="1" noChangeShapeType="1"/>
              </p:cNvSpPr>
              <p:nvPr/>
            </p:nvSpPr>
            <p:spPr bwMode="auto">
              <a:xfrm flipH="1">
                <a:off x="2796"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3" name="Line 40">
                <a:extLst>
                  <a:ext uri="{FF2B5EF4-FFF2-40B4-BE49-F238E27FC236}">
                    <a16:creationId xmlns:a16="http://schemas.microsoft.com/office/drawing/2014/main" id="{D5C7BCF9-3643-77AF-40BA-741EB0463D82}"/>
                  </a:ext>
                </a:extLst>
              </p:cNvPr>
              <p:cNvSpPr>
                <a:spLocks noChangeAspect="1" noChangeShapeType="1"/>
              </p:cNvSpPr>
              <p:nvPr/>
            </p:nvSpPr>
            <p:spPr bwMode="auto">
              <a:xfrm flipH="1">
                <a:off x="2876"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4" name="Line 41">
                <a:extLst>
                  <a:ext uri="{FF2B5EF4-FFF2-40B4-BE49-F238E27FC236}">
                    <a16:creationId xmlns:a16="http://schemas.microsoft.com/office/drawing/2014/main" id="{E31C7C3A-DF60-951E-A7CA-2D2AB0990CD0}"/>
                  </a:ext>
                </a:extLst>
              </p:cNvPr>
              <p:cNvSpPr>
                <a:spLocks noChangeAspect="1" noChangeShapeType="1"/>
              </p:cNvSpPr>
              <p:nvPr/>
            </p:nvSpPr>
            <p:spPr bwMode="auto">
              <a:xfrm flipH="1">
                <a:off x="297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5" name="Line 42">
                <a:extLst>
                  <a:ext uri="{FF2B5EF4-FFF2-40B4-BE49-F238E27FC236}">
                    <a16:creationId xmlns:a16="http://schemas.microsoft.com/office/drawing/2014/main" id="{991B62AF-90A0-CBD4-1529-F2D7957E9A3C}"/>
                  </a:ext>
                </a:extLst>
              </p:cNvPr>
              <p:cNvSpPr>
                <a:spLocks noChangeAspect="1" noChangeShapeType="1"/>
              </p:cNvSpPr>
              <p:nvPr/>
            </p:nvSpPr>
            <p:spPr bwMode="auto">
              <a:xfrm flipH="1">
                <a:off x="305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6" name="Line 43">
                <a:extLst>
                  <a:ext uri="{FF2B5EF4-FFF2-40B4-BE49-F238E27FC236}">
                    <a16:creationId xmlns:a16="http://schemas.microsoft.com/office/drawing/2014/main" id="{00D85756-FB52-9B8F-60F8-1C63EC99E662}"/>
                  </a:ext>
                </a:extLst>
              </p:cNvPr>
              <p:cNvSpPr>
                <a:spLocks noChangeAspect="1" noChangeShapeType="1"/>
              </p:cNvSpPr>
              <p:nvPr/>
            </p:nvSpPr>
            <p:spPr bwMode="auto">
              <a:xfrm flipH="1">
                <a:off x="313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7" name="Line 44">
                <a:extLst>
                  <a:ext uri="{FF2B5EF4-FFF2-40B4-BE49-F238E27FC236}">
                    <a16:creationId xmlns:a16="http://schemas.microsoft.com/office/drawing/2014/main" id="{9D78C1A5-DB02-1C82-8C38-C338AA04CEFC}"/>
                  </a:ext>
                </a:extLst>
              </p:cNvPr>
              <p:cNvSpPr>
                <a:spLocks noChangeAspect="1" noChangeShapeType="1"/>
              </p:cNvSpPr>
              <p:nvPr/>
            </p:nvSpPr>
            <p:spPr bwMode="auto">
              <a:xfrm flipH="1">
                <a:off x="32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8" name="Line 45">
                <a:extLst>
                  <a:ext uri="{FF2B5EF4-FFF2-40B4-BE49-F238E27FC236}">
                    <a16:creationId xmlns:a16="http://schemas.microsoft.com/office/drawing/2014/main" id="{FDFF37D1-FEA3-BB50-F1AF-1061BB7F7FA5}"/>
                  </a:ext>
                </a:extLst>
              </p:cNvPr>
              <p:cNvSpPr>
                <a:spLocks noChangeAspect="1" noChangeShapeType="1"/>
              </p:cNvSpPr>
              <p:nvPr/>
            </p:nvSpPr>
            <p:spPr bwMode="auto">
              <a:xfrm flipH="1">
                <a:off x="337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09" name="Line 46">
                <a:extLst>
                  <a:ext uri="{FF2B5EF4-FFF2-40B4-BE49-F238E27FC236}">
                    <a16:creationId xmlns:a16="http://schemas.microsoft.com/office/drawing/2014/main" id="{40BC8BA7-626D-C12E-CBA5-EF5A9D8F1537}"/>
                  </a:ext>
                </a:extLst>
              </p:cNvPr>
              <p:cNvSpPr>
                <a:spLocks noChangeAspect="1" noChangeShapeType="1"/>
              </p:cNvSpPr>
              <p:nvPr/>
            </p:nvSpPr>
            <p:spPr bwMode="auto">
              <a:xfrm flipH="1">
                <a:off x="329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0" name="Line 47">
                <a:extLst>
                  <a:ext uri="{FF2B5EF4-FFF2-40B4-BE49-F238E27FC236}">
                    <a16:creationId xmlns:a16="http://schemas.microsoft.com/office/drawing/2014/main" id="{9CCC57CB-F98D-EBCF-3875-7410703B5EAA}"/>
                  </a:ext>
                </a:extLst>
              </p:cNvPr>
              <p:cNvSpPr>
                <a:spLocks noChangeAspect="1" noChangeShapeType="1"/>
              </p:cNvSpPr>
              <p:nvPr/>
            </p:nvSpPr>
            <p:spPr bwMode="auto">
              <a:xfrm flipH="1">
                <a:off x="3457"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1" name="Line 48">
                <a:extLst>
                  <a:ext uri="{FF2B5EF4-FFF2-40B4-BE49-F238E27FC236}">
                    <a16:creationId xmlns:a16="http://schemas.microsoft.com/office/drawing/2014/main" id="{F0A1EE5D-008A-36A5-C4E4-63D85D783AA7}"/>
                  </a:ext>
                </a:extLst>
              </p:cNvPr>
              <p:cNvSpPr>
                <a:spLocks noChangeAspect="1" noChangeShapeType="1"/>
              </p:cNvSpPr>
              <p:nvPr/>
            </p:nvSpPr>
            <p:spPr bwMode="auto">
              <a:xfrm flipH="1">
                <a:off x="3537"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2" name="Line 49">
                <a:extLst>
                  <a:ext uri="{FF2B5EF4-FFF2-40B4-BE49-F238E27FC236}">
                    <a16:creationId xmlns:a16="http://schemas.microsoft.com/office/drawing/2014/main" id="{D9598355-0464-BD89-262D-58E88AD3ECF9}"/>
                  </a:ext>
                </a:extLst>
              </p:cNvPr>
              <p:cNvSpPr>
                <a:spLocks noChangeAspect="1" noChangeShapeType="1"/>
              </p:cNvSpPr>
              <p:nvPr/>
            </p:nvSpPr>
            <p:spPr bwMode="auto">
              <a:xfrm flipH="1">
                <a:off x="363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3" name="Line 50">
                <a:extLst>
                  <a:ext uri="{FF2B5EF4-FFF2-40B4-BE49-F238E27FC236}">
                    <a16:creationId xmlns:a16="http://schemas.microsoft.com/office/drawing/2014/main" id="{6ECF03ED-6DE2-692B-048C-9D965B82855C}"/>
                  </a:ext>
                </a:extLst>
              </p:cNvPr>
              <p:cNvSpPr>
                <a:spLocks noChangeAspect="1" noChangeShapeType="1"/>
              </p:cNvSpPr>
              <p:nvPr/>
            </p:nvSpPr>
            <p:spPr bwMode="auto">
              <a:xfrm flipH="1">
                <a:off x="371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4" name="Line 51">
                <a:extLst>
                  <a:ext uri="{FF2B5EF4-FFF2-40B4-BE49-F238E27FC236}">
                    <a16:creationId xmlns:a16="http://schemas.microsoft.com/office/drawing/2014/main" id="{76A97DF0-1BDC-FDA4-3B6F-B68BD371ABC9}"/>
                  </a:ext>
                </a:extLst>
              </p:cNvPr>
              <p:cNvSpPr>
                <a:spLocks noChangeAspect="1" noChangeShapeType="1"/>
              </p:cNvSpPr>
              <p:nvPr/>
            </p:nvSpPr>
            <p:spPr bwMode="auto">
              <a:xfrm flipH="1">
                <a:off x="379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5" name="Line 52">
                <a:extLst>
                  <a:ext uri="{FF2B5EF4-FFF2-40B4-BE49-F238E27FC236}">
                    <a16:creationId xmlns:a16="http://schemas.microsoft.com/office/drawing/2014/main" id="{F109A1EB-96AE-4977-8545-E19EE831C945}"/>
                  </a:ext>
                </a:extLst>
              </p:cNvPr>
              <p:cNvSpPr>
                <a:spLocks noChangeAspect="1" noChangeShapeType="1"/>
              </p:cNvSpPr>
              <p:nvPr/>
            </p:nvSpPr>
            <p:spPr bwMode="auto">
              <a:xfrm flipH="1">
                <a:off x="387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6" name="Line 53">
                <a:extLst>
                  <a:ext uri="{FF2B5EF4-FFF2-40B4-BE49-F238E27FC236}">
                    <a16:creationId xmlns:a16="http://schemas.microsoft.com/office/drawing/2014/main" id="{65C4A98D-096C-1D4B-F3C6-50BD2DB94D37}"/>
                  </a:ext>
                </a:extLst>
              </p:cNvPr>
              <p:cNvSpPr>
                <a:spLocks noChangeAspect="1" noChangeShapeType="1"/>
              </p:cNvSpPr>
              <p:nvPr/>
            </p:nvSpPr>
            <p:spPr bwMode="auto">
              <a:xfrm flipH="1">
                <a:off x="403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7" name="Line 54">
                <a:extLst>
                  <a:ext uri="{FF2B5EF4-FFF2-40B4-BE49-F238E27FC236}">
                    <a16:creationId xmlns:a16="http://schemas.microsoft.com/office/drawing/2014/main" id="{707C699A-6879-E9A6-7210-E416DF025B9B}"/>
                  </a:ext>
                </a:extLst>
              </p:cNvPr>
              <p:cNvSpPr>
                <a:spLocks noChangeAspect="1" noChangeShapeType="1"/>
              </p:cNvSpPr>
              <p:nvPr/>
            </p:nvSpPr>
            <p:spPr bwMode="auto">
              <a:xfrm flipH="1">
                <a:off x="395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8" name="Line 55">
                <a:extLst>
                  <a:ext uri="{FF2B5EF4-FFF2-40B4-BE49-F238E27FC236}">
                    <a16:creationId xmlns:a16="http://schemas.microsoft.com/office/drawing/2014/main" id="{1A3AE238-A6B1-A20D-F684-D25BEAE7660C}"/>
                  </a:ext>
                </a:extLst>
              </p:cNvPr>
              <p:cNvSpPr>
                <a:spLocks noChangeAspect="1" noChangeShapeType="1"/>
              </p:cNvSpPr>
              <p:nvPr/>
            </p:nvSpPr>
            <p:spPr bwMode="auto">
              <a:xfrm flipH="1">
                <a:off x="123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19" name="Line 56">
                <a:extLst>
                  <a:ext uri="{FF2B5EF4-FFF2-40B4-BE49-F238E27FC236}">
                    <a16:creationId xmlns:a16="http://schemas.microsoft.com/office/drawing/2014/main" id="{88A4F065-EEAC-1022-7D91-7584E160B20F}"/>
                  </a:ext>
                </a:extLst>
              </p:cNvPr>
              <p:cNvSpPr>
                <a:spLocks noChangeAspect="1" noChangeShapeType="1"/>
              </p:cNvSpPr>
              <p:nvPr/>
            </p:nvSpPr>
            <p:spPr bwMode="auto">
              <a:xfrm flipH="1">
                <a:off x="157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0" name="Line 57">
                <a:extLst>
                  <a:ext uri="{FF2B5EF4-FFF2-40B4-BE49-F238E27FC236}">
                    <a16:creationId xmlns:a16="http://schemas.microsoft.com/office/drawing/2014/main" id="{EFA374CD-F889-437A-AB41-67F251D7BD07}"/>
                  </a:ext>
                </a:extLst>
              </p:cNvPr>
              <p:cNvSpPr>
                <a:spLocks noChangeAspect="1" noChangeShapeType="1"/>
              </p:cNvSpPr>
              <p:nvPr/>
            </p:nvSpPr>
            <p:spPr bwMode="auto">
              <a:xfrm flipH="1">
                <a:off x="165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1" name="Line 58">
                <a:extLst>
                  <a:ext uri="{FF2B5EF4-FFF2-40B4-BE49-F238E27FC236}">
                    <a16:creationId xmlns:a16="http://schemas.microsoft.com/office/drawing/2014/main" id="{4C488C07-38C0-22D1-B160-49B707C2AB86}"/>
                  </a:ext>
                </a:extLst>
              </p:cNvPr>
              <p:cNvSpPr>
                <a:spLocks noChangeAspect="1" noChangeShapeType="1"/>
              </p:cNvSpPr>
              <p:nvPr/>
            </p:nvSpPr>
            <p:spPr bwMode="auto">
              <a:xfrm flipH="1">
                <a:off x="189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2" name="Line 59">
                <a:extLst>
                  <a:ext uri="{FF2B5EF4-FFF2-40B4-BE49-F238E27FC236}">
                    <a16:creationId xmlns:a16="http://schemas.microsoft.com/office/drawing/2014/main" id="{08659D27-FECB-141F-BE02-D9D7BFE14DDE}"/>
                  </a:ext>
                </a:extLst>
              </p:cNvPr>
              <p:cNvSpPr>
                <a:spLocks noChangeAspect="1" noChangeShapeType="1"/>
              </p:cNvSpPr>
              <p:nvPr/>
            </p:nvSpPr>
            <p:spPr bwMode="auto">
              <a:xfrm flipH="1">
                <a:off x="18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3" name="Line 60">
                <a:extLst>
                  <a:ext uri="{FF2B5EF4-FFF2-40B4-BE49-F238E27FC236}">
                    <a16:creationId xmlns:a16="http://schemas.microsoft.com/office/drawing/2014/main" id="{35C6742C-5B65-02C1-1B82-DD0DDFC1AA3C}"/>
                  </a:ext>
                </a:extLst>
              </p:cNvPr>
              <p:cNvSpPr>
                <a:spLocks noChangeAspect="1" noChangeShapeType="1"/>
              </p:cNvSpPr>
              <p:nvPr/>
            </p:nvSpPr>
            <p:spPr bwMode="auto">
              <a:xfrm flipH="1">
                <a:off x="2136"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4" name="Line 61">
                <a:extLst>
                  <a:ext uri="{FF2B5EF4-FFF2-40B4-BE49-F238E27FC236}">
                    <a16:creationId xmlns:a16="http://schemas.microsoft.com/office/drawing/2014/main" id="{6470B616-8520-FEA2-4AC6-1819F4B9A990}"/>
                  </a:ext>
                </a:extLst>
              </p:cNvPr>
              <p:cNvSpPr>
                <a:spLocks noChangeAspect="1" noChangeShapeType="1"/>
              </p:cNvSpPr>
              <p:nvPr/>
            </p:nvSpPr>
            <p:spPr bwMode="auto">
              <a:xfrm flipH="1">
                <a:off x="223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5" name="Line 62">
                <a:extLst>
                  <a:ext uri="{FF2B5EF4-FFF2-40B4-BE49-F238E27FC236}">
                    <a16:creationId xmlns:a16="http://schemas.microsoft.com/office/drawing/2014/main" id="{8BBF7040-BD0F-A4AD-611D-D638DF9C81B8}"/>
                  </a:ext>
                </a:extLst>
              </p:cNvPr>
              <p:cNvSpPr>
                <a:spLocks noChangeAspect="1" noChangeShapeType="1"/>
              </p:cNvSpPr>
              <p:nvPr/>
            </p:nvSpPr>
            <p:spPr bwMode="auto">
              <a:xfrm flipH="1">
                <a:off x="239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6" name="Line 63">
                <a:extLst>
                  <a:ext uri="{FF2B5EF4-FFF2-40B4-BE49-F238E27FC236}">
                    <a16:creationId xmlns:a16="http://schemas.microsoft.com/office/drawing/2014/main" id="{A1124F67-0456-4175-BDE1-4A41C47D51DA}"/>
                  </a:ext>
                </a:extLst>
              </p:cNvPr>
              <p:cNvSpPr>
                <a:spLocks noChangeAspect="1" noChangeShapeType="1"/>
              </p:cNvSpPr>
              <p:nvPr/>
            </p:nvSpPr>
            <p:spPr bwMode="auto">
              <a:xfrm flipH="1">
                <a:off x="115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7" name="Line 64">
                <a:extLst>
                  <a:ext uri="{FF2B5EF4-FFF2-40B4-BE49-F238E27FC236}">
                    <a16:creationId xmlns:a16="http://schemas.microsoft.com/office/drawing/2014/main" id="{D4B6EC16-FB06-7EDD-1810-3C1E41E34819}"/>
                  </a:ext>
                </a:extLst>
              </p:cNvPr>
              <p:cNvSpPr>
                <a:spLocks noChangeAspect="1" noChangeShapeType="1"/>
              </p:cNvSpPr>
              <p:nvPr/>
            </p:nvSpPr>
            <p:spPr bwMode="auto">
              <a:xfrm flipH="1">
                <a:off x="131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8" name="Line 65">
                <a:extLst>
                  <a:ext uri="{FF2B5EF4-FFF2-40B4-BE49-F238E27FC236}">
                    <a16:creationId xmlns:a16="http://schemas.microsoft.com/office/drawing/2014/main" id="{10F0B4C0-D047-44DA-8EF4-76010A06A489}"/>
                  </a:ext>
                </a:extLst>
              </p:cNvPr>
              <p:cNvSpPr>
                <a:spLocks noChangeAspect="1" noChangeShapeType="1"/>
              </p:cNvSpPr>
              <p:nvPr/>
            </p:nvSpPr>
            <p:spPr bwMode="auto">
              <a:xfrm flipH="1">
                <a:off x="1475"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29" name="Line 66">
                <a:extLst>
                  <a:ext uri="{FF2B5EF4-FFF2-40B4-BE49-F238E27FC236}">
                    <a16:creationId xmlns:a16="http://schemas.microsoft.com/office/drawing/2014/main" id="{4487236C-937E-B3C4-2AD3-EC094C521949}"/>
                  </a:ext>
                </a:extLst>
              </p:cNvPr>
              <p:cNvSpPr>
                <a:spLocks noChangeAspect="1" noChangeShapeType="1"/>
              </p:cNvSpPr>
              <p:nvPr/>
            </p:nvSpPr>
            <p:spPr bwMode="auto">
              <a:xfrm flipH="1">
                <a:off x="1395"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0" name="Line 67">
                <a:extLst>
                  <a:ext uri="{FF2B5EF4-FFF2-40B4-BE49-F238E27FC236}">
                    <a16:creationId xmlns:a16="http://schemas.microsoft.com/office/drawing/2014/main" id="{79E4230D-5CA2-3CA8-3FF0-8D239C4B6517}"/>
                  </a:ext>
                </a:extLst>
              </p:cNvPr>
              <p:cNvSpPr>
                <a:spLocks noChangeAspect="1" noChangeShapeType="1"/>
              </p:cNvSpPr>
              <p:nvPr/>
            </p:nvSpPr>
            <p:spPr bwMode="auto">
              <a:xfrm flipH="1">
                <a:off x="1735" y="1835"/>
                <a:ext cx="61"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1" name="Line 68">
                <a:extLst>
                  <a:ext uri="{FF2B5EF4-FFF2-40B4-BE49-F238E27FC236}">
                    <a16:creationId xmlns:a16="http://schemas.microsoft.com/office/drawing/2014/main" id="{3CCBEBDF-5157-0C09-36B6-727B6599753C}"/>
                  </a:ext>
                </a:extLst>
              </p:cNvPr>
              <p:cNvSpPr>
                <a:spLocks noChangeAspect="1" noChangeShapeType="1"/>
              </p:cNvSpPr>
              <p:nvPr/>
            </p:nvSpPr>
            <p:spPr bwMode="auto">
              <a:xfrm flipH="1">
                <a:off x="197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2" name="Line 69">
                <a:extLst>
                  <a:ext uri="{FF2B5EF4-FFF2-40B4-BE49-F238E27FC236}">
                    <a16:creationId xmlns:a16="http://schemas.microsoft.com/office/drawing/2014/main" id="{E2C79B35-2A9C-DBAB-453C-3992C749CF23}"/>
                  </a:ext>
                </a:extLst>
              </p:cNvPr>
              <p:cNvSpPr>
                <a:spLocks noChangeAspect="1" noChangeShapeType="1"/>
              </p:cNvSpPr>
              <p:nvPr/>
            </p:nvSpPr>
            <p:spPr bwMode="auto">
              <a:xfrm flipH="1">
                <a:off x="205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3" name="Line 70">
                <a:extLst>
                  <a:ext uri="{FF2B5EF4-FFF2-40B4-BE49-F238E27FC236}">
                    <a16:creationId xmlns:a16="http://schemas.microsoft.com/office/drawing/2014/main" id="{FD6AFCAF-4CE8-BD3C-FB82-B5738AE95F8A}"/>
                  </a:ext>
                </a:extLst>
              </p:cNvPr>
              <p:cNvSpPr>
                <a:spLocks noChangeAspect="1" noChangeShapeType="1"/>
              </p:cNvSpPr>
              <p:nvPr/>
            </p:nvSpPr>
            <p:spPr bwMode="auto">
              <a:xfrm flipH="1">
                <a:off x="1115" y="1334"/>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4" name="Line 71">
                <a:extLst>
                  <a:ext uri="{FF2B5EF4-FFF2-40B4-BE49-F238E27FC236}">
                    <a16:creationId xmlns:a16="http://schemas.microsoft.com/office/drawing/2014/main" id="{76227D61-D257-9836-8E0C-E977C94F3CBF}"/>
                  </a:ext>
                </a:extLst>
              </p:cNvPr>
              <p:cNvSpPr>
                <a:spLocks noChangeAspect="1" noChangeShapeType="1"/>
              </p:cNvSpPr>
              <p:nvPr/>
            </p:nvSpPr>
            <p:spPr bwMode="auto">
              <a:xfrm flipH="1">
                <a:off x="1115" y="1394"/>
                <a:ext cx="60" cy="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5" name="Line 72">
                <a:extLst>
                  <a:ext uri="{FF2B5EF4-FFF2-40B4-BE49-F238E27FC236}">
                    <a16:creationId xmlns:a16="http://schemas.microsoft.com/office/drawing/2014/main" id="{DC54AFF3-CF28-E183-7C53-B843D432C041}"/>
                  </a:ext>
                </a:extLst>
              </p:cNvPr>
              <p:cNvSpPr>
                <a:spLocks noChangeAspect="1" noChangeShapeType="1"/>
              </p:cNvSpPr>
              <p:nvPr/>
            </p:nvSpPr>
            <p:spPr bwMode="auto">
              <a:xfrm flipH="1">
                <a:off x="1115" y="1474"/>
                <a:ext cx="60" cy="61"/>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6" name="Line 73">
                <a:extLst>
                  <a:ext uri="{FF2B5EF4-FFF2-40B4-BE49-F238E27FC236}">
                    <a16:creationId xmlns:a16="http://schemas.microsoft.com/office/drawing/2014/main" id="{FC9287A4-7F7A-E271-C602-59CE9FB64617}"/>
                  </a:ext>
                </a:extLst>
              </p:cNvPr>
              <p:cNvSpPr>
                <a:spLocks noChangeAspect="1" noChangeShapeType="1"/>
              </p:cNvSpPr>
              <p:nvPr/>
            </p:nvSpPr>
            <p:spPr bwMode="auto">
              <a:xfrm flipH="1">
                <a:off x="1115" y="15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7" name="Line 74">
                <a:extLst>
                  <a:ext uri="{FF2B5EF4-FFF2-40B4-BE49-F238E27FC236}">
                    <a16:creationId xmlns:a16="http://schemas.microsoft.com/office/drawing/2014/main" id="{E243B0DE-90EE-ADB0-57E4-33CB3D87AC88}"/>
                  </a:ext>
                </a:extLst>
              </p:cNvPr>
              <p:cNvSpPr>
                <a:spLocks noChangeAspect="1" noChangeShapeType="1"/>
              </p:cNvSpPr>
              <p:nvPr/>
            </p:nvSpPr>
            <p:spPr bwMode="auto">
              <a:xfrm flipH="1">
                <a:off x="1115" y="161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8" name="Line 75">
                <a:extLst>
                  <a:ext uri="{FF2B5EF4-FFF2-40B4-BE49-F238E27FC236}">
                    <a16:creationId xmlns:a16="http://schemas.microsoft.com/office/drawing/2014/main" id="{EA0A8908-3ADA-1DC8-C0A1-F87688F8DC6D}"/>
                  </a:ext>
                </a:extLst>
              </p:cNvPr>
              <p:cNvSpPr>
                <a:spLocks noChangeAspect="1" noChangeShapeType="1"/>
              </p:cNvSpPr>
              <p:nvPr/>
            </p:nvSpPr>
            <p:spPr bwMode="auto">
              <a:xfrm flipH="1">
                <a:off x="1115" y="167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39" name="Line 76">
                <a:extLst>
                  <a:ext uri="{FF2B5EF4-FFF2-40B4-BE49-F238E27FC236}">
                    <a16:creationId xmlns:a16="http://schemas.microsoft.com/office/drawing/2014/main" id="{CE8930C2-6255-E8CE-F1AE-AB3904F9B057}"/>
                  </a:ext>
                </a:extLst>
              </p:cNvPr>
              <p:cNvSpPr>
                <a:spLocks noChangeAspect="1" noChangeShapeType="1"/>
              </p:cNvSpPr>
              <p:nvPr/>
            </p:nvSpPr>
            <p:spPr bwMode="auto">
              <a:xfrm flipH="1">
                <a:off x="1115" y="1735"/>
                <a:ext cx="60" cy="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40" name="Line 77">
                <a:extLst>
                  <a:ext uri="{FF2B5EF4-FFF2-40B4-BE49-F238E27FC236}">
                    <a16:creationId xmlns:a16="http://schemas.microsoft.com/office/drawing/2014/main" id="{5C258E53-F215-6254-4B8C-0B86E5A8C009}"/>
                  </a:ext>
                </a:extLst>
              </p:cNvPr>
              <p:cNvSpPr>
                <a:spLocks noChangeAspect="1" noChangeShapeType="1"/>
              </p:cNvSpPr>
              <p:nvPr/>
            </p:nvSpPr>
            <p:spPr bwMode="auto">
              <a:xfrm flipH="1">
                <a:off x="1115" y="181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41" name="Line 78">
                <a:extLst>
                  <a:ext uri="{FF2B5EF4-FFF2-40B4-BE49-F238E27FC236}">
                    <a16:creationId xmlns:a16="http://schemas.microsoft.com/office/drawing/2014/main" id="{06A12A3C-36E1-19EE-F6A4-1E7578F44615}"/>
                  </a:ext>
                </a:extLst>
              </p:cNvPr>
              <p:cNvSpPr>
                <a:spLocks noChangeAspect="1" noChangeShapeType="1"/>
              </p:cNvSpPr>
              <p:nvPr/>
            </p:nvSpPr>
            <p:spPr bwMode="auto">
              <a:xfrm>
                <a:off x="1152" y="1832"/>
                <a:ext cx="3120" cy="0"/>
              </a:xfrm>
              <a:prstGeom prst="line">
                <a:avLst/>
              </a:prstGeom>
              <a:noFill/>
              <a:ln w="28575">
                <a:solidFill>
                  <a:srgbClr val="FF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42" name="Line 79">
                <a:extLst>
                  <a:ext uri="{FF2B5EF4-FFF2-40B4-BE49-F238E27FC236}">
                    <a16:creationId xmlns:a16="http://schemas.microsoft.com/office/drawing/2014/main" id="{454698CF-2940-1506-9A1E-EE5742BBE635}"/>
                  </a:ext>
                </a:extLst>
              </p:cNvPr>
              <p:cNvSpPr>
                <a:spLocks noChangeAspect="1" noChangeShapeType="1"/>
              </p:cNvSpPr>
              <p:nvPr/>
            </p:nvSpPr>
            <p:spPr bwMode="auto">
              <a:xfrm>
                <a:off x="1168" y="1328"/>
                <a:ext cx="0" cy="504"/>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83" name="Group 123">
              <a:extLst>
                <a:ext uri="{FF2B5EF4-FFF2-40B4-BE49-F238E27FC236}">
                  <a16:creationId xmlns:a16="http://schemas.microsoft.com/office/drawing/2014/main" id="{24ED20B3-DBE4-475A-9134-BEB8F892AEF1}"/>
                </a:ext>
              </a:extLst>
            </p:cNvPr>
            <p:cNvGrpSpPr>
              <a:grpSpLocks/>
            </p:cNvGrpSpPr>
            <p:nvPr/>
          </p:nvGrpSpPr>
          <p:grpSpPr bwMode="auto">
            <a:xfrm>
              <a:off x="3108" y="1526"/>
              <a:ext cx="1817" cy="541"/>
              <a:chOff x="3108" y="1526"/>
              <a:chExt cx="1817" cy="541"/>
            </a:xfrm>
          </p:grpSpPr>
          <p:grpSp>
            <p:nvGrpSpPr>
              <p:cNvPr id="19487" name="Group 27">
                <a:extLst>
                  <a:ext uri="{FF2B5EF4-FFF2-40B4-BE49-F238E27FC236}">
                    <a16:creationId xmlns:a16="http://schemas.microsoft.com/office/drawing/2014/main" id="{D211E4B1-CD74-FFB5-9CCA-8516335D9E84}"/>
                  </a:ext>
                </a:extLst>
              </p:cNvPr>
              <p:cNvGrpSpPr>
                <a:grpSpLocks noChangeAspect="1"/>
              </p:cNvGrpSpPr>
              <p:nvPr/>
            </p:nvGrpSpPr>
            <p:grpSpPr bwMode="auto">
              <a:xfrm>
                <a:off x="4181" y="1526"/>
                <a:ext cx="744" cy="258"/>
                <a:chOff x="2580" y="1478"/>
                <a:chExt cx="985" cy="341"/>
              </a:xfrm>
            </p:grpSpPr>
            <p:sp>
              <p:nvSpPr>
                <p:cNvPr id="19495" name="Rectangle 28">
                  <a:extLst>
                    <a:ext uri="{FF2B5EF4-FFF2-40B4-BE49-F238E27FC236}">
                      <a16:creationId xmlns:a16="http://schemas.microsoft.com/office/drawing/2014/main" id="{9A979385-266A-3571-3996-C1919E3B5CEC}"/>
                    </a:ext>
                  </a:extLst>
                </p:cNvPr>
                <p:cNvSpPr>
                  <a:spLocks noChangeAspect="1" noChangeArrowheads="1"/>
                </p:cNvSpPr>
                <p:nvPr/>
              </p:nvSpPr>
              <p:spPr bwMode="auto">
                <a:xfrm>
                  <a:off x="3184" y="1478"/>
                  <a:ext cx="381" cy="341"/>
                </a:xfrm>
                <a:prstGeom prst="rect">
                  <a:avLst/>
                </a:prstGeom>
                <a:noFill/>
                <a:ln w="28575">
                  <a:solidFill>
                    <a:srgbClr val="00FF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9496" name="Line 29">
                  <a:extLst>
                    <a:ext uri="{FF2B5EF4-FFF2-40B4-BE49-F238E27FC236}">
                      <a16:creationId xmlns:a16="http://schemas.microsoft.com/office/drawing/2014/main" id="{9891F365-E819-059E-5434-78E2B5C493CD}"/>
                    </a:ext>
                  </a:extLst>
                </p:cNvPr>
                <p:cNvSpPr>
                  <a:spLocks noChangeAspect="1" noChangeShapeType="1"/>
                </p:cNvSpPr>
                <p:nvPr/>
              </p:nvSpPr>
              <p:spPr bwMode="auto">
                <a:xfrm>
                  <a:off x="2580" y="1647"/>
                  <a:ext cx="620" cy="1"/>
                </a:xfrm>
                <a:prstGeom prst="line">
                  <a:avLst/>
                </a:prstGeom>
                <a:noFill/>
                <a:ln w="38100">
                  <a:solidFill>
                    <a:srgbClr val="00FF99"/>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488" name="Group 30">
                <a:extLst>
                  <a:ext uri="{FF2B5EF4-FFF2-40B4-BE49-F238E27FC236}">
                    <a16:creationId xmlns:a16="http://schemas.microsoft.com/office/drawing/2014/main" id="{6AAFAEB3-FE22-583E-1CF1-F1DA51E980B1}"/>
                  </a:ext>
                </a:extLst>
              </p:cNvPr>
              <p:cNvGrpSpPr>
                <a:grpSpLocks noChangeAspect="1"/>
              </p:cNvGrpSpPr>
              <p:nvPr/>
            </p:nvGrpSpPr>
            <p:grpSpPr bwMode="auto">
              <a:xfrm>
                <a:off x="3108" y="1532"/>
                <a:ext cx="1059" cy="258"/>
                <a:chOff x="1163" y="1486"/>
                <a:chExt cx="1401" cy="341"/>
              </a:xfrm>
            </p:grpSpPr>
            <p:sp>
              <p:nvSpPr>
                <p:cNvPr id="19493" name="Rectangle 31">
                  <a:extLst>
                    <a:ext uri="{FF2B5EF4-FFF2-40B4-BE49-F238E27FC236}">
                      <a16:creationId xmlns:a16="http://schemas.microsoft.com/office/drawing/2014/main" id="{E86E1A7E-A92D-968B-52A1-A0BDC68F81DB}"/>
                    </a:ext>
                  </a:extLst>
                </p:cNvPr>
                <p:cNvSpPr>
                  <a:spLocks noChangeAspect="1" noChangeArrowheads="1"/>
                </p:cNvSpPr>
                <p:nvPr/>
              </p:nvSpPr>
              <p:spPr bwMode="auto">
                <a:xfrm>
                  <a:off x="2184" y="1486"/>
                  <a:ext cx="380" cy="341"/>
                </a:xfrm>
                <a:prstGeom prst="rect">
                  <a:avLst/>
                </a:prstGeom>
                <a:noFill/>
                <a:ln w="38100">
                  <a:solidFill>
                    <a:srgbClr val="00FF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9494" name="Line 32">
                  <a:extLst>
                    <a:ext uri="{FF2B5EF4-FFF2-40B4-BE49-F238E27FC236}">
                      <a16:creationId xmlns:a16="http://schemas.microsoft.com/office/drawing/2014/main" id="{28E571CF-DE0F-6D5B-7DA1-C7CFD2F24201}"/>
                    </a:ext>
                  </a:extLst>
                </p:cNvPr>
                <p:cNvSpPr>
                  <a:spLocks noChangeAspect="1" noChangeShapeType="1"/>
                </p:cNvSpPr>
                <p:nvPr/>
              </p:nvSpPr>
              <p:spPr bwMode="auto">
                <a:xfrm>
                  <a:off x="1163" y="1647"/>
                  <a:ext cx="1021" cy="1"/>
                </a:xfrm>
                <a:prstGeom prst="line">
                  <a:avLst/>
                </a:prstGeom>
                <a:noFill/>
                <a:ln w="38100">
                  <a:solidFill>
                    <a:srgbClr val="00FF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489" name="Oval 81">
                <a:extLst>
                  <a:ext uri="{FF2B5EF4-FFF2-40B4-BE49-F238E27FC236}">
                    <a16:creationId xmlns:a16="http://schemas.microsoft.com/office/drawing/2014/main" id="{13DE1417-FC12-62D3-5CC7-C213588B030C}"/>
                  </a:ext>
                </a:extLst>
              </p:cNvPr>
              <p:cNvSpPr>
                <a:spLocks noChangeAspect="1" noChangeArrowheads="1"/>
              </p:cNvSpPr>
              <p:nvPr/>
            </p:nvSpPr>
            <p:spPr bwMode="auto">
              <a:xfrm>
                <a:off x="3530" y="1772"/>
                <a:ext cx="27" cy="27"/>
              </a:xfrm>
              <a:prstGeom prst="ellipse">
                <a:avLst/>
              </a:prstGeom>
              <a:solidFill>
                <a:srgbClr val="FF0000"/>
              </a:solidFill>
              <a:ln w="381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aphicFrame>
            <p:nvGraphicFramePr>
              <p:cNvPr id="19490" name="Object 84">
                <a:extLst>
                  <a:ext uri="{FF2B5EF4-FFF2-40B4-BE49-F238E27FC236}">
                    <a16:creationId xmlns:a16="http://schemas.microsoft.com/office/drawing/2014/main" id="{FE0819AE-D599-D5A6-70DA-52DEDE476368}"/>
                  </a:ext>
                </a:extLst>
              </p:cNvPr>
              <p:cNvGraphicFramePr>
                <a:graphicFrameLocks noChangeAspect="1"/>
              </p:cNvGraphicFramePr>
              <p:nvPr/>
            </p:nvGraphicFramePr>
            <p:xfrm>
              <a:off x="3477" y="1906"/>
              <a:ext cx="115" cy="114"/>
            </p:xfrm>
            <a:graphic>
              <a:graphicData uri="http://schemas.openxmlformats.org/presentationml/2006/ole">
                <mc:AlternateContent xmlns:mc="http://schemas.openxmlformats.org/markup-compatibility/2006">
                  <mc:Choice xmlns:v="urn:schemas-microsoft-com:vml" Requires="v">
                    <p:oleObj name="公式" r:id="rId24" imgW="205522" imgH="205989" progId="Equation.3">
                      <p:embed/>
                    </p:oleObj>
                  </mc:Choice>
                  <mc:Fallback>
                    <p:oleObj name="公式" r:id="rId24" imgW="205522" imgH="205989" progId="Equation.3">
                      <p:embed/>
                      <p:pic>
                        <p:nvPicPr>
                          <p:cNvPr id="0" name="Object 8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77" y="1906"/>
                            <a:ext cx="115"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91" name="Oval 120">
                <a:extLst>
                  <a:ext uri="{FF2B5EF4-FFF2-40B4-BE49-F238E27FC236}">
                    <a16:creationId xmlns:a16="http://schemas.microsoft.com/office/drawing/2014/main" id="{68CA5822-171E-DA98-AF17-76981DD36327}"/>
                  </a:ext>
                </a:extLst>
              </p:cNvPr>
              <p:cNvSpPr>
                <a:spLocks noChangeAspect="1" noChangeArrowheads="1"/>
              </p:cNvSpPr>
              <p:nvPr/>
            </p:nvSpPr>
            <p:spPr bwMode="auto">
              <a:xfrm>
                <a:off x="4628" y="1777"/>
                <a:ext cx="27" cy="27"/>
              </a:xfrm>
              <a:prstGeom prst="ellipse">
                <a:avLst/>
              </a:prstGeom>
              <a:solidFill>
                <a:srgbClr val="FF0000"/>
              </a:solidFill>
              <a:ln w="381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aphicFrame>
            <p:nvGraphicFramePr>
              <p:cNvPr id="19492" name="Object 122">
                <a:extLst>
                  <a:ext uri="{FF2B5EF4-FFF2-40B4-BE49-F238E27FC236}">
                    <a16:creationId xmlns:a16="http://schemas.microsoft.com/office/drawing/2014/main" id="{53DDA166-E2A0-E0FA-7671-4BC17C47AF91}"/>
                  </a:ext>
                </a:extLst>
              </p:cNvPr>
              <p:cNvGraphicFramePr>
                <a:graphicFrameLocks noChangeAspect="1"/>
              </p:cNvGraphicFramePr>
              <p:nvPr/>
            </p:nvGraphicFramePr>
            <p:xfrm>
              <a:off x="4576" y="1865"/>
              <a:ext cx="147" cy="202"/>
            </p:xfrm>
            <a:graphic>
              <a:graphicData uri="http://schemas.openxmlformats.org/presentationml/2006/ole">
                <mc:AlternateContent xmlns:mc="http://schemas.openxmlformats.org/markup-compatibility/2006">
                  <mc:Choice xmlns:v="urn:schemas-microsoft-com:vml" Requires="v">
                    <p:oleObj name="公式" r:id="rId26" imgW="91564" imgH="137160" progId="Equation.3">
                      <p:embed/>
                    </p:oleObj>
                  </mc:Choice>
                  <mc:Fallback>
                    <p:oleObj name="公式" r:id="rId26" imgW="91564" imgH="137160" progId="Equation.3">
                      <p:embed/>
                      <p:pic>
                        <p:nvPicPr>
                          <p:cNvPr id="0" name="Object 12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76" y="1865"/>
                            <a:ext cx="1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9484" name="Group 125">
              <a:extLst>
                <a:ext uri="{FF2B5EF4-FFF2-40B4-BE49-F238E27FC236}">
                  <a16:creationId xmlns:a16="http://schemas.microsoft.com/office/drawing/2014/main" id="{7CA2301C-0B6B-E6E6-CC8B-47CBA6C1F446}"/>
                </a:ext>
              </a:extLst>
            </p:cNvPr>
            <p:cNvGrpSpPr>
              <a:grpSpLocks/>
            </p:cNvGrpSpPr>
            <p:nvPr/>
          </p:nvGrpSpPr>
          <p:grpSpPr bwMode="auto">
            <a:xfrm>
              <a:off x="3819" y="1773"/>
              <a:ext cx="109" cy="248"/>
              <a:chOff x="3819" y="1773"/>
              <a:chExt cx="109" cy="248"/>
            </a:xfrm>
          </p:grpSpPr>
          <p:graphicFrame>
            <p:nvGraphicFramePr>
              <p:cNvPr id="19485" name="Object 85">
                <a:extLst>
                  <a:ext uri="{FF2B5EF4-FFF2-40B4-BE49-F238E27FC236}">
                    <a16:creationId xmlns:a16="http://schemas.microsoft.com/office/drawing/2014/main" id="{E05C333E-C423-1FB7-2E7E-AB5E0463F6B8}"/>
                  </a:ext>
                </a:extLst>
              </p:cNvPr>
              <p:cNvGraphicFramePr>
                <a:graphicFrameLocks noChangeAspect="1"/>
              </p:cNvGraphicFramePr>
              <p:nvPr/>
            </p:nvGraphicFramePr>
            <p:xfrm>
              <a:off x="3819" y="1907"/>
              <a:ext cx="109" cy="114"/>
            </p:xfrm>
            <a:graphic>
              <a:graphicData uri="http://schemas.openxmlformats.org/presentationml/2006/ole">
                <mc:AlternateContent xmlns:mc="http://schemas.openxmlformats.org/markup-compatibility/2006">
                  <mc:Choice xmlns:v="urn:schemas-microsoft-com:vml" Requires="v">
                    <p:oleObj name="公式" r:id="rId22" imgW="190593" imgH="205989" progId="Equation.3">
                      <p:embed/>
                    </p:oleObj>
                  </mc:Choice>
                  <mc:Fallback>
                    <p:oleObj name="公式" r:id="rId22" imgW="190593" imgH="205989" progId="Equation.3">
                      <p:embed/>
                      <p:pic>
                        <p:nvPicPr>
                          <p:cNvPr id="0" name="Object 8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19" y="1907"/>
                            <a:ext cx="109"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86" name="Oval 119">
                <a:extLst>
                  <a:ext uri="{FF2B5EF4-FFF2-40B4-BE49-F238E27FC236}">
                    <a16:creationId xmlns:a16="http://schemas.microsoft.com/office/drawing/2014/main" id="{D872DEBF-1370-A128-8D01-7611F4D3AC18}"/>
                  </a:ext>
                </a:extLst>
              </p:cNvPr>
              <p:cNvSpPr>
                <a:spLocks noChangeAspect="1" noChangeArrowheads="1"/>
              </p:cNvSpPr>
              <p:nvPr/>
            </p:nvSpPr>
            <p:spPr bwMode="auto">
              <a:xfrm>
                <a:off x="3865" y="1773"/>
                <a:ext cx="28" cy="28"/>
              </a:xfrm>
              <a:prstGeom prst="ellipse">
                <a:avLst/>
              </a:prstGeom>
              <a:solidFill>
                <a:srgbClr val="FF0000"/>
              </a:solidFill>
              <a:ln w="381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3063"/>
                                        </p:tgtEl>
                                        <p:attrNameLst>
                                          <p:attrName>style.visibility</p:attrName>
                                        </p:attrNameLst>
                                      </p:cBhvr>
                                      <p:to>
                                        <p:strVal val="visible"/>
                                      </p:to>
                                    </p:set>
                                    <p:animEffect transition="in" filter="wipe(left)">
                                      <p:cBhvr>
                                        <p:cTn id="7" dur="500"/>
                                        <p:tgtEl>
                                          <p:spTgt spid="3430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43042"/>
                                        </p:tgtEl>
                                        <p:attrNameLst>
                                          <p:attrName>style.visibility</p:attrName>
                                        </p:attrNameLst>
                                      </p:cBhvr>
                                      <p:to>
                                        <p:strVal val="visible"/>
                                      </p:to>
                                    </p:set>
                                    <p:animEffect transition="in" filter="wipe(left)">
                                      <p:cBhvr>
                                        <p:cTn id="12" dur="500"/>
                                        <p:tgtEl>
                                          <p:spTgt spid="3430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43128"/>
                                        </p:tgtEl>
                                        <p:attrNameLst>
                                          <p:attrName>style.visibility</p:attrName>
                                        </p:attrNameLst>
                                      </p:cBhvr>
                                      <p:to>
                                        <p:strVal val="visible"/>
                                      </p:to>
                                    </p:set>
                                    <p:animEffect transition="in" filter="wipe(left)">
                                      <p:cBhvr>
                                        <p:cTn id="17" dur="500"/>
                                        <p:tgtEl>
                                          <p:spTgt spid="3431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43170"/>
                                        </p:tgtEl>
                                        <p:attrNameLst>
                                          <p:attrName>style.visibility</p:attrName>
                                        </p:attrNameLst>
                                      </p:cBhvr>
                                      <p:to>
                                        <p:strVal val="visible"/>
                                      </p:to>
                                    </p:set>
                                    <p:animEffect transition="in" filter="wipe(left)">
                                      <p:cBhvr>
                                        <p:cTn id="22" dur="500"/>
                                        <p:tgtEl>
                                          <p:spTgt spid="3431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43065"/>
                                        </p:tgtEl>
                                        <p:attrNameLst>
                                          <p:attrName>style.visibility</p:attrName>
                                        </p:attrNameLst>
                                      </p:cBhvr>
                                      <p:to>
                                        <p:strVal val="visible"/>
                                      </p:to>
                                    </p:set>
                                    <p:animEffect transition="in" filter="wipe(left)">
                                      <p:cBhvr>
                                        <p:cTn id="27" dur="500"/>
                                        <p:tgtEl>
                                          <p:spTgt spid="3430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43062"/>
                                        </p:tgtEl>
                                        <p:attrNameLst>
                                          <p:attrName>style.visibility</p:attrName>
                                        </p:attrNameLst>
                                      </p:cBhvr>
                                      <p:to>
                                        <p:strVal val="visible"/>
                                      </p:to>
                                    </p:set>
                                    <p:animEffect transition="in" filter="wipe(left)">
                                      <p:cBhvr>
                                        <p:cTn id="32" dur="500"/>
                                        <p:tgtEl>
                                          <p:spTgt spid="3430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43064"/>
                                        </p:tgtEl>
                                        <p:attrNameLst>
                                          <p:attrName>style.visibility</p:attrName>
                                        </p:attrNameLst>
                                      </p:cBhvr>
                                      <p:to>
                                        <p:strVal val="visible"/>
                                      </p:to>
                                    </p:set>
                                    <p:animEffect transition="in" filter="wipe(left)">
                                      <p:cBhvr>
                                        <p:cTn id="37" dur="500"/>
                                        <p:tgtEl>
                                          <p:spTgt spid="3430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43049"/>
                                        </p:tgtEl>
                                        <p:attrNameLst>
                                          <p:attrName>style.visibility</p:attrName>
                                        </p:attrNameLst>
                                      </p:cBhvr>
                                      <p:to>
                                        <p:strVal val="visible"/>
                                      </p:to>
                                    </p:set>
                                    <p:animEffect transition="in" filter="wipe(left)">
                                      <p:cBhvr>
                                        <p:cTn id="42" dur="500"/>
                                        <p:tgtEl>
                                          <p:spTgt spid="3430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43132"/>
                                        </p:tgtEl>
                                        <p:attrNameLst>
                                          <p:attrName>style.visibility</p:attrName>
                                        </p:attrNameLst>
                                      </p:cBhvr>
                                      <p:to>
                                        <p:strVal val="visible"/>
                                      </p:to>
                                    </p:set>
                                    <p:animEffect transition="in" filter="wipe(left)">
                                      <p:cBhvr>
                                        <p:cTn id="47" dur="500"/>
                                        <p:tgtEl>
                                          <p:spTgt spid="34313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43133"/>
                                        </p:tgtEl>
                                        <p:attrNameLst>
                                          <p:attrName>style.visibility</p:attrName>
                                        </p:attrNameLst>
                                      </p:cBhvr>
                                      <p:to>
                                        <p:strVal val="visible"/>
                                      </p:to>
                                    </p:set>
                                    <p:animEffect transition="in" filter="wipe(left)">
                                      <p:cBhvr>
                                        <p:cTn id="52" dur="500"/>
                                        <p:tgtEl>
                                          <p:spTgt spid="34313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43054"/>
                                        </p:tgtEl>
                                        <p:attrNameLst>
                                          <p:attrName>style.visibility</p:attrName>
                                        </p:attrNameLst>
                                      </p:cBhvr>
                                      <p:to>
                                        <p:strVal val="visible"/>
                                      </p:to>
                                    </p:set>
                                    <p:animEffect transition="in" filter="wipe(left)">
                                      <p:cBhvr>
                                        <p:cTn id="57" dur="500"/>
                                        <p:tgtEl>
                                          <p:spTgt spid="34305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43056"/>
                                        </p:tgtEl>
                                        <p:attrNameLst>
                                          <p:attrName>style.visibility</p:attrName>
                                        </p:attrNameLst>
                                      </p:cBhvr>
                                      <p:to>
                                        <p:strVal val="visible"/>
                                      </p:to>
                                    </p:set>
                                    <p:animEffect transition="in" filter="wipe(left)">
                                      <p:cBhvr>
                                        <p:cTn id="62" dur="500"/>
                                        <p:tgtEl>
                                          <p:spTgt spid="34305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43053"/>
                                        </p:tgtEl>
                                        <p:attrNameLst>
                                          <p:attrName>style.visibility</p:attrName>
                                        </p:attrNameLst>
                                      </p:cBhvr>
                                      <p:to>
                                        <p:strVal val="visible"/>
                                      </p:to>
                                    </p:set>
                                    <p:animEffect transition="in" filter="wipe(left)">
                                      <p:cBhvr>
                                        <p:cTn id="67" dur="500"/>
                                        <p:tgtEl>
                                          <p:spTgt spid="34305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43150"/>
                                        </p:tgtEl>
                                        <p:attrNameLst>
                                          <p:attrName>style.visibility</p:attrName>
                                        </p:attrNameLst>
                                      </p:cBhvr>
                                      <p:to>
                                        <p:strVal val="visible"/>
                                      </p:to>
                                    </p:set>
                                    <p:animEffect transition="in" filter="wipe(left)">
                                      <p:cBhvr>
                                        <p:cTn id="72" dur="500"/>
                                        <p:tgtEl>
                                          <p:spTgt spid="34315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343151"/>
                                        </p:tgtEl>
                                        <p:attrNameLst>
                                          <p:attrName>style.visibility</p:attrName>
                                        </p:attrNameLst>
                                      </p:cBhvr>
                                      <p:to>
                                        <p:strVal val="visible"/>
                                      </p:to>
                                    </p:set>
                                    <p:animEffect transition="in" filter="wipe(left)">
                                      <p:cBhvr>
                                        <p:cTn id="77" dur="500"/>
                                        <p:tgtEl>
                                          <p:spTgt spid="34315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343154"/>
                                        </p:tgtEl>
                                        <p:attrNameLst>
                                          <p:attrName>style.visibility</p:attrName>
                                        </p:attrNameLst>
                                      </p:cBhvr>
                                      <p:to>
                                        <p:strVal val="visible"/>
                                      </p:to>
                                    </p:set>
                                    <p:animEffect transition="in" filter="wipe(left)">
                                      <p:cBhvr>
                                        <p:cTn id="82" dur="500"/>
                                        <p:tgtEl>
                                          <p:spTgt spid="34315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343153"/>
                                        </p:tgtEl>
                                        <p:attrNameLst>
                                          <p:attrName>style.visibility</p:attrName>
                                        </p:attrNameLst>
                                      </p:cBhvr>
                                      <p:to>
                                        <p:strVal val="visible"/>
                                      </p:to>
                                    </p:set>
                                    <p:animEffect transition="in" filter="wipe(left)">
                                      <p:cBhvr>
                                        <p:cTn id="87" dur="500"/>
                                        <p:tgtEl>
                                          <p:spTgt spid="34315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343152"/>
                                        </p:tgtEl>
                                        <p:attrNameLst>
                                          <p:attrName>style.visibility</p:attrName>
                                        </p:attrNameLst>
                                      </p:cBhvr>
                                      <p:to>
                                        <p:strVal val="visible"/>
                                      </p:to>
                                    </p:set>
                                    <p:animEffect transition="in" filter="wipe(left)">
                                      <p:cBhvr>
                                        <p:cTn id="92" dur="500"/>
                                        <p:tgtEl>
                                          <p:spTgt spid="34315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343155"/>
                                        </p:tgtEl>
                                        <p:attrNameLst>
                                          <p:attrName>style.visibility</p:attrName>
                                        </p:attrNameLst>
                                      </p:cBhvr>
                                      <p:to>
                                        <p:strVal val="visible"/>
                                      </p:to>
                                    </p:set>
                                    <p:animEffect transition="in" filter="wipe(left)">
                                      <p:cBhvr>
                                        <p:cTn id="97" dur="500"/>
                                        <p:tgtEl>
                                          <p:spTgt spid="343155"/>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343156"/>
                                        </p:tgtEl>
                                        <p:attrNameLst>
                                          <p:attrName>style.visibility</p:attrName>
                                        </p:attrNameLst>
                                      </p:cBhvr>
                                      <p:to>
                                        <p:strVal val="visible"/>
                                      </p:to>
                                    </p:set>
                                    <p:animEffect transition="in" filter="wipe(left)">
                                      <p:cBhvr>
                                        <p:cTn id="102" dur="500"/>
                                        <p:tgtEl>
                                          <p:spTgt spid="34315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343157"/>
                                        </p:tgtEl>
                                        <p:attrNameLst>
                                          <p:attrName>style.visibility</p:attrName>
                                        </p:attrNameLst>
                                      </p:cBhvr>
                                      <p:to>
                                        <p:strVal val="visible"/>
                                      </p:to>
                                    </p:set>
                                    <p:animEffect transition="in" filter="wipe(left)">
                                      <p:cBhvr>
                                        <p:cTn id="107" dur="500"/>
                                        <p:tgtEl>
                                          <p:spTgt spid="343157"/>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343158"/>
                                        </p:tgtEl>
                                        <p:attrNameLst>
                                          <p:attrName>style.visibility</p:attrName>
                                        </p:attrNameLst>
                                      </p:cBhvr>
                                      <p:to>
                                        <p:strVal val="visible"/>
                                      </p:to>
                                    </p:set>
                                    <p:animEffect transition="in" filter="wipe(left)">
                                      <p:cBhvr>
                                        <p:cTn id="112" dur="500"/>
                                        <p:tgtEl>
                                          <p:spTgt spid="343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128" grpId="0" animBg="1"/>
      <p:bldP spid="343042" grpId="0"/>
      <p:bldP spid="343049" grpId="0"/>
      <p:bldP spid="343062" grpId="0"/>
      <p:bldP spid="343063" grpId="0"/>
      <p:bldP spid="343064" grpId="0"/>
      <p:bldP spid="343065" grpId="0"/>
      <p:bldP spid="343132" grpId="0"/>
      <p:bldP spid="343133" grpId="0"/>
      <p:bldP spid="343153" grpId="0"/>
      <p:bldP spid="343154" grpId="0"/>
      <p:bldP spid="343157"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5090" name="Text Box 2">
            <a:extLst>
              <a:ext uri="{FF2B5EF4-FFF2-40B4-BE49-F238E27FC236}">
                <a16:creationId xmlns:a16="http://schemas.microsoft.com/office/drawing/2014/main" id="{1B26D289-B2EC-1A7C-6003-A4AD25983C6D}"/>
              </a:ext>
            </a:extLst>
          </p:cNvPr>
          <p:cNvSpPr txBox="1">
            <a:spLocks noChangeArrowheads="1"/>
          </p:cNvSpPr>
          <p:nvPr/>
        </p:nvSpPr>
        <p:spPr bwMode="auto">
          <a:xfrm>
            <a:off x="752475" y="2027238"/>
            <a:ext cx="74358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lang="zh-CN" altLang="en-US"/>
              <a:t>对滑块运动的全过程应用功能原理，取橡皮绳自然长度的</a:t>
            </a:r>
            <a:r>
              <a:rPr lang="en-US" altLang="zh-CN" i="1">
                <a:solidFill>
                  <a:srgbClr val="FFCC00"/>
                </a:solidFill>
                <a:latin typeface="Times New Roman" panose="02020603050405020304" pitchFamily="18" charset="0"/>
              </a:rPr>
              <a:t>a</a:t>
            </a:r>
            <a:r>
              <a:rPr lang="zh-CN" altLang="en-US"/>
              <a:t>点为势能零点。</a:t>
            </a:r>
          </a:p>
        </p:txBody>
      </p:sp>
      <p:graphicFrame>
        <p:nvGraphicFramePr>
          <p:cNvPr id="345092" name="Object 4">
            <a:extLst>
              <a:ext uri="{FF2B5EF4-FFF2-40B4-BE49-F238E27FC236}">
                <a16:creationId xmlns:a16="http://schemas.microsoft.com/office/drawing/2014/main" id="{A4A52EC5-FC5D-26A9-CB10-4970A185813A}"/>
              </a:ext>
            </a:extLst>
          </p:cNvPr>
          <p:cNvGraphicFramePr>
            <a:graphicFrameLocks noChangeAspect="1"/>
          </p:cNvGraphicFramePr>
          <p:nvPr/>
        </p:nvGraphicFramePr>
        <p:xfrm>
          <a:off x="2424113" y="3405188"/>
          <a:ext cx="1627187" cy="406400"/>
        </p:xfrm>
        <a:graphic>
          <a:graphicData uri="http://schemas.openxmlformats.org/presentationml/2006/ole">
            <mc:AlternateContent xmlns:mc="http://schemas.openxmlformats.org/markup-compatibility/2006">
              <mc:Choice xmlns:v="urn:schemas-microsoft-com:vml" Requires="v">
                <p:oleObj name="公式" r:id="rId2" imgW="1584960" imgH="365594" progId="Equation.3">
                  <p:embed/>
                </p:oleObj>
              </mc:Choice>
              <mc:Fallback>
                <p:oleObj name="公式" r:id="rId2" imgW="1584960" imgH="365594"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113" y="3405188"/>
                        <a:ext cx="16271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5093" name="Text Box 5">
            <a:extLst>
              <a:ext uri="{FF2B5EF4-FFF2-40B4-BE49-F238E27FC236}">
                <a16:creationId xmlns:a16="http://schemas.microsoft.com/office/drawing/2014/main" id="{13BB7599-B3DD-64F2-B294-CB9D0236A4E7}"/>
              </a:ext>
            </a:extLst>
          </p:cNvPr>
          <p:cNvSpPr txBox="1">
            <a:spLocks noChangeArrowheads="1"/>
          </p:cNvSpPr>
          <p:nvPr/>
        </p:nvSpPr>
        <p:spPr bwMode="auto">
          <a:xfrm>
            <a:off x="1004888" y="4305300"/>
            <a:ext cx="4608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zh-CN" altLang="en-US"/>
              <a:t>由此解得</a:t>
            </a:r>
          </a:p>
        </p:txBody>
      </p:sp>
      <p:graphicFrame>
        <p:nvGraphicFramePr>
          <p:cNvPr id="345094" name="Object 6">
            <a:extLst>
              <a:ext uri="{FF2B5EF4-FFF2-40B4-BE49-F238E27FC236}">
                <a16:creationId xmlns:a16="http://schemas.microsoft.com/office/drawing/2014/main" id="{45EEFA98-5574-3042-577D-D52702FEE770}"/>
              </a:ext>
            </a:extLst>
          </p:cNvPr>
          <p:cNvGraphicFramePr>
            <a:graphicFrameLocks noChangeAspect="1"/>
          </p:cNvGraphicFramePr>
          <p:nvPr/>
        </p:nvGraphicFramePr>
        <p:xfrm>
          <a:off x="2701925" y="4160838"/>
          <a:ext cx="2844800" cy="757237"/>
        </p:xfrm>
        <a:graphic>
          <a:graphicData uri="http://schemas.openxmlformats.org/presentationml/2006/ole">
            <mc:AlternateContent xmlns:mc="http://schemas.openxmlformats.org/markup-compatibility/2006">
              <mc:Choice xmlns:v="urn:schemas-microsoft-com:vml" Requires="v">
                <p:oleObj name="公式" r:id="rId4" imgW="2804160" imgH="723706" progId="Equation.3">
                  <p:embed/>
                </p:oleObj>
              </mc:Choice>
              <mc:Fallback>
                <p:oleObj name="公式" r:id="rId4" imgW="2804160" imgH="723706"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1925" y="4160838"/>
                        <a:ext cx="28448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5095" name="Text Box 7">
            <a:extLst>
              <a:ext uri="{FF2B5EF4-FFF2-40B4-BE49-F238E27FC236}">
                <a16:creationId xmlns:a16="http://schemas.microsoft.com/office/drawing/2014/main" id="{7C5B0C53-0A50-0C64-9BA7-A8E97640B832}"/>
              </a:ext>
            </a:extLst>
          </p:cNvPr>
          <p:cNvSpPr txBox="1">
            <a:spLocks noChangeArrowheads="1"/>
          </p:cNvSpPr>
          <p:nvPr/>
        </p:nvSpPr>
        <p:spPr bwMode="auto">
          <a:xfrm>
            <a:off x="892175" y="5233988"/>
            <a:ext cx="7561263" cy="977900"/>
          </a:xfrm>
          <a:prstGeom prst="rect">
            <a:avLst/>
          </a:prstGeom>
          <a:solidFill>
            <a:srgbClr val="33CCCC">
              <a:alpha val="10196"/>
            </a:srgbClr>
          </a:solidFill>
          <a:ln w="9525">
            <a:solidFill>
              <a:srgbClr val="B2B2B2">
                <a:alpha val="20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800100" indent="-342900">
              <a:defRPr sz="2400" b="1">
                <a:solidFill>
                  <a:schemeClr val="bg1"/>
                </a:solidFill>
                <a:latin typeface="仿宋_GB2312" pitchFamily="49" charset="-122"/>
                <a:ea typeface="仿宋_GB2312" pitchFamily="49" charset="-122"/>
              </a:defRPr>
            </a:lvl2pPr>
            <a:lvl3pPr marL="1311275" indent="-342900">
              <a:defRPr sz="2400" b="1">
                <a:solidFill>
                  <a:schemeClr val="bg1"/>
                </a:solidFill>
                <a:latin typeface="仿宋_GB2312" pitchFamily="49" charset="-122"/>
                <a:ea typeface="仿宋_GB2312" pitchFamily="49" charset="-122"/>
              </a:defRPr>
            </a:lvl3pPr>
            <a:lvl4pPr marL="1833563" indent="-342900">
              <a:defRPr sz="2400" b="1">
                <a:solidFill>
                  <a:schemeClr val="bg1"/>
                </a:solidFill>
                <a:latin typeface="仿宋_GB2312" pitchFamily="49" charset="-122"/>
                <a:ea typeface="仿宋_GB2312" pitchFamily="49" charset="-122"/>
              </a:defRPr>
            </a:lvl4pPr>
            <a:lvl5pPr marL="2355850" indent="-342900">
              <a:defRPr sz="2400" b="1">
                <a:solidFill>
                  <a:schemeClr val="bg1"/>
                </a:solidFill>
                <a:latin typeface="仿宋_GB2312" pitchFamily="49" charset="-122"/>
                <a:ea typeface="仿宋_GB2312" pitchFamily="49" charset="-122"/>
              </a:defRPr>
            </a:lvl5pPr>
            <a:lvl6pPr marL="2813050" indent="-3429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3270250" indent="-3429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727450" indent="-3429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4184650" indent="-3429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spcBef>
                <a:spcPct val="50000"/>
              </a:spcBef>
              <a:buClr>
                <a:srgbClr val="FF9900"/>
              </a:buClr>
              <a:buSzPct val="80000"/>
              <a:buFont typeface="Wingdings" panose="05000000000000000000" pitchFamily="2" charset="2"/>
              <a:buNone/>
            </a:pPr>
            <a:r>
              <a:rPr lang="zh-CN" altLang="en-US">
                <a:latin typeface="Times New Roman" panose="02020603050405020304" pitchFamily="18" charset="0"/>
                <a:ea typeface="楷体_GB2312" pitchFamily="49" charset="-122"/>
              </a:rPr>
              <a:t>在功能原理中，以势能增量的负值来代替弹性力的功，可以避免繁杂的积分运算，使求解过程大为简化。</a:t>
            </a:r>
          </a:p>
        </p:txBody>
      </p:sp>
      <p:sp>
        <p:nvSpPr>
          <p:cNvPr id="345096" name="Text Box 8">
            <a:extLst>
              <a:ext uri="{FF2B5EF4-FFF2-40B4-BE49-F238E27FC236}">
                <a16:creationId xmlns:a16="http://schemas.microsoft.com/office/drawing/2014/main" id="{30718048-6347-D262-B8ED-FA5C00DB4B9C}"/>
              </a:ext>
            </a:extLst>
          </p:cNvPr>
          <p:cNvSpPr txBox="1">
            <a:spLocks noChangeArrowheads="1"/>
          </p:cNvSpPr>
          <p:nvPr/>
        </p:nvSpPr>
        <p:spPr bwMode="auto">
          <a:xfrm>
            <a:off x="612775" y="874713"/>
            <a:ext cx="15843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5000"/>
              </a:lnSpc>
            </a:pPr>
            <a:r>
              <a:rPr lang="zh-CN" altLang="en-US">
                <a:solidFill>
                  <a:srgbClr val="00FFFF"/>
                </a:solidFill>
              </a:rPr>
              <a:t>方法</a:t>
            </a:r>
            <a:r>
              <a:rPr lang="en-US" altLang="zh-CN">
                <a:solidFill>
                  <a:srgbClr val="00FFFF"/>
                </a:solidFill>
              </a:rPr>
              <a:t>2</a:t>
            </a:r>
            <a:r>
              <a:rPr lang="zh-CN" altLang="en-US">
                <a:solidFill>
                  <a:srgbClr val="00FFFF"/>
                </a:solidFill>
              </a:rPr>
              <a:t>： </a:t>
            </a:r>
          </a:p>
        </p:txBody>
      </p:sp>
      <p:graphicFrame>
        <p:nvGraphicFramePr>
          <p:cNvPr id="345097" name="Object 9">
            <a:extLst>
              <a:ext uri="{FF2B5EF4-FFF2-40B4-BE49-F238E27FC236}">
                <a16:creationId xmlns:a16="http://schemas.microsoft.com/office/drawing/2014/main" id="{CA9764FF-D833-450E-1383-D4F8DF605C74}"/>
              </a:ext>
            </a:extLst>
          </p:cNvPr>
          <p:cNvGraphicFramePr>
            <a:graphicFrameLocks noChangeAspect="1"/>
          </p:cNvGraphicFramePr>
          <p:nvPr/>
        </p:nvGraphicFramePr>
        <p:xfrm>
          <a:off x="4135438" y="3235325"/>
          <a:ext cx="2581275" cy="723900"/>
        </p:xfrm>
        <a:graphic>
          <a:graphicData uri="http://schemas.openxmlformats.org/presentationml/2006/ole">
            <mc:AlternateContent xmlns:mc="http://schemas.openxmlformats.org/markup-compatibility/2006">
              <mc:Choice xmlns:v="urn:schemas-microsoft-com:vml" Requires="v">
                <p:oleObj name="公式" r:id="rId6" imgW="2537429" imgH="685800" progId="Equation.3">
                  <p:embed/>
                </p:oleObj>
              </mc:Choice>
              <mc:Fallback>
                <p:oleObj name="公式" r:id="rId6" imgW="2537429" imgH="6858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5438" y="3235325"/>
                        <a:ext cx="258127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5099" name="Text Box 11">
            <a:extLst>
              <a:ext uri="{FF2B5EF4-FFF2-40B4-BE49-F238E27FC236}">
                <a16:creationId xmlns:a16="http://schemas.microsoft.com/office/drawing/2014/main" id="{D5D6E2E0-75E3-ADF6-316A-5FAEEA8B760F}"/>
              </a:ext>
            </a:extLst>
          </p:cNvPr>
          <p:cNvSpPr txBox="1">
            <a:spLocks noChangeArrowheads="1"/>
          </p:cNvSpPr>
          <p:nvPr/>
        </p:nvSpPr>
        <p:spPr bwMode="auto">
          <a:xfrm>
            <a:off x="1003300" y="3287713"/>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zh-CN" altLang="en-US"/>
              <a:t>则有</a:t>
            </a:r>
          </a:p>
        </p:txBody>
      </p:sp>
      <p:sp>
        <p:nvSpPr>
          <p:cNvPr id="345163" name="Rectangle 75">
            <a:extLst>
              <a:ext uri="{FF2B5EF4-FFF2-40B4-BE49-F238E27FC236}">
                <a16:creationId xmlns:a16="http://schemas.microsoft.com/office/drawing/2014/main" id="{1EB9CD88-C4CD-FC2F-4671-16844CC24A74}"/>
              </a:ext>
            </a:extLst>
          </p:cNvPr>
          <p:cNvSpPr>
            <a:spLocks noChangeAspect="1" noChangeArrowheads="1"/>
          </p:cNvSpPr>
          <p:nvPr/>
        </p:nvSpPr>
        <p:spPr bwMode="auto">
          <a:xfrm>
            <a:off x="2895600" y="533400"/>
            <a:ext cx="3890963" cy="1231900"/>
          </a:xfrm>
          <a:prstGeom prst="rect">
            <a:avLst/>
          </a:prstGeom>
          <a:solidFill>
            <a:srgbClr val="33CCCC">
              <a:alpha val="10001"/>
            </a:srgbClr>
          </a:solidFill>
          <a:ln w="9525" algn="ctr">
            <a:solidFill>
              <a:srgbClr val="B2B2B2">
                <a:alpha val="50000"/>
              </a:srgbClr>
            </a:solidFill>
            <a:miter lim="800000"/>
            <a:headEnd/>
            <a:tailEnd/>
          </a:ln>
          <a:effectLst>
            <a:outerShdw dist="35921" dir="2700000" algn="ctr" rotWithShape="0">
              <a:srgbClr val="0099CC">
                <a:alpha val="20000"/>
              </a:srgbClr>
            </a:outerShdw>
          </a:effectLst>
        </p:spPr>
        <p:txBody>
          <a:bodyPr anchor="ctr"/>
          <a:lstStyle/>
          <a:p>
            <a:pPr eaLnBrk="1" hangingPunct="1">
              <a:defRPr/>
            </a:pPr>
            <a:endParaRPr lang="zh-CN" altLang="en-GB"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endParaRPr>
          </a:p>
          <a:p>
            <a:pPr eaLnBrk="1" hangingPunct="1">
              <a:defRPr/>
            </a:pPr>
            <a:endParaRPr lang="zh-CN" altLang="en-GB"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endParaRPr>
          </a:p>
          <a:p>
            <a:pPr eaLnBrk="1" hangingPunct="1">
              <a:defRPr/>
            </a:pPr>
            <a:endParaRPr lang="zh-CN" altLang="en-GB"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endParaRPr>
          </a:p>
          <a:p>
            <a:pPr eaLnBrk="1" hangingPunct="1">
              <a:defRPr/>
            </a:pPr>
            <a:r>
              <a:rPr lang="en-US" altLang="zh-CN" sz="4000" b="0">
                <a:solidFill>
                  <a:srgbClr val="33CCCC"/>
                </a:solidFill>
                <a:effectDag name="">
                  <a:cont type="tree" name="">
                    <a:effect ref="fillLine"/>
                    <a:outerShdw dist="38100" dir="13500000" algn="br">
                      <a:srgbClr val="7FFEFE"/>
                    </a:outerShdw>
                  </a:cont>
                  <a:cont type="tree" name="">
                    <a:effect ref="fillLine"/>
                    <a:outerShdw dist="38100" dir="2700000" algn="tl">
                      <a:srgbClr val="1E7A7A"/>
                    </a:outerShdw>
                  </a:cont>
                  <a:effect ref="fillLine"/>
                </a:effectDag>
                <a:latin typeface="Times New Roman" panose="02020603050405020304" pitchFamily="18" charset="0"/>
                <a:ea typeface="楷体_GB2312" pitchFamily="49" charset="-122"/>
              </a:rPr>
              <a:t> </a:t>
            </a:r>
          </a:p>
        </p:txBody>
      </p:sp>
      <p:grpSp>
        <p:nvGrpSpPr>
          <p:cNvPr id="345164" name="Group 76">
            <a:extLst>
              <a:ext uri="{FF2B5EF4-FFF2-40B4-BE49-F238E27FC236}">
                <a16:creationId xmlns:a16="http://schemas.microsoft.com/office/drawing/2014/main" id="{69302FD7-4DBD-A621-42D6-C696ADEA6603}"/>
              </a:ext>
            </a:extLst>
          </p:cNvPr>
          <p:cNvGrpSpPr>
            <a:grpSpLocks noChangeAspect="1"/>
          </p:cNvGrpSpPr>
          <p:nvPr/>
        </p:nvGrpSpPr>
        <p:grpSpPr bwMode="auto">
          <a:xfrm>
            <a:off x="3054350" y="701675"/>
            <a:ext cx="3492500" cy="935038"/>
            <a:chOff x="3026" y="1412"/>
            <a:chExt cx="2446" cy="655"/>
          </a:xfrm>
        </p:grpSpPr>
        <p:graphicFrame>
          <p:nvGraphicFramePr>
            <p:cNvPr id="20492" name="Object 77">
              <a:extLst>
                <a:ext uri="{FF2B5EF4-FFF2-40B4-BE49-F238E27FC236}">
                  <a16:creationId xmlns:a16="http://schemas.microsoft.com/office/drawing/2014/main" id="{F5A9EBB1-CAD1-A834-8046-C90336630054}"/>
                </a:ext>
              </a:extLst>
            </p:cNvPr>
            <p:cNvGraphicFramePr>
              <a:graphicFrameLocks noChangeAspect="1"/>
            </p:cNvGraphicFramePr>
            <p:nvPr/>
          </p:nvGraphicFramePr>
          <p:xfrm>
            <a:off x="3026" y="1881"/>
            <a:ext cx="145" cy="157"/>
          </p:xfrm>
          <a:graphic>
            <a:graphicData uri="http://schemas.openxmlformats.org/presentationml/2006/ole">
              <mc:AlternateContent xmlns:mc="http://schemas.openxmlformats.org/markup-compatibility/2006">
                <mc:Choice xmlns:v="urn:schemas-microsoft-com:vml" Requires="v">
                  <p:oleObj name="公式" r:id="rId8" imgW="266731" imgH="289782" progId="Equation.3">
                    <p:embed/>
                  </p:oleObj>
                </mc:Choice>
                <mc:Fallback>
                  <p:oleObj name="公式" r:id="rId8" imgW="266731" imgH="289782" progId="Equation.3">
                    <p:embed/>
                    <p:pic>
                      <p:nvPicPr>
                        <p:cNvPr id="0" name="Object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6" y="1881"/>
                          <a:ext cx="14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93" name="Object 78">
              <a:extLst>
                <a:ext uri="{FF2B5EF4-FFF2-40B4-BE49-F238E27FC236}">
                  <a16:creationId xmlns:a16="http://schemas.microsoft.com/office/drawing/2014/main" id="{4E56C83D-D5F2-F070-A761-AC1C4BE14C3B}"/>
                </a:ext>
              </a:extLst>
            </p:cNvPr>
            <p:cNvGraphicFramePr>
              <a:graphicFrameLocks noChangeAspect="1"/>
            </p:cNvGraphicFramePr>
            <p:nvPr/>
          </p:nvGraphicFramePr>
          <p:xfrm>
            <a:off x="5363" y="1859"/>
            <a:ext cx="109" cy="115"/>
          </p:xfrm>
          <a:graphic>
            <a:graphicData uri="http://schemas.openxmlformats.org/presentationml/2006/ole">
              <mc:AlternateContent xmlns:mc="http://schemas.openxmlformats.org/markup-compatibility/2006">
                <mc:Choice xmlns:v="urn:schemas-microsoft-com:vml" Requires="v">
                  <p:oleObj name="公式" r:id="rId10" imgW="190593" imgH="205989" progId="Equation.3">
                    <p:embed/>
                  </p:oleObj>
                </mc:Choice>
                <mc:Fallback>
                  <p:oleObj name="公式" r:id="rId10" imgW="190593" imgH="205989" progId="Equation.3">
                    <p:embed/>
                    <p:pic>
                      <p:nvPicPr>
                        <p:cNvPr id="0" name="Object 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63" y="1859"/>
                          <a:ext cx="10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0494" name="Group 79">
              <a:extLst>
                <a:ext uri="{FF2B5EF4-FFF2-40B4-BE49-F238E27FC236}">
                  <a16:creationId xmlns:a16="http://schemas.microsoft.com/office/drawing/2014/main" id="{73D5CAF0-A901-4CBF-956A-821824D8CEEB}"/>
                </a:ext>
              </a:extLst>
            </p:cNvPr>
            <p:cNvGrpSpPr>
              <a:grpSpLocks noChangeAspect="1"/>
            </p:cNvGrpSpPr>
            <p:nvPr/>
          </p:nvGrpSpPr>
          <p:grpSpPr bwMode="auto">
            <a:xfrm>
              <a:off x="3072" y="1412"/>
              <a:ext cx="2389" cy="429"/>
              <a:chOff x="1115" y="1328"/>
              <a:chExt cx="3157" cy="567"/>
            </a:xfrm>
          </p:grpSpPr>
          <p:sp>
            <p:nvSpPr>
              <p:cNvPr id="20509" name="Line 80">
                <a:extLst>
                  <a:ext uri="{FF2B5EF4-FFF2-40B4-BE49-F238E27FC236}">
                    <a16:creationId xmlns:a16="http://schemas.microsoft.com/office/drawing/2014/main" id="{B513F53D-5F6C-8CA0-1144-43269B056E21}"/>
                  </a:ext>
                </a:extLst>
              </p:cNvPr>
              <p:cNvSpPr>
                <a:spLocks noChangeAspect="1" noChangeShapeType="1"/>
              </p:cNvSpPr>
              <p:nvPr/>
            </p:nvSpPr>
            <p:spPr bwMode="auto">
              <a:xfrm flipH="1">
                <a:off x="23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0" name="Line 81">
                <a:extLst>
                  <a:ext uri="{FF2B5EF4-FFF2-40B4-BE49-F238E27FC236}">
                    <a16:creationId xmlns:a16="http://schemas.microsoft.com/office/drawing/2014/main" id="{2D40A764-D48B-CA86-593D-6FA6A198D123}"/>
                  </a:ext>
                </a:extLst>
              </p:cNvPr>
              <p:cNvSpPr>
                <a:spLocks noChangeAspect="1" noChangeShapeType="1"/>
              </p:cNvSpPr>
              <p:nvPr/>
            </p:nvSpPr>
            <p:spPr bwMode="auto">
              <a:xfrm flipH="1">
                <a:off x="247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1" name="Line 82">
                <a:extLst>
                  <a:ext uri="{FF2B5EF4-FFF2-40B4-BE49-F238E27FC236}">
                    <a16:creationId xmlns:a16="http://schemas.microsoft.com/office/drawing/2014/main" id="{B44DA854-E267-FB2B-E59D-92BD576E6092}"/>
                  </a:ext>
                </a:extLst>
              </p:cNvPr>
              <p:cNvSpPr>
                <a:spLocks noChangeAspect="1" noChangeShapeType="1"/>
              </p:cNvSpPr>
              <p:nvPr/>
            </p:nvSpPr>
            <p:spPr bwMode="auto">
              <a:xfrm flipH="1">
                <a:off x="255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2" name="Line 83">
                <a:extLst>
                  <a:ext uri="{FF2B5EF4-FFF2-40B4-BE49-F238E27FC236}">
                    <a16:creationId xmlns:a16="http://schemas.microsoft.com/office/drawing/2014/main" id="{100ACE72-7693-2E7C-861E-58104FCE8E5D}"/>
                  </a:ext>
                </a:extLst>
              </p:cNvPr>
              <p:cNvSpPr>
                <a:spLocks noChangeAspect="1" noChangeShapeType="1"/>
              </p:cNvSpPr>
              <p:nvPr/>
            </p:nvSpPr>
            <p:spPr bwMode="auto">
              <a:xfrm flipH="1">
                <a:off x="27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3" name="Line 84">
                <a:extLst>
                  <a:ext uri="{FF2B5EF4-FFF2-40B4-BE49-F238E27FC236}">
                    <a16:creationId xmlns:a16="http://schemas.microsoft.com/office/drawing/2014/main" id="{5C727366-7CAF-58A4-7EE2-DE7A78F1D13B}"/>
                  </a:ext>
                </a:extLst>
              </p:cNvPr>
              <p:cNvSpPr>
                <a:spLocks noChangeAspect="1" noChangeShapeType="1"/>
              </p:cNvSpPr>
              <p:nvPr/>
            </p:nvSpPr>
            <p:spPr bwMode="auto">
              <a:xfrm flipH="1">
                <a:off x="263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4" name="Line 85">
                <a:extLst>
                  <a:ext uri="{FF2B5EF4-FFF2-40B4-BE49-F238E27FC236}">
                    <a16:creationId xmlns:a16="http://schemas.microsoft.com/office/drawing/2014/main" id="{19A92FD3-6808-53C5-86AD-B4614E9667A3}"/>
                  </a:ext>
                </a:extLst>
              </p:cNvPr>
              <p:cNvSpPr>
                <a:spLocks noChangeAspect="1" noChangeShapeType="1"/>
              </p:cNvSpPr>
              <p:nvPr/>
            </p:nvSpPr>
            <p:spPr bwMode="auto">
              <a:xfrm flipH="1">
                <a:off x="2796"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5" name="Line 86">
                <a:extLst>
                  <a:ext uri="{FF2B5EF4-FFF2-40B4-BE49-F238E27FC236}">
                    <a16:creationId xmlns:a16="http://schemas.microsoft.com/office/drawing/2014/main" id="{9B743E18-AAF6-43B2-4D01-DBF340A85AC3}"/>
                  </a:ext>
                </a:extLst>
              </p:cNvPr>
              <p:cNvSpPr>
                <a:spLocks noChangeAspect="1" noChangeShapeType="1"/>
              </p:cNvSpPr>
              <p:nvPr/>
            </p:nvSpPr>
            <p:spPr bwMode="auto">
              <a:xfrm flipH="1">
                <a:off x="2876"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6" name="Line 87">
                <a:extLst>
                  <a:ext uri="{FF2B5EF4-FFF2-40B4-BE49-F238E27FC236}">
                    <a16:creationId xmlns:a16="http://schemas.microsoft.com/office/drawing/2014/main" id="{C2287B1B-D304-7031-D34B-CA1F350A1AE4}"/>
                  </a:ext>
                </a:extLst>
              </p:cNvPr>
              <p:cNvSpPr>
                <a:spLocks noChangeAspect="1" noChangeShapeType="1"/>
              </p:cNvSpPr>
              <p:nvPr/>
            </p:nvSpPr>
            <p:spPr bwMode="auto">
              <a:xfrm flipH="1">
                <a:off x="297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7" name="Line 88">
                <a:extLst>
                  <a:ext uri="{FF2B5EF4-FFF2-40B4-BE49-F238E27FC236}">
                    <a16:creationId xmlns:a16="http://schemas.microsoft.com/office/drawing/2014/main" id="{A37279F0-352F-DDF7-1C82-695870736309}"/>
                  </a:ext>
                </a:extLst>
              </p:cNvPr>
              <p:cNvSpPr>
                <a:spLocks noChangeAspect="1" noChangeShapeType="1"/>
              </p:cNvSpPr>
              <p:nvPr/>
            </p:nvSpPr>
            <p:spPr bwMode="auto">
              <a:xfrm flipH="1">
                <a:off x="305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8" name="Line 89">
                <a:extLst>
                  <a:ext uri="{FF2B5EF4-FFF2-40B4-BE49-F238E27FC236}">
                    <a16:creationId xmlns:a16="http://schemas.microsoft.com/office/drawing/2014/main" id="{0BBA719F-B95A-11DB-FCD1-1CD70658094C}"/>
                  </a:ext>
                </a:extLst>
              </p:cNvPr>
              <p:cNvSpPr>
                <a:spLocks noChangeAspect="1" noChangeShapeType="1"/>
              </p:cNvSpPr>
              <p:nvPr/>
            </p:nvSpPr>
            <p:spPr bwMode="auto">
              <a:xfrm flipH="1">
                <a:off x="313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9" name="Line 90">
                <a:extLst>
                  <a:ext uri="{FF2B5EF4-FFF2-40B4-BE49-F238E27FC236}">
                    <a16:creationId xmlns:a16="http://schemas.microsoft.com/office/drawing/2014/main" id="{099D878A-4C63-4471-5366-176B6740D294}"/>
                  </a:ext>
                </a:extLst>
              </p:cNvPr>
              <p:cNvSpPr>
                <a:spLocks noChangeAspect="1" noChangeShapeType="1"/>
              </p:cNvSpPr>
              <p:nvPr/>
            </p:nvSpPr>
            <p:spPr bwMode="auto">
              <a:xfrm flipH="1">
                <a:off x="32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0" name="Line 91">
                <a:extLst>
                  <a:ext uri="{FF2B5EF4-FFF2-40B4-BE49-F238E27FC236}">
                    <a16:creationId xmlns:a16="http://schemas.microsoft.com/office/drawing/2014/main" id="{AA4BF780-4D8B-CD8E-188E-D5F69B70A9E0}"/>
                  </a:ext>
                </a:extLst>
              </p:cNvPr>
              <p:cNvSpPr>
                <a:spLocks noChangeAspect="1" noChangeShapeType="1"/>
              </p:cNvSpPr>
              <p:nvPr/>
            </p:nvSpPr>
            <p:spPr bwMode="auto">
              <a:xfrm flipH="1">
                <a:off x="337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1" name="Line 92">
                <a:extLst>
                  <a:ext uri="{FF2B5EF4-FFF2-40B4-BE49-F238E27FC236}">
                    <a16:creationId xmlns:a16="http://schemas.microsoft.com/office/drawing/2014/main" id="{7D80ED7E-20BC-9E83-4598-43403F11CAE4}"/>
                  </a:ext>
                </a:extLst>
              </p:cNvPr>
              <p:cNvSpPr>
                <a:spLocks noChangeAspect="1" noChangeShapeType="1"/>
              </p:cNvSpPr>
              <p:nvPr/>
            </p:nvSpPr>
            <p:spPr bwMode="auto">
              <a:xfrm flipH="1">
                <a:off x="329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2" name="Line 93">
                <a:extLst>
                  <a:ext uri="{FF2B5EF4-FFF2-40B4-BE49-F238E27FC236}">
                    <a16:creationId xmlns:a16="http://schemas.microsoft.com/office/drawing/2014/main" id="{69AC31AD-7E68-2943-81EE-6700CCD57968}"/>
                  </a:ext>
                </a:extLst>
              </p:cNvPr>
              <p:cNvSpPr>
                <a:spLocks noChangeAspect="1" noChangeShapeType="1"/>
              </p:cNvSpPr>
              <p:nvPr/>
            </p:nvSpPr>
            <p:spPr bwMode="auto">
              <a:xfrm flipH="1">
                <a:off x="3457"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3" name="Line 94">
                <a:extLst>
                  <a:ext uri="{FF2B5EF4-FFF2-40B4-BE49-F238E27FC236}">
                    <a16:creationId xmlns:a16="http://schemas.microsoft.com/office/drawing/2014/main" id="{A478AEBD-2FF5-6F6C-55F9-D99B8E15B3FF}"/>
                  </a:ext>
                </a:extLst>
              </p:cNvPr>
              <p:cNvSpPr>
                <a:spLocks noChangeAspect="1" noChangeShapeType="1"/>
              </p:cNvSpPr>
              <p:nvPr/>
            </p:nvSpPr>
            <p:spPr bwMode="auto">
              <a:xfrm flipH="1">
                <a:off x="3537"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4" name="Line 95">
                <a:extLst>
                  <a:ext uri="{FF2B5EF4-FFF2-40B4-BE49-F238E27FC236}">
                    <a16:creationId xmlns:a16="http://schemas.microsoft.com/office/drawing/2014/main" id="{573582FD-AC5F-13DA-E61F-116E8AA45B7A}"/>
                  </a:ext>
                </a:extLst>
              </p:cNvPr>
              <p:cNvSpPr>
                <a:spLocks noChangeAspect="1" noChangeShapeType="1"/>
              </p:cNvSpPr>
              <p:nvPr/>
            </p:nvSpPr>
            <p:spPr bwMode="auto">
              <a:xfrm flipH="1">
                <a:off x="363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5" name="Line 96">
                <a:extLst>
                  <a:ext uri="{FF2B5EF4-FFF2-40B4-BE49-F238E27FC236}">
                    <a16:creationId xmlns:a16="http://schemas.microsoft.com/office/drawing/2014/main" id="{0611F57D-4411-602D-2F69-9218948732F1}"/>
                  </a:ext>
                </a:extLst>
              </p:cNvPr>
              <p:cNvSpPr>
                <a:spLocks noChangeAspect="1" noChangeShapeType="1"/>
              </p:cNvSpPr>
              <p:nvPr/>
            </p:nvSpPr>
            <p:spPr bwMode="auto">
              <a:xfrm flipH="1">
                <a:off x="371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6" name="Line 97">
                <a:extLst>
                  <a:ext uri="{FF2B5EF4-FFF2-40B4-BE49-F238E27FC236}">
                    <a16:creationId xmlns:a16="http://schemas.microsoft.com/office/drawing/2014/main" id="{3FCC473B-97B7-AEFB-076E-0012EA7D5581}"/>
                  </a:ext>
                </a:extLst>
              </p:cNvPr>
              <p:cNvSpPr>
                <a:spLocks noChangeAspect="1" noChangeShapeType="1"/>
              </p:cNvSpPr>
              <p:nvPr/>
            </p:nvSpPr>
            <p:spPr bwMode="auto">
              <a:xfrm flipH="1">
                <a:off x="379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7" name="Line 98">
                <a:extLst>
                  <a:ext uri="{FF2B5EF4-FFF2-40B4-BE49-F238E27FC236}">
                    <a16:creationId xmlns:a16="http://schemas.microsoft.com/office/drawing/2014/main" id="{7A798420-3761-8C24-35D5-42358AE57242}"/>
                  </a:ext>
                </a:extLst>
              </p:cNvPr>
              <p:cNvSpPr>
                <a:spLocks noChangeAspect="1" noChangeShapeType="1"/>
              </p:cNvSpPr>
              <p:nvPr/>
            </p:nvSpPr>
            <p:spPr bwMode="auto">
              <a:xfrm flipH="1">
                <a:off x="387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8" name="Line 99">
                <a:extLst>
                  <a:ext uri="{FF2B5EF4-FFF2-40B4-BE49-F238E27FC236}">
                    <a16:creationId xmlns:a16="http://schemas.microsoft.com/office/drawing/2014/main" id="{66AD5B41-F49C-CDAA-A4A0-082AE3B9B5D1}"/>
                  </a:ext>
                </a:extLst>
              </p:cNvPr>
              <p:cNvSpPr>
                <a:spLocks noChangeAspect="1" noChangeShapeType="1"/>
              </p:cNvSpPr>
              <p:nvPr/>
            </p:nvSpPr>
            <p:spPr bwMode="auto">
              <a:xfrm flipH="1">
                <a:off x="403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9" name="Line 100">
                <a:extLst>
                  <a:ext uri="{FF2B5EF4-FFF2-40B4-BE49-F238E27FC236}">
                    <a16:creationId xmlns:a16="http://schemas.microsoft.com/office/drawing/2014/main" id="{C97B9CBB-D38A-D50A-5A2B-1E73B23B39E3}"/>
                  </a:ext>
                </a:extLst>
              </p:cNvPr>
              <p:cNvSpPr>
                <a:spLocks noChangeAspect="1" noChangeShapeType="1"/>
              </p:cNvSpPr>
              <p:nvPr/>
            </p:nvSpPr>
            <p:spPr bwMode="auto">
              <a:xfrm flipH="1">
                <a:off x="3957"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0" name="Line 101">
                <a:extLst>
                  <a:ext uri="{FF2B5EF4-FFF2-40B4-BE49-F238E27FC236}">
                    <a16:creationId xmlns:a16="http://schemas.microsoft.com/office/drawing/2014/main" id="{BC28B5CC-8BFC-837F-5C6B-D34BEDB7BD8F}"/>
                  </a:ext>
                </a:extLst>
              </p:cNvPr>
              <p:cNvSpPr>
                <a:spLocks noChangeAspect="1" noChangeShapeType="1"/>
              </p:cNvSpPr>
              <p:nvPr/>
            </p:nvSpPr>
            <p:spPr bwMode="auto">
              <a:xfrm flipH="1">
                <a:off x="123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1" name="Line 102">
                <a:extLst>
                  <a:ext uri="{FF2B5EF4-FFF2-40B4-BE49-F238E27FC236}">
                    <a16:creationId xmlns:a16="http://schemas.microsoft.com/office/drawing/2014/main" id="{DC1DD019-1924-0833-D8FC-41777D5EF118}"/>
                  </a:ext>
                </a:extLst>
              </p:cNvPr>
              <p:cNvSpPr>
                <a:spLocks noChangeAspect="1" noChangeShapeType="1"/>
              </p:cNvSpPr>
              <p:nvPr/>
            </p:nvSpPr>
            <p:spPr bwMode="auto">
              <a:xfrm flipH="1">
                <a:off x="157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2" name="Line 103">
                <a:extLst>
                  <a:ext uri="{FF2B5EF4-FFF2-40B4-BE49-F238E27FC236}">
                    <a16:creationId xmlns:a16="http://schemas.microsoft.com/office/drawing/2014/main" id="{1C7928E9-2EE3-7996-F90B-28B712D15F27}"/>
                  </a:ext>
                </a:extLst>
              </p:cNvPr>
              <p:cNvSpPr>
                <a:spLocks noChangeAspect="1" noChangeShapeType="1"/>
              </p:cNvSpPr>
              <p:nvPr/>
            </p:nvSpPr>
            <p:spPr bwMode="auto">
              <a:xfrm flipH="1">
                <a:off x="165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3" name="Line 104">
                <a:extLst>
                  <a:ext uri="{FF2B5EF4-FFF2-40B4-BE49-F238E27FC236}">
                    <a16:creationId xmlns:a16="http://schemas.microsoft.com/office/drawing/2014/main" id="{9229894D-8124-57BA-9762-6AEE4F1EE89D}"/>
                  </a:ext>
                </a:extLst>
              </p:cNvPr>
              <p:cNvSpPr>
                <a:spLocks noChangeAspect="1" noChangeShapeType="1"/>
              </p:cNvSpPr>
              <p:nvPr/>
            </p:nvSpPr>
            <p:spPr bwMode="auto">
              <a:xfrm flipH="1">
                <a:off x="189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4" name="Line 105">
                <a:extLst>
                  <a:ext uri="{FF2B5EF4-FFF2-40B4-BE49-F238E27FC236}">
                    <a16:creationId xmlns:a16="http://schemas.microsoft.com/office/drawing/2014/main" id="{5A7CA682-F690-ED65-7F69-9681915B968B}"/>
                  </a:ext>
                </a:extLst>
              </p:cNvPr>
              <p:cNvSpPr>
                <a:spLocks noChangeAspect="1" noChangeShapeType="1"/>
              </p:cNvSpPr>
              <p:nvPr/>
            </p:nvSpPr>
            <p:spPr bwMode="auto">
              <a:xfrm flipH="1">
                <a:off x="181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5" name="Line 106">
                <a:extLst>
                  <a:ext uri="{FF2B5EF4-FFF2-40B4-BE49-F238E27FC236}">
                    <a16:creationId xmlns:a16="http://schemas.microsoft.com/office/drawing/2014/main" id="{D33C97E3-01A3-CB5F-0780-9F612E5BABDF}"/>
                  </a:ext>
                </a:extLst>
              </p:cNvPr>
              <p:cNvSpPr>
                <a:spLocks noChangeAspect="1" noChangeShapeType="1"/>
              </p:cNvSpPr>
              <p:nvPr/>
            </p:nvSpPr>
            <p:spPr bwMode="auto">
              <a:xfrm flipH="1">
                <a:off x="2136"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6" name="Line 107">
                <a:extLst>
                  <a:ext uri="{FF2B5EF4-FFF2-40B4-BE49-F238E27FC236}">
                    <a16:creationId xmlns:a16="http://schemas.microsoft.com/office/drawing/2014/main" id="{BBCC14B5-237D-D40F-8EC4-89D4C9B42303}"/>
                  </a:ext>
                </a:extLst>
              </p:cNvPr>
              <p:cNvSpPr>
                <a:spLocks noChangeAspect="1" noChangeShapeType="1"/>
              </p:cNvSpPr>
              <p:nvPr/>
            </p:nvSpPr>
            <p:spPr bwMode="auto">
              <a:xfrm flipH="1">
                <a:off x="223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7" name="Line 108">
                <a:extLst>
                  <a:ext uri="{FF2B5EF4-FFF2-40B4-BE49-F238E27FC236}">
                    <a16:creationId xmlns:a16="http://schemas.microsoft.com/office/drawing/2014/main" id="{2F3CE280-4581-C77A-9F8F-70C4FDE13984}"/>
                  </a:ext>
                </a:extLst>
              </p:cNvPr>
              <p:cNvSpPr>
                <a:spLocks noChangeAspect="1" noChangeShapeType="1"/>
              </p:cNvSpPr>
              <p:nvPr/>
            </p:nvSpPr>
            <p:spPr bwMode="auto">
              <a:xfrm flipH="1">
                <a:off x="239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8" name="Line 109">
                <a:extLst>
                  <a:ext uri="{FF2B5EF4-FFF2-40B4-BE49-F238E27FC236}">
                    <a16:creationId xmlns:a16="http://schemas.microsoft.com/office/drawing/2014/main" id="{C69B4C00-26B4-D19F-9FD2-D95771D24743}"/>
                  </a:ext>
                </a:extLst>
              </p:cNvPr>
              <p:cNvSpPr>
                <a:spLocks noChangeAspect="1" noChangeShapeType="1"/>
              </p:cNvSpPr>
              <p:nvPr/>
            </p:nvSpPr>
            <p:spPr bwMode="auto">
              <a:xfrm flipH="1">
                <a:off x="115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9" name="Line 110">
                <a:extLst>
                  <a:ext uri="{FF2B5EF4-FFF2-40B4-BE49-F238E27FC236}">
                    <a16:creationId xmlns:a16="http://schemas.microsoft.com/office/drawing/2014/main" id="{6760ADC9-7397-17DF-792D-425A3D5C84C1}"/>
                  </a:ext>
                </a:extLst>
              </p:cNvPr>
              <p:cNvSpPr>
                <a:spLocks noChangeAspect="1" noChangeShapeType="1"/>
              </p:cNvSpPr>
              <p:nvPr/>
            </p:nvSpPr>
            <p:spPr bwMode="auto">
              <a:xfrm flipH="1">
                <a:off x="1315"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0" name="Line 111">
                <a:extLst>
                  <a:ext uri="{FF2B5EF4-FFF2-40B4-BE49-F238E27FC236}">
                    <a16:creationId xmlns:a16="http://schemas.microsoft.com/office/drawing/2014/main" id="{78AF7CC1-3EF2-A4CE-1AE0-58AC6AE5FCB0}"/>
                  </a:ext>
                </a:extLst>
              </p:cNvPr>
              <p:cNvSpPr>
                <a:spLocks noChangeAspect="1" noChangeShapeType="1"/>
              </p:cNvSpPr>
              <p:nvPr/>
            </p:nvSpPr>
            <p:spPr bwMode="auto">
              <a:xfrm flipH="1">
                <a:off x="1475"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1" name="Line 112">
                <a:extLst>
                  <a:ext uri="{FF2B5EF4-FFF2-40B4-BE49-F238E27FC236}">
                    <a16:creationId xmlns:a16="http://schemas.microsoft.com/office/drawing/2014/main" id="{A7F4C6F3-FF88-684C-A633-F81C18880A4F}"/>
                  </a:ext>
                </a:extLst>
              </p:cNvPr>
              <p:cNvSpPr>
                <a:spLocks noChangeAspect="1" noChangeShapeType="1"/>
              </p:cNvSpPr>
              <p:nvPr/>
            </p:nvSpPr>
            <p:spPr bwMode="auto">
              <a:xfrm flipH="1">
                <a:off x="1395" y="1835"/>
                <a:ext cx="8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2" name="Line 113">
                <a:extLst>
                  <a:ext uri="{FF2B5EF4-FFF2-40B4-BE49-F238E27FC236}">
                    <a16:creationId xmlns:a16="http://schemas.microsoft.com/office/drawing/2014/main" id="{CC80D656-5361-8DDB-81BA-81CB9D7CCD57}"/>
                  </a:ext>
                </a:extLst>
              </p:cNvPr>
              <p:cNvSpPr>
                <a:spLocks noChangeAspect="1" noChangeShapeType="1"/>
              </p:cNvSpPr>
              <p:nvPr/>
            </p:nvSpPr>
            <p:spPr bwMode="auto">
              <a:xfrm flipH="1">
                <a:off x="1735" y="1835"/>
                <a:ext cx="61"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3" name="Line 114">
                <a:extLst>
                  <a:ext uri="{FF2B5EF4-FFF2-40B4-BE49-F238E27FC236}">
                    <a16:creationId xmlns:a16="http://schemas.microsoft.com/office/drawing/2014/main" id="{F3C023AE-D853-488D-4AD5-98FF03B65833}"/>
                  </a:ext>
                </a:extLst>
              </p:cNvPr>
              <p:cNvSpPr>
                <a:spLocks noChangeAspect="1" noChangeShapeType="1"/>
              </p:cNvSpPr>
              <p:nvPr/>
            </p:nvSpPr>
            <p:spPr bwMode="auto">
              <a:xfrm flipH="1">
                <a:off x="197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4" name="Line 115">
                <a:extLst>
                  <a:ext uri="{FF2B5EF4-FFF2-40B4-BE49-F238E27FC236}">
                    <a16:creationId xmlns:a16="http://schemas.microsoft.com/office/drawing/2014/main" id="{D1F1694B-0F57-D467-FD0F-33FE808ECAA2}"/>
                  </a:ext>
                </a:extLst>
              </p:cNvPr>
              <p:cNvSpPr>
                <a:spLocks noChangeAspect="1" noChangeShapeType="1"/>
              </p:cNvSpPr>
              <p:nvPr/>
            </p:nvSpPr>
            <p:spPr bwMode="auto">
              <a:xfrm flipH="1">
                <a:off x="2056" y="18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5" name="Line 116">
                <a:extLst>
                  <a:ext uri="{FF2B5EF4-FFF2-40B4-BE49-F238E27FC236}">
                    <a16:creationId xmlns:a16="http://schemas.microsoft.com/office/drawing/2014/main" id="{44E47FC8-81A3-2F7D-6069-0AD6D4E67427}"/>
                  </a:ext>
                </a:extLst>
              </p:cNvPr>
              <p:cNvSpPr>
                <a:spLocks noChangeAspect="1" noChangeShapeType="1"/>
              </p:cNvSpPr>
              <p:nvPr/>
            </p:nvSpPr>
            <p:spPr bwMode="auto">
              <a:xfrm flipH="1">
                <a:off x="1115" y="1334"/>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6" name="Line 117">
                <a:extLst>
                  <a:ext uri="{FF2B5EF4-FFF2-40B4-BE49-F238E27FC236}">
                    <a16:creationId xmlns:a16="http://schemas.microsoft.com/office/drawing/2014/main" id="{B77EB4DC-00EC-729E-C920-A54C1E7F56B0}"/>
                  </a:ext>
                </a:extLst>
              </p:cNvPr>
              <p:cNvSpPr>
                <a:spLocks noChangeAspect="1" noChangeShapeType="1"/>
              </p:cNvSpPr>
              <p:nvPr/>
            </p:nvSpPr>
            <p:spPr bwMode="auto">
              <a:xfrm flipH="1">
                <a:off x="1115" y="1394"/>
                <a:ext cx="60" cy="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7" name="Line 118">
                <a:extLst>
                  <a:ext uri="{FF2B5EF4-FFF2-40B4-BE49-F238E27FC236}">
                    <a16:creationId xmlns:a16="http://schemas.microsoft.com/office/drawing/2014/main" id="{457D47C0-7669-1A80-F619-8FBBFA7A363D}"/>
                  </a:ext>
                </a:extLst>
              </p:cNvPr>
              <p:cNvSpPr>
                <a:spLocks noChangeAspect="1" noChangeShapeType="1"/>
              </p:cNvSpPr>
              <p:nvPr/>
            </p:nvSpPr>
            <p:spPr bwMode="auto">
              <a:xfrm flipH="1">
                <a:off x="1115" y="1474"/>
                <a:ext cx="60" cy="61"/>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8" name="Line 119">
                <a:extLst>
                  <a:ext uri="{FF2B5EF4-FFF2-40B4-BE49-F238E27FC236}">
                    <a16:creationId xmlns:a16="http://schemas.microsoft.com/office/drawing/2014/main" id="{9A77AE6F-C531-5183-3CEC-00EB1E308303}"/>
                  </a:ext>
                </a:extLst>
              </p:cNvPr>
              <p:cNvSpPr>
                <a:spLocks noChangeAspect="1" noChangeShapeType="1"/>
              </p:cNvSpPr>
              <p:nvPr/>
            </p:nvSpPr>
            <p:spPr bwMode="auto">
              <a:xfrm flipH="1">
                <a:off x="1115" y="153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9" name="Line 120">
                <a:extLst>
                  <a:ext uri="{FF2B5EF4-FFF2-40B4-BE49-F238E27FC236}">
                    <a16:creationId xmlns:a16="http://schemas.microsoft.com/office/drawing/2014/main" id="{F31F427A-3800-5455-62F9-44AB5BA7587F}"/>
                  </a:ext>
                </a:extLst>
              </p:cNvPr>
              <p:cNvSpPr>
                <a:spLocks noChangeAspect="1" noChangeShapeType="1"/>
              </p:cNvSpPr>
              <p:nvPr/>
            </p:nvSpPr>
            <p:spPr bwMode="auto">
              <a:xfrm flipH="1">
                <a:off x="1115" y="161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50" name="Line 121">
                <a:extLst>
                  <a:ext uri="{FF2B5EF4-FFF2-40B4-BE49-F238E27FC236}">
                    <a16:creationId xmlns:a16="http://schemas.microsoft.com/office/drawing/2014/main" id="{3A69F979-823D-E8BC-BAFD-15CC7A780E2A}"/>
                  </a:ext>
                </a:extLst>
              </p:cNvPr>
              <p:cNvSpPr>
                <a:spLocks noChangeAspect="1" noChangeShapeType="1"/>
              </p:cNvSpPr>
              <p:nvPr/>
            </p:nvSpPr>
            <p:spPr bwMode="auto">
              <a:xfrm flipH="1">
                <a:off x="1115" y="167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51" name="Line 122">
                <a:extLst>
                  <a:ext uri="{FF2B5EF4-FFF2-40B4-BE49-F238E27FC236}">
                    <a16:creationId xmlns:a16="http://schemas.microsoft.com/office/drawing/2014/main" id="{E51B2D8D-82A9-D7B9-3975-59E44FB3ADBC}"/>
                  </a:ext>
                </a:extLst>
              </p:cNvPr>
              <p:cNvSpPr>
                <a:spLocks noChangeAspect="1" noChangeShapeType="1"/>
              </p:cNvSpPr>
              <p:nvPr/>
            </p:nvSpPr>
            <p:spPr bwMode="auto">
              <a:xfrm flipH="1">
                <a:off x="1115" y="1735"/>
                <a:ext cx="60" cy="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52" name="Line 123">
                <a:extLst>
                  <a:ext uri="{FF2B5EF4-FFF2-40B4-BE49-F238E27FC236}">
                    <a16:creationId xmlns:a16="http://schemas.microsoft.com/office/drawing/2014/main" id="{54139E7E-5AFE-694A-1104-FB0E3C7436EF}"/>
                  </a:ext>
                </a:extLst>
              </p:cNvPr>
              <p:cNvSpPr>
                <a:spLocks noChangeAspect="1" noChangeShapeType="1"/>
              </p:cNvSpPr>
              <p:nvPr/>
            </p:nvSpPr>
            <p:spPr bwMode="auto">
              <a:xfrm flipH="1">
                <a:off x="1115" y="1815"/>
                <a:ext cx="60" cy="6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53" name="Line 124">
                <a:extLst>
                  <a:ext uri="{FF2B5EF4-FFF2-40B4-BE49-F238E27FC236}">
                    <a16:creationId xmlns:a16="http://schemas.microsoft.com/office/drawing/2014/main" id="{BFA60F00-9958-0BB0-4C98-E91564A0699C}"/>
                  </a:ext>
                </a:extLst>
              </p:cNvPr>
              <p:cNvSpPr>
                <a:spLocks noChangeAspect="1" noChangeShapeType="1"/>
              </p:cNvSpPr>
              <p:nvPr/>
            </p:nvSpPr>
            <p:spPr bwMode="auto">
              <a:xfrm>
                <a:off x="1152" y="1832"/>
                <a:ext cx="3120" cy="0"/>
              </a:xfrm>
              <a:prstGeom prst="line">
                <a:avLst/>
              </a:prstGeom>
              <a:noFill/>
              <a:ln w="28575">
                <a:solidFill>
                  <a:srgbClr val="FF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54" name="Line 125">
                <a:extLst>
                  <a:ext uri="{FF2B5EF4-FFF2-40B4-BE49-F238E27FC236}">
                    <a16:creationId xmlns:a16="http://schemas.microsoft.com/office/drawing/2014/main" id="{16018050-98BC-6547-F8D2-0A0CBEC88C31}"/>
                  </a:ext>
                </a:extLst>
              </p:cNvPr>
              <p:cNvSpPr>
                <a:spLocks noChangeAspect="1" noChangeShapeType="1"/>
              </p:cNvSpPr>
              <p:nvPr/>
            </p:nvSpPr>
            <p:spPr bwMode="auto">
              <a:xfrm>
                <a:off x="1168" y="1328"/>
                <a:ext cx="0" cy="504"/>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5" name="Group 126">
              <a:extLst>
                <a:ext uri="{FF2B5EF4-FFF2-40B4-BE49-F238E27FC236}">
                  <a16:creationId xmlns:a16="http://schemas.microsoft.com/office/drawing/2014/main" id="{A2A16437-2FF0-2BC1-294C-CE619F409B5C}"/>
                </a:ext>
              </a:extLst>
            </p:cNvPr>
            <p:cNvGrpSpPr>
              <a:grpSpLocks noChangeAspect="1"/>
            </p:cNvGrpSpPr>
            <p:nvPr/>
          </p:nvGrpSpPr>
          <p:grpSpPr bwMode="auto">
            <a:xfrm>
              <a:off x="3108" y="1526"/>
              <a:ext cx="1817" cy="541"/>
              <a:chOff x="3108" y="1526"/>
              <a:chExt cx="1817" cy="541"/>
            </a:xfrm>
          </p:grpSpPr>
          <p:grpSp>
            <p:nvGrpSpPr>
              <p:cNvPr id="20499" name="Group 127">
                <a:extLst>
                  <a:ext uri="{FF2B5EF4-FFF2-40B4-BE49-F238E27FC236}">
                    <a16:creationId xmlns:a16="http://schemas.microsoft.com/office/drawing/2014/main" id="{187BD228-8662-FC21-ECF7-8DEEF53461AD}"/>
                  </a:ext>
                </a:extLst>
              </p:cNvPr>
              <p:cNvGrpSpPr>
                <a:grpSpLocks noChangeAspect="1"/>
              </p:cNvGrpSpPr>
              <p:nvPr/>
            </p:nvGrpSpPr>
            <p:grpSpPr bwMode="auto">
              <a:xfrm>
                <a:off x="4181" y="1526"/>
                <a:ext cx="744" cy="258"/>
                <a:chOff x="2580" y="1478"/>
                <a:chExt cx="985" cy="341"/>
              </a:xfrm>
            </p:grpSpPr>
            <p:sp>
              <p:nvSpPr>
                <p:cNvPr id="20507" name="Rectangle 128">
                  <a:extLst>
                    <a:ext uri="{FF2B5EF4-FFF2-40B4-BE49-F238E27FC236}">
                      <a16:creationId xmlns:a16="http://schemas.microsoft.com/office/drawing/2014/main" id="{EF60A2F3-75B4-2C7C-409A-B89DFE6A9BB2}"/>
                    </a:ext>
                  </a:extLst>
                </p:cNvPr>
                <p:cNvSpPr>
                  <a:spLocks noChangeAspect="1" noChangeArrowheads="1"/>
                </p:cNvSpPr>
                <p:nvPr/>
              </p:nvSpPr>
              <p:spPr bwMode="auto">
                <a:xfrm>
                  <a:off x="3184" y="1478"/>
                  <a:ext cx="381" cy="341"/>
                </a:xfrm>
                <a:prstGeom prst="rect">
                  <a:avLst/>
                </a:prstGeom>
                <a:noFill/>
                <a:ln w="28575">
                  <a:solidFill>
                    <a:srgbClr val="00FF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0508" name="Line 129">
                  <a:extLst>
                    <a:ext uri="{FF2B5EF4-FFF2-40B4-BE49-F238E27FC236}">
                      <a16:creationId xmlns:a16="http://schemas.microsoft.com/office/drawing/2014/main" id="{21644F66-80AE-1443-4A04-D5A9D6E541EA}"/>
                    </a:ext>
                  </a:extLst>
                </p:cNvPr>
                <p:cNvSpPr>
                  <a:spLocks noChangeAspect="1" noChangeShapeType="1"/>
                </p:cNvSpPr>
                <p:nvPr/>
              </p:nvSpPr>
              <p:spPr bwMode="auto">
                <a:xfrm>
                  <a:off x="2580" y="1647"/>
                  <a:ext cx="620" cy="1"/>
                </a:xfrm>
                <a:prstGeom prst="line">
                  <a:avLst/>
                </a:prstGeom>
                <a:noFill/>
                <a:ln w="38100">
                  <a:solidFill>
                    <a:srgbClr val="00FF99"/>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500" name="Group 130">
                <a:extLst>
                  <a:ext uri="{FF2B5EF4-FFF2-40B4-BE49-F238E27FC236}">
                    <a16:creationId xmlns:a16="http://schemas.microsoft.com/office/drawing/2014/main" id="{4C984625-06D4-01E7-8F2E-ADEDE1B1B4A6}"/>
                  </a:ext>
                </a:extLst>
              </p:cNvPr>
              <p:cNvGrpSpPr>
                <a:grpSpLocks noChangeAspect="1"/>
              </p:cNvGrpSpPr>
              <p:nvPr/>
            </p:nvGrpSpPr>
            <p:grpSpPr bwMode="auto">
              <a:xfrm>
                <a:off x="3108" y="1532"/>
                <a:ext cx="1059" cy="258"/>
                <a:chOff x="1163" y="1486"/>
                <a:chExt cx="1401" cy="341"/>
              </a:xfrm>
            </p:grpSpPr>
            <p:sp>
              <p:nvSpPr>
                <p:cNvPr id="20505" name="Rectangle 131">
                  <a:extLst>
                    <a:ext uri="{FF2B5EF4-FFF2-40B4-BE49-F238E27FC236}">
                      <a16:creationId xmlns:a16="http://schemas.microsoft.com/office/drawing/2014/main" id="{4DD8FE71-278B-0AE9-6948-4A22A3D2300F}"/>
                    </a:ext>
                  </a:extLst>
                </p:cNvPr>
                <p:cNvSpPr>
                  <a:spLocks noChangeAspect="1" noChangeArrowheads="1"/>
                </p:cNvSpPr>
                <p:nvPr/>
              </p:nvSpPr>
              <p:spPr bwMode="auto">
                <a:xfrm>
                  <a:off x="2184" y="1486"/>
                  <a:ext cx="380" cy="341"/>
                </a:xfrm>
                <a:prstGeom prst="rect">
                  <a:avLst/>
                </a:prstGeom>
                <a:noFill/>
                <a:ln w="38100">
                  <a:solidFill>
                    <a:srgbClr val="00FF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0506" name="Line 132">
                  <a:extLst>
                    <a:ext uri="{FF2B5EF4-FFF2-40B4-BE49-F238E27FC236}">
                      <a16:creationId xmlns:a16="http://schemas.microsoft.com/office/drawing/2014/main" id="{B0DE333E-BFB1-1F5F-F3E2-C05320822878}"/>
                    </a:ext>
                  </a:extLst>
                </p:cNvPr>
                <p:cNvSpPr>
                  <a:spLocks noChangeAspect="1" noChangeShapeType="1"/>
                </p:cNvSpPr>
                <p:nvPr/>
              </p:nvSpPr>
              <p:spPr bwMode="auto">
                <a:xfrm>
                  <a:off x="1163" y="1647"/>
                  <a:ext cx="1021" cy="1"/>
                </a:xfrm>
                <a:prstGeom prst="line">
                  <a:avLst/>
                </a:prstGeom>
                <a:noFill/>
                <a:ln w="38100">
                  <a:solidFill>
                    <a:srgbClr val="00FF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501" name="Oval 133">
                <a:extLst>
                  <a:ext uri="{FF2B5EF4-FFF2-40B4-BE49-F238E27FC236}">
                    <a16:creationId xmlns:a16="http://schemas.microsoft.com/office/drawing/2014/main" id="{E7DDF8B7-F814-A4A0-EBDB-588E5C8E5ABA}"/>
                  </a:ext>
                </a:extLst>
              </p:cNvPr>
              <p:cNvSpPr>
                <a:spLocks noChangeAspect="1" noChangeArrowheads="1"/>
              </p:cNvSpPr>
              <p:nvPr/>
            </p:nvSpPr>
            <p:spPr bwMode="auto">
              <a:xfrm>
                <a:off x="3530" y="1772"/>
                <a:ext cx="27" cy="27"/>
              </a:xfrm>
              <a:prstGeom prst="ellipse">
                <a:avLst/>
              </a:prstGeom>
              <a:solidFill>
                <a:srgbClr val="FF0000"/>
              </a:solidFill>
              <a:ln w="381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aphicFrame>
            <p:nvGraphicFramePr>
              <p:cNvPr id="20502" name="Object 134">
                <a:extLst>
                  <a:ext uri="{FF2B5EF4-FFF2-40B4-BE49-F238E27FC236}">
                    <a16:creationId xmlns:a16="http://schemas.microsoft.com/office/drawing/2014/main" id="{76B44FC2-07C9-1E98-050E-BF63D8D3B5B0}"/>
                  </a:ext>
                </a:extLst>
              </p:cNvPr>
              <p:cNvGraphicFramePr>
                <a:graphicFrameLocks noChangeAspect="1"/>
              </p:cNvGraphicFramePr>
              <p:nvPr/>
            </p:nvGraphicFramePr>
            <p:xfrm>
              <a:off x="3477" y="1906"/>
              <a:ext cx="115" cy="114"/>
            </p:xfrm>
            <a:graphic>
              <a:graphicData uri="http://schemas.openxmlformats.org/presentationml/2006/ole">
                <mc:AlternateContent xmlns:mc="http://schemas.openxmlformats.org/markup-compatibility/2006">
                  <mc:Choice xmlns:v="urn:schemas-microsoft-com:vml" Requires="v">
                    <p:oleObj name="公式" r:id="rId12" imgW="205522" imgH="205989" progId="Equation.3">
                      <p:embed/>
                    </p:oleObj>
                  </mc:Choice>
                  <mc:Fallback>
                    <p:oleObj name="公式" r:id="rId12" imgW="205522" imgH="205989" progId="Equation.3">
                      <p:embed/>
                      <p:pic>
                        <p:nvPicPr>
                          <p:cNvPr id="0" name="Object 1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77" y="1906"/>
                            <a:ext cx="115"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03" name="Oval 135">
                <a:extLst>
                  <a:ext uri="{FF2B5EF4-FFF2-40B4-BE49-F238E27FC236}">
                    <a16:creationId xmlns:a16="http://schemas.microsoft.com/office/drawing/2014/main" id="{436DD2B5-E159-015A-827E-3E4BBD2AD8D1}"/>
                  </a:ext>
                </a:extLst>
              </p:cNvPr>
              <p:cNvSpPr>
                <a:spLocks noChangeAspect="1" noChangeArrowheads="1"/>
              </p:cNvSpPr>
              <p:nvPr/>
            </p:nvSpPr>
            <p:spPr bwMode="auto">
              <a:xfrm>
                <a:off x="4628" y="1777"/>
                <a:ext cx="27" cy="27"/>
              </a:xfrm>
              <a:prstGeom prst="ellipse">
                <a:avLst/>
              </a:prstGeom>
              <a:solidFill>
                <a:srgbClr val="FF0000"/>
              </a:solidFill>
              <a:ln w="381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aphicFrame>
            <p:nvGraphicFramePr>
              <p:cNvPr id="20504" name="Object 136">
                <a:extLst>
                  <a:ext uri="{FF2B5EF4-FFF2-40B4-BE49-F238E27FC236}">
                    <a16:creationId xmlns:a16="http://schemas.microsoft.com/office/drawing/2014/main" id="{89CEE158-8E18-D75D-8502-C6E16749A3F0}"/>
                  </a:ext>
                </a:extLst>
              </p:cNvPr>
              <p:cNvGraphicFramePr>
                <a:graphicFrameLocks noChangeAspect="1"/>
              </p:cNvGraphicFramePr>
              <p:nvPr/>
            </p:nvGraphicFramePr>
            <p:xfrm>
              <a:off x="4576" y="1865"/>
              <a:ext cx="147" cy="202"/>
            </p:xfrm>
            <a:graphic>
              <a:graphicData uri="http://schemas.openxmlformats.org/presentationml/2006/ole">
                <mc:AlternateContent xmlns:mc="http://schemas.openxmlformats.org/markup-compatibility/2006">
                  <mc:Choice xmlns:v="urn:schemas-microsoft-com:vml" Requires="v">
                    <p:oleObj name="公式" r:id="rId14" imgW="91564" imgH="137160" progId="Equation.3">
                      <p:embed/>
                    </p:oleObj>
                  </mc:Choice>
                  <mc:Fallback>
                    <p:oleObj name="公式" r:id="rId14" imgW="91564" imgH="137160" progId="Equation.3">
                      <p:embed/>
                      <p:pic>
                        <p:nvPicPr>
                          <p:cNvPr id="0" name="Object 1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6" y="1865"/>
                            <a:ext cx="1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0496" name="Group 137">
              <a:extLst>
                <a:ext uri="{FF2B5EF4-FFF2-40B4-BE49-F238E27FC236}">
                  <a16:creationId xmlns:a16="http://schemas.microsoft.com/office/drawing/2014/main" id="{00D1975C-3C7F-F657-DE10-231B1A22F0BD}"/>
                </a:ext>
              </a:extLst>
            </p:cNvPr>
            <p:cNvGrpSpPr>
              <a:grpSpLocks noChangeAspect="1"/>
            </p:cNvGrpSpPr>
            <p:nvPr/>
          </p:nvGrpSpPr>
          <p:grpSpPr bwMode="auto">
            <a:xfrm>
              <a:off x="3819" y="1773"/>
              <a:ext cx="109" cy="248"/>
              <a:chOff x="3819" y="1773"/>
              <a:chExt cx="109" cy="248"/>
            </a:xfrm>
          </p:grpSpPr>
          <p:graphicFrame>
            <p:nvGraphicFramePr>
              <p:cNvPr id="20497" name="Object 138">
                <a:extLst>
                  <a:ext uri="{FF2B5EF4-FFF2-40B4-BE49-F238E27FC236}">
                    <a16:creationId xmlns:a16="http://schemas.microsoft.com/office/drawing/2014/main" id="{B1C0910B-2054-C464-87B0-FBEF5142EB2E}"/>
                  </a:ext>
                </a:extLst>
              </p:cNvPr>
              <p:cNvGraphicFramePr>
                <a:graphicFrameLocks noChangeAspect="1"/>
              </p:cNvGraphicFramePr>
              <p:nvPr/>
            </p:nvGraphicFramePr>
            <p:xfrm>
              <a:off x="3819" y="1907"/>
              <a:ext cx="109" cy="114"/>
            </p:xfrm>
            <a:graphic>
              <a:graphicData uri="http://schemas.openxmlformats.org/presentationml/2006/ole">
                <mc:AlternateContent xmlns:mc="http://schemas.openxmlformats.org/markup-compatibility/2006">
                  <mc:Choice xmlns:v="urn:schemas-microsoft-com:vml" Requires="v">
                    <p:oleObj name="公式" r:id="rId10" imgW="190593" imgH="205989" progId="Equation.3">
                      <p:embed/>
                    </p:oleObj>
                  </mc:Choice>
                  <mc:Fallback>
                    <p:oleObj name="公式" r:id="rId10" imgW="190593" imgH="205989" progId="Equation.3">
                      <p:embed/>
                      <p:pic>
                        <p:nvPicPr>
                          <p:cNvPr id="0" name="Object 1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19" y="1907"/>
                            <a:ext cx="109"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8" name="Oval 139">
                <a:extLst>
                  <a:ext uri="{FF2B5EF4-FFF2-40B4-BE49-F238E27FC236}">
                    <a16:creationId xmlns:a16="http://schemas.microsoft.com/office/drawing/2014/main" id="{912271B0-3681-C3C7-42CF-64C027A5DAE2}"/>
                  </a:ext>
                </a:extLst>
              </p:cNvPr>
              <p:cNvSpPr>
                <a:spLocks noChangeAspect="1" noChangeArrowheads="1"/>
              </p:cNvSpPr>
              <p:nvPr/>
            </p:nvSpPr>
            <p:spPr bwMode="auto">
              <a:xfrm>
                <a:off x="3865" y="1773"/>
                <a:ext cx="28" cy="28"/>
              </a:xfrm>
              <a:prstGeom prst="ellipse">
                <a:avLst/>
              </a:prstGeom>
              <a:solidFill>
                <a:srgbClr val="FF0000"/>
              </a:solidFill>
              <a:ln w="381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5096"/>
                                        </p:tgtEl>
                                        <p:attrNameLst>
                                          <p:attrName>style.visibility</p:attrName>
                                        </p:attrNameLst>
                                      </p:cBhvr>
                                      <p:to>
                                        <p:strVal val="visible"/>
                                      </p:to>
                                    </p:set>
                                    <p:animEffect transition="in" filter="wipe(left)">
                                      <p:cBhvr>
                                        <p:cTn id="7" dur="500"/>
                                        <p:tgtEl>
                                          <p:spTgt spid="3450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45163"/>
                                        </p:tgtEl>
                                        <p:attrNameLst>
                                          <p:attrName>style.visibility</p:attrName>
                                        </p:attrNameLst>
                                      </p:cBhvr>
                                      <p:to>
                                        <p:strVal val="visible"/>
                                      </p:to>
                                    </p:set>
                                    <p:animEffect transition="in" filter="wipe(left)">
                                      <p:cBhvr>
                                        <p:cTn id="12" dur="500"/>
                                        <p:tgtEl>
                                          <p:spTgt spid="34516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45164"/>
                                        </p:tgtEl>
                                        <p:attrNameLst>
                                          <p:attrName>style.visibility</p:attrName>
                                        </p:attrNameLst>
                                      </p:cBhvr>
                                      <p:to>
                                        <p:strVal val="visible"/>
                                      </p:to>
                                    </p:set>
                                    <p:animEffect transition="in" filter="wipe(left)">
                                      <p:cBhvr>
                                        <p:cTn id="16" dur="500"/>
                                        <p:tgtEl>
                                          <p:spTgt spid="34516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45090"/>
                                        </p:tgtEl>
                                        <p:attrNameLst>
                                          <p:attrName>style.visibility</p:attrName>
                                        </p:attrNameLst>
                                      </p:cBhvr>
                                      <p:to>
                                        <p:strVal val="visible"/>
                                      </p:to>
                                    </p:set>
                                    <p:animEffect transition="in" filter="wipe(left)">
                                      <p:cBhvr>
                                        <p:cTn id="21" dur="500"/>
                                        <p:tgtEl>
                                          <p:spTgt spid="3450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45099"/>
                                        </p:tgtEl>
                                        <p:attrNameLst>
                                          <p:attrName>style.visibility</p:attrName>
                                        </p:attrNameLst>
                                      </p:cBhvr>
                                      <p:to>
                                        <p:strVal val="visible"/>
                                      </p:to>
                                    </p:set>
                                    <p:animEffect transition="in" filter="wipe(left)">
                                      <p:cBhvr>
                                        <p:cTn id="26" dur="500"/>
                                        <p:tgtEl>
                                          <p:spTgt spid="34509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45092"/>
                                        </p:tgtEl>
                                        <p:attrNameLst>
                                          <p:attrName>style.visibility</p:attrName>
                                        </p:attrNameLst>
                                      </p:cBhvr>
                                      <p:to>
                                        <p:strVal val="visible"/>
                                      </p:to>
                                    </p:set>
                                    <p:animEffect transition="in" filter="wipe(left)">
                                      <p:cBhvr>
                                        <p:cTn id="31" dur="500"/>
                                        <p:tgtEl>
                                          <p:spTgt spid="34509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45097"/>
                                        </p:tgtEl>
                                        <p:attrNameLst>
                                          <p:attrName>style.visibility</p:attrName>
                                        </p:attrNameLst>
                                      </p:cBhvr>
                                      <p:to>
                                        <p:strVal val="visible"/>
                                      </p:to>
                                    </p:set>
                                    <p:animEffect transition="in" filter="wipe(left)">
                                      <p:cBhvr>
                                        <p:cTn id="36" dur="500"/>
                                        <p:tgtEl>
                                          <p:spTgt spid="34509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45093"/>
                                        </p:tgtEl>
                                        <p:attrNameLst>
                                          <p:attrName>style.visibility</p:attrName>
                                        </p:attrNameLst>
                                      </p:cBhvr>
                                      <p:to>
                                        <p:strVal val="visible"/>
                                      </p:to>
                                    </p:set>
                                    <p:animEffect transition="in" filter="wipe(left)">
                                      <p:cBhvr>
                                        <p:cTn id="41" dur="500"/>
                                        <p:tgtEl>
                                          <p:spTgt spid="34509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345094"/>
                                        </p:tgtEl>
                                        <p:attrNameLst>
                                          <p:attrName>style.visibility</p:attrName>
                                        </p:attrNameLst>
                                      </p:cBhvr>
                                      <p:to>
                                        <p:strVal val="visible"/>
                                      </p:to>
                                    </p:set>
                                    <p:animEffect transition="in" filter="wipe(left)">
                                      <p:cBhvr>
                                        <p:cTn id="46" dur="500"/>
                                        <p:tgtEl>
                                          <p:spTgt spid="34509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345095"/>
                                        </p:tgtEl>
                                        <p:attrNameLst>
                                          <p:attrName>style.visibility</p:attrName>
                                        </p:attrNameLst>
                                      </p:cBhvr>
                                      <p:to>
                                        <p:strVal val="visible"/>
                                      </p:to>
                                    </p:set>
                                    <p:animEffect transition="in" filter="wipe(left)">
                                      <p:cBhvr>
                                        <p:cTn id="51" dur="500"/>
                                        <p:tgtEl>
                                          <p:spTgt spid="345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0" grpId="0"/>
      <p:bldP spid="345093" grpId="0"/>
      <p:bldP spid="345095" grpId="0" animBg="1"/>
      <p:bldP spid="345096" grpId="0"/>
      <p:bldP spid="345099" grpId="0"/>
      <p:bldP spid="34516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Text Box 2">
            <a:extLst>
              <a:ext uri="{FF2B5EF4-FFF2-40B4-BE49-F238E27FC236}">
                <a16:creationId xmlns:a16="http://schemas.microsoft.com/office/drawing/2014/main" id="{7E35B7AC-C105-5A70-7FE3-1130116AB704}"/>
              </a:ext>
            </a:extLst>
          </p:cNvPr>
          <p:cNvSpPr txBox="1">
            <a:spLocks noChangeArrowheads="1"/>
          </p:cNvSpPr>
          <p:nvPr/>
        </p:nvSpPr>
        <p:spPr bwMode="auto">
          <a:xfrm>
            <a:off x="2552700" y="382588"/>
            <a:ext cx="4256088"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sz="3200">
                <a:solidFill>
                  <a:srgbClr val="00FF00"/>
                </a:solidFill>
                <a:latin typeface="黑体" panose="02010609060101010101" pitchFamily="49" charset="-122"/>
                <a:ea typeface="黑体" panose="02010609060101010101" pitchFamily="49" charset="-122"/>
              </a:rPr>
              <a:t>§</a:t>
            </a:r>
            <a:r>
              <a:rPr lang="en-US" altLang="zh-CN" sz="3200">
                <a:solidFill>
                  <a:srgbClr val="00FF00"/>
                </a:solidFill>
                <a:ea typeface="黑体" panose="02010609060101010101" pitchFamily="49" charset="-122"/>
              </a:rPr>
              <a:t>3.5</a:t>
            </a:r>
            <a:r>
              <a:rPr lang="en-US" altLang="zh-CN" sz="3200">
                <a:solidFill>
                  <a:srgbClr val="00FF00"/>
                </a:solidFill>
                <a:latin typeface="黑体" panose="02010609060101010101" pitchFamily="49" charset="-122"/>
                <a:ea typeface="黑体" panose="02010609060101010101" pitchFamily="49" charset="-122"/>
              </a:rPr>
              <a:t>  </a:t>
            </a:r>
            <a:r>
              <a:rPr lang="zh-CN" altLang="en-US" sz="3200">
                <a:solidFill>
                  <a:srgbClr val="00FF00"/>
                </a:solidFill>
                <a:latin typeface="黑体" panose="02010609060101010101" pitchFamily="49" charset="-122"/>
                <a:ea typeface="黑体" panose="02010609060101010101" pitchFamily="49" charset="-122"/>
              </a:rPr>
              <a:t>能量守恒定律</a:t>
            </a:r>
            <a:r>
              <a:rPr lang="zh-CN" altLang="en-US" b="0">
                <a:solidFill>
                  <a:schemeClr val="tx1"/>
                </a:solidFill>
              </a:rPr>
              <a:t> </a:t>
            </a:r>
          </a:p>
        </p:txBody>
      </p:sp>
      <p:sp>
        <p:nvSpPr>
          <p:cNvPr id="334851" name="Text Box 3">
            <a:extLst>
              <a:ext uri="{FF2B5EF4-FFF2-40B4-BE49-F238E27FC236}">
                <a16:creationId xmlns:a16="http://schemas.microsoft.com/office/drawing/2014/main" id="{2E307446-559F-7B1F-F46B-F7D174569CD7}"/>
              </a:ext>
            </a:extLst>
          </p:cNvPr>
          <p:cNvSpPr txBox="1">
            <a:spLocks noChangeArrowheads="1"/>
          </p:cNvSpPr>
          <p:nvPr/>
        </p:nvSpPr>
        <p:spPr bwMode="auto">
          <a:xfrm>
            <a:off x="747713" y="990600"/>
            <a:ext cx="8072437"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zh-CN" altLang="en-US">
                <a:solidFill>
                  <a:srgbClr val="FFFF00"/>
                </a:solidFill>
                <a:latin typeface="宋体" panose="02010600030101010101" pitchFamily="2" charset="-122"/>
              </a:rPr>
              <a:t>能量不能消失，也不能创造，只能从一种形式转换为另一种形式。对一个封闭系统来说，不论发生何种变化，各种形式的能量可以互相转换，但它们总和是一个常量。这一结论称为</a:t>
            </a:r>
            <a:r>
              <a:rPr lang="zh-CN" altLang="en-US">
                <a:solidFill>
                  <a:srgbClr val="66FFFF"/>
                </a:solidFill>
                <a:latin typeface="宋体" panose="02010600030101010101" pitchFamily="2" charset="-122"/>
              </a:rPr>
              <a:t>能量转换和守恒定律。</a:t>
            </a:r>
            <a:r>
              <a:rPr lang="zh-CN" altLang="en-US">
                <a:solidFill>
                  <a:srgbClr val="00FFFF"/>
                </a:solidFill>
                <a:latin typeface="宋体" panose="02010600030101010101" pitchFamily="2" charset="-122"/>
              </a:rPr>
              <a:t> </a:t>
            </a:r>
          </a:p>
        </p:txBody>
      </p:sp>
      <p:sp>
        <p:nvSpPr>
          <p:cNvPr id="334852" name="Text Box 4">
            <a:extLst>
              <a:ext uri="{FF2B5EF4-FFF2-40B4-BE49-F238E27FC236}">
                <a16:creationId xmlns:a16="http://schemas.microsoft.com/office/drawing/2014/main" id="{D4B8E195-EF87-A16C-5879-78939A5A07AF}"/>
              </a:ext>
            </a:extLst>
          </p:cNvPr>
          <p:cNvSpPr txBox="1">
            <a:spLocks noChangeArrowheads="1"/>
          </p:cNvSpPr>
          <p:nvPr/>
        </p:nvSpPr>
        <p:spPr bwMode="auto">
          <a:xfrm>
            <a:off x="762000" y="5638800"/>
            <a:ext cx="81248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2000"/>
              </a:lnSpc>
              <a:buClr>
                <a:schemeClr val="tx2"/>
              </a:buClr>
              <a:buFont typeface="Monotype Sorts" pitchFamily="2" charset="2"/>
              <a:buNone/>
            </a:pPr>
            <a:r>
              <a:rPr lang="en-US" altLang="zh-CN">
                <a:ea typeface="楷体_GB2312" pitchFamily="49" charset="-122"/>
              </a:rPr>
              <a:t>3. </a:t>
            </a:r>
            <a:r>
              <a:rPr lang="zh-CN" altLang="en-US">
                <a:latin typeface="楷体_GB2312" pitchFamily="49" charset="-122"/>
                <a:ea typeface="楷体_GB2312" pitchFamily="49" charset="-122"/>
              </a:rPr>
              <a:t>机械能守恒定律是普遍的能量守恒定律在机械运动范围内的体现 </a:t>
            </a:r>
          </a:p>
        </p:txBody>
      </p:sp>
      <p:sp>
        <p:nvSpPr>
          <p:cNvPr id="334853" name="Rectangle 5">
            <a:extLst>
              <a:ext uri="{FF2B5EF4-FFF2-40B4-BE49-F238E27FC236}">
                <a16:creationId xmlns:a16="http://schemas.microsoft.com/office/drawing/2014/main" id="{654130EB-5361-F144-7E5B-9A09FB1D0ADB}"/>
              </a:ext>
            </a:extLst>
          </p:cNvPr>
          <p:cNvSpPr>
            <a:spLocks noChangeArrowheads="1"/>
          </p:cNvSpPr>
          <p:nvPr/>
        </p:nvSpPr>
        <p:spPr bwMode="auto">
          <a:xfrm>
            <a:off x="742950" y="4705350"/>
            <a:ext cx="77914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a:ea typeface="楷体_GB2312" pitchFamily="49" charset="-122"/>
              </a:rPr>
              <a:t>1. </a:t>
            </a:r>
            <a:r>
              <a:rPr lang="zh-CN" altLang="en-US">
                <a:latin typeface="楷体_GB2312" pitchFamily="49" charset="-122"/>
                <a:ea typeface="楷体_GB2312" pitchFamily="49" charset="-122"/>
              </a:rPr>
              <a:t>能量守恒定律可以适用于任何变化过程 </a:t>
            </a:r>
          </a:p>
        </p:txBody>
      </p:sp>
      <p:sp>
        <p:nvSpPr>
          <p:cNvPr id="334854" name="Text Box 6">
            <a:extLst>
              <a:ext uri="{FF2B5EF4-FFF2-40B4-BE49-F238E27FC236}">
                <a16:creationId xmlns:a16="http://schemas.microsoft.com/office/drawing/2014/main" id="{2F3C0236-83F0-B188-4DD7-0C5E576067FB}"/>
              </a:ext>
            </a:extLst>
          </p:cNvPr>
          <p:cNvSpPr txBox="1">
            <a:spLocks noChangeArrowheads="1"/>
          </p:cNvSpPr>
          <p:nvPr/>
        </p:nvSpPr>
        <p:spPr bwMode="auto">
          <a:xfrm>
            <a:off x="769938" y="5200650"/>
            <a:ext cx="51435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a:ea typeface="楷体_GB2312" pitchFamily="49" charset="-122"/>
              </a:rPr>
              <a:t>2. </a:t>
            </a:r>
            <a:r>
              <a:rPr lang="zh-CN" altLang="en-US">
                <a:ea typeface="楷体_GB2312" pitchFamily="49" charset="-122"/>
              </a:rPr>
              <a:t>功是能量交换或转换的一种度量</a:t>
            </a:r>
          </a:p>
        </p:txBody>
      </p:sp>
      <p:sp>
        <p:nvSpPr>
          <p:cNvPr id="334855" name="Rectangle 7">
            <a:extLst>
              <a:ext uri="{FF2B5EF4-FFF2-40B4-BE49-F238E27FC236}">
                <a16:creationId xmlns:a16="http://schemas.microsoft.com/office/drawing/2014/main" id="{87C93043-910F-D63B-5930-8CC948946CAD}"/>
              </a:ext>
            </a:extLst>
          </p:cNvPr>
          <p:cNvSpPr>
            <a:spLocks noChangeArrowheads="1"/>
          </p:cNvSpPr>
          <p:nvPr/>
        </p:nvSpPr>
        <p:spPr bwMode="auto">
          <a:xfrm>
            <a:off x="849313" y="2914650"/>
            <a:ext cx="7959725"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04863" indent="-7858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buClr>
                <a:schemeClr val="tx2"/>
              </a:buClr>
              <a:buFont typeface="Monotype Sorts" pitchFamily="2" charset="2"/>
              <a:buNone/>
            </a:pPr>
            <a:r>
              <a:rPr lang="zh-CN" altLang="en-US">
                <a:latin typeface="宋体" panose="02010600030101010101" pitchFamily="2" charset="-122"/>
              </a:rPr>
              <a:t>例如：利用水位差推动水轮机转动，能使发电机发电，将机械能转换为电能。</a:t>
            </a:r>
          </a:p>
        </p:txBody>
      </p:sp>
      <p:sp>
        <p:nvSpPr>
          <p:cNvPr id="334856" name="Rectangle 8">
            <a:extLst>
              <a:ext uri="{FF2B5EF4-FFF2-40B4-BE49-F238E27FC236}">
                <a16:creationId xmlns:a16="http://schemas.microsoft.com/office/drawing/2014/main" id="{90AA1D30-7238-BCC4-3439-C180CA205A78}"/>
              </a:ext>
            </a:extLst>
          </p:cNvPr>
          <p:cNvSpPr>
            <a:spLocks noChangeArrowheads="1"/>
          </p:cNvSpPr>
          <p:nvPr/>
        </p:nvSpPr>
        <p:spPr bwMode="auto">
          <a:xfrm>
            <a:off x="1573213" y="3910013"/>
            <a:ext cx="6773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zh-CN" altLang="en-US">
                <a:latin typeface="宋体" panose="02010600030101010101" pitchFamily="2" charset="-122"/>
              </a:rPr>
              <a:t>电流通过电热器能发热，把电能又转换为热能。 </a:t>
            </a:r>
          </a:p>
        </p:txBody>
      </p:sp>
      <p:sp>
        <p:nvSpPr>
          <p:cNvPr id="334857" name="AutoShape 9">
            <a:extLst>
              <a:ext uri="{FF2B5EF4-FFF2-40B4-BE49-F238E27FC236}">
                <a16:creationId xmlns:a16="http://schemas.microsoft.com/office/drawing/2014/main" id="{7DBE1618-1FAC-A5BC-7D3D-1AA35F9F0525}"/>
              </a:ext>
            </a:extLst>
          </p:cNvPr>
          <p:cNvSpPr>
            <a:spLocks noChangeArrowheads="1"/>
          </p:cNvSpPr>
          <p:nvPr/>
        </p:nvSpPr>
        <p:spPr bwMode="auto">
          <a:xfrm>
            <a:off x="395288" y="418782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4850"/>
                                        </p:tgtEl>
                                        <p:attrNameLst>
                                          <p:attrName>style.visibility</p:attrName>
                                        </p:attrNameLst>
                                      </p:cBhvr>
                                      <p:to>
                                        <p:strVal val="visible"/>
                                      </p:to>
                                    </p:set>
                                    <p:animEffect transition="in" filter="wipe(left)">
                                      <p:cBhvr>
                                        <p:cTn id="7" dur="500"/>
                                        <p:tgtEl>
                                          <p:spTgt spid="3348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4851"/>
                                        </p:tgtEl>
                                        <p:attrNameLst>
                                          <p:attrName>style.visibility</p:attrName>
                                        </p:attrNameLst>
                                      </p:cBhvr>
                                      <p:to>
                                        <p:strVal val="visible"/>
                                      </p:to>
                                    </p:set>
                                    <p:animEffect transition="in" filter="wipe(left)">
                                      <p:cBhvr>
                                        <p:cTn id="12" dur="500"/>
                                        <p:tgtEl>
                                          <p:spTgt spid="3348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4855"/>
                                        </p:tgtEl>
                                        <p:attrNameLst>
                                          <p:attrName>style.visibility</p:attrName>
                                        </p:attrNameLst>
                                      </p:cBhvr>
                                      <p:to>
                                        <p:strVal val="visible"/>
                                      </p:to>
                                    </p:set>
                                    <p:animEffect transition="in" filter="wipe(left)">
                                      <p:cBhvr>
                                        <p:cTn id="17" dur="500"/>
                                        <p:tgtEl>
                                          <p:spTgt spid="3348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34856"/>
                                        </p:tgtEl>
                                        <p:attrNameLst>
                                          <p:attrName>style.visibility</p:attrName>
                                        </p:attrNameLst>
                                      </p:cBhvr>
                                      <p:to>
                                        <p:strVal val="visible"/>
                                      </p:to>
                                    </p:set>
                                    <p:animEffect transition="in" filter="wipe(left)">
                                      <p:cBhvr>
                                        <p:cTn id="22" dur="500"/>
                                        <p:tgtEl>
                                          <p:spTgt spid="3348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34857"/>
                                        </p:tgtEl>
                                        <p:attrNameLst>
                                          <p:attrName>style.visibility</p:attrName>
                                        </p:attrNameLst>
                                      </p:cBhvr>
                                      <p:to>
                                        <p:strVal val="visible"/>
                                      </p:to>
                                    </p:set>
                                    <p:animEffect transition="in" filter="dissolve">
                                      <p:cBhvr>
                                        <p:cTn id="27" dur="500"/>
                                        <p:tgtEl>
                                          <p:spTgt spid="3348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34853"/>
                                        </p:tgtEl>
                                        <p:attrNameLst>
                                          <p:attrName>style.visibility</p:attrName>
                                        </p:attrNameLst>
                                      </p:cBhvr>
                                      <p:to>
                                        <p:strVal val="visible"/>
                                      </p:to>
                                    </p:set>
                                    <p:animEffect transition="in" filter="wipe(left)">
                                      <p:cBhvr>
                                        <p:cTn id="32" dur="500"/>
                                        <p:tgtEl>
                                          <p:spTgt spid="3348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34854"/>
                                        </p:tgtEl>
                                        <p:attrNameLst>
                                          <p:attrName>style.visibility</p:attrName>
                                        </p:attrNameLst>
                                      </p:cBhvr>
                                      <p:to>
                                        <p:strVal val="visible"/>
                                      </p:to>
                                    </p:set>
                                    <p:animEffect transition="in" filter="wipe(left)">
                                      <p:cBhvr>
                                        <p:cTn id="37" dur="500"/>
                                        <p:tgtEl>
                                          <p:spTgt spid="3348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34852"/>
                                        </p:tgtEl>
                                        <p:attrNameLst>
                                          <p:attrName>style.visibility</p:attrName>
                                        </p:attrNameLst>
                                      </p:cBhvr>
                                      <p:to>
                                        <p:strVal val="visible"/>
                                      </p:to>
                                    </p:set>
                                    <p:animEffect transition="in" filter="wipe(left)">
                                      <p:cBhvr>
                                        <p:cTn id="42" dur="500"/>
                                        <p:tgtEl>
                                          <p:spTgt spid="334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0" grpId="0" autoUpdateAnimBg="0"/>
      <p:bldP spid="334851" grpId="0" autoUpdateAnimBg="0"/>
      <p:bldP spid="334852" grpId="0" autoUpdateAnimBg="0"/>
      <p:bldP spid="334853" grpId="0" autoUpdateAnimBg="0"/>
      <p:bldP spid="334854" grpId="0" autoUpdateAnimBg="0"/>
      <p:bldP spid="334855" grpId="0" autoUpdateAnimBg="0"/>
      <p:bldP spid="334856" grpId="0" autoUpdateAnimBg="0"/>
      <p:bldP spid="33485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Text Box 2">
            <a:extLst>
              <a:ext uri="{FF2B5EF4-FFF2-40B4-BE49-F238E27FC236}">
                <a16:creationId xmlns:a16="http://schemas.microsoft.com/office/drawing/2014/main" id="{60D9526C-C749-715D-E713-C57946C8F60D}"/>
              </a:ext>
            </a:extLst>
          </p:cNvPr>
          <p:cNvSpPr txBox="1">
            <a:spLocks noChangeArrowheads="1"/>
          </p:cNvSpPr>
          <p:nvPr/>
        </p:nvSpPr>
        <p:spPr bwMode="auto">
          <a:xfrm>
            <a:off x="1430338" y="712788"/>
            <a:ext cx="6251575" cy="987425"/>
          </a:xfrm>
          <a:prstGeom prst="rect">
            <a:avLst/>
          </a:prstGeom>
          <a:noFill/>
          <a:ln w="9525" algn="ctr">
            <a:noFill/>
            <a:miter lim="800000"/>
            <a:headEnd/>
            <a:tailEnd/>
          </a:ln>
          <a:effectLst/>
        </p:spPr>
        <p:txBody>
          <a:bodyPr tIns="82800" bIns="82800">
            <a:spAutoFit/>
          </a:bodyPr>
          <a:lstStyle/>
          <a:p>
            <a:pPr algn="ctr">
              <a:spcBef>
                <a:spcPct val="50000"/>
              </a:spcBef>
              <a:defRPr/>
            </a:pPr>
            <a:r>
              <a:rPr lang="zh-CN" altLang="en-US" sz="5400">
                <a:solidFill>
                  <a:srgbClr val="FF3300"/>
                </a:solidFill>
                <a:effectLst>
                  <a:outerShdw blurRad="38100" dist="38100" dir="2700000" algn="tl">
                    <a:srgbClr val="000000"/>
                  </a:outerShdw>
                </a:effectLst>
                <a:latin typeface="隶书" pitchFamily="49" charset="-122"/>
                <a:ea typeface="隶书" pitchFamily="49" charset="-122"/>
              </a:rPr>
              <a:t>第</a:t>
            </a:r>
            <a:r>
              <a:rPr lang="en-US" altLang="zh-CN" sz="5400">
                <a:solidFill>
                  <a:srgbClr val="FF3300"/>
                </a:solidFill>
                <a:effectLst>
                  <a:outerShdw blurRad="38100" dist="38100" dir="2700000" algn="tl">
                    <a:srgbClr val="000000"/>
                  </a:outerShdw>
                </a:effectLst>
                <a:latin typeface="隶书" pitchFamily="49" charset="-122"/>
                <a:ea typeface="隶书" pitchFamily="49" charset="-122"/>
              </a:rPr>
              <a:t>4</a:t>
            </a:r>
            <a:r>
              <a:rPr lang="zh-CN" altLang="en-US" sz="5400">
                <a:solidFill>
                  <a:srgbClr val="FF3300"/>
                </a:solidFill>
                <a:effectLst>
                  <a:outerShdw blurRad="38100" dist="38100" dir="2700000" algn="tl">
                    <a:srgbClr val="000000"/>
                  </a:outerShdw>
                </a:effectLst>
                <a:latin typeface="隶书" pitchFamily="49" charset="-122"/>
                <a:ea typeface="隶书" pitchFamily="49" charset="-122"/>
              </a:rPr>
              <a:t>章 冲量和动量</a:t>
            </a:r>
          </a:p>
        </p:txBody>
      </p:sp>
      <p:sp>
        <p:nvSpPr>
          <p:cNvPr id="590851" name="Line 3">
            <a:extLst>
              <a:ext uri="{FF2B5EF4-FFF2-40B4-BE49-F238E27FC236}">
                <a16:creationId xmlns:a16="http://schemas.microsoft.com/office/drawing/2014/main" id="{37563907-7CD2-3954-6D74-8768781F00BC}"/>
              </a:ext>
            </a:extLst>
          </p:cNvPr>
          <p:cNvSpPr>
            <a:spLocks noChangeShapeType="1"/>
          </p:cNvSpPr>
          <p:nvPr/>
        </p:nvSpPr>
        <p:spPr bwMode="auto">
          <a:xfrm>
            <a:off x="611188" y="2060575"/>
            <a:ext cx="8064500" cy="0"/>
          </a:xfrm>
          <a:prstGeom prst="line">
            <a:avLst/>
          </a:prstGeom>
          <a:noFill/>
          <a:ln w="57150" cmpd="thickThin">
            <a:solidFill>
              <a:srgbClr val="0099CC"/>
            </a:solidFill>
            <a:round/>
            <a:headEnd/>
            <a:tailEnd/>
          </a:ln>
          <a:effectLst>
            <a:outerShdw dist="35921" dir="2700000" algn="ctr" rotWithShape="0">
              <a:schemeClr val="tx2"/>
            </a:outerShdw>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590852" name="Text Box 4">
            <a:extLst>
              <a:ext uri="{FF2B5EF4-FFF2-40B4-BE49-F238E27FC236}">
                <a16:creationId xmlns:a16="http://schemas.microsoft.com/office/drawing/2014/main" id="{A5155E05-CB0F-2F06-C337-9F9C3F8FA2FD}"/>
              </a:ext>
            </a:extLst>
          </p:cNvPr>
          <p:cNvSpPr txBox="1">
            <a:spLocks noChangeArrowheads="1"/>
          </p:cNvSpPr>
          <p:nvPr/>
        </p:nvSpPr>
        <p:spPr bwMode="auto">
          <a:xfrm>
            <a:off x="395288" y="2333625"/>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kumimoji="1" lang="zh-CN" altLang="en-US" sz="2800">
                <a:solidFill>
                  <a:srgbClr val="FFFF66"/>
                </a:solidFill>
                <a:latin typeface="Times New Roman" panose="02020603050405020304" pitchFamily="18" charset="0"/>
                <a:ea typeface="宋体" panose="02010600030101010101" pitchFamily="2" charset="-122"/>
              </a:rPr>
              <a:t>主要内容：</a:t>
            </a:r>
          </a:p>
        </p:txBody>
      </p:sp>
      <p:sp>
        <p:nvSpPr>
          <p:cNvPr id="590853" name="Text Box 5">
            <a:extLst>
              <a:ext uri="{FF2B5EF4-FFF2-40B4-BE49-F238E27FC236}">
                <a16:creationId xmlns:a16="http://schemas.microsoft.com/office/drawing/2014/main" id="{DF5D5502-9908-E173-6AF6-9957A4FCEA5A}"/>
              </a:ext>
            </a:extLst>
          </p:cNvPr>
          <p:cNvSpPr txBox="1">
            <a:spLocks noChangeArrowheads="1"/>
          </p:cNvSpPr>
          <p:nvPr/>
        </p:nvSpPr>
        <p:spPr bwMode="auto">
          <a:xfrm>
            <a:off x="1095375" y="3043238"/>
            <a:ext cx="5184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solidFill>
                  <a:srgbClr val="00FF00"/>
                </a:solidFill>
                <a:latin typeface="楷体_GB2312" pitchFamily="49" charset="-122"/>
                <a:ea typeface="楷体_GB2312" pitchFamily="49" charset="-122"/>
              </a:rPr>
              <a:t>1. </a:t>
            </a:r>
            <a:r>
              <a:rPr kumimoji="1" lang="zh-CN" altLang="en-US">
                <a:solidFill>
                  <a:srgbClr val="00FF00"/>
                </a:solidFill>
                <a:latin typeface="楷体_GB2312" pitchFamily="49" charset="-122"/>
                <a:ea typeface="楷体_GB2312" pitchFamily="49" charset="-122"/>
              </a:rPr>
              <a:t>质点动量定理</a:t>
            </a:r>
          </a:p>
        </p:txBody>
      </p:sp>
      <p:sp>
        <p:nvSpPr>
          <p:cNvPr id="590854" name="Text Box 6">
            <a:extLst>
              <a:ext uri="{FF2B5EF4-FFF2-40B4-BE49-F238E27FC236}">
                <a16:creationId xmlns:a16="http://schemas.microsoft.com/office/drawing/2014/main" id="{1D09D850-6EA2-6CEE-CF5F-7814A0D4A67E}"/>
              </a:ext>
            </a:extLst>
          </p:cNvPr>
          <p:cNvSpPr txBox="1">
            <a:spLocks noChangeArrowheads="1"/>
          </p:cNvSpPr>
          <p:nvPr/>
        </p:nvSpPr>
        <p:spPr bwMode="auto">
          <a:xfrm>
            <a:off x="1095375" y="3619500"/>
            <a:ext cx="279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solidFill>
                  <a:srgbClr val="00FF00"/>
                </a:solidFill>
                <a:latin typeface="楷体_GB2312" pitchFamily="49" charset="-122"/>
                <a:ea typeface="楷体_GB2312" pitchFamily="49" charset="-122"/>
              </a:rPr>
              <a:t>2. </a:t>
            </a:r>
            <a:r>
              <a:rPr kumimoji="1" lang="zh-CN" altLang="en-US">
                <a:solidFill>
                  <a:srgbClr val="00FF00"/>
                </a:solidFill>
                <a:latin typeface="楷体_GB2312" pitchFamily="49" charset="-122"/>
                <a:ea typeface="楷体_GB2312" pitchFamily="49" charset="-122"/>
              </a:rPr>
              <a:t>质点系动量定理</a:t>
            </a:r>
          </a:p>
        </p:txBody>
      </p:sp>
      <p:sp>
        <p:nvSpPr>
          <p:cNvPr id="590855" name="Text Box 7">
            <a:extLst>
              <a:ext uri="{FF2B5EF4-FFF2-40B4-BE49-F238E27FC236}">
                <a16:creationId xmlns:a16="http://schemas.microsoft.com/office/drawing/2014/main" id="{F9B7D1DE-FBF1-B703-165C-ED738F127C3F}"/>
              </a:ext>
            </a:extLst>
          </p:cNvPr>
          <p:cNvSpPr txBox="1">
            <a:spLocks noChangeArrowheads="1"/>
          </p:cNvSpPr>
          <p:nvPr/>
        </p:nvSpPr>
        <p:spPr bwMode="auto">
          <a:xfrm>
            <a:off x="1095375" y="4195763"/>
            <a:ext cx="4511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solidFill>
                  <a:srgbClr val="00FF00"/>
                </a:solidFill>
                <a:latin typeface="楷体_GB2312" pitchFamily="49" charset="-122"/>
                <a:ea typeface="楷体_GB2312" pitchFamily="49" charset="-122"/>
              </a:rPr>
              <a:t>3. </a:t>
            </a:r>
            <a:r>
              <a:rPr kumimoji="1" lang="zh-CN" altLang="en-US">
                <a:solidFill>
                  <a:srgbClr val="00FF00"/>
                </a:solidFill>
                <a:latin typeface="楷体_GB2312" pitchFamily="49" charset="-122"/>
                <a:ea typeface="楷体_GB2312" pitchFamily="49" charset="-122"/>
              </a:rPr>
              <a:t>质点系动量守恒定律</a:t>
            </a:r>
          </a:p>
        </p:txBody>
      </p:sp>
      <p:sp>
        <p:nvSpPr>
          <p:cNvPr id="590856" name="Text Box 8">
            <a:extLst>
              <a:ext uri="{FF2B5EF4-FFF2-40B4-BE49-F238E27FC236}">
                <a16:creationId xmlns:a16="http://schemas.microsoft.com/office/drawing/2014/main" id="{51077CAF-6EB8-620A-D4A2-8FFF578AB5E9}"/>
              </a:ext>
            </a:extLst>
          </p:cNvPr>
          <p:cNvSpPr txBox="1">
            <a:spLocks noChangeArrowheads="1"/>
          </p:cNvSpPr>
          <p:nvPr/>
        </p:nvSpPr>
        <p:spPr bwMode="auto">
          <a:xfrm>
            <a:off x="1095375" y="4700588"/>
            <a:ext cx="340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solidFill>
                  <a:srgbClr val="00FF00"/>
                </a:solidFill>
                <a:latin typeface="楷体_GB2312" pitchFamily="49" charset="-122"/>
                <a:ea typeface="楷体_GB2312" pitchFamily="49" charset="-122"/>
              </a:rPr>
              <a:t>4. </a:t>
            </a:r>
            <a:r>
              <a:rPr kumimoji="1" lang="zh-CN" altLang="en-US">
                <a:solidFill>
                  <a:srgbClr val="00FF00"/>
                </a:solidFill>
                <a:latin typeface="楷体_GB2312" pitchFamily="49" charset="-122"/>
                <a:ea typeface="楷体_GB2312" pitchFamily="49" charset="-122"/>
              </a:rPr>
              <a:t>质心  质心运动定理</a:t>
            </a:r>
            <a:endParaRPr kumimoji="1" lang="zh-CN" altLang="en-US">
              <a:solidFill>
                <a:schemeClr val="tx1"/>
              </a:solidFill>
              <a:latin typeface="楷体_GB2312" pitchFamily="49" charset="-122"/>
              <a:ea typeface="楷体_GB2312" pitchFamily="49" charset="-122"/>
            </a:endParaRPr>
          </a:p>
        </p:txBody>
      </p:sp>
      <p:sp>
        <p:nvSpPr>
          <p:cNvPr id="590857" name="Text Box 9">
            <a:extLst>
              <a:ext uri="{FF2B5EF4-FFF2-40B4-BE49-F238E27FC236}">
                <a16:creationId xmlns:a16="http://schemas.microsoft.com/office/drawing/2014/main" id="{4504A2CF-C4A6-1A59-74BF-60363C01599C}"/>
              </a:ext>
            </a:extLst>
          </p:cNvPr>
          <p:cNvSpPr txBox="1">
            <a:spLocks noChangeArrowheads="1"/>
          </p:cNvSpPr>
          <p:nvPr/>
        </p:nvSpPr>
        <p:spPr bwMode="auto">
          <a:xfrm>
            <a:off x="1095375" y="5300663"/>
            <a:ext cx="309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solidFill>
                  <a:srgbClr val="00FF00"/>
                </a:solidFill>
                <a:latin typeface="楷体_GB2312" pitchFamily="49" charset="-122"/>
                <a:ea typeface="楷体_GB2312" pitchFamily="49" charset="-122"/>
              </a:rPr>
              <a:t>5. </a:t>
            </a:r>
            <a:r>
              <a:rPr kumimoji="1" lang="zh-CN" altLang="en-US">
                <a:solidFill>
                  <a:srgbClr val="00FF00"/>
                </a:solidFill>
                <a:latin typeface="楷体_GB2312" pitchFamily="49" charset="-122"/>
                <a:ea typeface="楷体_GB2312" pitchFamily="49" charset="-122"/>
              </a:rPr>
              <a:t>变质量动力学简介</a:t>
            </a:r>
            <a:endParaRPr kumimoji="1" lang="zh-CN" altLang="en-US">
              <a:solidFill>
                <a:schemeClr val="tx1"/>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90851"/>
                                        </p:tgtEl>
                                        <p:attrNameLst>
                                          <p:attrName>style.visibility</p:attrName>
                                        </p:attrNameLst>
                                      </p:cBhvr>
                                      <p:to>
                                        <p:strVal val="visible"/>
                                      </p:to>
                                    </p:set>
                                    <p:animEffect transition="in" filter="wipe(left)">
                                      <p:cBhvr>
                                        <p:cTn id="7" dur="500"/>
                                        <p:tgtEl>
                                          <p:spTgt spid="590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0852"/>
                                        </p:tgtEl>
                                        <p:attrNameLst>
                                          <p:attrName>style.visibility</p:attrName>
                                        </p:attrNameLst>
                                      </p:cBhvr>
                                      <p:to>
                                        <p:strVal val="visible"/>
                                      </p:to>
                                    </p:set>
                                    <p:animEffect transition="in" filter="wipe(left)">
                                      <p:cBhvr>
                                        <p:cTn id="12" dur="500"/>
                                        <p:tgtEl>
                                          <p:spTgt spid="5908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0853"/>
                                        </p:tgtEl>
                                        <p:attrNameLst>
                                          <p:attrName>style.visibility</p:attrName>
                                        </p:attrNameLst>
                                      </p:cBhvr>
                                      <p:to>
                                        <p:strVal val="visible"/>
                                      </p:to>
                                    </p:set>
                                    <p:animEffect transition="in" filter="wipe(left)">
                                      <p:cBhvr>
                                        <p:cTn id="17" dur="500"/>
                                        <p:tgtEl>
                                          <p:spTgt spid="5908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90854"/>
                                        </p:tgtEl>
                                        <p:attrNameLst>
                                          <p:attrName>style.visibility</p:attrName>
                                        </p:attrNameLst>
                                      </p:cBhvr>
                                      <p:to>
                                        <p:strVal val="visible"/>
                                      </p:to>
                                    </p:set>
                                    <p:animEffect transition="in" filter="wipe(left)">
                                      <p:cBhvr>
                                        <p:cTn id="22" dur="500"/>
                                        <p:tgtEl>
                                          <p:spTgt spid="5908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90855"/>
                                        </p:tgtEl>
                                        <p:attrNameLst>
                                          <p:attrName>style.visibility</p:attrName>
                                        </p:attrNameLst>
                                      </p:cBhvr>
                                      <p:to>
                                        <p:strVal val="visible"/>
                                      </p:to>
                                    </p:set>
                                    <p:animEffect transition="in" filter="wipe(left)">
                                      <p:cBhvr>
                                        <p:cTn id="27" dur="500"/>
                                        <p:tgtEl>
                                          <p:spTgt spid="5908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90856"/>
                                        </p:tgtEl>
                                        <p:attrNameLst>
                                          <p:attrName>style.visibility</p:attrName>
                                        </p:attrNameLst>
                                      </p:cBhvr>
                                      <p:to>
                                        <p:strVal val="visible"/>
                                      </p:to>
                                    </p:set>
                                    <p:animEffect transition="in" filter="wipe(left)">
                                      <p:cBhvr>
                                        <p:cTn id="32" dur="500"/>
                                        <p:tgtEl>
                                          <p:spTgt spid="5908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90857"/>
                                        </p:tgtEl>
                                        <p:attrNameLst>
                                          <p:attrName>style.visibility</p:attrName>
                                        </p:attrNameLst>
                                      </p:cBhvr>
                                      <p:to>
                                        <p:strVal val="visible"/>
                                      </p:to>
                                    </p:set>
                                    <p:animEffect transition="in" filter="wipe(left)">
                                      <p:cBhvr>
                                        <p:cTn id="37" dur="500"/>
                                        <p:tgtEl>
                                          <p:spTgt spid="590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2" grpId="0"/>
      <p:bldP spid="590853" grpId="0" autoUpdateAnimBg="0"/>
      <p:bldP spid="590854" grpId="0" autoUpdateAnimBg="0"/>
      <p:bldP spid="590855" grpId="0" autoUpdateAnimBg="0"/>
      <p:bldP spid="590856" grpId="0" autoUpdateAnimBg="0"/>
      <p:bldP spid="59085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id="{BC35D9FD-5FAE-2299-88D5-485D7F8AE18E}"/>
              </a:ext>
            </a:extLst>
          </p:cNvPr>
          <p:cNvSpPr txBox="1">
            <a:spLocks noChangeArrowheads="1"/>
          </p:cNvSpPr>
          <p:nvPr/>
        </p:nvSpPr>
        <p:spPr bwMode="auto">
          <a:xfrm>
            <a:off x="0" y="217488"/>
            <a:ext cx="9144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r>
              <a:rPr kumimoji="1" lang="en-US" altLang="zh-CN" sz="3200">
                <a:solidFill>
                  <a:srgbClr val="66FF33"/>
                </a:solidFill>
                <a:latin typeface="Times New Roman" panose="02020603050405020304" pitchFamily="18" charset="0"/>
                <a:ea typeface="黑体" panose="02010609060101010101" pitchFamily="49" charset="-122"/>
              </a:rPr>
              <a:t>§4.1  </a:t>
            </a:r>
            <a:r>
              <a:rPr lang="zh-CN" altLang="en-US" sz="3200">
                <a:solidFill>
                  <a:srgbClr val="66FF33"/>
                </a:solidFill>
                <a:latin typeface="Times New Roman" panose="02020603050405020304" pitchFamily="18" charset="0"/>
                <a:ea typeface="黑体" panose="02010609060101010101" pitchFamily="49" charset="-122"/>
              </a:rPr>
              <a:t>动量定理</a:t>
            </a:r>
          </a:p>
        </p:txBody>
      </p:sp>
      <p:sp>
        <p:nvSpPr>
          <p:cNvPr id="23555" name="Text Box 3">
            <a:extLst>
              <a:ext uri="{FF2B5EF4-FFF2-40B4-BE49-F238E27FC236}">
                <a16:creationId xmlns:a16="http://schemas.microsoft.com/office/drawing/2014/main" id="{14BAD0E4-DD65-001A-E801-375B6FFF6AF6}"/>
              </a:ext>
            </a:extLst>
          </p:cNvPr>
          <p:cNvSpPr txBox="1">
            <a:spLocks noChangeArrowheads="1"/>
          </p:cNvSpPr>
          <p:nvPr/>
        </p:nvSpPr>
        <p:spPr bwMode="auto">
          <a:xfrm>
            <a:off x="822325" y="725488"/>
            <a:ext cx="3935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spcBef>
                <a:spcPct val="50000"/>
              </a:spcBef>
            </a:pPr>
            <a:endParaRPr kumimoji="1" lang="zh-CN" altLang="en-US">
              <a:solidFill>
                <a:schemeClr val="tx1"/>
              </a:solidFill>
              <a:latin typeface="Times New Roman" panose="02020603050405020304" pitchFamily="18" charset="0"/>
              <a:ea typeface="宋体" panose="02010600030101010101" pitchFamily="2" charset="-122"/>
            </a:endParaRPr>
          </a:p>
        </p:txBody>
      </p:sp>
      <p:sp>
        <p:nvSpPr>
          <p:cNvPr id="48132" name="Text Box 4">
            <a:extLst>
              <a:ext uri="{FF2B5EF4-FFF2-40B4-BE49-F238E27FC236}">
                <a16:creationId xmlns:a16="http://schemas.microsoft.com/office/drawing/2014/main" id="{0D3AFD6C-02BB-0A0B-A209-FA198BBBD806}"/>
              </a:ext>
            </a:extLst>
          </p:cNvPr>
          <p:cNvSpPr txBox="1">
            <a:spLocks noChangeArrowheads="1"/>
          </p:cNvSpPr>
          <p:nvPr/>
        </p:nvSpPr>
        <p:spPr bwMode="auto">
          <a:xfrm>
            <a:off x="34925" y="620713"/>
            <a:ext cx="2808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kumimoji="1" lang="zh-CN" altLang="en-US">
                <a:solidFill>
                  <a:srgbClr val="FFFF00"/>
                </a:solidFill>
                <a:latin typeface="Times New Roman" panose="02020603050405020304" pitchFamily="18" charset="0"/>
                <a:ea typeface="宋体" panose="02010600030101010101" pitchFamily="2" charset="-122"/>
              </a:rPr>
              <a:t>一</a:t>
            </a:r>
            <a:r>
              <a:rPr kumimoji="1" lang="en-US" altLang="zh-CN">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Times New Roman" panose="02020603050405020304" pitchFamily="18" charset="0"/>
                <a:ea typeface="宋体" panose="02010600030101010101" pitchFamily="2" charset="-122"/>
              </a:rPr>
              <a:t>动量和冲量</a:t>
            </a:r>
          </a:p>
        </p:txBody>
      </p:sp>
      <p:sp>
        <p:nvSpPr>
          <p:cNvPr id="48133" name="Text Box 5">
            <a:extLst>
              <a:ext uri="{FF2B5EF4-FFF2-40B4-BE49-F238E27FC236}">
                <a16:creationId xmlns:a16="http://schemas.microsoft.com/office/drawing/2014/main" id="{066B21DD-58AA-64B0-8C04-83001C866606}"/>
              </a:ext>
            </a:extLst>
          </p:cNvPr>
          <p:cNvSpPr txBox="1">
            <a:spLocks noChangeArrowheads="1"/>
          </p:cNvSpPr>
          <p:nvPr/>
        </p:nvSpPr>
        <p:spPr bwMode="auto">
          <a:xfrm>
            <a:off x="898525" y="1162050"/>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9900"/>
                </a:solidFill>
                <a:latin typeface="Times New Roman" panose="02020603050405020304" pitchFamily="18" charset="0"/>
              </a:rPr>
              <a:t>动量</a:t>
            </a:r>
          </a:p>
        </p:txBody>
      </p:sp>
      <p:graphicFrame>
        <p:nvGraphicFramePr>
          <p:cNvPr id="48134" name="Object 6">
            <a:extLst>
              <a:ext uri="{FF2B5EF4-FFF2-40B4-BE49-F238E27FC236}">
                <a16:creationId xmlns:a16="http://schemas.microsoft.com/office/drawing/2014/main" id="{50E595F7-E4DC-682B-DE18-61A31F721780}"/>
              </a:ext>
            </a:extLst>
          </p:cNvPr>
          <p:cNvGraphicFramePr>
            <a:graphicFrameLocks/>
          </p:cNvGraphicFramePr>
          <p:nvPr/>
        </p:nvGraphicFramePr>
        <p:xfrm>
          <a:off x="1835150" y="1196975"/>
          <a:ext cx="1127125" cy="381000"/>
        </p:xfrm>
        <a:graphic>
          <a:graphicData uri="http://schemas.openxmlformats.org/presentationml/2006/ole">
            <mc:AlternateContent xmlns:mc="http://schemas.openxmlformats.org/markup-compatibility/2006">
              <mc:Choice xmlns:v="urn:schemas-microsoft-com:vml" Requires="v">
                <p:oleObj name="公式" r:id="rId2" imgW="1074389" imgH="327688" progId="Equation.3">
                  <p:embed/>
                </p:oleObj>
              </mc:Choice>
              <mc:Fallback>
                <p:oleObj name="公式" r:id="rId2" imgW="1074389" imgH="327688"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1196975"/>
                        <a:ext cx="1127125" cy="381000"/>
                      </a:xfrm>
                      <a:prstGeom prst="rect">
                        <a:avLst/>
                      </a:prstGeom>
                      <a:solidFill>
                        <a:schemeClr val="accent2"/>
                      </a:solidFill>
                      <a:ln>
                        <a:noFill/>
                      </a:ln>
                      <a:effectLst/>
                      <a:extLs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5" name="Text Box 7">
            <a:extLst>
              <a:ext uri="{FF2B5EF4-FFF2-40B4-BE49-F238E27FC236}">
                <a16:creationId xmlns:a16="http://schemas.microsoft.com/office/drawing/2014/main" id="{6550BC25-D7F2-A9A7-A286-BDD6E79781BF}"/>
              </a:ext>
            </a:extLst>
          </p:cNvPr>
          <p:cNvSpPr txBox="1">
            <a:spLocks noChangeArrowheads="1"/>
          </p:cNvSpPr>
          <p:nvPr/>
        </p:nvSpPr>
        <p:spPr bwMode="auto">
          <a:xfrm>
            <a:off x="4002088" y="1052513"/>
            <a:ext cx="3090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9900"/>
                </a:solidFill>
                <a:latin typeface="Times New Roman" panose="02020603050405020304" pitchFamily="18" charset="0"/>
              </a:rPr>
              <a:t>冲量</a:t>
            </a:r>
            <a:r>
              <a:rPr lang="zh-CN" altLang="en-US">
                <a:solidFill>
                  <a:srgbClr val="FFFF00"/>
                </a:solidFill>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rPr>
              <a:t>力的时间积累</a:t>
            </a:r>
          </a:p>
        </p:txBody>
      </p:sp>
      <p:graphicFrame>
        <p:nvGraphicFramePr>
          <p:cNvPr id="48136" name="Object 8">
            <a:extLst>
              <a:ext uri="{FF2B5EF4-FFF2-40B4-BE49-F238E27FC236}">
                <a16:creationId xmlns:a16="http://schemas.microsoft.com/office/drawing/2014/main" id="{6C2F4A91-FE2A-1106-BB82-438924F72FBD}"/>
              </a:ext>
            </a:extLst>
          </p:cNvPr>
          <p:cNvGraphicFramePr>
            <a:graphicFrameLocks/>
          </p:cNvGraphicFramePr>
          <p:nvPr/>
        </p:nvGraphicFramePr>
        <p:xfrm>
          <a:off x="3308350" y="2365375"/>
          <a:ext cx="1479550" cy="657225"/>
        </p:xfrm>
        <a:graphic>
          <a:graphicData uri="http://schemas.openxmlformats.org/presentationml/2006/ole">
            <mc:AlternateContent xmlns:mc="http://schemas.openxmlformats.org/markup-compatibility/2006">
              <mc:Choice xmlns:v="urn:schemas-microsoft-com:vml" Requires="v">
                <p:oleObj name="公式" r:id="rId4" imgW="1203773" imgH="533178" progId="Equation.3">
                  <p:embed/>
                </p:oleObj>
              </mc:Choice>
              <mc:Fallback>
                <p:oleObj name="公式" r:id="rId4" imgW="1203773" imgH="533178"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8350" y="2365375"/>
                        <a:ext cx="1479550" cy="657225"/>
                      </a:xfrm>
                      <a:prstGeom prst="rect">
                        <a:avLst/>
                      </a:prstGeom>
                      <a:solidFill>
                        <a:schemeClr val="accent2"/>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7" name="Text Box 9">
            <a:extLst>
              <a:ext uri="{FF2B5EF4-FFF2-40B4-BE49-F238E27FC236}">
                <a16:creationId xmlns:a16="http://schemas.microsoft.com/office/drawing/2014/main" id="{1086826B-833D-B89B-ED65-789342BFFE9B}"/>
              </a:ext>
            </a:extLst>
          </p:cNvPr>
          <p:cNvSpPr txBox="1">
            <a:spLocks noChangeArrowheads="1"/>
          </p:cNvSpPr>
          <p:nvPr/>
        </p:nvSpPr>
        <p:spPr bwMode="auto">
          <a:xfrm>
            <a:off x="1258888" y="1773238"/>
            <a:ext cx="295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t </a:t>
            </a:r>
            <a:r>
              <a:rPr lang="en-US" altLang="zh-CN">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a:solidFill>
                  <a:srgbClr val="FFFF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a:latin typeface="Times New Roman" panose="02020603050405020304" pitchFamily="18" charset="0"/>
                <a:ea typeface="宋体" panose="02010600030101010101" pitchFamily="2" charset="-122"/>
                <a:cs typeface="Times New Roman" panose="02020603050405020304" pitchFamily="18" charset="0"/>
              </a:rPr>
              <a:t> </a:t>
            </a:r>
            <a:r>
              <a:rPr lang="en-US" altLang="zh-CN">
                <a:solidFill>
                  <a:srgbClr val="FFFF00"/>
                </a:solidFill>
                <a:latin typeface="Times New Roman" panose="02020603050405020304" pitchFamily="18" charset="0"/>
                <a:ea typeface="宋体" panose="02010600030101010101" pitchFamily="2" charset="-122"/>
              </a:rPr>
              <a:t>d</a:t>
            </a:r>
            <a:r>
              <a:rPr lang="en-US" altLang="zh-CN" i="1">
                <a:solidFill>
                  <a:srgbClr val="FFFF00"/>
                </a:solidFill>
                <a:latin typeface="Times New Roman" panose="02020603050405020304" pitchFamily="18" charset="0"/>
                <a:ea typeface="宋体" panose="02010600030101010101" pitchFamily="2" charset="-122"/>
              </a:rPr>
              <a:t>t  </a:t>
            </a:r>
            <a:r>
              <a:rPr lang="zh-CN" altLang="en-US">
                <a:latin typeface="Times New Roman" panose="02020603050405020304" pitchFamily="18" charset="0"/>
              </a:rPr>
              <a:t>元冲量</a:t>
            </a:r>
          </a:p>
        </p:txBody>
      </p:sp>
      <p:graphicFrame>
        <p:nvGraphicFramePr>
          <p:cNvPr id="48138" name="Object 10">
            <a:extLst>
              <a:ext uri="{FF2B5EF4-FFF2-40B4-BE49-F238E27FC236}">
                <a16:creationId xmlns:a16="http://schemas.microsoft.com/office/drawing/2014/main" id="{D3D17E76-95CC-87E4-EDFA-D42E54AAAAC7}"/>
              </a:ext>
            </a:extLst>
          </p:cNvPr>
          <p:cNvGraphicFramePr>
            <a:graphicFrameLocks/>
          </p:cNvGraphicFramePr>
          <p:nvPr/>
        </p:nvGraphicFramePr>
        <p:xfrm>
          <a:off x="3668713" y="1773238"/>
          <a:ext cx="1838325" cy="400050"/>
        </p:xfrm>
        <a:graphic>
          <a:graphicData uri="http://schemas.openxmlformats.org/presentationml/2006/ole">
            <mc:AlternateContent xmlns:mc="http://schemas.openxmlformats.org/markup-compatibility/2006">
              <mc:Choice xmlns:v="urn:schemas-microsoft-com:vml" Requires="v">
                <p:oleObj name="公式" r:id="rId6" imgW="1226664" imgH="274320" progId="Equation.3">
                  <p:embed/>
                </p:oleObj>
              </mc:Choice>
              <mc:Fallback>
                <p:oleObj name="公式" r:id="rId6" imgW="1226664" imgH="27432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8713" y="1773238"/>
                        <a:ext cx="1838325" cy="400050"/>
                      </a:xfrm>
                      <a:prstGeom prst="rect">
                        <a:avLst/>
                      </a:prstGeom>
                      <a:solidFill>
                        <a:schemeClr val="accent2"/>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9" name="Text Box 11">
            <a:extLst>
              <a:ext uri="{FF2B5EF4-FFF2-40B4-BE49-F238E27FC236}">
                <a16:creationId xmlns:a16="http://schemas.microsoft.com/office/drawing/2014/main" id="{B9FEA4DD-C54F-8103-E8C5-BB0384D8DF87}"/>
              </a:ext>
            </a:extLst>
          </p:cNvPr>
          <p:cNvSpPr txBox="1">
            <a:spLocks noChangeArrowheads="1"/>
          </p:cNvSpPr>
          <p:nvPr/>
        </p:nvSpPr>
        <p:spPr bwMode="auto">
          <a:xfrm>
            <a:off x="1258888" y="2459038"/>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t</a:t>
            </a:r>
            <a:r>
              <a:rPr lang="en-US" altLang="zh-CN" baseline="-25000">
                <a:solidFill>
                  <a:srgbClr val="FFFF00"/>
                </a:solidFill>
                <a:latin typeface="Times New Roman" panose="02020603050405020304" pitchFamily="18" charset="0"/>
                <a:ea typeface="宋体" panose="02010600030101010101" pitchFamily="2" charset="-122"/>
              </a:rPr>
              <a:t>1 </a:t>
            </a:r>
            <a:r>
              <a:rPr lang="en-US" altLang="zh-CN">
                <a:latin typeface="Times New Roman" panose="02020603050405020304" pitchFamily="18" charset="0"/>
                <a:ea typeface="宋体" panose="02010600030101010101" pitchFamily="2" charset="-122"/>
                <a:cs typeface="Times New Roman" panose="02020603050405020304" pitchFamily="18" charset="0"/>
              </a:rPr>
              <a:t>→</a:t>
            </a:r>
            <a:r>
              <a:rPr lang="en-US" altLang="zh-CN" i="1">
                <a:solidFill>
                  <a:srgbClr val="FFFF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i="1">
                <a:solidFill>
                  <a:srgbClr val="FFFF00"/>
                </a:solidFill>
                <a:latin typeface="Times New Roman" panose="02020603050405020304" pitchFamily="18" charset="0"/>
                <a:ea typeface="宋体" panose="02010600030101010101" pitchFamily="2" charset="-122"/>
              </a:rPr>
              <a:t>t</a:t>
            </a:r>
            <a:r>
              <a:rPr lang="en-US" altLang="zh-CN" baseline="-25000">
                <a:solidFill>
                  <a:srgbClr val="FFFF00"/>
                </a:solidFill>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rPr>
              <a:t>冲量</a:t>
            </a:r>
          </a:p>
        </p:txBody>
      </p:sp>
      <p:sp>
        <p:nvSpPr>
          <p:cNvPr id="48140" name="Text Box 12">
            <a:extLst>
              <a:ext uri="{FF2B5EF4-FFF2-40B4-BE49-F238E27FC236}">
                <a16:creationId xmlns:a16="http://schemas.microsoft.com/office/drawing/2014/main" id="{56924A8F-FB10-BD91-416C-96C7B7C35E5A}"/>
              </a:ext>
            </a:extLst>
          </p:cNvPr>
          <p:cNvSpPr txBox="1">
            <a:spLocks noChangeArrowheads="1"/>
          </p:cNvSpPr>
          <p:nvPr/>
        </p:nvSpPr>
        <p:spPr bwMode="auto">
          <a:xfrm>
            <a:off x="34925" y="3054350"/>
            <a:ext cx="3598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kumimoji="1" lang="zh-CN" altLang="en-US" sz="2800">
                <a:solidFill>
                  <a:srgbClr val="FFFF00"/>
                </a:solidFill>
                <a:latin typeface="宋体" panose="02010600030101010101" pitchFamily="2" charset="-122"/>
                <a:ea typeface="宋体" panose="02010600030101010101" pitchFamily="2" charset="-122"/>
              </a:rPr>
              <a:t>二</a:t>
            </a:r>
            <a:r>
              <a:rPr kumimoji="1" lang="en-US" altLang="zh-CN" sz="2800">
                <a:solidFill>
                  <a:srgbClr val="FFFF00"/>
                </a:solidFill>
                <a:latin typeface="Times New Roman" panose="02020603050405020304" pitchFamily="18" charset="0"/>
                <a:ea typeface="黑体" panose="02010609060101010101" pitchFamily="49" charset="-122"/>
              </a:rPr>
              <a:t>. </a:t>
            </a:r>
            <a:r>
              <a:rPr lang="zh-CN" altLang="en-US" sz="2800">
                <a:solidFill>
                  <a:srgbClr val="FFFF00"/>
                </a:solidFill>
                <a:latin typeface="Times New Roman" panose="02020603050405020304" pitchFamily="18" charset="0"/>
                <a:ea typeface="宋体" panose="02010600030101010101" pitchFamily="2" charset="-122"/>
              </a:rPr>
              <a:t>质点动量定理</a:t>
            </a:r>
          </a:p>
        </p:txBody>
      </p:sp>
      <p:graphicFrame>
        <p:nvGraphicFramePr>
          <p:cNvPr id="48141" name="Object 13">
            <a:extLst>
              <a:ext uri="{FF2B5EF4-FFF2-40B4-BE49-F238E27FC236}">
                <a16:creationId xmlns:a16="http://schemas.microsoft.com/office/drawing/2014/main" id="{D0196423-E0E8-8CBB-CC7B-14C364E1D091}"/>
              </a:ext>
            </a:extLst>
          </p:cNvPr>
          <p:cNvGraphicFramePr>
            <a:graphicFrameLocks noChangeAspect="1"/>
          </p:cNvGraphicFramePr>
          <p:nvPr/>
        </p:nvGraphicFramePr>
        <p:xfrm>
          <a:off x="466725" y="3648075"/>
          <a:ext cx="1471613" cy="788988"/>
        </p:xfrm>
        <a:graphic>
          <a:graphicData uri="http://schemas.openxmlformats.org/presentationml/2006/ole">
            <mc:AlternateContent xmlns:mc="http://schemas.openxmlformats.org/markup-compatibility/2006">
              <mc:Choice xmlns:v="urn:schemas-microsoft-com:vml" Requires="v">
                <p:oleObj name="公式" r:id="rId8" imgW="685738" imgH="343149" progId="Equation.3">
                  <p:embed/>
                </p:oleObj>
              </mc:Choice>
              <mc:Fallback>
                <p:oleObj name="公式" r:id="rId8" imgW="685738" imgH="343149"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6725" y="3648075"/>
                        <a:ext cx="1471613"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42" name="AutoShape 14">
            <a:extLst>
              <a:ext uri="{FF2B5EF4-FFF2-40B4-BE49-F238E27FC236}">
                <a16:creationId xmlns:a16="http://schemas.microsoft.com/office/drawing/2014/main" id="{5FD0E7DB-A092-444A-5164-793AC902271C}"/>
              </a:ext>
            </a:extLst>
          </p:cNvPr>
          <p:cNvSpPr>
            <a:spLocks noChangeAspect="1" noChangeArrowheads="1"/>
          </p:cNvSpPr>
          <p:nvPr/>
        </p:nvSpPr>
        <p:spPr bwMode="auto">
          <a:xfrm>
            <a:off x="1979613" y="3863975"/>
            <a:ext cx="725487" cy="363538"/>
          </a:xfrm>
          <a:prstGeom prst="rightArrow">
            <a:avLst>
              <a:gd name="adj1" fmla="val 50000"/>
              <a:gd name="adj2" fmla="val 49891"/>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48143" name="Object 15">
            <a:extLst>
              <a:ext uri="{FF2B5EF4-FFF2-40B4-BE49-F238E27FC236}">
                <a16:creationId xmlns:a16="http://schemas.microsoft.com/office/drawing/2014/main" id="{1D824D26-DA5D-EFC4-F188-1EEE27ABDFF4}"/>
              </a:ext>
            </a:extLst>
          </p:cNvPr>
          <p:cNvGraphicFramePr>
            <a:graphicFrameLocks noChangeAspect="1"/>
          </p:cNvGraphicFramePr>
          <p:nvPr/>
        </p:nvGraphicFramePr>
        <p:xfrm>
          <a:off x="2771775" y="3792538"/>
          <a:ext cx="2257425" cy="484187"/>
        </p:xfrm>
        <a:graphic>
          <a:graphicData uri="http://schemas.openxmlformats.org/presentationml/2006/ole">
            <mc:AlternateContent xmlns:mc="http://schemas.openxmlformats.org/markup-compatibility/2006">
              <mc:Choice xmlns:v="urn:schemas-microsoft-com:vml" Requires="v">
                <p:oleObj name="公式" r:id="rId10" imgW="1074389" imgH="190528" progId="Equation.3">
                  <p:embed/>
                </p:oleObj>
              </mc:Choice>
              <mc:Fallback>
                <p:oleObj name="公式" r:id="rId10" imgW="1074389" imgH="190528"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1775" y="3792538"/>
                        <a:ext cx="2257425" cy="48418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44" name="Object 16">
            <a:extLst>
              <a:ext uri="{FF2B5EF4-FFF2-40B4-BE49-F238E27FC236}">
                <a16:creationId xmlns:a16="http://schemas.microsoft.com/office/drawing/2014/main" id="{6CDAB43D-3BA7-B7DB-8274-FEE777CE0955}"/>
              </a:ext>
            </a:extLst>
          </p:cNvPr>
          <p:cNvGraphicFramePr>
            <a:graphicFrameLocks noChangeAspect="1"/>
          </p:cNvGraphicFramePr>
          <p:nvPr/>
        </p:nvGraphicFramePr>
        <p:xfrm>
          <a:off x="7316788" y="2563813"/>
          <a:ext cx="195262" cy="190500"/>
        </p:xfrm>
        <a:graphic>
          <a:graphicData uri="http://schemas.openxmlformats.org/presentationml/2006/ole">
            <mc:AlternateContent xmlns:mc="http://schemas.openxmlformats.org/markup-compatibility/2006">
              <mc:Choice xmlns:v="urn:schemas-microsoft-com:vml" Requires="v">
                <p:oleObj name="公式" r:id="rId12" imgW="137347" imgH="137160" progId="Equation.3">
                  <p:embed/>
                </p:oleObj>
              </mc:Choice>
              <mc:Fallback>
                <p:oleObj name="公式" r:id="rId12" imgW="137347" imgH="137160" progId="Equation.3">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16788" y="2563813"/>
                        <a:ext cx="195262" cy="190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45" name="Line 17">
            <a:extLst>
              <a:ext uri="{FF2B5EF4-FFF2-40B4-BE49-F238E27FC236}">
                <a16:creationId xmlns:a16="http://schemas.microsoft.com/office/drawing/2014/main" id="{9EF52BFD-0304-F9E3-BD34-A9F4520B641B}"/>
              </a:ext>
            </a:extLst>
          </p:cNvPr>
          <p:cNvSpPr>
            <a:spLocks noChangeShapeType="1"/>
          </p:cNvSpPr>
          <p:nvPr/>
        </p:nvSpPr>
        <p:spPr bwMode="auto">
          <a:xfrm>
            <a:off x="6270625" y="3943350"/>
            <a:ext cx="184467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6" name="Line 18">
            <a:extLst>
              <a:ext uri="{FF2B5EF4-FFF2-40B4-BE49-F238E27FC236}">
                <a16:creationId xmlns:a16="http://schemas.microsoft.com/office/drawing/2014/main" id="{90D2F328-6D16-0809-DBB6-BABE88C2F714}"/>
              </a:ext>
            </a:extLst>
          </p:cNvPr>
          <p:cNvSpPr>
            <a:spLocks noChangeShapeType="1"/>
          </p:cNvSpPr>
          <p:nvPr/>
        </p:nvSpPr>
        <p:spPr bwMode="auto">
          <a:xfrm flipV="1">
            <a:off x="6270625" y="2190750"/>
            <a:ext cx="0" cy="17526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7" name="Line 19">
            <a:extLst>
              <a:ext uri="{FF2B5EF4-FFF2-40B4-BE49-F238E27FC236}">
                <a16:creationId xmlns:a16="http://schemas.microsoft.com/office/drawing/2014/main" id="{0B14BA95-6216-BA1D-EA9E-75E6448BEA21}"/>
              </a:ext>
            </a:extLst>
          </p:cNvPr>
          <p:cNvSpPr>
            <a:spLocks noChangeShapeType="1"/>
          </p:cNvSpPr>
          <p:nvPr/>
        </p:nvSpPr>
        <p:spPr bwMode="auto">
          <a:xfrm flipH="1">
            <a:off x="5724525" y="3943350"/>
            <a:ext cx="546100" cy="3810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8" name="Freeform 20">
            <a:extLst>
              <a:ext uri="{FF2B5EF4-FFF2-40B4-BE49-F238E27FC236}">
                <a16:creationId xmlns:a16="http://schemas.microsoft.com/office/drawing/2014/main" id="{201A12D7-03CE-57D6-7A10-49FC7A069664}"/>
              </a:ext>
            </a:extLst>
          </p:cNvPr>
          <p:cNvSpPr>
            <a:spLocks/>
          </p:cNvSpPr>
          <p:nvPr/>
        </p:nvSpPr>
        <p:spPr bwMode="auto">
          <a:xfrm>
            <a:off x="6403975" y="2597150"/>
            <a:ext cx="1630363" cy="2108200"/>
          </a:xfrm>
          <a:custGeom>
            <a:avLst/>
            <a:gdLst>
              <a:gd name="T0" fmla="*/ 2147483646 w 976"/>
              <a:gd name="T1" fmla="*/ 2147483646 h 1328"/>
              <a:gd name="T2" fmla="*/ 2147483646 w 976"/>
              <a:gd name="T3" fmla="*/ 2147483646 h 1328"/>
              <a:gd name="T4" fmla="*/ 2147483646 w 976"/>
              <a:gd name="T5" fmla="*/ 2147483646 h 1328"/>
              <a:gd name="T6" fmla="*/ 2147483646 w 976"/>
              <a:gd name="T7" fmla="*/ 2147483646 h 1328"/>
              <a:gd name="T8" fmla="*/ 0 60000 65536"/>
              <a:gd name="T9" fmla="*/ 0 60000 65536"/>
              <a:gd name="T10" fmla="*/ 0 60000 65536"/>
              <a:gd name="T11" fmla="*/ 0 60000 65536"/>
              <a:gd name="T12" fmla="*/ 0 w 976"/>
              <a:gd name="T13" fmla="*/ 0 h 1328"/>
              <a:gd name="T14" fmla="*/ 976 w 976"/>
              <a:gd name="T15" fmla="*/ 1328 h 1328"/>
            </a:gdLst>
            <a:ahLst/>
            <a:cxnLst>
              <a:cxn ang="T8">
                <a:pos x="T0" y="T1"/>
              </a:cxn>
              <a:cxn ang="T9">
                <a:pos x="T2" y="T3"/>
              </a:cxn>
              <a:cxn ang="T10">
                <a:pos x="T4" y="T5"/>
              </a:cxn>
              <a:cxn ang="T11">
                <a:pos x="T6" y="T7"/>
              </a:cxn>
            </a:cxnLst>
            <a:rect l="T12" t="T13" r="T14" b="T15"/>
            <a:pathLst>
              <a:path w="976" h="1328">
                <a:moveTo>
                  <a:pt x="112" y="1328"/>
                </a:moveTo>
                <a:cubicBezTo>
                  <a:pt x="56" y="1024"/>
                  <a:pt x="0" y="720"/>
                  <a:pt x="64" y="512"/>
                </a:cubicBezTo>
                <a:cubicBezTo>
                  <a:pt x="128" y="304"/>
                  <a:pt x="344" y="160"/>
                  <a:pt x="496" y="80"/>
                </a:cubicBezTo>
                <a:cubicBezTo>
                  <a:pt x="648" y="0"/>
                  <a:pt x="896" y="40"/>
                  <a:pt x="976" y="32"/>
                </a:cubicBezTo>
              </a:path>
            </a:pathLst>
          </a:custGeom>
          <a:noFill/>
          <a:ln w="38100" cmpd="sng">
            <a:solidFill>
              <a:srgbClr val="FFFF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49" name="Line 21">
            <a:extLst>
              <a:ext uri="{FF2B5EF4-FFF2-40B4-BE49-F238E27FC236}">
                <a16:creationId xmlns:a16="http://schemas.microsoft.com/office/drawing/2014/main" id="{071C7F45-A2BC-CD11-9649-0247C4BAE1A6}"/>
              </a:ext>
            </a:extLst>
          </p:cNvPr>
          <p:cNvSpPr>
            <a:spLocks noChangeShapeType="1"/>
          </p:cNvSpPr>
          <p:nvPr/>
        </p:nvSpPr>
        <p:spPr bwMode="auto">
          <a:xfrm flipV="1">
            <a:off x="7412038" y="2433638"/>
            <a:ext cx="882650" cy="228600"/>
          </a:xfrm>
          <a:prstGeom prst="line">
            <a:avLst/>
          </a:prstGeom>
          <a:noFill/>
          <a:ln w="38100">
            <a:solidFill>
              <a:srgbClr val="FF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0" name="Text Box 22">
            <a:extLst>
              <a:ext uri="{FF2B5EF4-FFF2-40B4-BE49-F238E27FC236}">
                <a16:creationId xmlns:a16="http://schemas.microsoft.com/office/drawing/2014/main" id="{31D453C7-C538-5DD2-AAAB-0C7617A00F87}"/>
              </a:ext>
            </a:extLst>
          </p:cNvPr>
          <p:cNvSpPr txBox="1">
            <a:spLocks noChangeArrowheads="1"/>
          </p:cNvSpPr>
          <p:nvPr/>
        </p:nvSpPr>
        <p:spPr bwMode="auto">
          <a:xfrm>
            <a:off x="5830888" y="41354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latin typeface="Times New Roman" panose="02020603050405020304" pitchFamily="18" charset="0"/>
                <a:ea typeface="宋体" panose="02010600030101010101" pitchFamily="2" charset="-122"/>
              </a:rPr>
              <a:t>x</a:t>
            </a:r>
            <a:endParaRPr lang="en-US" altLang="zh-CN" b="0">
              <a:latin typeface="Times New Roman" panose="02020603050405020304" pitchFamily="18" charset="0"/>
              <a:ea typeface="宋体" panose="02010600030101010101" pitchFamily="2" charset="-122"/>
            </a:endParaRPr>
          </a:p>
        </p:txBody>
      </p:sp>
      <p:sp>
        <p:nvSpPr>
          <p:cNvPr id="48151" name="Rectangle 23">
            <a:extLst>
              <a:ext uri="{FF2B5EF4-FFF2-40B4-BE49-F238E27FC236}">
                <a16:creationId xmlns:a16="http://schemas.microsoft.com/office/drawing/2014/main" id="{EAAF6AA1-CF7E-C664-2964-71924A184A8F}"/>
              </a:ext>
            </a:extLst>
          </p:cNvPr>
          <p:cNvSpPr>
            <a:spLocks noChangeArrowheads="1"/>
          </p:cNvSpPr>
          <p:nvPr/>
        </p:nvSpPr>
        <p:spPr bwMode="auto">
          <a:xfrm>
            <a:off x="7891463" y="3916363"/>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latin typeface="Times New Roman" panose="02020603050405020304" pitchFamily="18" charset="0"/>
                <a:ea typeface="宋体" panose="02010600030101010101" pitchFamily="2" charset="-122"/>
              </a:rPr>
              <a:t>y</a:t>
            </a:r>
            <a:endParaRPr lang="en-US" altLang="zh-CN" b="0" i="1">
              <a:latin typeface="Times New Roman" panose="02020603050405020304" pitchFamily="18" charset="0"/>
              <a:ea typeface="宋体" panose="02010600030101010101" pitchFamily="2" charset="-122"/>
            </a:endParaRPr>
          </a:p>
        </p:txBody>
      </p:sp>
      <p:sp>
        <p:nvSpPr>
          <p:cNvPr id="48152" name="Rectangle 24">
            <a:extLst>
              <a:ext uri="{FF2B5EF4-FFF2-40B4-BE49-F238E27FC236}">
                <a16:creationId xmlns:a16="http://schemas.microsoft.com/office/drawing/2014/main" id="{6E13D004-FE86-851B-E2EC-1CF3EEAE60FD}"/>
              </a:ext>
            </a:extLst>
          </p:cNvPr>
          <p:cNvSpPr>
            <a:spLocks noChangeArrowheads="1"/>
          </p:cNvSpPr>
          <p:nvPr/>
        </p:nvSpPr>
        <p:spPr bwMode="auto">
          <a:xfrm>
            <a:off x="5905500" y="1989138"/>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latin typeface="Times New Roman" panose="02020603050405020304" pitchFamily="18" charset="0"/>
                <a:ea typeface="宋体" panose="02010600030101010101" pitchFamily="2" charset="-122"/>
              </a:rPr>
              <a:t>z</a:t>
            </a:r>
            <a:endParaRPr lang="en-US" altLang="zh-CN" b="0" i="1">
              <a:latin typeface="Times New Roman" panose="02020603050405020304" pitchFamily="18" charset="0"/>
              <a:ea typeface="宋体" panose="02010600030101010101" pitchFamily="2" charset="-122"/>
            </a:endParaRPr>
          </a:p>
        </p:txBody>
      </p:sp>
      <p:sp>
        <p:nvSpPr>
          <p:cNvPr id="48153" name="Rectangle 25">
            <a:extLst>
              <a:ext uri="{FF2B5EF4-FFF2-40B4-BE49-F238E27FC236}">
                <a16:creationId xmlns:a16="http://schemas.microsoft.com/office/drawing/2014/main" id="{A320CC88-831C-7F99-D45D-F279531842DC}"/>
              </a:ext>
            </a:extLst>
          </p:cNvPr>
          <p:cNvSpPr>
            <a:spLocks noChangeArrowheads="1"/>
          </p:cNvSpPr>
          <p:nvPr/>
        </p:nvSpPr>
        <p:spPr bwMode="auto">
          <a:xfrm>
            <a:off x="6116638" y="3900488"/>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b="0" i="1">
                <a:latin typeface="Times New Roman" panose="02020603050405020304" pitchFamily="18" charset="0"/>
                <a:ea typeface="宋体" panose="02010600030101010101" pitchFamily="2" charset="-122"/>
              </a:rPr>
              <a:t>O</a:t>
            </a:r>
          </a:p>
        </p:txBody>
      </p:sp>
      <p:sp>
        <p:nvSpPr>
          <p:cNvPr id="48154" name="Line 26">
            <a:extLst>
              <a:ext uri="{FF2B5EF4-FFF2-40B4-BE49-F238E27FC236}">
                <a16:creationId xmlns:a16="http://schemas.microsoft.com/office/drawing/2014/main" id="{E9D13A79-499E-9266-096F-8EFD96AE28D8}"/>
              </a:ext>
            </a:extLst>
          </p:cNvPr>
          <p:cNvSpPr>
            <a:spLocks noChangeShapeType="1"/>
          </p:cNvSpPr>
          <p:nvPr/>
        </p:nvSpPr>
        <p:spPr bwMode="auto">
          <a:xfrm flipV="1">
            <a:off x="6545263" y="2481263"/>
            <a:ext cx="560387" cy="838200"/>
          </a:xfrm>
          <a:prstGeom prst="line">
            <a:avLst/>
          </a:prstGeom>
          <a:noFill/>
          <a:ln w="38100">
            <a:solidFill>
              <a:srgbClr val="FF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5" name="Line 27">
            <a:extLst>
              <a:ext uri="{FF2B5EF4-FFF2-40B4-BE49-F238E27FC236}">
                <a16:creationId xmlns:a16="http://schemas.microsoft.com/office/drawing/2014/main" id="{B2860B51-081C-FC1B-F2C3-B40908EFAC91}"/>
              </a:ext>
            </a:extLst>
          </p:cNvPr>
          <p:cNvSpPr>
            <a:spLocks noChangeShapeType="1"/>
          </p:cNvSpPr>
          <p:nvPr/>
        </p:nvSpPr>
        <p:spPr bwMode="auto">
          <a:xfrm>
            <a:off x="6538913" y="3328988"/>
            <a:ext cx="9144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6" name="Line 28">
            <a:extLst>
              <a:ext uri="{FF2B5EF4-FFF2-40B4-BE49-F238E27FC236}">
                <a16:creationId xmlns:a16="http://schemas.microsoft.com/office/drawing/2014/main" id="{4FBB366B-A0B9-5200-AFBE-03A4A2D7FA06}"/>
              </a:ext>
            </a:extLst>
          </p:cNvPr>
          <p:cNvSpPr>
            <a:spLocks noChangeShapeType="1"/>
          </p:cNvSpPr>
          <p:nvPr/>
        </p:nvSpPr>
        <p:spPr bwMode="auto">
          <a:xfrm>
            <a:off x="7407275" y="2662238"/>
            <a:ext cx="685800" cy="38100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8157" name="Object 29">
            <a:extLst>
              <a:ext uri="{FF2B5EF4-FFF2-40B4-BE49-F238E27FC236}">
                <a16:creationId xmlns:a16="http://schemas.microsoft.com/office/drawing/2014/main" id="{A5AECB48-EB21-29A7-A2C3-78CB690BF2A4}"/>
              </a:ext>
            </a:extLst>
          </p:cNvPr>
          <p:cNvGraphicFramePr>
            <a:graphicFrameLocks noChangeAspect="1"/>
          </p:cNvGraphicFramePr>
          <p:nvPr/>
        </p:nvGraphicFramePr>
        <p:xfrm>
          <a:off x="6597650" y="1993900"/>
          <a:ext cx="596900" cy="419100"/>
        </p:xfrm>
        <a:graphic>
          <a:graphicData uri="http://schemas.openxmlformats.org/presentationml/2006/ole">
            <mc:AlternateContent xmlns:mc="http://schemas.openxmlformats.org/markup-compatibility/2006">
              <mc:Choice xmlns:v="urn:schemas-microsoft-com:vml" Requires="v">
                <p:oleObj name="公式" r:id="rId14" imgW="533462" imgH="365594" progId="Equation.3">
                  <p:embed/>
                </p:oleObj>
              </mc:Choice>
              <mc:Fallback>
                <p:oleObj name="公式" r:id="rId14" imgW="533462" imgH="365594" progId="Equation.3">
                  <p:embed/>
                  <p:pic>
                    <p:nvPicPr>
                      <p:cNvPr id="0"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97650" y="1993900"/>
                        <a:ext cx="596900" cy="4191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58" name="Object 30">
            <a:extLst>
              <a:ext uri="{FF2B5EF4-FFF2-40B4-BE49-F238E27FC236}">
                <a16:creationId xmlns:a16="http://schemas.microsoft.com/office/drawing/2014/main" id="{F867CFF7-D090-2544-B941-BAE4F1EC3798}"/>
              </a:ext>
            </a:extLst>
          </p:cNvPr>
          <p:cNvGraphicFramePr>
            <a:graphicFrameLocks noChangeAspect="1"/>
          </p:cNvGraphicFramePr>
          <p:nvPr/>
        </p:nvGraphicFramePr>
        <p:xfrm>
          <a:off x="8018463" y="2020888"/>
          <a:ext cx="635000" cy="415925"/>
        </p:xfrm>
        <a:graphic>
          <a:graphicData uri="http://schemas.openxmlformats.org/presentationml/2006/ole">
            <mc:AlternateContent xmlns:mc="http://schemas.openxmlformats.org/markup-compatibility/2006">
              <mc:Choice xmlns:v="urn:schemas-microsoft-com:vml" Requires="v">
                <p:oleObj name="公式" r:id="rId16" imgW="571282" imgH="365594" progId="Equation.3">
                  <p:embed/>
                </p:oleObj>
              </mc:Choice>
              <mc:Fallback>
                <p:oleObj name="公式" r:id="rId16" imgW="571282" imgH="365594" progId="Equation.3">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18463" y="2020888"/>
                        <a:ext cx="635000" cy="4159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59" name="Object 31">
            <a:extLst>
              <a:ext uri="{FF2B5EF4-FFF2-40B4-BE49-F238E27FC236}">
                <a16:creationId xmlns:a16="http://schemas.microsoft.com/office/drawing/2014/main" id="{82F782F8-45EE-0C69-732B-3F1CA5FBE933}"/>
              </a:ext>
            </a:extLst>
          </p:cNvPr>
          <p:cNvGraphicFramePr>
            <a:graphicFrameLocks noChangeAspect="1"/>
          </p:cNvGraphicFramePr>
          <p:nvPr/>
        </p:nvGraphicFramePr>
        <p:xfrm>
          <a:off x="7518400" y="3181350"/>
          <a:ext cx="311150" cy="368300"/>
        </p:xfrm>
        <a:graphic>
          <a:graphicData uri="http://schemas.openxmlformats.org/presentationml/2006/ole">
            <mc:AlternateContent xmlns:mc="http://schemas.openxmlformats.org/markup-compatibility/2006">
              <mc:Choice xmlns:v="urn:schemas-microsoft-com:vml" Requires="v">
                <p:oleObj name="公式" r:id="rId18" imgW="251304" imgH="312226" progId="Equation.3">
                  <p:embed/>
                </p:oleObj>
              </mc:Choice>
              <mc:Fallback>
                <p:oleObj name="公式" r:id="rId18" imgW="251304" imgH="312226" progId="Equation.3">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18400" y="3181350"/>
                        <a:ext cx="311150" cy="3683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60" name="Object 32">
            <a:extLst>
              <a:ext uri="{FF2B5EF4-FFF2-40B4-BE49-F238E27FC236}">
                <a16:creationId xmlns:a16="http://schemas.microsoft.com/office/drawing/2014/main" id="{03CC9EE9-324F-7AF6-673F-3F48E9300FAA}"/>
              </a:ext>
            </a:extLst>
          </p:cNvPr>
          <p:cNvGraphicFramePr>
            <a:graphicFrameLocks noChangeAspect="1"/>
          </p:cNvGraphicFramePr>
          <p:nvPr/>
        </p:nvGraphicFramePr>
        <p:xfrm>
          <a:off x="8147050" y="2865438"/>
          <a:ext cx="376238" cy="368300"/>
        </p:xfrm>
        <a:graphic>
          <a:graphicData uri="http://schemas.openxmlformats.org/presentationml/2006/ole">
            <mc:AlternateContent xmlns:mc="http://schemas.openxmlformats.org/markup-compatibility/2006">
              <mc:Choice xmlns:v="urn:schemas-microsoft-com:vml" Requires="v">
                <p:oleObj name="公式" r:id="rId20" imgW="312513" imgH="312226" progId="Equation.3">
                  <p:embed/>
                </p:oleObj>
              </mc:Choice>
              <mc:Fallback>
                <p:oleObj name="公式" r:id="rId20" imgW="312513" imgH="312226" progId="Equation.3">
                  <p:embed/>
                  <p:pic>
                    <p:nvPicPr>
                      <p:cNvPr id="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147050" y="2865438"/>
                        <a:ext cx="376238" cy="3683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61" name="Object 33">
            <a:extLst>
              <a:ext uri="{FF2B5EF4-FFF2-40B4-BE49-F238E27FC236}">
                <a16:creationId xmlns:a16="http://schemas.microsoft.com/office/drawing/2014/main" id="{6F10D90A-E5BB-CF62-1EAF-46044C20E817}"/>
              </a:ext>
            </a:extLst>
          </p:cNvPr>
          <p:cNvGraphicFramePr>
            <a:graphicFrameLocks noChangeAspect="1"/>
          </p:cNvGraphicFramePr>
          <p:nvPr/>
        </p:nvGraphicFramePr>
        <p:xfrm>
          <a:off x="6448425" y="3224213"/>
          <a:ext cx="195263" cy="190500"/>
        </p:xfrm>
        <a:graphic>
          <a:graphicData uri="http://schemas.openxmlformats.org/presentationml/2006/ole">
            <mc:AlternateContent xmlns:mc="http://schemas.openxmlformats.org/markup-compatibility/2006">
              <mc:Choice xmlns:v="urn:schemas-microsoft-com:vml" Requires="v">
                <p:oleObj name="公式" r:id="rId22" imgW="137347" imgH="137160" progId="Equation.3">
                  <p:embed/>
                </p:oleObj>
              </mc:Choice>
              <mc:Fallback>
                <p:oleObj name="公式" r:id="rId22" imgW="137347" imgH="137160" progId="Equation.3">
                  <p:embed/>
                  <p:pic>
                    <p:nvPicPr>
                      <p:cNvPr id="0" name="Object 3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48425" y="3224213"/>
                        <a:ext cx="195263" cy="190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62" name="Object 34">
            <a:extLst>
              <a:ext uri="{FF2B5EF4-FFF2-40B4-BE49-F238E27FC236}">
                <a16:creationId xmlns:a16="http://schemas.microsoft.com/office/drawing/2014/main" id="{7AD36E1A-7579-7834-A52C-21E45BDE4130}"/>
              </a:ext>
            </a:extLst>
          </p:cNvPr>
          <p:cNvGraphicFramePr>
            <a:graphicFrameLocks noChangeAspect="1"/>
          </p:cNvGraphicFramePr>
          <p:nvPr/>
        </p:nvGraphicFramePr>
        <p:xfrm>
          <a:off x="684213" y="4851400"/>
          <a:ext cx="3135312" cy="738188"/>
        </p:xfrm>
        <a:graphic>
          <a:graphicData uri="http://schemas.openxmlformats.org/presentationml/2006/ole">
            <mc:AlternateContent xmlns:mc="http://schemas.openxmlformats.org/markup-compatibility/2006">
              <mc:Choice xmlns:v="urn:schemas-microsoft-com:vml" Requires="v">
                <p:oleObj name="公式" r:id="rId24" imgW="1470504" imgH="312226" progId="Equation.3">
                  <p:embed/>
                </p:oleObj>
              </mc:Choice>
              <mc:Fallback>
                <p:oleObj name="公式" r:id="rId24" imgW="1470504" imgH="312226" progId="Equation.3">
                  <p:embed/>
                  <p:pic>
                    <p:nvPicPr>
                      <p:cNvPr id="0" name="Object 3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84213" y="4851400"/>
                        <a:ext cx="3135312" cy="738188"/>
                      </a:xfrm>
                      <a:prstGeom prst="rect">
                        <a:avLst/>
                      </a:prstGeom>
                      <a:solidFill>
                        <a:schemeClr val="accent2"/>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63" name="Text Box 35">
            <a:extLst>
              <a:ext uri="{FF2B5EF4-FFF2-40B4-BE49-F238E27FC236}">
                <a16:creationId xmlns:a16="http://schemas.microsoft.com/office/drawing/2014/main" id="{1B2DEA66-D225-E688-6400-79E32B9D8B0D}"/>
              </a:ext>
            </a:extLst>
          </p:cNvPr>
          <p:cNvSpPr txBox="1">
            <a:spLocks noChangeArrowheads="1"/>
          </p:cNvSpPr>
          <p:nvPr/>
        </p:nvSpPr>
        <p:spPr bwMode="auto">
          <a:xfrm>
            <a:off x="3600450" y="5564188"/>
            <a:ext cx="2195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33413" indent="-6334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1800">
                <a:solidFill>
                  <a:srgbClr val="66FFFF"/>
                </a:solidFill>
                <a:latin typeface="Arial" panose="020B0604020202020204" pitchFamily="34" charset="0"/>
                <a:ea typeface="宋体" panose="02010600030101010101" pitchFamily="2" charset="-122"/>
              </a:rPr>
              <a:t>——  </a:t>
            </a:r>
            <a:r>
              <a:rPr kumimoji="1" lang="zh-CN" altLang="en-US" i="1">
                <a:latin typeface="Times New Roman" panose="02020603050405020304" pitchFamily="18" charset="0"/>
                <a:ea typeface="宋体" panose="02010600030101010101" pitchFamily="2" charset="-122"/>
              </a:rPr>
              <a:t>动量定理</a:t>
            </a:r>
          </a:p>
        </p:txBody>
      </p:sp>
      <p:sp>
        <p:nvSpPr>
          <p:cNvPr id="48164" name="Rectangle 36">
            <a:extLst>
              <a:ext uri="{FF2B5EF4-FFF2-40B4-BE49-F238E27FC236}">
                <a16:creationId xmlns:a16="http://schemas.microsoft.com/office/drawing/2014/main" id="{CF26968E-2EE6-5AD8-B7A5-A94337D5E018}"/>
              </a:ext>
            </a:extLst>
          </p:cNvPr>
          <p:cNvSpPr>
            <a:spLocks noChangeArrowheads="1"/>
          </p:cNvSpPr>
          <p:nvPr/>
        </p:nvSpPr>
        <p:spPr bwMode="auto">
          <a:xfrm>
            <a:off x="6877050" y="4919663"/>
            <a:ext cx="1871663" cy="1511300"/>
          </a:xfrm>
          <a:prstGeom prst="rect">
            <a:avLst/>
          </a:prstGeom>
          <a:solidFill>
            <a:schemeClr val="accent2"/>
          </a:solidFill>
          <a:ln w="9525">
            <a:solidFill>
              <a:schemeClr val="tx1"/>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48165" name="Line 37">
            <a:extLst>
              <a:ext uri="{FF2B5EF4-FFF2-40B4-BE49-F238E27FC236}">
                <a16:creationId xmlns:a16="http://schemas.microsoft.com/office/drawing/2014/main" id="{10D4DB18-3CD4-22C7-4CE9-85B228CD2B5A}"/>
              </a:ext>
            </a:extLst>
          </p:cNvPr>
          <p:cNvSpPr>
            <a:spLocks noChangeShapeType="1"/>
          </p:cNvSpPr>
          <p:nvPr/>
        </p:nvSpPr>
        <p:spPr bwMode="auto">
          <a:xfrm flipV="1">
            <a:off x="7107238" y="5294313"/>
            <a:ext cx="560387" cy="838200"/>
          </a:xfrm>
          <a:prstGeom prst="line">
            <a:avLst/>
          </a:prstGeom>
          <a:noFill/>
          <a:ln w="41275">
            <a:solidFill>
              <a:srgbClr val="FF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6" name="Line 38">
            <a:extLst>
              <a:ext uri="{FF2B5EF4-FFF2-40B4-BE49-F238E27FC236}">
                <a16:creationId xmlns:a16="http://schemas.microsoft.com/office/drawing/2014/main" id="{6B0270A3-272A-D788-FBB1-2E3A4694E2D0}"/>
              </a:ext>
            </a:extLst>
          </p:cNvPr>
          <p:cNvSpPr>
            <a:spLocks noChangeShapeType="1"/>
          </p:cNvSpPr>
          <p:nvPr/>
        </p:nvSpPr>
        <p:spPr bwMode="auto">
          <a:xfrm flipV="1">
            <a:off x="7135813" y="5961063"/>
            <a:ext cx="920750" cy="180975"/>
          </a:xfrm>
          <a:prstGeom prst="line">
            <a:avLst/>
          </a:prstGeom>
          <a:noFill/>
          <a:ln w="41275">
            <a:solidFill>
              <a:srgbClr val="FF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7" name="Line 39">
            <a:extLst>
              <a:ext uri="{FF2B5EF4-FFF2-40B4-BE49-F238E27FC236}">
                <a16:creationId xmlns:a16="http://schemas.microsoft.com/office/drawing/2014/main" id="{CA156716-1CE6-8468-7BD7-EF5AA02EE352}"/>
              </a:ext>
            </a:extLst>
          </p:cNvPr>
          <p:cNvSpPr>
            <a:spLocks noChangeShapeType="1"/>
          </p:cNvSpPr>
          <p:nvPr/>
        </p:nvSpPr>
        <p:spPr bwMode="auto">
          <a:xfrm>
            <a:off x="7678738" y="5280025"/>
            <a:ext cx="381000" cy="68580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8168" name="Object 40">
            <a:extLst>
              <a:ext uri="{FF2B5EF4-FFF2-40B4-BE49-F238E27FC236}">
                <a16:creationId xmlns:a16="http://schemas.microsoft.com/office/drawing/2014/main" id="{FD41B9B6-65D2-FA09-D63C-1B7C6E12D353}"/>
              </a:ext>
            </a:extLst>
          </p:cNvPr>
          <p:cNvGraphicFramePr>
            <a:graphicFrameLocks noChangeAspect="1"/>
          </p:cNvGraphicFramePr>
          <p:nvPr/>
        </p:nvGraphicFramePr>
        <p:xfrm>
          <a:off x="7372350" y="4868863"/>
          <a:ext cx="595313" cy="419100"/>
        </p:xfrm>
        <a:graphic>
          <a:graphicData uri="http://schemas.openxmlformats.org/presentationml/2006/ole">
            <mc:AlternateContent xmlns:mc="http://schemas.openxmlformats.org/markup-compatibility/2006">
              <mc:Choice xmlns:v="urn:schemas-microsoft-com:vml" Requires="v">
                <p:oleObj name="公式" r:id="rId26" imgW="533462" imgH="365594" progId="Equation.3">
                  <p:embed/>
                </p:oleObj>
              </mc:Choice>
              <mc:Fallback>
                <p:oleObj name="公式" r:id="rId26" imgW="533462" imgH="365594" progId="Equation.3">
                  <p:embed/>
                  <p:pic>
                    <p:nvPicPr>
                      <p:cNvPr id="0" name="Object 4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372350" y="4868863"/>
                        <a:ext cx="595313" cy="4191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69" name="Object 41">
            <a:extLst>
              <a:ext uri="{FF2B5EF4-FFF2-40B4-BE49-F238E27FC236}">
                <a16:creationId xmlns:a16="http://schemas.microsoft.com/office/drawing/2014/main" id="{45882AC5-E95F-DBE8-109B-ADB214BA09A4}"/>
              </a:ext>
            </a:extLst>
          </p:cNvPr>
          <p:cNvGraphicFramePr>
            <a:graphicFrameLocks noChangeAspect="1"/>
          </p:cNvGraphicFramePr>
          <p:nvPr/>
        </p:nvGraphicFramePr>
        <p:xfrm>
          <a:off x="8089900" y="5794375"/>
          <a:ext cx="644525" cy="420688"/>
        </p:xfrm>
        <a:graphic>
          <a:graphicData uri="http://schemas.openxmlformats.org/presentationml/2006/ole">
            <mc:AlternateContent xmlns:mc="http://schemas.openxmlformats.org/markup-compatibility/2006">
              <mc:Choice xmlns:v="urn:schemas-microsoft-com:vml" Requires="v">
                <p:oleObj name="公式" r:id="rId28" imgW="571282" imgH="365594" progId="Equation.3">
                  <p:embed/>
                </p:oleObj>
              </mc:Choice>
              <mc:Fallback>
                <p:oleObj name="公式" r:id="rId28" imgW="571282" imgH="365594" progId="Equation.3">
                  <p:embed/>
                  <p:pic>
                    <p:nvPicPr>
                      <p:cNvPr id="0" name="Object 4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089900" y="5794375"/>
                        <a:ext cx="644525" cy="4206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70" name="Object 42">
            <a:extLst>
              <a:ext uri="{FF2B5EF4-FFF2-40B4-BE49-F238E27FC236}">
                <a16:creationId xmlns:a16="http://schemas.microsoft.com/office/drawing/2014/main" id="{0D77835A-2B1C-4696-9342-4E3BB36607A1}"/>
              </a:ext>
            </a:extLst>
          </p:cNvPr>
          <p:cNvGraphicFramePr>
            <a:graphicFrameLocks noChangeAspect="1"/>
          </p:cNvGraphicFramePr>
          <p:nvPr/>
        </p:nvGraphicFramePr>
        <p:xfrm>
          <a:off x="7975600" y="5243513"/>
          <a:ext cx="236538" cy="369887"/>
        </p:xfrm>
        <a:graphic>
          <a:graphicData uri="http://schemas.openxmlformats.org/presentationml/2006/ole">
            <mc:AlternateContent xmlns:mc="http://schemas.openxmlformats.org/markup-compatibility/2006">
              <mc:Choice xmlns:v="urn:schemas-microsoft-com:vml" Requires="v">
                <p:oleObj name="公式" r:id="rId30" imgW="175167" imgH="312226" progId="Equation.3">
                  <p:embed/>
                </p:oleObj>
              </mc:Choice>
              <mc:Fallback>
                <p:oleObj name="公式" r:id="rId30" imgW="175167" imgH="312226" progId="Equation.3">
                  <p:embed/>
                  <p:pic>
                    <p:nvPicPr>
                      <p:cNvPr id="0" name="Object 4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975600" y="5243513"/>
                        <a:ext cx="236538" cy="3698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71" name="Text Box 43">
            <a:extLst>
              <a:ext uri="{FF2B5EF4-FFF2-40B4-BE49-F238E27FC236}">
                <a16:creationId xmlns:a16="http://schemas.microsoft.com/office/drawing/2014/main" id="{E207EA29-E96B-59B6-8D9E-428AC6DDAD6B}"/>
              </a:ext>
            </a:extLst>
          </p:cNvPr>
          <p:cNvSpPr txBox="1">
            <a:spLocks noChangeArrowheads="1"/>
          </p:cNvSpPr>
          <p:nvPr/>
        </p:nvSpPr>
        <p:spPr bwMode="auto">
          <a:xfrm>
            <a:off x="323850" y="6067425"/>
            <a:ext cx="6408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buFontTx/>
              <a:buBlip>
                <a:blip r:embed="rId32"/>
              </a:buBlip>
            </a:pPr>
            <a:r>
              <a:rPr kumimoji="1" lang="zh-CN" altLang="en-US">
                <a:solidFill>
                  <a:srgbClr val="66FFFF"/>
                </a:solidFill>
                <a:latin typeface="Times New Roman" panose="02020603050405020304" pitchFamily="18" charset="0"/>
                <a:ea typeface="楷体_GB2312" pitchFamily="49" charset="-122"/>
              </a:rPr>
              <a:t>质点动量的增量等于合力对质点作用的冲量</a:t>
            </a:r>
            <a:r>
              <a:rPr kumimoji="1" lang="en-US" altLang="zh-CN" i="1">
                <a:solidFill>
                  <a:srgbClr val="66FFFF"/>
                </a:solidFill>
                <a:latin typeface="Times New Roman" panose="02020603050405020304" pitchFamily="18" charset="0"/>
                <a:ea typeface="宋体" panose="02010600030101010101" pitchFamily="2" charset="-122"/>
              </a:rPr>
              <a:t>.</a:t>
            </a:r>
          </a:p>
        </p:txBody>
      </p:sp>
      <p:sp>
        <p:nvSpPr>
          <p:cNvPr id="48172" name="Text Box 44">
            <a:extLst>
              <a:ext uri="{FF2B5EF4-FFF2-40B4-BE49-F238E27FC236}">
                <a16:creationId xmlns:a16="http://schemas.microsoft.com/office/drawing/2014/main" id="{5C569CA3-0DDF-F71C-C17E-9386570183ED}"/>
              </a:ext>
            </a:extLst>
          </p:cNvPr>
          <p:cNvSpPr txBox="1">
            <a:spLocks noChangeArrowheads="1"/>
          </p:cNvSpPr>
          <p:nvPr/>
        </p:nvSpPr>
        <p:spPr bwMode="auto">
          <a:xfrm>
            <a:off x="3494088" y="4221163"/>
            <a:ext cx="17986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spcBef>
                <a:spcPct val="50000"/>
              </a:spcBef>
            </a:pPr>
            <a:r>
              <a:rPr lang="zh-CN" altLang="en-US" sz="2000">
                <a:latin typeface="Times New Roman" panose="02020603050405020304" pitchFamily="18" charset="0"/>
                <a:ea typeface="楷体_GB2312" pitchFamily="49" charset="-122"/>
              </a:rPr>
              <a:t>（微分形式）</a:t>
            </a:r>
          </a:p>
        </p:txBody>
      </p:sp>
      <p:sp>
        <p:nvSpPr>
          <p:cNvPr id="48173" name="Text Box 45">
            <a:extLst>
              <a:ext uri="{FF2B5EF4-FFF2-40B4-BE49-F238E27FC236}">
                <a16:creationId xmlns:a16="http://schemas.microsoft.com/office/drawing/2014/main" id="{197BCD9E-6D7E-38C9-61B1-35E524DFD865}"/>
              </a:ext>
            </a:extLst>
          </p:cNvPr>
          <p:cNvSpPr txBox="1">
            <a:spLocks noChangeArrowheads="1"/>
          </p:cNvSpPr>
          <p:nvPr/>
        </p:nvSpPr>
        <p:spPr bwMode="auto">
          <a:xfrm>
            <a:off x="3708400" y="4975225"/>
            <a:ext cx="172878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spcBef>
                <a:spcPct val="50000"/>
              </a:spcBef>
            </a:pPr>
            <a:r>
              <a:rPr lang="zh-CN" altLang="en-US" sz="2000">
                <a:latin typeface="Times New Roman" panose="02020603050405020304" pitchFamily="18" charset="0"/>
                <a:ea typeface="楷体_GB2312" pitchFamily="49" charset="-122"/>
              </a:rPr>
              <a:t>（积分形式）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wipe(left)">
                                      <p:cBhvr>
                                        <p:cTn id="7" dur="500"/>
                                        <p:tgtEl>
                                          <p:spTgt spid="48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132"/>
                                        </p:tgtEl>
                                        <p:attrNameLst>
                                          <p:attrName>style.visibility</p:attrName>
                                        </p:attrNameLst>
                                      </p:cBhvr>
                                      <p:to>
                                        <p:strVal val="visible"/>
                                      </p:to>
                                    </p:set>
                                    <p:animEffect transition="in" filter="wipe(left)">
                                      <p:cBhvr>
                                        <p:cTn id="12" dur="500"/>
                                        <p:tgtEl>
                                          <p:spTgt spid="48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133"/>
                                        </p:tgtEl>
                                        <p:attrNameLst>
                                          <p:attrName>style.visibility</p:attrName>
                                        </p:attrNameLst>
                                      </p:cBhvr>
                                      <p:to>
                                        <p:strVal val="visible"/>
                                      </p:to>
                                    </p:set>
                                    <p:animEffect transition="in" filter="wipe(left)">
                                      <p:cBhvr>
                                        <p:cTn id="17" dur="500"/>
                                        <p:tgtEl>
                                          <p:spTgt spid="4813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48134"/>
                                        </p:tgtEl>
                                        <p:attrNameLst>
                                          <p:attrName>style.visibility</p:attrName>
                                        </p:attrNameLst>
                                      </p:cBhvr>
                                      <p:to>
                                        <p:strVal val="visible"/>
                                      </p:to>
                                    </p:set>
                                    <p:animEffect transition="in" filter="wipe(left)">
                                      <p:cBhvr>
                                        <p:cTn id="21" dur="500"/>
                                        <p:tgtEl>
                                          <p:spTgt spid="481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135"/>
                                        </p:tgtEl>
                                        <p:attrNameLst>
                                          <p:attrName>style.visibility</p:attrName>
                                        </p:attrNameLst>
                                      </p:cBhvr>
                                      <p:to>
                                        <p:strVal val="visible"/>
                                      </p:to>
                                    </p:set>
                                    <p:animEffect transition="in" filter="wipe(left)">
                                      <p:cBhvr>
                                        <p:cTn id="26" dur="500"/>
                                        <p:tgtEl>
                                          <p:spTgt spid="4813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8137"/>
                                        </p:tgtEl>
                                        <p:attrNameLst>
                                          <p:attrName>style.visibility</p:attrName>
                                        </p:attrNameLst>
                                      </p:cBhvr>
                                      <p:to>
                                        <p:strVal val="visible"/>
                                      </p:to>
                                    </p:set>
                                    <p:animEffect transition="in" filter="wipe(left)">
                                      <p:cBhvr>
                                        <p:cTn id="31" dur="500"/>
                                        <p:tgtEl>
                                          <p:spTgt spid="4813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8138"/>
                                        </p:tgtEl>
                                        <p:attrNameLst>
                                          <p:attrName>style.visibility</p:attrName>
                                        </p:attrNameLst>
                                      </p:cBhvr>
                                      <p:to>
                                        <p:strVal val="visible"/>
                                      </p:to>
                                    </p:set>
                                    <p:animEffect transition="in" filter="wipe(left)">
                                      <p:cBhvr>
                                        <p:cTn id="36" dur="500"/>
                                        <p:tgtEl>
                                          <p:spTgt spid="481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8139"/>
                                        </p:tgtEl>
                                        <p:attrNameLst>
                                          <p:attrName>style.visibility</p:attrName>
                                        </p:attrNameLst>
                                      </p:cBhvr>
                                      <p:to>
                                        <p:strVal val="visible"/>
                                      </p:to>
                                    </p:set>
                                    <p:animEffect transition="in" filter="wipe(left)">
                                      <p:cBhvr>
                                        <p:cTn id="41" dur="500"/>
                                        <p:tgtEl>
                                          <p:spTgt spid="4813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8136"/>
                                        </p:tgtEl>
                                        <p:attrNameLst>
                                          <p:attrName>style.visibility</p:attrName>
                                        </p:attrNameLst>
                                      </p:cBhvr>
                                      <p:to>
                                        <p:strVal val="visible"/>
                                      </p:to>
                                    </p:set>
                                    <p:animEffect transition="in" filter="wipe(left)">
                                      <p:cBhvr>
                                        <p:cTn id="46" dur="500"/>
                                        <p:tgtEl>
                                          <p:spTgt spid="4813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8140"/>
                                        </p:tgtEl>
                                        <p:attrNameLst>
                                          <p:attrName>style.visibility</p:attrName>
                                        </p:attrNameLst>
                                      </p:cBhvr>
                                      <p:to>
                                        <p:strVal val="visible"/>
                                      </p:to>
                                    </p:set>
                                    <p:animEffect transition="in" filter="wipe(left)">
                                      <p:cBhvr>
                                        <p:cTn id="51" dur="500"/>
                                        <p:tgtEl>
                                          <p:spTgt spid="4814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48141"/>
                                        </p:tgtEl>
                                        <p:attrNameLst>
                                          <p:attrName>style.visibility</p:attrName>
                                        </p:attrNameLst>
                                      </p:cBhvr>
                                      <p:to>
                                        <p:strVal val="visible"/>
                                      </p:to>
                                    </p:set>
                                    <p:animEffect transition="in" filter="wipe(left)">
                                      <p:cBhvr>
                                        <p:cTn id="56" dur="500"/>
                                        <p:tgtEl>
                                          <p:spTgt spid="4814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48142"/>
                                        </p:tgtEl>
                                        <p:attrNameLst>
                                          <p:attrName>style.visibility</p:attrName>
                                        </p:attrNameLst>
                                      </p:cBhvr>
                                      <p:to>
                                        <p:strVal val="visible"/>
                                      </p:to>
                                    </p:set>
                                    <p:animEffect transition="in" filter="wipe(left)">
                                      <p:cBhvr>
                                        <p:cTn id="61" dur="500"/>
                                        <p:tgtEl>
                                          <p:spTgt spid="48142"/>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48143"/>
                                        </p:tgtEl>
                                        <p:attrNameLst>
                                          <p:attrName>style.visibility</p:attrName>
                                        </p:attrNameLst>
                                      </p:cBhvr>
                                      <p:to>
                                        <p:strVal val="visible"/>
                                      </p:to>
                                    </p:set>
                                    <p:animEffect transition="in" filter="wipe(left)">
                                      <p:cBhvr>
                                        <p:cTn id="65" dur="500"/>
                                        <p:tgtEl>
                                          <p:spTgt spid="4814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48153"/>
                                        </p:tgtEl>
                                        <p:attrNameLst>
                                          <p:attrName>style.visibility</p:attrName>
                                        </p:attrNameLst>
                                      </p:cBhvr>
                                      <p:to>
                                        <p:strVal val="visible"/>
                                      </p:to>
                                    </p:set>
                                    <p:animEffect transition="in" filter="wipe(left)">
                                      <p:cBhvr>
                                        <p:cTn id="70" dur="500"/>
                                        <p:tgtEl>
                                          <p:spTgt spid="48153"/>
                                        </p:tgtEl>
                                      </p:cBhvr>
                                    </p:animEffect>
                                  </p:childTnLst>
                                </p:cTn>
                              </p:par>
                              <p:par>
                                <p:cTn id="71" presetID="22" presetClass="entr" presetSubtype="2" fill="hold" nodeType="withEffect">
                                  <p:stCondLst>
                                    <p:cond delay="0"/>
                                  </p:stCondLst>
                                  <p:childTnLst>
                                    <p:set>
                                      <p:cBhvr>
                                        <p:cTn id="72" dur="1" fill="hold">
                                          <p:stCondLst>
                                            <p:cond delay="0"/>
                                          </p:stCondLst>
                                        </p:cTn>
                                        <p:tgtEl>
                                          <p:spTgt spid="48147"/>
                                        </p:tgtEl>
                                        <p:attrNameLst>
                                          <p:attrName>style.visibility</p:attrName>
                                        </p:attrNameLst>
                                      </p:cBhvr>
                                      <p:to>
                                        <p:strVal val="visible"/>
                                      </p:to>
                                    </p:set>
                                    <p:animEffect transition="in" filter="wipe(right)">
                                      <p:cBhvr>
                                        <p:cTn id="73" dur="500"/>
                                        <p:tgtEl>
                                          <p:spTgt spid="48147"/>
                                        </p:tgtEl>
                                      </p:cBhvr>
                                    </p:animEffect>
                                  </p:childTnLst>
                                </p:cTn>
                              </p:par>
                              <p:par>
                                <p:cTn id="74" presetID="22" presetClass="entr" presetSubtype="8" fill="hold" nodeType="withEffect">
                                  <p:stCondLst>
                                    <p:cond delay="0"/>
                                  </p:stCondLst>
                                  <p:childTnLst>
                                    <p:set>
                                      <p:cBhvr>
                                        <p:cTn id="75" dur="1" fill="hold">
                                          <p:stCondLst>
                                            <p:cond delay="0"/>
                                          </p:stCondLst>
                                        </p:cTn>
                                        <p:tgtEl>
                                          <p:spTgt spid="48150"/>
                                        </p:tgtEl>
                                        <p:attrNameLst>
                                          <p:attrName>style.visibility</p:attrName>
                                        </p:attrNameLst>
                                      </p:cBhvr>
                                      <p:to>
                                        <p:strVal val="visible"/>
                                      </p:to>
                                    </p:set>
                                    <p:animEffect transition="in" filter="wipe(left)">
                                      <p:cBhvr>
                                        <p:cTn id="76" dur="500"/>
                                        <p:tgtEl>
                                          <p:spTgt spid="48150"/>
                                        </p:tgtEl>
                                      </p:cBhvr>
                                    </p:animEffect>
                                  </p:childTnLst>
                                </p:cTn>
                              </p:par>
                              <p:par>
                                <p:cTn id="77" presetID="22" presetClass="entr" presetSubtype="8" fill="hold" nodeType="withEffect">
                                  <p:stCondLst>
                                    <p:cond delay="0"/>
                                  </p:stCondLst>
                                  <p:childTnLst>
                                    <p:set>
                                      <p:cBhvr>
                                        <p:cTn id="78" dur="1" fill="hold">
                                          <p:stCondLst>
                                            <p:cond delay="0"/>
                                          </p:stCondLst>
                                        </p:cTn>
                                        <p:tgtEl>
                                          <p:spTgt spid="48145"/>
                                        </p:tgtEl>
                                        <p:attrNameLst>
                                          <p:attrName>style.visibility</p:attrName>
                                        </p:attrNameLst>
                                      </p:cBhvr>
                                      <p:to>
                                        <p:strVal val="visible"/>
                                      </p:to>
                                    </p:set>
                                    <p:animEffect transition="in" filter="wipe(left)">
                                      <p:cBhvr>
                                        <p:cTn id="79" dur="500"/>
                                        <p:tgtEl>
                                          <p:spTgt spid="48145"/>
                                        </p:tgtEl>
                                      </p:cBhvr>
                                    </p:animEffect>
                                  </p:childTnLst>
                                </p:cTn>
                              </p:par>
                              <p:par>
                                <p:cTn id="80" presetID="22" presetClass="entr" presetSubtype="8" fill="hold" nodeType="withEffect">
                                  <p:stCondLst>
                                    <p:cond delay="0"/>
                                  </p:stCondLst>
                                  <p:childTnLst>
                                    <p:set>
                                      <p:cBhvr>
                                        <p:cTn id="81" dur="1" fill="hold">
                                          <p:stCondLst>
                                            <p:cond delay="0"/>
                                          </p:stCondLst>
                                        </p:cTn>
                                        <p:tgtEl>
                                          <p:spTgt spid="48151"/>
                                        </p:tgtEl>
                                        <p:attrNameLst>
                                          <p:attrName>style.visibility</p:attrName>
                                        </p:attrNameLst>
                                      </p:cBhvr>
                                      <p:to>
                                        <p:strVal val="visible"/>
                                      </p:to>
                                    </p:set>
                                    <p:animEffect transition="in" filter="wipe(left)">
                                      <p:cBhvr>
                                        <p:cTn id="82" dur="500"/>
                                        <p:tgtEl>
                                          <p:spTgt spid="48151"/>
                                        </p:tgtEl>
                                      </p:cBhvr>
                                    </p:animEffect>
                                  </p:childTnLst>
                                </p:cTn>
                              </p:par>
                              <p:par>
                                <p:cTn id="83" presetID="22" presetClass="entr" presetSubtype="4" fill="hold" nodeType="withEffect">
                                  <p:stCondLst>
                                    <p:cond delay="0"/>
                                  </p:stCondLst>
                                  <p:childTnLst>
                                    <p:set>
                                      <p:cBhvr>
                                        <p:cTn id="84" dur="1" fill="hold">
                                          <p:stCondLst>
                                            <p:cond delay="0"/>
                                          </p:stCondLst>
                                        </p:cTn>
                                        <p:tgtEl>
                                          <p:spTgt spid="48146"/>
                                        </p:tgtEl>
                                        <p:attrNameLst>
                                          <p:attrName>style.visibility</p:attrName>
                                        </p:attrNameLst>
                                      </p:cBhvr>
                                      <p:to>
                                        <p:strVal val="visible"/>
                                      </p:to>
                                    </p:set>
                                    <p:animEffect transition="in" filter="wipe(down)">
                                      <p:cBhvr>
                                        <p:cTn id="85" dur="500"/>
                                        <p:tgtEl>
                                          <p:spTgt spid="48146"/>
                                        </p:tgtEl>
                                      </p:cBhvr>
                                    </p:animEffect>
                                  </p:childTnLst>
                                </p:cTn>
                              </p:par>
                              <p:par>
                                <p:cTn id="86" presetID="22" presetClass="entr" presetSubtype="8" fill="hold" nodeType="withEffect">
                                  <p:stCondLst>
                                    <p:cond delay="0"/>
                                  </p:stCondLst>
                                  <p:childTnLst>
                                    <p:set>
                                      <p:cBhvr>
                                        <p:cTn id="87" dur="1" fill="hold">
                                          <p:stCondLst>
                                            <p:cond delay="0"/>
                                          </p:stCondLst>
                                        </p:cTn>
                                        <p:tgtEl>
                                          <p:spTgt spid="48152"/>
                                        </p:tgtEl>
                                        <p:attrNameLst>
                                          <p:attrName>style.visibility</p:attrName>
                                        </p:attrNameLst>
                                      </p:cBhvr>
                                      <p:to>
                                        <p:strVal val="visible"/>
                                      </p:to>
                                    </p:set>
                                    <p:animEffect transition="in" filter="wipe(left)">
                                      <p:cBhvr>
                                        <p:cTn id="88" dur="500"/>
                                        <p:tgtEl>
                                          <p:spTgt spid="48152"/>
                                        </p:tgtEl>
                                      </p:cBhvr>
                                    </p:animEffect>
                                  </p:childTnLst>
                                </p:cTn>
                              </p:par>
                            </p:childTnLst>
                          </p:cTn>
                        </p:par>
                        <p:par>
                          <p:cTn id="89" fill="hold" nodeType="afterGroup">
                            <p:stCondLst>
                              <p:cond delay="500"/>
                            </p:stCondLst>
                            <p:childTnLst>
                              <p:par>
                                <p:cTn id="90" presetID="22" presetClass="entr" presetSubtype="8" fill="hold" nodeType="afterEffect">
                                  <p:stCondLst>
                                    <p:cond delay="0"/>
                                  </p:stCondLst>
                                  <p:childTnLst>
                                    <p:set>
                                      <p:cBhvr>
                                        <p:cTn id="91" dur="1" fill="hold">
                                          <p:stCondLst>
                                            <p:cond delay="0"/>
                                          </p:stCondLst>
                                        </p:cTn>
                                        <p:tgtEl>
                                          <p:spTgt spid="48148"/>
                                        </p:tgtEl>
                                        <p:attrNameLst>
                                          <p:attrName>style.visibility</p:attrName>
                                        </p:attrNameLst>
                                      </p:cBhvr>
                                      <p:to>
                                        <p:strVal val="visible"/>
                                      </p:to>
                                    </p:set>
                                    <p:animEffect transition="in" filter="wipe(left)">
                                      <p:cBhvr>
                                        <p:cTn id="92" dur="500"/>
                                        <p:tgtEl>
                                          <p:spTgt spid="48148"/>
                                        </p:tgtEl>
                                      </p:cBhvr>
                                    </p:animEffect>
                                  </p:childTnLst>
                                </p:cTn>
                              </p:par>
                            </p:childTnLst>
                          </p:cTn>
                        </p:par>
                        <p:par>
                          <p:cTn id="93" fill="hold" nodeType="afterGroup">
                            <p:stCondLst>
                              <p:cond delay="1000"/>
                            </p:stCondLst>
                            <p:childTnLst>
                              <p:par>
                                <p:cTn id="94" presetID="22" presetClass="entr" presetSubtype="8" fill="hold" nodeType="afterEffect">
                                  <p:stCondLst>
                                    <p:cond delay="0"/>
                                  </p:stCondLst>
                                  <p:childTnLst>
                                    <p:set>
                                      <p:cBhvr>
                                        <p:cTn id="95" dur="1" fill="hold">
                                          <p:stCondLst>
                                            <p:cond delay="0"/>
                                          </p:stCondLst>
                                        </p:cTn>
                                        <p:tgtEl>
                                          <p:spTgt spid="48161"/>
                                        </p:tgtEl>
                                        <p:attrNameLst>
                                          <p:attrName>style.visibility</p:attrName>
                                        </p:attrNameLst>
                                      </p:cBhvr>
                                      <p:to>
                                        <p:strVal val="visible"/>
                                      </p:to>
                                    </p:set>
                                    <p:animEffect transition="in" filter="wipe(left)">
                                      <p:cBhvr>
                                        <p:cTn id="96" dur="500"/>
                                        <p:tgtEl>
                                          <p:spTgt spid="48161"/>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48154"/>
                                        </p:tgtEl>
                                        <p:attrNameLst>
                                          <p:attrName>style.visibility</p:attrName>
                                        </p:attrNameLst>
                                      </p:cBhvr>
                                      <p:to>
                                        <p:strVal val="visible"/>
                                      </p:to>
                                    </p:set>
                                    <p:animEffect transition="in" filter="wipe(left)">
                                      <p:cBhvr>
                                        <p:cTn id="101" dur="500"/>
                                        <p:tgtEl>
                                          <p:spTgt spid="48154"/>
                                        </p:tgtEl>
                                      </p:cBhvr>
                                    </p:animEffect>
                                  </p:childTnLst>
                                </p:cTn>
                              </p:par>
                            </p:childTnLst>
                          </p:cTn>
                        </p:par>
                        <p:par>
                          <p:cTn id="102" fill="hold" nodeType="afterGroup">
                            <p:stCondLst>
                              <p:cond delay="500"/>
                            </p:stCondLst>
                            <p:childTnLst>
                              <p:par>
                                <p:cTn id="103" presetID="22" presetClass="entr" presetSubtype="8" fill="hold" nodeType="afterEffect">
                                  <p:stCondLst>
                                    <p:cond delay="0"/>
                                  </p:stCondLst>
                                  <p:childTnLst>
                                    <p:set>
                                      <p:cBhvr>
                                        <p:cTn id="104" dur="1" fill="hold">
                                          <p:stCondLst>
                                            <p:cond delay="0"/>
                                          </p:stCondLst>
                                        </p:cTn>
                                        <p:tgtEl>
                                          <p:spTgt spid="48157"/>
                                        </p:tgtEl>
                                        <p:attrNameLst>
                                          <p:attrName>style.visibility</p:attrName>
                                        </p:attrNameLst>
                                      </p:cBhvr>
                                      <p:to>
                                        <p:strVal val="visible"/>
                                      </p:to>
                                    </p:set>
                                    <p:animEffect transition="in" filter="wipe(left)">
                                      <p:cBhvr>
                                        <p:cTn id="105" dur="500"/>
                                        <p:tgtEl>
                                          <p:spTgt spid="48157"/>
                                        </p:tgtEl>
                                      </p:cBhvr>
                                    </p:animEffect>
                                  </p:childTnLst>
                                </p:cTn>
                              </p:par>
                            </p:childTnLst>
                          </p:cTn>
                        </p:par>
                        <p:par>
                          <p:cTn id="106" fill="hold" nodeType="afterGroup">
                            <p:stCondLst>
                              <p:cond delay="1000"/>
                            </p:stCondLst>
                            <p:childTnLst>
                              <p:par>
                                <p:cTn id="107" presetID="22" presetClass="entr" presetSubtype="8" fill="hold" nodeType="afterEffect">
                                  <p:stCondLst>
                                    <p:cond delay="0"/>
                                  </p:stCondLst>
                                  <p:childTnLst>
                                    <p:set>
                                      <p:cBhvr>
                                        <p:cTn id="108" dur="1" fill="hold">
                                          <p:stCondLst>
                                            <p:cond delay="0"/>
                                          </p:stCondLst>
                                        </p:cTn>
                                        <p:tgtEl>
                                          <p:spTgt spid="48155"/>
                                        </p:tgtEl>
                                        <p:attrNameLst>
                                          <p:attrName>style.visibility</p:attrName>
                                        </p:attrNameLst>
                                      </p:cBhvr>
                                      <p:to>
                                        <p:strVal val="visible"/>
                                      </p:to>
                                    </p:set>
                                    <p:animEffect transition="in" filter="wipe(left)">
                                      <p:cBhvr>
                                        <p:cTn id="109" dur="500"/>
                                        <p:tgtEl>
                                          <p:spTgt spid="48155"/>
                                        </p:tgtEl>
                                      </p:cBhvr>
                                    </p:animEffect>
                                  </p:childTnLst>
                                </p:cTn>
                              </p:par>
                            </p:childTnLst>
                          </p:cTn>
                        </p:par>
                        <p:par>
                          <p:cTn id="110" fill="hold" nodeType="afterGroup">
                            <p:stCondLst>
                              <p:cond delay="1500"/>
                            </p:stCondLst>
                            <p:childTnLst>
                              <p:par>
                                <p:cTn id="111" presetID="22" presetClass="entr" presetSubtype="8" fill="hold" nodeType="afterEffect">
                                  <p:stCondLst>
                                    <p:cond delay="0"/>
                                  </p:stCondLst>
                                  <p:childTnLst>
                                    <p:set>
                                      <p:cBhvr>
                                        <p:cTn id="112" dur="1" fill="hold">
                                          <p:stCondLst>
                                            <p:cond delay="0"/>
                                          </p:stCondLst>
                                        </p:cTn>
                                        <p:tgtEl>
                                          <p:spTgt spid="48159"/>
                                        </p:tgtEl>
                                        <p:attrNameLst>
                                          <p:attrName>style.visibility</p:attrName>
                                        </p:attrNameLst>
                                      </p:cBhvr>
                                      <p:to>
                                        <p:strVal val="visible"/>
                                      </p:to>
                                    </p:set>
                                    <p:animEffect transition="in" filter="wipe(left)">
                                      <p:cBhvr>
                                        <p:cTn id="113" dur="500"/>
                                        <p:tgtEl>
                                          <p:spTgt spid="48159"/>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48144"/>
                                        </p:tgtEl>
                                        <p:attrNameLst>
                                          <p:attrName>style.visibility</p:attrName>
                                        </p:attrNameLst>
                                      </p:cBhvr>
                                      <p:to>
                                        <p:strVal val="visible"/>
                                      </p:to>
                                    </p:set>
                                    <p:animEffect transition="in" filter="wipe(left)">
                                      <p:cBhvr>
                                        <p:cTn id="118" dur="500"/>
                                        <p:tgtEl>
                                          <p:spTgt spid="48144"/>
                                        </p:tgtEl>
                                      </p:cBhvr>
                                    </p:animEffect>
                                  </p:childTnLst>
                                </p:cTn>
                              </p:par>
                            </p:childTnLst>
                          </p:cTn>
                        </p:par>
                        <p:par>
                          <p:cTn id="119" fill="hold" nodeType="afterGroup">
                            <p:stCondLst>
                              <p:cond delay="500"/>
                            </p:stCondLst>
                            <p:childTnLst>
                              <p:par>
                                <p:cTn id="120" presetID="22" presetClass="entr" presetSubtype="8" fill="hold" nodeType="afterEffect">
                                  <p:stCondLst>
                                    <p:cond delay="0"/>
                                  </p:stCondLst>
                                  <p:childTnLst>
                                    <p:set>
                                      <p:cBhvr>
                                        <p:cTn id="121" dur="1" fill="hold">
                                          <p:stCondLst>
                                            <p:cond delay="0"/>
                                          </p:stCondLst>
                                        </p:cTn>
                                        <p:tgtEl>
                                          <p:spTgt spid="48149"/>
                                        </p:tgtEl>
                                        <p:attrNameLst>
                                          <p:attrName>style.visibility</p:attrName>
                                        </p:attrNameLst>
                                      </p:cBhvr>
                                      <p:to>
                                        <p:strVal val="visible"/>
                                      </p:to>
                                    </p:set>
                                    <p:animEffect transition="in" filter="wipe(left)">
                                      <p:cBhvr>
                                        <p:cTn id="122" dur="500"/>
                                        <p:tgtEl>
                                          <p:spTgt spid="48149"/>
                                        </p:tgtEl>
                                      </p:cBhvr>
                                    </p:animEffect>
                                  </p:childTnLst>
                                </p:cTn>
                              </p:par>
                            </p:childTnLst>
                          </p:cTn>
                        </p:par>
                        <p:par>
                          <p:cTn id="123" fill="hold" nodeType="afterGroup">
                            <p:stCondLst>
                              <p:cond delay="1000"/>
                            </p:stCondLst>
                            <p:childTnLst>
                              <p:par>
                                <p:cTn id="124" presetID="22" presetClass="entr" presetSubtype="8" fill="hold" nodeType="afterEffect">
                                  <p:stCondLst>
                                    <p:cond delay="0"/>
                                  </p:stCondLst>
                                  <p:childTnLst>
                                    <p:set>
                                      <p:cBhvr>
                                        <p:cTn id="125" dur="1" fill="hold">
                                          <p:stCondLst>
                                            <p:cond delay="0"/>
                                          </p:stCondLst>
                                        </p:cTn>
                                        <p:tgtEl>
                                          <p:spTgt spid="48158"/>
                                        </p:tgtEl>
                                        <p:attrNameLst>
                                          <p:attrName>style.visibility</p:attrName>
                                        </p:attrNameLst>
                                      </p:cBhvr>
                                      <p:to>
                                        <p:strVal val="visible"/>
                                      </p:to>
                                    </p:set>
                                    <p:animEffect transition="in" filter="wipe(left)">
                                      <p:cBhvr>
                                        <p:cTn id="126" dur="500"/>
                                        <p:tgtEl>
                                          <p:spTgt spid="48158"/>
                                        </p:tgtEl>
                                      </p:cBhvr>
                                    </p:animEffect>
                                  </p:childTnLst>
                                </p:cTn>
                              </p:par>
                            </p:childTnLst>
                          </p:cTn>
                        </p:par>
                        <p:par>
                          <p:cTn id="127" fill="hold" nodeType="afterGroup">
                            <p:stCondLst>
                              <p:cond delay="1500"/>
                            </p:stCondLst>
                            <p:childTnLst>
                              <p:par>
                                <p:cTn id="128" presetID="22" presetClass="entr" presetSubtype="8" fill="hold" nodeType="afterEffect">
                                  <p:stCondLst>
                                    <p:cond delay="0"/>
                                  </p:stCondLst>
                                  <p:childTnLst>
                                    <p:set>
                                      <p:cBhvr>
                                        <p:cTn id="129" dur="1" fill="hold">
                                          <p:stCondLst>
                                            <p:cond delay="0"/>
                                          </p:stCondLst>
                                        </p:cTn>
                                        <p:tgtEl>
                                          <p:spTgt spid="48156"/>
                                        </p:tgtEl>
                                        <p:attrNameLst>
                                          <p:attrName>style.visibility</p:attrName>
                                        </p:attrNameLst>
                                      </p:cBhvr>
                                      <p:to>
                                        <p:strVal val="visible"/>
                                      </p:to>
                                    </p:set>
                                    <p:animEffect transition="in" filter="wipe(left)">
                                      <p:cBhvr>
                                        <p:cTn id="130" dur="500"/>
                                        <p:tgtEl>
                                          <p:spTgt spid="48156"/>
                                        </p:tgtEl>
                                      </p:cBhvr>
                                    </p:animEffect>
                                  </p:childTnLst>
                                </p:cTn>
                              </p:par>
                            </p:childTnLst>
                          </p:cTn>
                        </p:par>
                        <p:par>
                          <p:cTn id="131" fill="hold" nodeType="afterGroup">
                            <p:stCondLst>
                              <p:cond delay="2000"/>
                            </p:stCondLst>
                            <p:childTnLst>
                              <p:par>
                                <p:cTn id="132" presetID="22" presetClass="entr" presetSubtype="8" fill="hold" nodeType="afterEffect">
                                  <p:stCondLst>
                                    <p:cond delay="0"/>
                                  </p:stCondLst>
                                  <p:childTnLst>
                                    <p:set>
                                      <p:cBhvr>
                                        <p:cTn id="133" dur="1" fill="hold">
                                          <p:stCondLst>
                                            <p:cond delay="0"/>
                                          </p:stCondLst>
                                        </p:cTn>
                                        <p:tgtEl>
                                          <p:spTgt spid="48160"/>
                                        </p:tgtEl>
                                        <p:attrNameLst>
                                          <p:attrName>style.visibility</p:attrName>
                                        </p:attrNameLst>
                                      </p:cBhvr>
                                      <p:to>
                                        <p:strVal val="visible"/>
                                      </p:to>
                                    </p:set>
                                    <p:animEffect transition="in" filter="wipe(left)">
                                      <p:cBhvr>
                                        <p:cTn id="134" dur="500"/>
                                        <p:tgtEl>
                                          <p:spTgt spid="48160"/>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48162"/>
                                        </p:tgtEl>
                                        <p:attrNameLst>
                                          <p:attrName>style.visibility</p:attrName>
                                        </p:attrNameLst>
                                      </p:cBhvr>
                                      <p:to>
                                        <p:strVal val="visible"/>
                                      </p:to>
                                    </p:set>
                                    <p:animEffect transition="in" filter="wipe(left)">
                                      <p:cBhvr>
                                        <p:cTn id="139" dur="500"/>
                                        <p:tgtEl>
                                          <p:spTgt spid="48162"/>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48163"/>
                                        </p:tgtEl>
                                        <p:attrNameLst>
                                          <p:attrName>style.visibility</p:attrName>
                                        </p:attrNameLst>
                                      </p:cBhvr>
                                      <p:to>
                                        <p:strVal val="visible"/>
                                      </p:to>
                                    </p:set>
                                    <p:animEffect transition="in" filter="wipe(left)">
                                      <p:cBhvr>
                                        <p:cTn id="144" dur="500"/>
                                        <p:tgtEl>
                                          <p:spTgt spid="48163"/>
                                        </p:tgtEl>
                                      </p:cBhvr>
                                    </p:animEffect>
                                  </p:childTnLst>
                                </p:cTn>
                              </p:par>
                            </p:childTnLst>
                          </p:cTn>
                        </p:par>
                        <p:par>
                          <p:cTn id="145" fill="hold" nodeType="afterGroup">
                            <p:stCondLst>
                              <p:cond delay="500"/>
                            </p:stCondLst>
                            <p:childTnLst>
                              <p:par>
                                <p:cTn id="146" presetID="22" presetClass="entr" presetSubtype="8" fill="hold" nodeType="afterEffect">
                                  <p:stCondLst>
                                    <p:cond delay="0"/>
                                  </p:stCondLst>
                                  <p:childTnLst>
                                    <p:set>
                                      <p:cBhvr>
                                        <p:cTn id="147" dur="1" fill="hold">
                                          <p:stCondLst>
                                            <p:cond delay="0"/>
                                          </p:stCondLst>
                                        </p:cTn>
                                        <p:tgtEl>
                                          <p:spTgt spid="48172"/>
                                        </p:tgtEl>
                                        <p:attrNameLst>
                                          <p:attrName>style.visibility</p:attrName>
                                        </p:attrNameLst>
                                      </p:cBhvr>
                                      <p:to>
                                        <p:strVal val="visible"/>
                                      </p:to>
                                    </p:set>
                                    <p:animEffect transition="in" filter="wipe(left)">
                                      <p:cBhvr>
                                        <p:cTn id="148" dur="500"/>
                                        <p:tgtEl>
                                          <p:spTgt spid="48172"/>
                                        </p:tgtEl>
                                      </p:cBhvr>
                                    </p:animEffect>
                                  </p:childTnLst>
                                </p:cTn>
                              </p:par>
                            </p:childTnLst>
                          </p:cTn>
                        </p:par>
                        <p:par>
                          <p:cTn id="149" fill="hold" nodeType="afterGroup">
                            <p:stCondLst>
                              <p:cond delay="1000"/>
                            </p:stCondLst>
                            <p:childTnLst>
                              <p:par>
                                <p:cTn id="150" presetID="22" presetClass="entr" presetSubtype="8" fill="hold" nodeType="afterEffect">
                                  <p:stCondLst>
                                    <p:cond delay="0"/>
                                  </p:stCondLst>
                                  <p:childTnLst>
                                    <p:set>
                                      <p:cBhvr>
                                        <p:cTn id="151" dur="1" fill="hold">
                                          <p:stCondLst>
                                            <p:cond delay="0"/>
                                          </p:stCondLst>
                                        </p:cTn>
                                        <p:tgtEl>
                                          <p:spTgt spid="48173"/>
                                        </p:tgtEl>
                                        <p:attrNameLst>
                                          <p:attrName>style.visibility</p:attrName>
                                        </p:attrNameLst>
                                      </p:cBhvr>
                                      <p:to>
                                        <p:strVal val="visible"/>
                                      </p:to>
                                    </p:set>
                                    <p:animEffect transition="in" filter="wipe(left)">
                                      <p:cBhvr>
                                        <p:cTn id="152" dur="500"/>
                                        <p:tgtEl>
                                          <p:spTgt spid="48173"/>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48165"/>
                                        </p:tgtEl>
                                        <p:attrNameLst>
                                          <p:attrName>style.visibility</p:attrName>
                                        </p:attrNameLst>
                                      </p:cBhvr>
                                      <p:to>
                                        <p:strVal val="visible"/>
                                      </p:to>
                                    </p:set>
                                    <p:animEffect transition="in" filter="wipe(left)">
                                      <p:cBhvr>
                                        <p:cTn id="157" dur="500"/>
                                        <p:tgtEl>
                                          <p:spTgt spid="48165"/>
                                        </p:tgtEl>
                                      </p:cBhvr>
                                    </p:animEffect>
                                  </p:childTnLst>
                                </p:cTn>
                              </p:par>
                            </p:childTnLst>
                          </p:cTn>
                        </p:par>
                        <p:par>
                          <p:cTn id="158" fill="hold" nodeType="afterGroup">
                            <p:stCondLst>
                              <p:cond delay="500"/>
                            </p:stCondLst>
                            <p:childTnLst>
                              <p:par>
                                <p:cTn id="159" presetID="22" presetClass="entr" presetSubtype="8" fill="hold" nodeType="afterEffect">
                                  <p:stCondLst>
                                    <p:cond delay="0"/>
                                  </p:stCondLst>
                                  <p:childTnLst>
                                    <p:set>
                                      <p:cBhvr>
                                        <p:cTn id="160" dur="1" fill="hold">
                                          <p:stCondLst>
                                            <p:cond delay="0"/>
                                          </p:stCondLst>
                                        </p:cTn>
                                        <p:tgtEl>
                                          <p:spTgt spid="48168"/>
                                        </p:tgtEl>
                                        <p:attrNameLst>
                                          <p:attrName>style.visibility</p:attrName>
                                        </p:attrNameLst>
                                      </p:cBhvr>
                                      <p:to>
                                        <p:strVal val="visible"/>
                                      </p:to>
                                    </p:set>
                                    <p:animEffect transition="in" filter="wipe(left)">
                                      <p:cBhvr>
                                        <p:cTn id="161" dur="500"/>
                                        <p:tgtEl>
                                          <p:spTgt spid="48168"/>
                                        </p:tgtEl>
                                      </p:cBhvr>
                                    </p:animEffect>
                                  </p:childTnLst>
                                </p:cTn>
                              </p:par>
                            </p:childTnLst>
                          </p:cTn>
                        </p:par>
                        <p:par>
                          <p:cTn id="162" fill="hold" nodeType="afterGroup">
                            <p:stCondLst>
                              <p:cond delay="1000"/>
                            </p:stCondLst>
                            <p:childTnLst>
                              <p:par>
                                <p:cTn id="163" presetID="22" presetClass="entr" presetSubtype="8" fill="hold" nodeType="afterEffect">
                                  <p:stCondLst>
                                    <p:cond delay="0"/>
                                  </p:stCondLst>
                                  <p:childTnLst>
                                    <p:set>
                                      <p:cBhvr>
                                        <p:cTn id="164" dur="1" fill="hold">
                                          <p:stCondLst>
                                            <p:cond delay="0"/>
                                          </p:stCondLst>
                                        </p:cTn>
                                        <p:tgtEl>
                                          <p:spTgt spid="48166"/>
                                        </p:tgtEl>
                                        <p:attrNameLst>
                                          <p:attrName>style.visibility</p:attrName>
                                        </p:attrNameLst>
                                      </p:cBhvr>
                                      <p:to>
                                        <p:strVal val="visible"/>
                                      </p:to>
                                    </p:set>
                                    <p:animEffect transition="in" filter="wipe(left)">
                                      <p:cBhvr>
                                        <p:cTn id="165" dur="500"/>
                                        <p:tgtEl>
                                          <p:spTgt spid="48166"/>
                                        </p:tgtEl>
                                      </p:cBhvr>
                                    </p:animEffect>
                                  </p:childTnLst>
                                </p:cTn>
                              </p:par>
                            </p:childTnLst>
                          </p:cTn>
                        </p:par>
                        <p:par>
                          <p:cTn id="166" fill="hold" nodeType="afterGroup">
                            <p:stCondLst>
                              <p:cond delay="1500"/>
                            </p:stCondLst>
                            <p:childTnLst>
                              <p:par>
                                <p:cTn id="167" presetID="22" presetClass="entr" presetSubtype="8" fill="hold" nodeType="afterEffect">
                                  <p:stCondLst>
                                    <p:cond delay="0"/>
                                  </p:stCondLst>
                                  <p:childTnLst>
                                    <p:set>
                                      <p:cBhvr>
                                        <p:cTn id="168" dur="1" fill="hold">
                                          <p:stCondLst>
                                            <p:cond delay="0"/>
                                          </p:stCondLst>
                                        </p:cTn>
                                        <p:tgtEl>
                                          <p:spTgt spid="48169"/>
                                        </p:tgtEl>
                                        <p:attrNameLst>
                                          <p:attrName>style.visibility</p:attrName>
                                        </p:attrNameLst>
                                      </p:cBhvr>
                                      <p:to>
                                        <p:strVal val="visible"/>
                                      </p:to>
                                    </p:set>
                                    <p:animEffect transition="in" filter="wipe(left)">
                                      <p:cBhvr>
                                        <p:cTn id="169" dur="500"/>
                                        <p:tgtEl>
                                          <p:spTgt spid="48169"/>
                                        </p:tgtEl>
                                      </p:cBhvr>
                                    </p:animEffect>
                                  </p:childTnLst>
                                </p:cTn>
                              </p:par>
                            </p:childTnLst>
                          </p:cTn>
                        </p:par>
                        <p:par>
                          <p:cTn id="170" fill="hold" nodeType="afterGroup">
                            <p:stCondLst>
                              <p:cond delay="2000"/>
                            </p:stCondLst>
                            <p:childTnLst>
                              <p:par>
                                <p:cTn id="171" presetID="22" presetClass="entr" presetSubtype="8" fill="hold" nodeType="afterEffect">
                                  <p:stCondLst>
                                    <p:cond delay="0"/>
                                  </p:stCondLst>
                                  <p:childTnLst>
                                    <p:set>
                                      <p:cBhvr>
                                        <p:cTn id="172" dur="1" fill="hold">
                                          <p:stCondLst>
                                            <p:cond delay="0"/>
                                          </p:stCondLst>
                                        </p:cTn>
                                        <p:tgtEl>
                                          <p:spTgt spid="48167"/>
                                        </p:tgtEl>
                                        <p:attrNameLst>
                                          <p:attrName>style.visibility</p:attrName>
                                        </p:attrNameLst>
                                      </p:cBhvr>
                                      <p:to>
                                        <p:strVal val="visible"/>
                                      </p:to>
                                    </p:set>
                                    <p:animEffect transition="in" filter="wipe(left)">
                                      <p:cBhvr>
                                        <p:cTn id="173" dur="500"/>
                                        <p:tgtEl>
                                          <p:spTgt spid="48167"/>
                                        </p:tgtEl>
                                      </p:cBhvr>
                                    </p:animEffect>
                                  </p:childTnLst>
                                </p:cTn>
                              </p:par>
                            </p:childTnLst>
                          </p:cTn>
                        </p:par>
                        <p:par>
                          <p:cTn id="174" fill="hold" nodeType="afterGroup">
                            <p:stCondLst>
                              <p:cond delay="2500"/>
                            </p:stCondLst>
                            <p:childTnLst>
                              <p:par>
                                <p:cTn id="175" presetID="22" presetClass="entr" presetSubtype="8" fill="hold" nodeType="afterEffect">
                                  <p:stCondLst>
                                    <p:cond delay="0"/>
                                  </p:stCondLst>
                                  <p:childTnLst>
                                    <p:set>
                                      <p:cBhvr>
                                        <p:cTn id="176" dur="1" fill="hold">
                                          <p:stCondLst>
                                            <p:cond delay="0"/>
                                          </p:stCondLst>
                                        </p:cTn>
                                        <p:tgtEl>
                                          <p:spTgt spid="48170"/>
                                        </p:tgtEl>
                                        <p:attrNameLst>
                                          <p:attrName>style.visibility</p:attrName>
                                        </p:attrNameLst>
                                      </p:cBhvr>
                                      <p:to>
                                        <p:strVal val="visible"/>
                                      </p:to>
                                    </p:set>
                                    <p:animEffect transition="in" filter="wipe(left)">
                                      <p:cBhvr>
                                        <p:cTn id="177" dur="500"/>
                                        <p:tgtEl>
                                          <p:spTgt spid="48170"/>
                                        </p:tgtEl>
                                      </p:cBhvr>
                                    </p:animEffect>
                                  </p:childTnLst>
                                </p:cTn>
                              </p:par>
                            </p:childTnLst>
                          </p:cTn>
                        </p:par>
                        <p:par>
                          <p:cTn id="178" fill="hold" nodeType="afterGroup">
                            <p:stCondLst>
                              <p:cond delay="3000"/>
                            </p:stCondLst>
                            <p:childTnLst>
                              <p:par>
                                <p:cTn id="179" presetID="1" presetClass="entr" presetSubtype="0" fill="hold" nodeType="afterEffect">
                                  <p:stCondLst>
                                    <p:cond delay="0"/>
                                  </p:stCondLst>
                                  <p:childTnLst>
                                    <p:set>
                                      <p:cBhvr>
                                        <p:cTn id="180" dur="1" fill="hold">
                                          <p:stCondLst>
                                            <p:cond delay="0"/>
                                          </p:stCondLst>
                                        </p:cTn>
                                        <p:tgtEl>
                                          <p:spTgt spid="48164"/>
                                        </p:tgtEl>
                                        <p:attrNameLst>
                                          <p:attrName>style.visibility</p:attrName>
                                        </p:attrNameLst>
                                      </p:cBhvr>
                                      <p:to>
                                        <p:strVal val="visible"/>
                                      </p:to>
                                    </p:se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8" fill="hold" nodeType="clickEffect">
                                  <p:stCondLst>
                                    <p:cond delay="0"/>
                                  </p:stCondLst>
                                  <p:childTnLst>
                                    <p:set>
                                      <p:cBhvr>
                                        <p:cTn id="184" dur="1" fill="hold">
                                          <p:stCondLst>
                                            <p:cond delay="0"/>
                                          </p:stCondLst>
                                        </p:cTn>
                                        <p:tgtEl>
                                          <p:spTgt spid="48171"/>
                                        </p:tgtEl>
                                        <p:attrNameLst>
                                          <p:attrName>style.visibility</p:attrName>
                                        </p:attrNameLst>
                                      </p:cBhvr>
                                      <p:to>
                                        <p:strVal val="visible"/>
                                      </p:to>
                                    </p:set>
                                    <p:animEffect transition="in" filter="wipe(left)">
                                      <p:cBhvr>
                                        <p:cTn id="185" dur="500"/>
                                        <p:tgtEl>
                                          <p:spTgt spid="48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P spid="48132" grpId="0"/>
      <p:bldP spid="48133" grpId="0" autoUpdateAnimBg="0"/>
      <p:bldP spid="48135" grpId="0" autoUpdateAnimBg="0"/>
      <p:bldP spid="48137" grpId="0" autoUpdateAnimBg="0"/>
      <p:bldP spid="48139" grpId="0" autoUpdateAnimBg="0"/>
      <p:bldP spid="48140" grpId="0" autoUpdateAnimBg="0"/>
      <p:bldP spid="48142" grpId="0" animBg="1"/>
      <p:bldP spid="48150" grpId="0" autoUpdateAnimBg="0"/>
      <p:bldP spid="48151" grpId="0" autoUpdateAnimBg="0"/>
      <p:bldP spid="48152" grpId="0" autoUpdateAnimBg="0"/>
      <p:bldP spid="48153" grpId="0"/>
      <p:bldP spid="48163" grpId="0" autoUpdateAnimBg="0"/>
      <p:bldP spid="48164" grpId="0" animBg="1"/>
      <p:bldP spid="48171" grpId="0" autoUpdateAnimBg="0"/>
      <p:bldP spid="48172" grpId="0"/>
      <p:bldP spid="4817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2">
            <a:extLst>
              <a:ext uri="{FF2B5EF4-FFF2-40B4-BE49-F238E27FC236}">
                <a16:creationId xmlns:a16="http://schemas.microsoft.com/office/drawing/2014/main" id="{65CE68C0-8C53-4B31-9434-C6065AA045F8}"/>
              </a:ext>
            </a:extLst>
          </p:cNvPr>
          <p:cNvGraphicFramePr>
            <a:graphicFrameLocks/>
          </p:cNvGraphicFramePr>
          <p:nvPr/>
        </p:nvGraphicFramePr>
        <p:xfrm>
          <a:off x="981075" y="836613"/>
          <a:ext cx="3289300" cy="2371725"/>
        </p:xfrm>
        <a:graphic>
          <a:graphicData uri="http://schemas.openxmlformats.org/presentationml/2006/ole">
            <mc:AlternateContent xmlns:mc="http://schemas.openxmlformats.org/markup-compatibility/2006">
              <mc:Choice xmlns:v="urn:schemas-microsoft-com:vml" Requires="v">
                <p:oleObj name="公式" r:id="rId2" imgW="3246058" imgH="2308777" progId="Equation.3">
                  <p:embed/>
                </p:oleObj>
              </mc:Choice>
              <mc:Fallback>
                <p:oleObj name="公式" r:id="rId2" imgW="3246058" imgH="2308777"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075" y="836613"/>
                        <a:ext cx="3289300" cy="23717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55" name="Text Box 3">
            <a:extLst>
              <a:ext uri="{FF2B5EF4-FFF2-40B4-BE49-F238E27FC236}">
                <a16:creationId xmlns:a16="http://schemas.microsoft.com/office/drawing/2014/main" id="{7469ABBA-D4A6-FE7B-72F0-6AF0AB67F7EE}"/>
              </a:ext>
            </a:extLst>
          </p:cNvPr>
          <p:cNvSpPr txBox="1">
            <a:spLocks noChangeArrowheads="1"/>
          </p:cNvSpPr>
          <p:nvPr/>
        </p:nvSpPr>
        <p:spPr bwMode="auto">
          <a:xfrm>
            <a:off x="755650" y="4652963"/>
            <a:ext cx="4191000" cy="93662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5000"/>
              </a:lnSpc>
            </a:pPr>
            <a:r>
              <a:rPr lang="zh-CN" altLang="en-US" sz="2000">
                <a:latin typeface="Times New Roman" panose="02020603050405020304" pitchFamily="18" charset="0"/>
                <a:ea typeface="楷体_GB2312" pitchFamily="49" charset="-122"/>
              </a:rPr>
              <a:t>在力的整个作用时间内，平均力的冲量等于变力的冲量</a:t>
            </a:r>
            <a:endParaRPr lang="zh-CN" altLang="en-US" sz="2000" b="0">
              <a:latin typeface="Times New Roman" panose="02020603050405020304" pitchFamily="18" charset="0"/>
              <a:ea typeface="楷体_GB2312" pitchFamily="49" charset="-122"/>
            </a:endParaRPr>
          </a:p>
        </p:txBody>
      </p:sp>
      <p:graphicFrame>
        <p:nvGraphicFramePr>
          <p:cNvPr id="49156" name="Object 4">
            <a:extLst>
              <a:ext uri="{FF2B5EF4-FFF2-40B4-BE49-F238E27FC236}">
                <a16:creationId xmlns:a16="http://schemas.microsoft.com/office/drawing/2014/main" id="{12230146-8462-9DAB-7E3D-C235713D0A3C}"/>
              </a:ext>
            </a:extLst>
          </p:cNvPr>
          <p:cNvGraphicFramePr>
            <a:graphicFrameLocks/>
          </p:cNvGraphicFramePr>
          <p:nvPr/>
        </p:nvGraphicFramePr>
        <p:xfrm>
          <a:off x="1187450" y="3789363"/>
          <a:ext cx="3314700" cy="787400"/>
        </p:xfrm>
        <a:graphic>
          <a:graphicData uri="http://schemas.openxmlformats.org/presentationml/2006/ole">
            <mc:AlternateContent xmlns:mc="http://schemas.openxmlformats.org/markup-compatibility/2006">
              <mc:Choice xmlns:v="urn:schemas-microsoft-com:vml" Requires="v">
                <p:oleObj name="公式" r:id="rId4" imgW="3246058" imgH="731686" progId="Equation.3">
                  <p:embed/>
                </p:oleObj>
              </mc:Choice>
              <mc:Fallback>
                <p:oleObj name="公式" r:id="rId4" imgW="3246058" imgH="731686"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3789363"/>
                        <a:ext cx="3314700" cy="7874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7" name="Object 5">
            <a:extLst>
              <a:ext uri="{FF2B5EF4-FFF2-40B4-BE49-F238E27FC236}">
                <a16:creationId xmlns:a16="http://schemas.microsoft.com/office/drawing/2014/main" id="{AE25457D-8F09-5ADB-E645-EA2E56C267A9}"/>
              </a:ext>
            </a:extLst>
          </p:cNvPr>
          <p:cNvGraphicFramePr>
            <a:graphicFrameLocks noChangeAspect="1"/>
          </p:cNvGraphicFramePr>
          <p:nvPr/>
        </p:nvGraphicFramePr>
        <p:xfrm>
          <a:off x="5327650" y="3781425"/>
          <a:ext cx="309563" cy="373063"/>
        </p:xfrm>
        <a:graphic>
          <a:graphicData uri="http://schemas.openxmlformats.org/presentationml/2006/ole">
            <mc:AlternateContent xmlns:mc="http://schemas.openxmlformats.org/markup-compatibility/2006">
              <mc:Choice xmlns:v="urn:schemas-microsoft-com:vml" Requires="v">
                <p:oleObj name="Equation" r:id="rId6" imgW="175167" imgH="175066" progId="Equation.3">
                  <p:embed/>
                </p:oleObj>
              </mc:Choice>
              <mc:Fallback>
                <p:oleObj name="Equation" r:id="rId6" imgW="175167" imgH="175066"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7650" y="3781425"/>
                        <a:ext cx="309563" cy="3730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8" name="Object 6">
            <a:extLst>
              <a:ext uri="{FF2B5EF4-FFF2-40B4-BE49-F238E27FC236}">
                <a16:creationId xmlns:a16="http://schemas.microsoft.com/office/drawing/2014/main" id="{D3D44458-7AEB-11A3-F63F-ED2EB3685653}"/>
              </a:ext>
            </a:extLst>
          </p:cNvPr>
          <p:cNvGraphicFramePr>
            <a:graphicFrameLocks noChangeAspect="1"/>
          </p:cNvGraphicFramePr>
          <p:nvPr/>
        </p:nvGraphicFramePr>
        <p:xfrm>
          <a:off x="5322888" y="4276725"/>
          <a:ext cx="309562" cy="455613"/>
        </p:xfrm>
        <a:graphic>
          <a:graphicData uri="http://schemas.openxmlformats.org/presentationml/2006/ole">
            <mc:AlternateContent xmlns:mc="http://schemas.openxmlformats.org/markup-compatibility/2006">
              <mc:Choice xmlns:v="urn:schemas-microsoft-com:vml" Requires="v">
                <p:oleObj name="Equation" r:id="rId8" imgW="175167" imgH="228434" progId="Equation.3">
                  <p:embed/>
                </p:oleObj>
              </mc:Choice>
              <mc:Fallback>
                <p:oleObj name="Equation" r:id="rId8" imgW="175167" imgH="228434"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22888" y="4276725"/>
                        <a:ext cx="309562" cy="4556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a:extLst>
              <a:ext uri="{FF2B5EF4-FFF2-40B4-BE49-F238E27FC236}">
                <a16:creationId xmlns:a16="http://schemas.microsoft.com/office/drawing/2014/main" id="{84934E73-71FA-458B-8E07-5FA9B16F1BE9}"/>
              </a:ext>
            </a:extLst>
          </p:cNvPr>
          <p:cNvGrpSpPr>
            <a:grpSpLocks/>
          </p:cNvGrpSpPr>
          <p:nvPr/>
        </p:nvGrpSpPr>
        <p:grpSpPr bwMode="auto">
          <a:xfrm>
            <a:off x="5405438" y="2938463"/>
            <a:ext cx="3127375" cy="3336925"/>
            <a:chOff x="3405" y="1851"/>
            <a:chExt cx="1970" cy="2102"/>
          </a:xfrm>
        </p:grpSpPr>
        <p:graphicFrame>
          <p:nvGraphicFramePr>
            <p:cNvPr id="24595" name="Object 8">
              <a:extLst>
                <a:ext uri="{FF2B5EF4-FFF2-40B4-BE49-F238E27FC236}">
                  <a16:creationId xmlns:a16="http://schemas.microsoft.com/office/drawing/2014/main" id="{B324A019-5343-E2A6-C233-623F3C5D3CA7}"/>
                </a:ext>
              </a:extLst>
            </p:cNvPr>
            <p:cNvGraphicFramePr>
              <a:graphicFrameLocks noChangeAspect="1"/>
            </p:cNvGraphicFramePr>
            <p:nvPr/>
          </p:nvGraphicFramePr>
          <p:xfrm>
            <a:off x="4197" y="3651"/>
            <a:ext cx="230" cy="240"/>
          </p:xfrm>
          <a:graphic>
            <a:graphicData uri="http://schemas.openxmlformats.org/presentationml/2006/ole">
              <mc:AlternateContent xmlns:mc="http://schemas.openxmlformats.org/markup-compatibility/2006">
                <mc:Choice xmlns:v="urn:schemas-microsoft-com:vml" Requires="v">
                  <p:oleObj name="Equation" r:id="rId10" imgW="228413" imgH="190528" progId="Equation.3">
                    <p:embed/>
                  </p:oleObj>
                </mc:Choice>
                <mc:Fallback>
                  <p:oleObj name="Equation" r:id="rId10" imgW="228413" imgH="190528"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97" y="3651"/>
                          <a:ext cx="230" cy="24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96" name="Line 9">
              <a:extLst>
                <a:ext uri="{FF2B5EF4-FFF2-40B4-BE49-F238E27FC236}">
                  <a16:creationId xmlns:a16="http://schemas.microsoft.com/office/drawing/2014/main" id="{2059C3EC-F7FB-65B5-CA68-FE3FB94AAA1F}"/>
                </a:ext>
              </a:extLst>
            </p:cNvPr>
            <p:cNvSpPr>
              <a:spLocks noChangeShapeType="1"/>
            </p:cNvSpPr>
            <p:nvPr/>
          </p:nvSpPr>
          <p:spPr bwMode="auto">
            <a:xfrm flipV="1">
              <a:off x="3608" y="1951"/>
              <a:ext cx="0" cy="1680"/>
            </a:xfrm>
            <a:prstGeom prst="line">
              <a:avLst/>
            </a:prstGeom>
            <a:noFill/>
            <a:ln w="28575">
              <a:solidFill>
                <a:srgbClr val="FF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7" name="Line 10">
              <a:extLst>
                <a:ext uri="{FF2B5EF4-FFF2-40B4-BE49-F238E27FC236}">
                  <a16:creationId xmlns:a16="http://schemas.microsoft.com/office/drawing/2014/main" id="{BDDAC5FA-ABD2-0B03-E22A-43C4FE7CB833}"/>
                </a:ext>
              </a:extLst>
            </p:cNvPr>
            <p:cNvSpPr>
              <a:spLocks noChangeShapeType="1"/>
            </p:cNvSpPr>
            <p:nvPr/>
          </p:nvSpPr>
          <p:spPr bwMode="auto">
            <a:xfrm>
              <a:off x="3597" y="3618"/>
              <a:ext cx="1728" cy="0"/>
            </a:xfrm>
            <a:prstGeom prst="line">
              <a:avLst/>
            </a:prstGeom>
            <a:noFill/>
            <a:ln w="28575">
              <a:solidFill>
                <a:srgbClr val="FF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4598" name="Object 11">
              <a:extLst>
                <a:ext uri="{FF2B5EF4-FFF2-40B4-BE49-F238E27FC236}">
                  <a16:creationId xmlns:a16="http://schemas.microsoft.com/office/drawing/2014/main" id="{E3ADEC5C-4913-EF2B-6BEC-D45474A08B4F}"/>
                </a:ext>
              </a:extLst>
            </p:cNvPr>
            <p:cNvGraphicFramePr>
              <a:graphicFrameLocks noChangeAspect="1"/>
            </p:cNvGraphicFramePr>
            <p:nvPr/>
          </p:nvGraphicFramePr>
          <p:xfrm>
            <a:off x="3645" y="1851"/>
            <a:ext cx="195" cy="235"/>
          </p:xfrm>
          <a:graphic>
            <a:graphicData uri="http://schemas.openxmlformats.org/presentationml/2006/ole">
              <mc:AlternateContent xmlns:mc="http://schemas.openxmlformats.org/markup-compatibility/2006">
                <mc:Choice xmlns:v="urn:schemas-microsoft-com:vml" Requires="v">
                  <p:oleObj name="Equation" r:id="rId6" imgW="175167" imgH="175066" progId="Equation.3">
                    <p:embed/>
                  </p:oleObj>
                </mc:Choice>
                <mc:Fallback>
                  <p:oleObj name="Equation" r:id="rId6" imgW="175167" imgH="175066"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5" y="1851"/>
                          <a:ext cx="195" cy="23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99" name="Object 12">
              <a:extLst>
                <a:ext uri="{FF2B5EF4-FFF2-40B4-BE49-F238E27FC236}">
                  <a16:creationId xmlns:a16="http://schemas.microsoft.com/office/drawing/2014/main" id="{0154EE80-164A-C30B-48BF-C6CB44AC761F}"/>
                </a:ext>
              </a:extLst>
            </p:cNvPr>
            <p:cNvGraphicFramePr>
              <a:graphicFrameLocks noChangeAspect="1"/>
            </p:cNvGraphicFramePr>
            <p:nvPr/>
          </p:nvGraphicFramePr>
          <p:xfrm>
            <a:off x="3405" y="3675"/>
            <a:ext cx="195" cy="248"/>
          </p:xfrm>
          <a:graphic>
            <a:graphicData uri="http://schemas.openxmlformats.org/presentationml/2006/ole">
              <mc:AlternateContent xmlns:mc="http://schemas.openxmlformats.org/markup-compatibility/2006">
                <mc:Choice xmlns:v="urn:schemas-microsoft-com:vml" Requires="v">
                  <p:oleObj name="Equation" r:id="rId13" imgW="175167" imgH="190528" progId="Equation.3">
                    <p:embed/>
                  </p:oleObj>
                </mc:Choice>
                <mc:Fallback>
                  <p:oleObj name="Equation" r:id="rId13" imgW="175167" imgH="190528"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05" y="3675"/>
                          <a:ext cx="195" cy="2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0" name="Object 13">
              <a:extLst>
                <a:ext uri="{FF2B5EF4-FFF2-40B4-BE49-F238E27FC236}">
                  <a16:creationId xmlns:a16="http://schemas.microsoft.com/office/drawing/2014/main" id="{D2B328B0-363C-8D2E-1198-018B01FD2952}"/>
                </a:ext>
              </a:extLst>
            </p:cNvPr>
            <p:cNvGraphicFramePr>
              <a:graphicFrameLocks noChangeAspect="1"/>
            </p:cNvGraphicFramePr>
            <p:nvPr/>
          </p:nvGraphicFramePr>
          <p:xfrm>
            <a:off x="3933" y="3627"/>
            <a:ext cx="130" cy="326"/>
          </p:xfrm>
          <a:graphic>
            <a:graphicData uri="http://schemas.openxmlformats.org/presentationml/2006/ole">
              <mc:AlternateContent xmlns:mc="http://schemas.openxmlformats.org/markup-compatibility/2006">
                <mc:Choice xmlns:v="urn:schemas-microsoft-com:vml" Requires="v">
                  <p:oleObj name="Equation" r:id="rId15" imgW="99029" imgH="266839" progId="Equation.3">
                    <p:embed/>
                  </p:oleObj>
                </mc:Choice>
                <mc:Fallback>
                  <p:oleObj name="Equation" r:id="rId15" imgW="99029" imgH="266839"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33" y="3627"/>
                          <a:ext cx="130" cy="32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1" name="Object 14">
              <a:extLst>
                <a:ext uri="{FF2B5EF4-FFF2-40B4-BE49-F238E27FC236}">
                  <a16:creationId xmlns:a16="http://schemas.microsoft.com/office/drawing/2014/main" id="{747BDCAC-1EAE-B928-4A84-1CBAE35347BF}"/>
                </a:ext>
              </a:extLst>
            </p:cNvPr>
            <p:cNvGraphicFramePr>
              <a:graphicFrameLocks noChangeAspect="1"/>
            </p:cNvGraphicFramePr>
            <p:nvPr/>
          </p:nvGraphicFramePr>
          <p:xfrm>
            <a:off x="4605" y="3627"/>
            <a:ext cx="152" cy="326"/>
          </p:xfrm>
          <a:graphic>
            <a:graphicData uri="http://schemas.openxmlformats.org/presentationml/2006/ole">
              <mc:AlternateContent xmlns:mc="http://schemas.openxmlformats.org/markup-compatibility/2006">
                <mc:Choice xmlns:v="urn:schemas-microsoft-com:vml" Requires="v">
                  <p:oleObj name="Equation" r:id="rId17" imgW="121920" imgH="266839" progId="Equation.3">
                    <p:embed/>
                  </p:oleObj>
                </mc:Choice>
                <mc:Fallback>
                  <p:oleObj name="Equation" r:id="rId17" imgW="121920" imgH="266839"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05" y="3627"/>
                          <a:ext cx="152" cy="32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2" name="Object 15">
              <a:extLst>
                <a:ext uri="{FF2B5EF4-FFF2-40B4-BE49-F238E27FC236}">
                  <a16:creationId xmlns:a16="http://schemas.microsoft.com/office/drawing/2014/main" id="{087A2D5F-9871-F11A-8025-6E8F58919432}"/>
                </a:ext>
              </a:extLst>
            </p:cNvPr>
            <p:cNvGraphicFramePr>
              <a:graphicFrameLocks noChangeAspect="1"/>
            </p:cNvGraphicFramePr>
            <p:nvPr/>
          </p:nvGraphicFramePr>
          <p:xfrm>
            <a:off x="5277" y="3645"/>
            <a:ext cx="98" cy="222"/>
          </p:xfrm>
          <a:graphic>
            <a:graphicData uri="http://schemas.openxmlformats.org/presentationml/2006/ole">
              <mc:AlternateContent xmlns:mc="http://schemas.openxmlformats.org/markup-compatibility/2006">
                <mc:Choice xmlns:v="urn:schemas-microsoft-com:vml" Requires="v">
                  <p:oleObj name="Equation" r:id="rId19" imgW="61209" imgH="160103" progId="Equation.3">
                    <p:embed/>
                  </p:oleObj>
                </mc:Choice>
                <mc:Fallback>
                  <p:oleObj name="Equation" r:id="rId19" imgW="61209" imgH="160103"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77" y="3645"/>
                          <a:ext cx="98" cy="22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603" name="Freeform 16">
              <a:extLst>
                <a:ext uri="{FF2B5EF4-FFF2-40B4-BE49-F238E27FC236}">
                  <a16:creationId xmlns:a16="http://schemas.microsoft.com/office/drawing/2014/main" id="{D53A6D09-1141-43B1-BDA6-37380C4152DF}"/>
                </a:ext>
              </a:extLst>
            </p:cNvPr>
            <p:cNvSpPr>
              <a:spLocks/>
            </p:cNvSpPr>
            <p:nvPr/>
          </p:nvSpPr>
          <p:spPr bwMode="auto">
            <a:xfrm>
              <a:off x="4009" y="2139"/>
              <a:ext cx="645" cy="1474"/>
            </a:xfrm>
            <a:custGeom>
              <a:avLst/>
              <a:gdLst>
                <a:gd name="T0" fmla="*/ 0 w 645"/>
                <a:gd name="T1" fmla="*/ 1474 h 1474"/>
                <a:gd name="T2" fmla="*/ 299 w 645"/>
                <a:gd name="T3" fmla="*/ 0 h 1474"/>
                <a:gd name="T4" fmla="*/ 645 w 645"/>
                <a:gd name="T5" fmla="*/ 1474 h 1474"/>
                <a:gd name="T6" fmla="*/ 0 60000 65536"/>
                <a:gd name="T7" fmla="*/ 0 60000 65536"/>
                <a:gd name="T8" fmla="*/ 0 60000 65536"/>
                <a:gd name="T9" fmla="*/ 0 w 645"/>
                <a:gd name="T10" fmla="*/ 0 h 1474"/>
                <a:gd name="T11" fmla="*/ 645 w 645"/>
                <a:gd name="T12" fmla="*/ 1474 h 1474"/>
              </a:gdLst>
              <a:ahLst/>
              <a:cxnLst>
                <a:cxn ang="T6">
                  <a:pos x="T0" y="T1"/>
                </a:cxn>
                <a:cxn ang="T7">
                  <a:pos x="T2" y="T3"/>
                </a:cxn>
                <a:cxn ang="T8">
                  <a:pos x="T4" y="T5"/>
                </a:cxn>
              </a:cxnLst>
              <a:rect l="T9" t="T10" r="T11" b="T12"/>
              <a:pathLst>
                <a:path w="645" h="1474">
                  <a:moveTo>
                    <a:pt x="0" y="1474"/>
                  </a:moveTo>
                  <a:cubicBezTo>
                    <a:pt x="96" y="737"/>
                    <a:pt x="192" y="0"/>
                    <a:pt x="299" y="0"/>
                  </a:cubicBezTo>
                  <a:cubicBezTo>
                    <a:pt x="406" y="0"/>
                    <a:pt x="525" y="737"/>
                    <a:pt x="645" y="1474"/>
                  </a:cubicBezTo>
                </a:path>
              </a:pathLst>
            </a:custGeom>
            <a:solidFill>
              <a:srgbClr val="FFCC99"/>
            </a:solidFill>
            <a:ln w="28575" cap="flat" cmpd="sng">
              <a:solidFill>
                <a:srgbClr val="FF3300"/>
              </a:solidFill>
              <a:prstDash val="solid"/>
              <a:round/>
              <a:headEnd/>
              <a:tailEnd/>
            </a:ln>
          </p:spPr>
          <p:txBody>
            <a:bodyPr tIns="82800" bIns="82800">
              <a:spAutoFit/>
            </a:bodyPr>
            <a:lstStyle/>
            <a:p>
              <a:endParaRPr lang="zh-CN" altLang="en-US"/>
            </a:p>
          </p:txBody>
        </p:sp>
      </p:grpSp>
      <p:grpSp>
        <p:nvGrpSpPr>
          <p:cNvPr id="3" name="Group 17">
            <a:extLst>
              <a:ext uri="{FF2B5EF4-FFF2-40B4-BE49-F238E27FC236}">
                <a16:creationId xmlns:a16="http://schemas.microsoft.com/office/drawing/2014/main" id="{56B12295-7AB1-160D-195B-2072A678B11C}"/>
              </a:ext>
            </a:extLst>
          </p:cNvPr>
          <p:cNvGrpSpPr>
            <a:grpSpLocks/>
          </p:cNvGrpSpPr>
          <p:nvPr/>
        </p:nvGrpSpPr>
        <p:grpSpPr bwMode="auto">
          <a:xfrm>
            <a:off x="5724525" y="3937000"/>
            <a:ext cx="977900" cy="1820863"/>
            <a:chOff x="3619" y="2469"/>
            <a:chExt cx="557" cy="912"/>
          </a:xfrm>
        </p:grpSpPr>
        <p:sp>
          <p:nvSpPr>
            <p:cNvPr id="24593" name="Line 18">
              <a:extLst>
                <a:ext uri="{FF2B5EF4-FFF2-40B4-BE49-F238E27FC236}">
                  <a16:creationId xmlns:a16="http://schemas.microsoft.com/office/drawing/2014/main" id="{3E3C8283-00D0-3447-7B78-3A624D2A2DA4}"/>
                </a:ext>
              </a:extLst>
            </p:cNvPr>
            <p:cNvSpPr>
              <a:spLocks noChangeShapeType="1"/>
            </p:cNvSpPr>
            <p:nvPr/>
          </p:nvSpPr>
          <p:spPr bwMode="auto">
            <a:xfrm>
              <a:off x="3619" y="2469"/>
              <a:ext cx="557"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4" name="Line 19">
              <a:extLst>
                <a:ext uri="{FF2B5EF4-FFF2-40B4-BE49-F238E27FC236}">
                  <a16:creationId xmlns:a16="http://schemas.microsoft.com/office/drawing/2014/main" id="{6B03BFB2-EA4D-52FE-0ECA-8AF45F73876B}"/>
                </a:ext>
              </a:extLst>
            </p:cNvPr>
            <p:cNvSpPr>
              <a:spLocks noChangeShapeType="1"/>
            </p:cNvSpPr>
            <p:nvPr/>
          </p:nvSpPr>
          <p:spPr bwMode="auto">
            <a:xfrm>
              <a:off x="4147" y="2469"/>
              <a:ext cx="0" cy="912"/>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172" name="Text Box 20">
            <a:extLst>
              <a:ext uri="{FF2B5EF4-FFF2-40B4-BE49-F238E27FC236}">
                <a16:creationId xmlns:a16="http://schemas.microsoft.com/office/drawing/2014/main" id="{45B90A7E-BE14-B210-14DD-CBB9728A3D91}"/>
              </a:ext>
            </a:extLst>
          </p:cNvPr>
          <p:cNvSpPr txBox="1">
            <a:spLocks noChangeArrowheads="1"/>
          </p:cNvSpPr>
          <p:nvPr/>
        </p:nvSpPr>
        <p:spPr bwMode="auto">
          <a:xfrm>
            <a:off x="4859338" y="1428750"/>
            <a:ext cx="2725737" cy="1279525"/>
          </a:xfrm>
          <a:prstGeom prst="rect">
            <a:avLst/>
          </a:prstGeom>
          <a:noFill/>
          <a:ln w="19050" algn="ctr">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spcBef>
                <a:spcPct val="50000"/>
              </a:spcBef>
            </a:pPr>
            <a:r>
              <a:rPr lang="zh-CN" altLang="en-US">
                <a:latin typeface="Times New Roman" panose="02020603050405020304" pitchFamily="18" charset="0"/>
                <a:ea typeface="楷体_GB2312" pitchFamily="49" charset="-122"/>
              </a:rPr>
              <a:t>冲量的任何分量等于在它自己方向上的动量分量的增量</a:t>
            </a:r>
          </a:p>
        </p:txBody>
      </p:sp>
      <p:sp>
        <p:nvSpPr>
          <p:cNvPr id="49173" name="Text Box 21">
            <a:extLst>
              <a:ext uri="{FF2B5EF4-FFF2-40B4-BE49-F238E27FC236}">
                <a16:creationId xmlns:a16="http://schemas.microsoft.com/office/drawing/2014/main" id="{27FBB65F-4224-0478-E1F2-3B8467445216}"/>
              </a:ext>
            </a:extLst>
          </p:cNvPr>
          <p:cNvSpPr txBox="1">
            <a:spLocks noChangeArrowheads="1"/>
          </p:cNvSpPr>
          <p:nvPr/>
        </p:nvSpPr>
        <p:spPr bwMode="auto">
          <a:xfrm>
            <a:off x="765175" y="388938"/>
            <a:ext cx="30226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spcBef>
                <a:spcPct val="50000"/>
              </a:spcBef>
            </a:pPr>
            <a:r>
              <a:rPr lang="zh-CN" altLang="en-US">
                <a:latin typeface="Times New Roman" panose="02020603050405020304" pitchFamily="18" charset="0"/>
              </a:rPr>
              <a:t>动量定理的分量形式</a:t>
            </a:r>
          </a:p>
        </p:txBody>
      </p:sp>
      <p:grpSp>
        <p:nvGrpSpPr>
          <p:cNvPr id="4" name="Group 22">
            <a:extLst>
              <a:ext uri="{FF2B5EF4-FFF2-40B4-BE49-F238E27FC236}">
                <a16:creationId xmlns:a16="http://schemas.microsoft.com/office/drawing/2014/main" id="{724F2353-DBB4-88BD-63FB-9E587CDCD50B}"/>
              </a:ext>
            </a:extLst>
          </p:cNvPr>
          <p:cNvGrpSpPr>
            <a:grpSpLocks/>
          </p:cNvGrpSpPr>
          <p:nvPr/>
        </p:nvGrpSpPr>
        <p:grpSpPr bwMode="auto">
          <a:xfrm>
            <a:off x="5729288" y="4422775"/>
            <a:ext cx="1660525" cy="1308100"/>
            <a:chOff x="3609" y="2786"/>
            <a:chExt cx="1046" cy="824"/>
          </a:xfrm>
        </p:grpSpPr>
        <p:sp>
          <p:nvSpPr>
            <p:cNvPr id="24591" name="Rectangle 23">
              <a:extLst>
                <a:ext uri="{FF2B5EF4-FFF2-40B4-BE49-F238E27FC236}">
                  <a16:creationId xmlns:a16="http://schemas.microsoft.com/office/drawing/2014/main" id="{2A41353F-59DB-2849-3067-A233D34ACEFF}"/>
                </a:ext>
              </a:extLst>
            </p:cNvPr>
            <p:cNvSpPr>
              <a:spLocks noChangeArrowheads="1"/>
            </p:cNvSpPr>
            <p:nvPr/>
          </p:nvSpPr>
          <p:spPr bwMode="auto">
            <a:xfrm>
              <a:off x="3983" y="2786"/>
              <a:ext cx="671" cy="824"/>
            </a:xfrm>
            <a:prstGeom prst="rect">
              <a:avLst/>
            </a:prstGeom>
            <a:noFill/>
            <a:ln w="38100" cap="rnd"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4592" name="Line 24">
              <a:extLst>
                <a:ext uri="{FF2B5EF4-FFF2-40B4-BE49-F238E27FC236}">
                  <a16:creationId xmlns:a16="http://schemas.microsoft.com/office/drawing/2014/main" id="{B4A803F9-BB21-0921-83F7-D93673644F2C}"/>
                </a:ext>
              </a:extLst>
            </p:cNvPr>
            <p:cNvSpPr>
              <a:spLocks noChangeShapeType="1"/>
            </p:cNvSpPr>
            <p:nvPr/>
          </p:nvSpPr>
          <p:spPr bwMode="auto">
            <a:xfrm>
              <a:off x="3609" y="2786"/>
              <a:ext cx="1046"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tIns="82800" bIns="82800">
              <a:spAutoFit/>
            </a:bodyPr>
            <a:lstStyle/>
            <a:p>
              <a:endParaRPr lang="zh-CN" altLang="en-US"/>
            </a:p>
          </p:txBody>
        </p:sp>
      </p:grpSp>
      <p:sp>
        <p:nvSpPr>
          <p:cNvPr id="49177" name="AutoShape 25">
            <a:extLst>
              <a:ext uri="{FF2B5EF4-FFF2-40B4-BE49-F238E27FC236}">
                <a16:creationId xmlns:a16="http://schemas.microsoft.com/office/drawing/2014/main" id="{C32E4453-9663-775D-7AC0-9EE1032019D4}"/>
              </a:ext>
            </a:extLst>
          </p:cNvPr>
          <p:cNvSpPr>
            <a:spLocks/>
          </p:cNvSpPr>
          <p:nvPr/>
        </p:nvSpPr>
        <p:spPr bwMode="auto">
          <a:xfrm>
            <a:off x="4427538" y="1123950"/>
            <a:ext cx="288925" cy="1944688"/>
          </a:xfrm>
          <a:prstGeom prst="rightBrace">
            <a:avLst>
              <a:gd name="adj1" fmla="val 56090"/>
              <a:gd name="adj2" fmla="val 50000"/>
            </a:avLst>
          </a:prstGeom>
          <a:noFill/>
          <a:ln w="19050">
            <a:solidFill>
              <a:srgbClr val="66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49178" name="Text Box 26">
            <a:extLst>
              <a:ext uri="{FF2B5EF4-FFF2-40B4-BE49-F238E27FC236}">
                <a16:creationId xmlns:a16="http://schemas.microsoft.com/office/drawing/2014/main" id="{F779F47E-BDC7-E6B8-FAC9-E08A3962613F}"/>
              </a:ext>
            </a:extLst>
          </p:cNvPr>
          <p:cNvSpPr txBox="1">
            <a:spLocks noChangeArrowheads="1"/>
          </p:cNvSpPr>
          <p:nvPr/>
        </p:nvSpPr>
        <p:spPr bwMode="auto">
          <a:xfrm>
            <a:off x="395288" y="3141663"/>
            <a:ext cx="41910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5000"/>
              </a:lnSpc>
              <a:buClr>
                <a:srgbClr val="FF9900"/>
              </a:buClr>
              <a:buFont typeface="Wingdings" panose="05000000000000000000" pitchFamily="2" charset="2"/>
              <a:buChar char="l"/>
            </a:pPr>
            <a:r>
              <a:rPr lang="zh-CN" altLang="en-US">
                <a:solidFill>
                  <a:schemeClr val="accent1"/>
                </a:solidFill>
                <a:latin typeface="Times New Roman" panose="02020603050405020304" pitchFamily="18" charset="0"/>
              </a:rPr>
              <a:t>平均力</a:t>
            </a:r>
            <a:endParaRPr lang="zh-CN" altLang="en-US" b="0">
              <a:solidFill>
                <a:schemeClr val="accent1"/>
              </a:solidFill>
              <a:latin typeface="Times New Roman" panose="02020603050405020304" pitchFamily="18" charset="0"/>
            </a:endParaRPr>
          </a:p>
        </p:txBody>
      </p:sp>
      <p:graphicFrame>
        <p:nvGraphicFramePr>
          <p:cNvPr id="49179" name="Object 27">
            <a:extLst>
              <a:ext uri="{FF2B5EF4-FFF2-40B4-BE49-F238E27FC236}">
                <a16:creationId xmlns:a16="http://schemas.microsoft.com/office/drawing/2014/main" id="{3234C496-EB4B-E16B-6CE7-3B80055F2DDB}"/>
              </a:ext>
            </a:extLst>
          </p:cNvPr>
          <p:cNvGraphicFramePr>
            <a:graphicFrameLocks noGrp="1"/>
          </p:cNvGraphicFramePr>
          <p:nvPr>
            <p:ph/>
          </p:nvPr>
        </p:nvGraphicFramePr>
        <p:xfrm>
          <a:off x="1258888" y="5699125"/>
          <a:ext cx="2741612" cy="709613"/>
        </p:xfrm>
        <a:graphic>
          <a:graphicData uri="http://schemas.openxmlformats.org/presentationml/2006/ole">
            <mc:AlternateContent xmlns:mc="http://schemas.openxmlformats.org/markup-compatibility/2006">
              <mc:Choice xmlns:v="urn:schemas-microsoft-com:vml" Requires="v">
                <p:oleObj name="公式" r:id="rId21" imgW="2400082" imgH="579065" progId="Equation.3">
                  <p:embed/>
                </p:oleObj>
              </mc:Choice>
              <mc:Fallback>
                <p:oleObj name="公式" r:id="rId21" imgW="2400082" imgH="579065" progId="Equation.3">
                  <p:embed/>
                  <p:pic>
                    <p:nvPicPr>
                      <p:cNvPr id="0" name="Object 27"/>
                      <p:cNvPicPr>
                        <a:picLocks noGrp="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58888" y="5699125"/>
                        <a:ext cx="2741612"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9173"/>
                                        </p:tgtEl>
                                        <p:attrNameLst>
                                          <p:attrName>style.visibility</p:attrName>
                                        </p:attrNameLst>
                                      </p:cBhvr>
                                      <p:to>
                                        <p:strVal val="visible"/>
                                      </p:to>
                                    </p:set>
                                    <p:animEffect transition="in" filter="wipe(left)">
                                      <p:cBhvr>
                                        <p:cTn id="7" dur="500"/>
                                        <p:tgtEl>
                                          <p:spTgt spid="49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49154"/>
                                        </p:tgtEl>
                                        <p:attrNameLst>
                                          <p:attrName>style.visibility</p:attrName>
                                        </p:attrNameLst>
                                      </p:cBhvr>
                                      <p:to>
                                        <p:strVal val="visible"/>
                                      </p:to>
                                    </p:set>
                                    <p:animEffect transition="in" filter="box(out)">
                                      <p:cBhvr>
                                        <p:cTn id="12" dur="500"/>
                                        <p:tgtEl>
                                          <p:spTgt spid="491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177"/>
                                        </p:tgtEl>
                                        <p:attrNameLst>
                                          <p:attrName>style.visibility</p:attrName>
                                        </p:attrNameLst>
                                      </p:cBhvr>
                                      <p:to>
                                        <p:strVal val="visible"/>
                                      </p:to>
                                    </p:set>
                                    <p:animEffect transition="in" filter="wipe(left)">
                                      <p:cBhvr>
                                        <p:cTn id="17" dur="500"/>
                                        <p:tgtEl>
                                          <p:spTgt spid="491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49172"/>
                                        </p:tgtEl>
                                        <p:attrNameLst>
                                          <p:attrName>style.visibility</p:attrName>
                                        </p:attrNameLst>
                                      </p:cBhvr>
                                      <p:to>
                                        <p:strVal val="visible"/>
                                      </p:to>
                                    </p:set>
                                    <p:animEffect transition="in" filter="box(out)">
                                      <p:cBhvr>
                                        <p:cTn id="22" dur="500"/>
                                        <p:tgtEl>
                                          <p:spTgt spid="491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9178"/>
                                        </p:tgtEl>
                                        <p:attrNameLst>
                                          <p:attrName>style.visibility</p:attrName>
                                        </p:attrNameLst>
                                      </p:cBhvr>
                                      <p:to>
                                        <p:strVal val="visible"/>
                                      </p:to>
                                    </p:set>
                                    <p:animEffect transition="in" filter="wipe(left)">
                                      <p:cBhvr>
                                        <p:cTn id="27" dur="500"/>
                                        <p:tgtEl>
                                          <p:spTgt spid="491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49157"/>
                                        </p:tgtEl>
                                        <p:attrNameLst>
                                          <p:attrName>style.visibility</p:attrName>
                                        </p:attrNameLst>
                                      </p:cBhvr>
                                      <p:to>
                                        <p:strVal val="visible"/>
                                      </p:to>
                                    </p:set>
                                    <p:animEffect transition="in" filter="wipe(left)">
                                      <p:cBhvr>
                                        <p:cTn id="38" dur="500"/>
                                        <p:tgtEl>
                                          <p:spTgt spid="49157"/>
                                        </p:tgtEl>
                                      </p:cBhvr>
                                    </p:animEffect>
                                  </p:childTnLst>
                                </p:cTn>
                              </p:par>
                            </p:childTnLst>
                          </p:cTn>
                        </p:par>
                        <p:par>
                          <p:cTn id="39" fill="hold" nodeType="afterGroup">
                            <p:stCondLst>
                              <p:cond delay="500"/>
                            </p:stCondLst>
                            <p:childTnLst>
                              <p:par>
                                <p:cTn id="40" presetID="22" presetClass="entr" presetSubtype="1"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up)">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p:cTn id="47" dur="500" fill="hold"/>
                                        <p:tgtEl>
                                          <p:spTgt spid="4"/>
                                        </p:tgtEl>
                                        <p:attrNameLst>
                                          <p:attrName>ppt_w</p:attrName>
                                        </p:attrNameLst>
                                      </p:cBhvr>
                                      <p:tavLst>
                                        <p:tav tm="0">
                                          <p:val>
                                            <p:fltVal val="0"/>
                                          </p:val>
                                        </p:tav>
                                        <p:tav tm="100000">
                                          <p:val>
                                            <p:strVal val="#ppt_w"/>
                                          </p:val>
                                        </p:tav>
                                      </p:tavLst>
                                    </p:anim>
                                    <p:anim calcmode="lin" valueType="num">
                                      <p:cBhvr>
                                        <p:cTn id="4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49158"/>
                                        </p:tgtEl>
                                        <p:attrNameLst>
                                          <p:attrName>style.visibility</p:attrName>
                                        </p:attrNameLst>
                                      </p:cBhvr>
                                      <p:to>
                                        <p:strVal val="visible"/>
                                      </p:to>
                                    </p:set>
                                    <p:animEffect transition="in" filter="wipe(left)">
                                      <p:cBhvr>
                                        <p:cTn id="53" dur="500"/>
                                        <p:tgtEl>
                                          <p:spTgt spid="4915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49156"/>
                                        </p:tgtEl>
                                        <p:attrNameLst>
                                          <p:attrName>style.visibility</p:attrName>
                                        </p:attrNameLst>
                                      </p:cBhvr>
                                      <p:to>
                                        <p:strVal val="visible"/>
                                      </p:to>
                                    </p:set>
                                    <p:animEffect transition="in" filter="wipe(left)">
                                      <p:cBhvr>
                                        <p:cTn id="58" dur="500"/>
                                        <p:tgtEl>
                                          <p:spTgt spid="4915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49155"/>
                                        </p:tgtEl>
                                        <p:attrNameLst>
                                          <p:attrName>style.visibility</p:attrName>
                                        </p:attrNameLst>
                                      </p:cBhvr>
                                      <p:to>
                                        <p:strVal val="visible"/>
                                      </p:to>
                                    </p:set>
                                    <p:animEffect transition="in" filter="wipe(left)">
                                      <p:cBhvr>
                                        <p:cTn id="63" dur="500"/>
                                        <p:tgtEl>
                                          <p:spTgt spid="4915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49179"/>
                                        </p:tgtEl>
                                        <p:attrNameLst>
                                          <p:attrName>style.visibility</p:attrName>
                                        </p:attrNameLst>
                                      </p:cBhvr>
                                      <p:to>
                                        <p:strVal val="visible"/>
                                      </p:to>
                                    </p:set>
                                    <p:animEffect transition="in" filter="wipe(left)">
                                      <p:cBhvr>
                                        <p:cTn id="68" dur="500"/>
                                        <p:tgtEl>
                                          <p:spTgt spid="49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nimBg="1"/>
      <p:bldP spid="49172" grpId="0" animBg="1"/>
      <p:bldP spid="49173" grpId="0"/>
      <p:bldP spid="49177" grpId="0" animBg="1"/>
      <p:bldP spid="4917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B9C2DB3A-B390-00AE-2AE7-AE9DBAD1E2C9}"/>
              </a:ext>
            </a:extLst>
          </p:cNvPr>
          <p:cNvSpPr txBox="1">
            <a:spLocks noChangeArrowheads="1"/>
          </p:cNvSpPr>
          <p:nvPr/>
        </p:nvSpPr>
        <p:spPr bwMode="auto">
          <a:xfrm>
            <a:off x="271463" y="481013"/>
            <a:ext cx="8643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ea typeface="宋体" panose="02010600030101010101" pitchFamily="2" charset="-122"/>
              </a:rPr>
              <a:t>例</a:t>
            </a:r>
            <a:r>
              <a:rPr lang="zh-CN" altLang="en-US">
                <a:solidFill>
                  <a:srgbClr val="FFFF00"/>
                </a:solidFill>
                <a:latin typeface="Times New Roman" panose="02020603050405020304" pitchFamily="18" charset="0"/>
              </a:rPr>
              <a:t> </a:t>
            </a:r>
            <a:r>
              <a:rPr lang="zh-CN" altLang="en-US">
                <a:solidFill>
                  <a:srgbClr val="FFFF66"/>
                </a:solidFill>
                <a:latin typeface="Times New Roman" panose="02020603050405020304" pitchFamily="18" charset="0"/>
              </a:rPr>
              <a:t> </a:t>
            </a:r>
            <a:r>
              <a:rPr lang="zh-CN" altLang="en-US">
                <a:latin typeface="Times New Roman" panose="02020603050405020304" pitchFamily="18" charset="0"/>
              </a:rPr>
              <a:t>一篮球质量</a:t>
            </a:r>
            <a:r>
              <a:rPr lang="en-US" altLang="zh-CN">
                <a:solidFill>
                  <a:srgbClr val="66FFFF"/>
                </a:solidFill>
                <a:latin typeface="Times New Roman" panose="02020603050405020304" pitchFamily="18" charset="0"/>
              </a:rPr>
              <a:t>0.58kg</a:t>
            </a:r>
            <a:r>
              <a:rPr lang="zh-CN" altLang="en-US">
                <a:latin typeface="Times New Roman" panose="02020603050405020304" pitchFamily="18" charset="0"/>
              </a:rPr>
              <a:t>，从</a:t>
            </a:r>
            <a:r>
              <a:rPr lang="en-US" altLang="zh-CN">
                <a:solidFill>
                  <a:srgbClr val="66FFFF"/>
                </a:solidFill>
                <a:latin typeface="Times New Roman" panose="02020603050405020304" pitchFamily="18" charset="0"/>
              </a:rPr>
              <a:t>2.0m</a:t>
            </a:r>
            <a:r>
              <a:rPr lang="zh-CN" altLang="en-US">
                <a:latin typeface="Times New Roman" panose="02020603050405020304" pitchFamily="18" charset="0"/>
              </a:rPr>
              <a:t>高度下落，到达地面后，以同样</a:t>
            </a:r>
          </a:p>
        </p:txBody>
      </p:sp>
      <p:sp>
        <p:nvSpPr>
          <p:cNvPr id="50179" name="Text Box 3">
            <a:extLst>
              <a:ext uri="{FF2B5EF4-FFF2-40B4-BE49-F238E27FC236}">
                <a16:creationId xmlns:a16="http://schemas.microsoft.com/office/drawing/2014/main" id="{4AD602E8-00DA-57A8-E4E5-A9D74A945942}"/>
              </a:ext>
            </a:extLst>
          </p:cNvPr>
          <p:cNvSpPr txBox="1">
            <a:spLocks noChangeArrowheads="1"/>
          </p:cNvSpPr>
          <p:nvPr/>
        </p:nvSpPr>
        <p:spPr bwMode="auto">
          <a:xfrm>
            <a:off x="280988" y="2341563"/>
            <a:ext cx="502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ea typeface="宋体" panose="02010600030101010101" pitchFamily="2" charset="-122"/>
              </a:rPr>
              <a:t>解</a:t>
            </a:r>
            <a:r>
              <a:rPr lang="zh-CN" altLang="en-US">
                <a:solidFill>
                  <a:srgbClr val="FFFF66"/>
                </a:solidFill>
                <a:latin typeface="Times New Roman" panose="02020603050405020304" pitchFamily="18" charset="0"/>
                <a:ea typeface="宋体" panose="02010600030101010101" pitchFamily="2" charset="-122"/>
              </a:rPr>
              <a:t>  </a:t>
            </a:r>
            <a:r>
              <a:rPr lang="zh-CN" altLang="en-US">
                <a:solidFill>
                  <a:srgbClr val="FFFFFF"/>
                </a:solidFill>
                <a:latin typeface="Times New Roman" panose="02020603050405020304" pitchFamily="18" charset="0"/>
              </a:rPr>
              <a:t>篮球到达地面的速率</a:t>
            </a:r>
          </a:p>
        </p:txBody>
      </p:sp>
      <p:graphicFrame>
        <p:nvGraphicFramePr>
          <p:cNvPr id="50180" name="Object 4">
            <a:extLst>
              <a:ext uri="{FF2B5EF4-FFF2-40B4-BE49-F238E27FC236}">
                <a16:creationId xmlns:a16="http://schemas.microsoft.com/office/drawing/2014/main" id="{521E7DF8-8A32-9403-E5B6-64E2F631D969}"/>
              </a:ext>
            </a:extLst>
          </p:cNvPr>
          <p:cNvGraphicFramePr>
            <a:graphicFrameLocks/>
          </p:cNvGraphicFramePr>
          <p:nvPr/>
        </p:nvGraphicFramePr>
        <p:xfrm>
          <a:off x="938213" y="3133725"/>
          <a:ext cx="4764087" cy="457200"/>
        </p:xfrm>
        <a:graphic>
          <a:graphicData uri="http://schemas.openxmlformats.org/presentationml/2006/ole">
            <mc:AlternateContent xmlns:mc="http://schemas.openxmlformats.org/markup-compatibility/2006">
              <mc:Choice xmlns:v="urn:schemas-microsoft-com:vml" Requires="v">
                <p:oleObj name="公式" r:id="rId2" imgW="4724524" imgH="403999" progId="Equation.3">
                  <p:embed/>
                </p:oleObj>
              </mc:Choice>
              <mc:Fallback>
                <p:oleObj name="公式" r:id="rId2" imgW="4724524" imgH="403999"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3133725"/>
                        <a:ext cx="4764087" cy="4572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1" name="Object 5">
            <a:extLst>
              <a:ext uri="{FF2B5EF4-FFF2-40B4-BE49-F238E27FC236}">
                <a16:creationId xmlns:a16="http://schemas.microsoft.com/office/drawing/2014/main" id="{144E6F0E-2B3C-03DD-6686-68216AE61381}"/>
              </a:ext>
            </a:extLst>
          </p:cNvPr>
          <p:cNvGraphicFramePr>
            <a:graphicFrameLocks/>
          </p:cNvGraphicFramePr>
          <p:nvPr/>
        </p:nvGraphicFramePr>
        <p:xfrm>
          <a:off x="827088" y="4386263"/>
          <a:ext cx="5464175" cy="822325"/>
        </p:xfrm>
        <a:graphic>
          <a:graphicData uri="http://schemas.openxmlformats.org/presentationml/2006/ole">
            <mc:AlternateContent xmlns:mc="http://schemas.openxmlformats.org/markup-compatibility/2006">
              <mc:Choice xmlns:v="urn:schemas-microsoft-com:vml" Requires="v">
                <p:oleObj name="公式" r:id="rId4" imgW="5417727" imgH="769592" progId="Equation.3">
                  <p:embed/>
                </p:oleObj>
              </mc:Choice>
              <mc:Fallback>
                <p:oleObj name="公式" r:id="rId4" imgW="5417727" imgH="769592"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4386263"/>
                        <a:ext cx="5464175" cy="8223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2" name="Text Box 6">
            <a:extLst>
              <a:ext uri="{FF2B5EF4-FFF2-40B4-BE49-F238E27FC236}">
                <a16:creationId xmlns:a16="http://schemas.microsoft.com/office/drawing/2014/main" id="{A382148C-41E8-4960-6EFC-81B853A2AFD6}"/>
              </a:ext>
            </a:extLst>
          </p:cNvPr>
          <p:cNvSpPr txBox="1">
            <a:spLocks noChangeArrowheads="1"/>
          </p:cNvSpPr>
          <p:nvPr/>
        </p:nvSpPr>
        <p:spPr bwMode="auto">
          <a:xfrm>
            <a:off x="731838" y="3789363"/>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对地平均冲力</a:t>
            </a:r>
          </a:p>
        </p:txBody>
      </p:sp>
      <p:grpSp>
        <p:nvGrpSpPr>
          <p:cNvPr id="2" name="Group 7">
            <a:extLst>
              <a:ext uri="{FF2B5EF4-FFF2-40B4-BE49-F238E27FC236}">
                <a16:creationId xmlns:a16="http://schemas.microsoft.com/office/drawing/2014/main" id="{C26309AA-3755-24F7-BEA3-4DD2D33FA3D4}"/>
              </a:ext>
            </a:extLst>
          </p:cNvPr>
          <p:cNvGrpSpPr>
            <a:grpSpLocks/>
          </p:cNvGrpSpPr>
          <p:nvPr/>
        </p:nvGrpSpPr>
        <p:grpSpPr bwMode="auto">
          <a:xfrm>
            <a:off x="6342063" y="1989138"/>
            <a:ext cx="2478087" cy="3892550"/>
            <a:chOff x="3857" y="1365"/>
            <a:chExt cx="1561" cy="2452"/>
          </a:xfrm>
        </p:grpSpPr>
        <p:sp>
          <p:nvSpPr>
            <p:cNvPr id="25612" name="Line 8">
              <a:extLst>
                <a:ext uri="{FF2B5EF4-FFF2-40B4-BE49-F238E27FC236}">
                  <a16:creationId xmlns:a16="http://schemas.microsoft.com/office/drawing/2014/main" id="{F8A59D28-F97C-7761-4FA5-EA3865248BA2}"/>
                </a:ext>
              </a:extLst>
            </p:cNvPr>
            <p:cNvSpPr>
              <a:spLocks noChangeShapeType="1"/>
            </p:cNvSpPr>
            <p:nvPr/>
          </p:nvSpPr>
          <p:spPr bwMode="auto">
            <a:xfrm>
              <a:off x="4129" y="3481"/>
              <a:ext cx="1255" cy="0"/>
            </a:xfrm>
            <a:prstGeom prst="line">
              <a:avLst/>
            </a:prstGeom>
            <a:noFill/>
            <a:ln w="28575">
              <a:solidFill>
                <a:srgbClr val="FFFF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3" name="Line 9">
              <a:extLst>
                <a:ext uri="{FF2B5EF4-FFF2-40B4-BE49-F238E27FC236}">
                  <a16:creationId xmlns:a16="http://schemas.microsoft.com/office/drawing/2014/main" id="{71A9B92E-6D56-6DC6-5113-F4BAA2E5513E}"/>
                </a:ext>
              </a:extLst>
            </p:cNvPr>
            <p:cNvSpPr>
              <a:spLocks noChangeShapeType="1"/>
            </p:cNvSpPr>
            <p:nvPr/>
          </p:nvSpPr>
          <p:spPr bwMode="auto">
            <a:xfrm flipV="1">
              <a:off x="4129" y="1694"/>
              <a:ext cx="0" cy="1787"/>
            </a:xfrm>
            <a:prstGeom prst="line">
              <a:avLst/>
            </a:prstGeom>
            <a:noFill/>
            <a:ln w="28575">
              <a:solidFill>
                <a:srgbClr val="FFFF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4" name="Freeform 10">
              <a:extLst>
                <a:ext uri="{FF2B5EF4-FFF2-40B4-BE49-F238E27FC236}">
                  <a16:creationId xmlns:a16="http://schemas.microsoft.com/office/drawing/2014/main" id="{F4930189-472D-DAB8-E27F-86ACFFFD57BD}"/>
                </a:ext>
              </a:extLst>
            </p:cNvPr>
            <p:cNvSpPr>
              <a:spLocks/>
            </p:cNvSpPr>
            <p:nvPr/>
          </p:nvSpPr>
          <p:spPr bwMode="auto">
            <a:xfrm>
              <a:off x="4353" y="2024"/>
              <a:ext cx="718" cy="1496"/>
            </a:xfrm>
            <a:custGeom>
              <a:avLst/>
              <a:gdLst>
                <a:gd name="T0" fmla="*/ 2 w 936"/>
                <a:gd name="T1" fmla="*/ 919 h 1560"/>
                <a:gd name="T2" fmla="*/ 2 w 936"/>
                <a:gd name="T3" fmla="*/ 687 h 1560"/>
                <a:gd name="T4" fmla="*/ 5 w 936"/>
                <a:gd name="T5" fmla="*/ 136 h 1560"/>
                <a:gd name="T6" fmla="*/ 11 w 936"/>
                <a:gd name="T7" fmla="*/ 20 h 1560"/>
                <a:gd name="T8" fmla="*/ 16 w 936"/>
                <a:gd name="T9" fmla="*/ 252 h 1560"/>
                <a:gd name="T10" fmla="*/ 22 w 936"/>
                <a:gd name="T11" fmla="*/ 368 h 1560"/>
                <a:gd name="T12" fmla="*/ 27 w 936"/>
                <a:gd name="T13" fmla="*/ 280 h 1560"/>
                <a:gd name="T14" fmla="*/ 31 w 936"/>
                <a:gd name="T15" fmla="*/ 280 h 1560"/>
                <a:gd name="T16" fmla="*/ 32 w 936"/>
                <a:gd name="T17" fmla="*/ 426 h 1560"/>
                <a:gd name="T18" fmla="*/ 37 w 936"/>
                <a:gd name="T19" fmla="*/ 745 h 1560"/>
                <a:gd name="T20" fmla="*/ 38 w 936"/>
                <a:gd name="T21" fmla="*/ 919 h 1560"/>
                <a:gd name="T22" fmla="*/ 38 w 936"/>
                <a:gd name="T23" fmla="*/ 891 h 15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36"/>
                <a:gd name="T37" fmla="*/ 0 h 1560"/>
                <a:gd name="T38" fmla="*/ 936 w 936"/>
                <a:gd name="T39" fmla="*/ 1560 h 15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36" h="1560">
                  <a:moveTo>
                    <a:pt x="16" y="1520"/>
                  </a:moveTo>
                  <a:cubicBezTo>
                    <a:pt x="8" y="1436"/>
                    <a:pt x="0" y="1352"/>
                    <a:pt x="16" y="1136"/>
                  </a:cubicBezTo>
                  <a:cubicBezTo>
                    <a:pt x="32" y="920"/>
                    <a:pt x="72" y="408"/>
                    <a:pt x="112" y="224"/>
                  </a:cubicBezTo>
                  <a:cubicBezTo>
                    <a:pt x="152" y="40"/>
                    <a:pt x="208" y="0"/>
                    <a:pt x="256" y="32"/>
                  </a:cubicBezTo>
                  <a:cubicBezTo>
                    <a:pt x="304" y="64"/>
                    <a:pt x="352" y="320"/>
                    <a:pt x="400" y="416"/>
                  </a:cubicBezTo>
                  <a:cubicBezTo>
                    <a:pt x="448" y="512"/>
                    <a:pt x="504" y="600"/>
                    <a:pt x="544" y="608"/>
                  </a:cubicBezTo>
                  <a:cubicBezTo>
                    <a:pt x="584" y="616"/>
                    <a:pt x="608" y="488"/>
                    <a:pt x="640" y="464"/>
                  </a:cubicBezTo>
                  <a:cubicBezTo>
                    <a:pt x="672" y="440"/>
                    <a:pt x="712" y="424"/>
                    <a:pt x="736" y="464"/>
                  </a:cubicBezTo>
                  <a:cubicBezTo>
                    <a:pt x="760" y="504"/>
                    <a:pt x="760" y="576"/>
                    <a:pt x="784" y="704"/>
                  </a:cubicBezTo>
                  <a:cubicBezTo>
                    <a:pt x="808" y="832"/>
                    <a:pt x="856" y="1096"/>
                    <a:pt x="880" y="1232"/>
                  </a:cubicBezTo>
                  <a:cubicBezTo>
                    <a:pt x="904" y="1368"/>
                    <a:pt x="920" y="1480"/>
                    <a:pt x="928" y="1520"/>
                  </a:cubicBezTo>
                  <a:cubicBezTo>
                    <a:pt x="936" y="1560"/>
                    <a:pt x="928" y="1480"/>
                    <a:pt x="928" y="1472"/>
                  </a:cubicBezTo>
                </a:path>
              </a:pathLst>
            </a:custGeom>
            <a:noFill/>
            <a:ln w="38100" cmpd="sng">
              <a:solidFill>
                <a:srgbClr val="CC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15" name="Text Box 11">
              <a:extLst>
                <a:ext uri="{FF2B5EF4-FFF2-40B4-BE49-F238E27FC236}">
                  <a16:creationId xmlns:a16="http://schemas.microsoft.com/office/drawing/2014/main" id="{EB308274-455D-4429-EECA-A0882AD14686}"/>
                </a:ext>
              </a:extLst>
            </p:cNvPr>
            <p:cNvSpPr txBox="1">
              <a:spLocks noChangeArrowheads="1"/>
            </p:cNvSpPr>
            <p:nvPr/>
          </p:nvSpPr>
          <p:spPr bwMode="auto">
            <a:xfrm>
              <a:off x="5249" y="3105"/>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CC"/>
                  </a:solidFill>
                  <a:latin typeface="Times New Roman" panose="02020603050405020304" pitchFamily="18" charset="0"/>
                  <a:ea typeface="宋体" panose="02010600030101010101" pitchFamily="2" charset="-122"/>
                </a:rPr>
                <a:t>t</a:t>
              </a:r>
              <a:endParaRPr lang="en-US" altLang="zh-CN" b="0">
                <a:solidFill>
                  <a:srgbClr val="FFFFCC"/>
                </a:solidFill>
                <a:latin typeface="Times New Roman" panose="02020603050405020304" pitchFamily="18" charset="0"/>
                <a:ea typeface="宋体" panose="02010600030101010101" pitchFamily="2" charset="-122"/>
              </a:endParaRPr>
            </a:p>
          </p:txBody>
        </p:sp>
        <p:sp>
          <p:nvSpPr>
            <p:cNvPr id="25616" name="Text Box 12">
              <a:extLst>
                <a:ext uri="{FF2B5EF4-FFF2-40B4-BE49-F238E27FC236}">
                  <a16:creationId xmlns:a16="http://schemas.microsoft.com/office/drawing/2014/main" id="{E9FD59AE-7FD9-A694-4897-D4471D01DDFB}"/>
                </a:ext>
              </a:extLst>
            </p:cNvPr>
            <p:cNvSpPr txBox="1">
              <a:spLocks noChangeArrowheads="1"/>
            </p:cNvSpPr>
            <p:nvPr/>
          </p:nvSpPr>
          <p:spPr bwMode="auto">
            <a:xfrm>
              <a:off x="4443" y="1647"/>
              <a:ext cx="7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CC"/>
                  </a:solidFill>
                  <a:latin typeface="Times New Roman" panose="02020603050405020304" pitchFamily="18" charset="0"/>
                  <a:ea typeface="宋体" panose="02010600030101010101" pitchFamily="2" charset="-122"/>
                </a:rPr>
                <a:t>F</a:t>
              </a:r>
              <a:r>
                <a:rPr lang="en-US" altLang="zh-CN">
                  <a:solidFill>
                    <a:srgbClr val="FFFFCC"/>
                  </a:solidFill>
                  <a:latin typeface="Times New Roman" panose="02020603050405020304" pitchFamily="18" charset="0"/>
                  <a:ea typeface="宋体" panose="02010600030101010101" pitchFamily="2" charset="-122"/>
                </a:rPr>
                <a:t>(max)</a:t>
              </a:r>
            </a:p>
          </p:txBody>
        </p:sp>
        <p:sp>
          <p:nvSpPr>
            <p:cNvPr id="25617" name="Text Box 13">
              <a:extLst>
                <a:ext uri="{FF2B5EF4-FFF2-40B4-BE49-F238E27FC236}">
                  <a16:creationId xmlns:a16="http://schemas.microsoft.com/office/drawing/2014/main" id="{598E34C3-993C-4A18-C17C-91B5FECB1E5B}"/>
                </a:ext>
              </a:extLst>
            </p:cNvPr>
            <p:cNvSpPr txBox="1">
              <a:spLocks noChangeArrowheads="1"/>
            </p:cNvSpPr>
            <p:nvPr/>
          </p:nvSpPr>
          <p:spPr bwMode="auto">
            <a:xfrm>
              <a:off x="4084" y="136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CC"/>
                  </a:solidFill>
                  <a:latin typeface="Times New Roman" panose="02020603050405020304" pitchFamily="18" charset="0"/>
                  <a:ea typeface="宋体" panose="02010600030101010101" pitchFamily="2" charset="-122"/>
                </a:rPr>
                <a:t>F</a:t>
              </a:r>
              <a:endParaRPr lang="en-US" altLang="zh-CN" b="0">
                <a:solidFill>
                  <a:srgbClr val="FFFFCC"/>
                </a:solidFill>
                <a:latin typeface="Times New Roman" panose="02020603050405020304" pitchFamily="18" charset="0"/>
                <a:ea typeface="宋体" panose="02010600030101010101" pitchFamily="2" charset="-122"/>
              </a:endParaRPr>
            </a:p>
          </p:txBody>
        </p:sp>
        <p:sp>
          <p:nvSpPr>
            <p:cNvPr id="25618" name="Line 14">
              <a:extLst>
                <a:ext uri="{FF2B5EF4-FFF2-40B4-BE49-F238E27FC236}">
                  <a16:creationId xmlns:a16="http://schemas.microsoft.com/office/drawing/2014/main" id="{CB630254-FACE-74D0-9878-D70E3D416D60}"/>
                </a:ext>
              </a:extLst>
            </p:cNvPr>
            <p:cNvSpPr>
              <a:spLocks noChangeShapeType="1"/>
            </p:cNvSpPr>
            <p:nvPr/>
          </p:nvSpPr>
          <p:spPr bwMode="auto">
            <a:xfrm>
              <a:off x="4129" y="2523"/>
              <a:ext cx="942" cy="0"/>
            </a:xfrm>
            <a:prstGeom prst="line">
              <a:avLst/>
            </a:prstGeom>
            <a:noFill/>
            <a:ln w="28575">
              <a:solidFill>
                <a:srgbClr val="FF0000"/>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9" name="Line 15">
              <a:extLst>
                <a:ext uri="{FF2B5EF4-FFF2-40B4-BE49-F238E27FC236}">
                  <a16:creationId xmlns:a16="http://schemas.microsoft.com/office/drawing/2014/main" id="{D52B7E8C-6E66-DF1F-DD07-8AD97179E2F7}"/>
                </a:ext>
              </a:extLst>
            </p:cNvPr>
            <p:cNvSpPr>
              <a:spLocks noChangeShapeType="1"/>
            </p:cNvSpPr>
            <p:nvPr/>
          </p:nvSpPr>
          <p:spPr bwMode="auto">
            <a:xfrm>
              <a:off x="5057" y="2523"/>
              <a:ext cx="14" cy="958"/>
            </a:xfrm>
            <a:prstGeom prst="line">
              <a:avLst/>
            </a:prstGeom>
            <a:noFill/>
            <a:ln w="22225">
              <a:solidFill>
                <a:srgbClr val="00FF00"/>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0" name="Text Box 16">
              <a:extLst>
                <a:ext uri="{FF2B5EF4-FFF2-40B4-BE49-F238E27FC236}">
                  <a16:creationId xmlns:a16="http://schemas.microsoft.com/office/drawing/2014/main" id="{FD0E5534-E225-0431-B8F8-9BEC4926B169}"/>
                </a:ext>
              </a:extLst>
            </p:cNvPr>
            <p:cNvSpPr txBox="1">
              <a:spLocks noChangeArrowheads="1"/>
            </p:cNvSpPr>
            <p:nvPr/>
          </p:nvSpPr>
          <p:spPr bwMode="auto">
            <a:xfrm>
              <a:off x="4443" y="3529"/>
              <a:ext cx="6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a:solidFill>
                    <a:srgbClr val="FFFF00"/>
                  </a:solidFill>
                  <a:latin typeface="Times New Roman" panose="02020603050405020304" pitchFamily="18" charset="0"/>
                  <a:ea typeface="宋体" panose="02010600030101010101" pitchFamily="2" charset="-122"/>
                </a:rPr>
                <a:t>0.019s</a:t>
              </a:r>
            </a:p>
          </p:txBody>
        </p:sp>
        <p:sp>
          <p:nvSpPr>
            <p:cNvPr id="25621" name="Line 17">
              <a:extLst>
                <a:ext uri="{FF2B5EF4-FFF2-40B4-BE49-F238E27FC236}">
                  <a16:creationId xmlns:a16="http://schemas.microsoft.com/office/drawing/2014/main" id="{E81EA38E-E6B8-ED96-1643-6861862BCC31}"/>
                </a:ext>
              </a:extLst>
            </p:cNvPr>
            <p:cNvSpPr>
              <a:spLocks noChangeShapeType="1"/>
            </p:cNvSpPr>
            <p:nvPr/>
          </p:nvSpPr>
          <p:spPr bwMode="auto">
            <a:xfrm>
              <a:off x="4353" y="3481"/>
              <a:ext cx="0" cy="189"/>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2" name="Line 18">
              <a:extLst>
                <a:ext uri="{FF2B5EF4-FFF2-40B4-BE49-F238E27FC236}">
                  <a16:creationId xmlns:a16="http://schemas.microsoft.com/office/drawing/2014/main" id="{0E911F2D-B31D-381F-61B8-A193FFA89675}"/>
                </a:ext>
              </a:extLst>
            </p:cNvPr>
            <p:cNvSpPr>
              <a:spLocks noChangeShapeType="1"/>
            </p:cNvSpPr>
            <p:nvPr/>
          </p:nvSpPr>
          <p:spPr bwMode="auto">
            <a:xfrm>
              <a:off x="5071" y="3481"/>
              <a:ext cx="0" cy="23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3" name="Rectangle 19">
              <a:extLst>
                <a:ext uri="{FF2B5EF4-FFF2-40B4-BE49-F238E27FC236}">
                  <a16:creationId xmlns:a16="http://schemas.microsoft.com/office/drawing/2014/main" id="{D3FCD243-44AD-3D60-795A-1EDA67EBFE26}"/>
                </a:ext>
              </a:extLst>
            </p:cNvPr>
            <p:cNvSpPr>
              <a:spLocks noChangeArrowheads="1"/>
            </p:cNvSpPr>
            <p:nvPr/>
          </p:nvSpPr>
          <p:spPr bwMode="auto">
            <a:xfrm>
              <a:off x="3903" y="3387"/>
              <a:ext cx="1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CC"/>
                  </a:solidFill>
                  <a:latin typeface="Times New Roman" panose="02020603050405020304" pitchFamily="18" charset="0"/>
                  <a:ea typeface="宋体" panose="02010600030101010101" pitchFamily="2" charset="-122"/>
                </a:rPr>
                <a:t>O</a:t>
              </a:r>
              <a:endParaRPr lang="en-US" altLang="zh-CN" b="0" i="1">
                <a:solidFill>
                  <a:srgbClr val="FFFFCC"/>
                </a:solidFill>
                <a:latin typeface="Times New Roman" panose="02020603050405020304" pitchFamily="18" charset="0"/>
                <a:ea typeface="宋体" panose="02010600030101010101" pitchFamily="2" charset="-122"/>
              </a:endParaRPr>
            </a:p>
          </p:txBody>
        </p:sp>
        <p:sp>
          <p:nvSpPr>
            <p:cNvPr id="25624" name="Line 20">
              <a:extLst>
                <a:ext uri="{FF2B5EF4-FFF2-40B4-BE49-F238E27FC236}">
                  <a16:creationId xmlns:a16="http://schemas.microsoft.com/office/drawing/2014/main" id="{B400C130-68B4-5B53-EE49-03FB7DDDD6CC}"/>
                </a:ext>
              </a:extLst>
            </p:cNvPr>
            <p:cNvSpPr>
              <a:spLocks noChangeShapeType="1"/>
            </p:cNvSpPr>
            <p:nvPr/>
          </p:nvSpPr>
          <p:spPr bwMode="auto">
            <a:xfrm>
              <a:off x="4129" y="2024"/>
              <a:ext cx="896" cy="0"/>
            </a:xfrm>
            <a:prstGeom prst="line">
              <a:avLst/>
            </a:prstGeom>
            <a:noFill/>
            <a:ln w="22225">
              <a:solidFill>
                <a:schemeClr val="bg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625" name="Object 21">
              <a:extLst>
                <a:ext uri="{FF2B5EF4-FFF2-40B4-BE49-F238E27FC236}">
                  <a16:creationId xmlns:a16="http://schemas.microsoft.com/office/drawing/2014/main" id="{6FDA3F00-E7B4-F42A-B4DC-272C61DD503A}"/>
                </a:ext>
              </a:extLst>
            </p:cNvPr>
            <p:cNvGraphicFramePr>
              <a:graphicFrameLocks noChangeAspect="1"/>
            </p:cNvGraphicFramePr>
            <p:nvPr/>
          </p:nvGraphicFramePr>
          <p:xfrm>
            <a:off x="3857" y="2480"/>
            <a:ext cx="247" cy="283"/>
          </p:xfrm>
          <a:graphic>
            <a:graphicData uri="http://schemas.openxmlformats.org/presentationml/2006/ole">
              <mc:AlternateContent xmlns:mc="http://schemas.openxmlformats.org/markup-compatibility/2006">
                <mc:Choice xmlns:v="urn:schemas-microsoft-com:vml" Requires="v">
                  <p:oleObj name="Equation" r:id="rId6" imgW="175167" imgH="228434" progId="Equation.3">
                    <p:embed/>
                  </p:oleObj>
                </mc:Choice>
                <mc:Fallback>
                  <p:oleObj name="Equation" r:id="rId6" imgW="175167" imgH="228434" progId="Equation.3">
                    <p:embed/>
                    <p:pic>
                      <p:nvPicPr>
                        <p:cNvPr id="0"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7" y="2480"/>
                          <a:ext cx="247" cy="28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0198" name="Text Box 22">
            <a:extLst>
              <a:ext uri="{FF2B5EF4-FFF2-40B4-BE49-F238E27FC236}">
                <a16:creationId xmlns:a16="http://schemas.microsoft.com/office/drawing/2014/main" id="{97683B51-03A5-BFA3-DC4C-09159B005DA6}"/>
              </a:ext>
            </a:extLst>
          </p:cNvPr>
          <p:cNvSpPr txBox="1">
            <a:spLocks noChangeArrowheads="1"/>
          </p:cNvSpPr>
          <p:nvPr/>
        </p:nvSpPr>
        <p:spPr bwMode="auto">
          <a:xfrm>
            <a:off x="373063" y="5373688"/>
            <a:ext cx="448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r>
              <a:rPr lang="zh-CN" altLang="en-US">
                <a:latin typeface="Times New Roman" panose="02020603050405020304" pitchFamily="18" charset="0"/>
              </a:rPr>
              <a:t>相当于 </a:t>
            </a:r>
            <a:r>
              <a:rPr lang="en-US" altLang="zh-CN">
                <a:solidFill>
                  <a:srgbClr val="66FFFF"/>
                </a:solidFill>
                <a:latin typeface="Times New Roman" panose="02020603050405020304" pitchFamily="18" charset="0"/>
              </a:rPr>
              <a:t>40kg </a:t>
            </a:r>
            <a:r>
              <a:rPr lang="zh-CN" altLang="en-US">
                <a:latin typeface="Times New Roman" panose="02020603050405020304" pitchFamily="18" charset="0"/>
              </a:rPr>
              <a:t>重物所受重力</a:t>
            </a:r>
            <a:r>
              <a:rPr lang="en-US" altLang="zh-CN">
                <a:latin typeface="Times New Roman" panose="02020603050405020304" pitchFamily="18" charset="0"/>
              </a:rPr>
              <a:t>!</a:t>
            </a:r>
          </a:p>
        </p:txBody>
      </p:sp>
      <p:sp>
        <p:nvSpPr>
          <p:cNvPr id="50199" name="Text Box 23">
            <a:extLst>
              <a:ext uri="{FF2B5EF4-FFF2-40B4-BE49-F238E27FC236}">
                <a16:creationId xmlns:a16="http://schemas.microsoft.com/office/drawing/2014/main" id="{B774517A-71F4-5DC0-7C52-CE104B0D9755}"/>
              </a:ext>
            </a:extLst>
          </p:cNvPr>
          <p:cNvSpPr txBox="1">
            <a:spLocks noChangeArrowheads="1"/>
          </p:cNvSpPr>
          <p:nvPr/>
        </p:nvSpPr>
        <p:spPr bwMode="auto">
          <a:xfrm>
            <a:off x="701675" y="1036638"/>
            <a:ext cx="5114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速率反弹，接触时间仅</a:t>
            </a:r>
            <a:r>
              <a:rPr lang="en-US" altLang="zh-CN">
                <a:solidFill>
                  <a:srgbClr val="66FFFF"/>
                </a:solidFill>
                <a:latin typeface="Times New Roman" panose="02020603050405020304" pitchFamily="18" charset="0"/>
              </a:rPr>
              <a:t>0.019s.</a:t>
            </a:r>
          </a:p>
        </p:txBody>
      </p:sp>
      <p:sp>
        <p:nvSpPr>
          <p:cNvPr id="50200" name="Text Box 24">
            <a:extLst>
              <a:ext uri="{FF2B5EF4-FFF2-40B4-BE49-F238E27FC236}">
                <a16:creationId xmlns:a16="http://schemas.microsoft.com/office/drawing/2014/main" id="{5E91BB9B-5AB1-0A15-1E05-FC8F9461CBBD}"/>
              </a:ext>
            </a:extLst>
          </p:cNvPr>
          <p:cNvSpPr txBox="1">
            <a:spLocks noChangeArrowheads="1"/>
          </p:cNvSpPr>
          <p:nvPr/>
        </p:nvSpPr>
        <p:spPr bwMode="auto">
          <a:xfrm>
            <a:off x="273050" y="1651000"/>
            <a:ext cx="42497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ea typeface="宋体" panose="02010600030101010101" pitchFamily="2" charset="-122"/>
              </a:rPr>
              <a:t>求 </a:t>
            </a:r>
            <a:r>
              <a:rPr lang="zh-CN" altLang="en-US" i="1">
                <a:latin typeface="Times New Roman" panose="02020603050405020304" pitchFamily="18" charset="0"/>
              </a:rPr>
              <a:t>篮球对地</a:t>
            </a:r>
            <a:r>
              <a:rPr lang="zh-CN" altLang="zh-CN" i="1">
                <a:latin typeface="Times New Roman" panose="02020603050405020304" pitchFamily="18" charset="0"/>
              </a:rPr>
              <a:t>的</a:t>
            </a:r>
            <a:r>
              <a:rPr lang="zh-CN" altLang="en-US" i="1">
                <a:solidFill>
                  <a:srgbClr val="66FFFF"/>
                </a:solidFill>
                <a:latin typeface="Times New Roman" panose="02020603050405020304" pitchFamily="18" charset="0"/>
              </a:rPr>
              <a:t>平均冲力</a:t>
            </a:r>
            <a:r>
              <a:rPr lang="en-US" altLang="zh-CN" i="1">
                <a:latin typeface="Times New Roman" panose="02020603050405020304" pitchFamily="18" charset="0"/>
              </a:rPr>
              <a:t>?</a:t>
            </a:r>
          </a:p>
        </p:txBody>
      </p:sp>
      <p:sp>
        <p:nvSpPr>
          <p:cNvPr id="50201" name="Text Box 25">
            <a:extLst>
              <a:ext uri="{FF2B5EF4-FFF2-40B4-BE49-F238E27FC236}">
                <a16:creationId xmlns:a16="http://schemas.microsoft.com/office/drawing/2014/main" id="{F270DD3F-6271-E73C-0BF5-B91E4A4B0838}"/>
              </a:ext>
            </a:extLst>
          </p:cNvPr>
          <p:cNvSpPr txBox="1">
            <a:spLocks noChangeArrowheads="1"/>
          </p:cNvSpPr>
          <p:nvPr/>
        </p:nvSpPr>
        <p:spPr bwMode="auto">
          <a:xfrm>
            <a:off x="1525588" y="6021388"/>
            <a:ext cx="4486275" cy="4667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r>
              <a:rPr lang="zh-CN" altLang="en-US">
                <a:solidFill>
                  <a:srgbClr val="66FFFF"/>
                </a:solidFill>
                <a:latin typeface="Times New Roman" panose="02020603050405020304" pitchFamily="18" charset="0"/>
                <a:ea typeface="宋体" panose="02010600030101010101" pitchFamily="2" charset="-122"/>
              </a:rPr>
              <a:t>硬着陆    </a:t>
            </a:r>
            <a:r>
              <a:rPr lang="zh-CN" altLang="en-US">
                <a:solidFill>
                  <a:srgbClr val="FFFF00"/>
                </a:solidFill>
                <a:latin typeface="Times New Roman" panose="02020603050405020304" pitchFamily="18" charset="0"/>
                <a:ea typeface="宋体" panose="02010600030101010101" pitchFamily="2" charset="-122"/>
                <a:sym typeface="Symbol" panose="05050102010706020507" pitchFamily="18" charset="2"/>
              </a:rPr>
              <a:t>   </a:t>
            </a:r>
            <a:r>
              <a:rPr lang="zh-CN" altLang="en-US">
                <a:solidFill>
                  <a:srgbClr val="66FFFF"/>
                </a:solidFill>
                <a:latin typeface="Times New Roman" panose="02020603050405020304" pitchFamily="18" charset="0"/>
                <a:ea typeface="宋体" panose="02010600030101010101" pitchFamily="2" charset="-122"/>
                <a:sym typeface="Symbol" panose="05050102010706020507" pitchFamily="18" charset="2"/>
              </a:rPr>
              <a:t> </a:t>
            </a:r>
            <a:r>
              <a:rPr lang="zh-CN" altLang="en-US">
                <a:solidFill>
                  <a:srgbClr val="66FFFF"/>
                </a:solidFill>
                <a:latin typeface="Times New Roman" panose="02020603050405020304" pitchFamily="18" charset="0"/>
                <a:ea typeface="宋体" panose="02010600030101010101" pitchFamily="2" charset="-122"/>
              </a:rPr>
              <a:t>软着陆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wipe(left)">
                                      <p:cBhvr>
                                        <p:cTn id="7" dur="500"/>
                                        <p:tgtEl>
                                          <p:spTgt spid="501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199"/>
                                        </p:tgtEl>
                                        <p:attrNameLst>
                                          <p:attrName>style.visibility</p:attrName>
                                        </p:attrNameLst>
                                      </p:cBhvr>
                                      <p:to>
                                        <p:strVal val="visible"/>
                                      </p:to>
                                    </p:set>
                                    <p:animEffect transition="in" filter="wipe(left)">
                                      <p:cBhvr>
                                        <p:cTn id="12" dur="500"/>
                                        <p:tgtEl>
                                          <p:spTgt spid="501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0200"/>
                                        </p:tgtEl>
                                        <p:attrNameLst>
                                          <p:attrName>style.visibility</p:attrName>
                                        </p:attrNameLst>
                                      </p:cBhvr>
                                      <p:to>
                                        <p:strVal val="visible"/>
                                      </p:to>
                                    </p:set>
                                    <p:animEffect transition="in" filter="wipe(left)">
                                      <p:cBhvr>
                                        <p:cTn id="17" dur="500"/>
                                        <p:tgtEl>
                                          <p:spTgt spid="502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0179"/>
                                        </p:tgtEl>
                                        <p:attrNameLst>
                                          <p:attrName>style.visibility</p:attrName>
                                        </p:attrNameLst>
                                      </p:cBhvr>
                                      <p:to>
                                        <p:strVal val="visible"/>
                                      </p:to>
                                    </p:set>
                                    <p:animEffect transition="in" filter="wipe(left)">
                                      <p:cBhvr>
                                        <p:cTn id="22" dur="500"/>
                                        <p:tgtEl>
                                          <p:spTgt spid="501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0180"/>
                                        </p:tgtEl>
                                        <p:attrNameLst>
                                          <p:attrName>style.visibility</p:attrName>
                                        </p:attrNameLst>
                                      </p:cBhvr>
                                      <p:to>
                                        <p:strVal val="visible"/>
                                      </p:to>
                                    </p:set>
                                    <p:animEffect transition="in" filter="wipe(left)">
                                      <p:cBhvr>
                                        <p:cTn id="27" dur="500"/>
                                        <p:tgtEl>
                                          <p:spTgt spid="501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0182"/>
                                        </p:tgtEl>
                                        <p:attrNameLst>
                                          <p:attrName>style.visibility</p:attrName>
                                        </p:attrNameLst>
                                      </p:cBhvr>
                                      <p:to>
                                        <p:strVal val="visible"/>
                                      </p:to>
                                    </p:set>
                                    <p:animEffect transition="in" filter="wipe(left)">
                                      <p:cBhvr>
                                        <p:cTn id="32" dur="500"/>
                                        <p:tgtEl>
                                          <p:spTgt spid="501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0181"/>
                                        </p:tgtEl>
                                        <p:attrNameLst>
                                          <p:attrName>style.visibility</p:attrName>
                                        </p:attrNameLst>
                                      </p:cBhvr>
                                      <p:to>
                                        <p:strVal val="visible"/>
                                      </p:to>
                                    </p:set>
                                    <p:animEffect transition="in" filter="wipe(left)">
                                      <p:cBhvr>
                                        <p:cTn id="37" dur="500"/>
                                        <p:tgtEl>
                                          <p:spTgt spid="501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0198"/>
                                        </p:tgtEl>
                                        <p:attrNameLst>
                                          <p:attrName>style.visibility</p:attrName>
                                        </p:attrNameLst>
                                      </p:cBhvr>
                                      <p:to>
                                        <p:strVal val="visible"/>
                                      </p:to>
                                    </p:set>
                                    <p:animEffect transition="in" filter="wipe(left)">
                                      <p:cBhvr>
                                        <p:cTn id="42" dur="500"/>
                                        <p:tgtEl>
                                          <p:spTgt spid="5019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p:cTn id="47" dur="500" fill="hold"/>
                                        <p:tgtEl>
                                          <p:spTgt spid="2"/>
                                        </p:tgtEl>
                                        <p:attrNameLst>
                                          <p:attrName>ppt_w</p:attrName>
                                        </p:attrNameLst>
                                      </p:cBhvr>
                                      <p:tavLst>
                                        <p:tav tm="0">
                                          <p:val>
                                            <p:fltVal val="0"/>
                                          </p:val>
                                        </p:tav>
                                        <p:tav tm="100000">
                                          <p:val>
                                            <p:strVal val="#ppt_w"/>
                                          </p:val>
                                        </p:tav>
                                      </p:tavLst>
                                    </p:anim>
                                    <p:anim calcmode="lin" valueType="num">
                                      <p:cBhvr>
                                        <p:cTn id="4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50201"/>
                                        </p:tgtEl>
                                        <p:attrNameLst>
                                          <p:attrName>style.visibility</p:attrName>
                                        </p:attrNameLst>
                                      </p:cBhvr>
                                      <p:to>
                                        <p:strVal val="visible"/>
                                      </p:to>
                                    </p:set>
                                    <p:animEffect transition="in" filter="wipe(left)">
                                      <p:cBhvr>
                                        <p:cTn id="53" dur="500"/>
                                        <p:tgtEl>
                                          <p:spTgt spid="50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p:bldP spid="50182" grpId="0" autoUpdateAnimBg="0"/>
      <p:bldP spid="50198" grpId="0"/>
      <p:bldP spid="50199" grpId="0"/>
      <p:bldP spid="50200" grpId="0"/>
      <p:bldP spid="5020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9F1743A9-F0C0-7D98-48B4-0757629C992D}"/>
              </a:ext>
            </a:extLst>
          </p:cNvPr>
          <p:cNvSpPr txBox="1">
            <a:spLocks noChangeArrowheads="1"/>
          </p:cNvSpPr>
          <p:nvPr/>
        </p:nvSpPr>
        <p:spPr bwMode="auto">
          <a:xfrm>
            <a:off x="258763" y="304800"/>
            <a:ext cx="558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ea typeface="宋体" panose="02010600030101010101" pitchFamily="2" charset="-122"/>
              </a:rPr>
              <a:t>例</a:t>
            </a:r>
            <a:r>
              <a:rPr lang="zh-CN" altLang="en-US">
                <a:solidFill>
                  <a:schemeClr val="hlink"/>
                </a:solidFill>
                <a:latin typeface="Times New Roman" panose="02020603050405020304" pitchFamily="18" charset="0"/>
              </a:rPr>
              <a:t>  </a:t>
            </a:r>
            <a:r>
              <a:rPr lang="zh-CN" altLang="en-US">
                <a:latin typeface="Times New Roman" panose="02020603050405020304" pitchFamily="18" charset="0"/>
              </a:rPr>
              <a:t>质量为 </a:t>
            </a:r>
            <a:r>
              <a:rPr lang="en-US" altLang="zh-CN" i="1">
                <a:solidFill>
                  <a:srgbClr val="66FFFF"/>
                </a:solidFill>
                <a:latin typeface="Times New Roman" panose="02020603050405020304" pitchFamily="18" charset="0"/>
              </a:rPr>
              <a:t>m </a:t>
            </a:r>
            <a:r>
              <a:rPr lang="zh-CN" altLang="en-US">
                <a:latin typeface="Times New Roman" panose="02020603050405020304" pitchFamily="18" charset="0"/>
              </a:rPr>
              <a:t>的匀质</a:t>
            </a:r>
            <a:r>
              <a:rPr kumimoji="1" lang="zh-CN" altLang="en-US">
                <a:solidFill>
                  <a:srgbClr val="FF9900"/>
                </a:solidFill>
                <a:latin typeface="Times New Roman" panose="02020603050405020304" pitchFamily="18" charset="0"/>
              </a:rPr>
              <a:t>柔软绳</a:t>
            </a:r>
            <a:r>
              <a:rPr lang="zh-CN" altLang="en-US">
                <a:latin typeface="Times New Roman" panose="02020603050405020304" pitchFamily="18" charset="0"/>
              </a:rPr>
              <a:t>，全长为</a:t>
            </a:r>
            <a:r>
              <a:rPr lang="zh-CN" altLang="en-US">
                <a:solidFill>
                  <a:schemeClr val="hlink"/>
                </a:solidFill>
                <a:latin typeface="Times New Roman" panose="02020603050405020304" pitchFamily="18" charset="0"/>
              </a:rPr>
              <a:t> </a:t>
            </a:r>
            <a:r>
              <a:rPr lang="en-US" altLang="zh-CN" i="1">
                <a:solidFill>
                  <a:srgbClr val="66FFFF"/>
                </a:solidFill>
                <a:latin typeface="Times New Roman" panose="02020603050405020304" pitchFamily="18" charset="0"/>
              </a:rPr>
              <a:t>L</a:t>
            </a:r>
            <a:r>
              <a:rPr lang="zh-CN" altLang="en-US" i="1">
                <a:latin typeface="Times New Roman" panose="02020603050405020304" pitchFamily="18" charset="0"/>
              </a:rPr>
              <a:t>，</a:t>
            </a:r>
          </a:p>
        </p:txBody>
      </p:sp>
      <p:sp>
        <p:nvSpPr>
          <p:cNvPr id="26627" name="Text Box 3">
            <a:extLst>
              <a:ext uri="{FF2B5EF4-FFF2-40B4-BE49-F238E27FC236}">
                <a16:creationId xmlns:a16="http://schemas.microsoft.com/office/drawing/2014/main" id="{8751097E-1B11-A8FC-CD14-AE2BA3415529}"/>
              </a:ext>
            </a:extLst>
          </p:cNvPr>
          <p:cNvSpPr txBox="1">
            <a:spLocks noChangeArrowheads="1"/>
          </p:cNvSpPr>
          <p:nvPr/>
        </p:nvSpPr>
        <p:spPr bwMode="auto">
          <a:xfrm>
            <a:off x="730250" y="814388"/>
            <a:ext cx="4795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开始时，下端与地面的距离为</a:t>
            </a:r>
            <a:r>
              <a:rPr lang="zh-CN" altLang="en-US">
                <a:solidFill>
                  <a:srgbClr val="66FFFF"/>
                </a:solidFill>
                <a:latin typeface="Times New Roman" panose="02020603050405020304" pitchFamily="18" charset="0"/>
              </a:rPr>
              <a:t> </a:t>
            </a:r>
            <a:r>
              <a:rPr lang="en-US" altLang="zh-CN" i="1">
                <a:solidFill>
                  <a:srgbClr val="66FFFF"/>
                </a:solidFill>
                <a:latin typeface="Times New Roman" panose="02020603050405020304" pitchFamily="18" charset="0"/>
              </a:rPr>
              <a:t>h</a:t>
            </a:r>
            <a:r>
              <a:rPr lang="en-US" altLang="zh-CN">
                <a:latin typeface="Times New Roman" panose="02020603050405020304" pitchFamily="18" charset="0"/>
              </a:rPr>
              <a:t> </a:t>
            </a:r>
            <a:r>
              <a:rPr lang="zh-CN" altLang="en-US">
                <a:latin typeface="Times New Roman" panose="02020603050405020304" pitchFamily="18" charset="0"/>
              </a:rPr>
              <a:t>。</a:t>
            </a:r>
            <a:endParaRPr kumimoji="1" lang="zh-CN" altLang="en-US">
              <a:solidFill>
                <a:srgbClr val="FF9900"/>
              </a:solidFill>
              <a:latin typeface="Times New Roman" panose="02020603050405020304" pitchFamily="18" charset="0"/>
            </a:endParaRPr>
          </a:p>
        </p:txBody>
      </p:sp>
      <p:sp>
        <p:nvSpPr>
          <p:cNvPr id="26628" name="Text Box 4">
            <a:extLst>
              <a:ext uri="{FF2B5EF4-FFF2-40B4-BE49-F238E27FC236}">
                <a16:creationId xmlns:a16="http://schemas.microsoft.com/office/drawing/2014/main" id="{946649DD-114B-1466-1881-C1955E57B67E}"/>
              </a:ext>
            </a:extLst>
          </p:cNvPr>
          <p:cNvSpPr txBox="1">
            <a:spLocks noChangeArrowheads="1"/>
          </p:cNvSpPr>
          <p:nvPr/>
        </p:nvSpPr>
        <p:spPr bwMode="auto">
          <a:xfrm>
            <a:off x="723900" y="1844675"/>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时，地面所受</a:t>
            </a:r>
            <a:r>
              <a:rPr kumimoji="1" lang="zh-CN" altLang="en-US">
                <a:solidFill>
                  <a:srgbClr val="FF9900"/>
                </a:solidFill>
                <a:latin typeface="Times New Roman" panose="02020603050405020304" pitchFamily="18" charset="0"/>
              </a:rPr>
              <a:t>绳</a:t>
            </a:r>
            <a:r>
              <a:rPr lang="zh-CN" altLang="en-US">
                <a:latin typeface="Times New Roman" panose="02020603050405020304" pitchFamily="18" charset="0"/>
              </a:rPr>
              <a:t>的作用力？</a:t>
            </a:r>
          </a:p>
        </p:txBody>
      </p:sp>
      <p:sp>
        <p:nvSpPr>
          <p:cNvPr id="51205" name="Text Box 5">
            <a:extLst>
              <a:ext uri="{FF2B5EF4-FFF2-40B4-BE49-F238E27FC236}">
                <a16:creationId xmlns:a16="http://schemas.microsoft.com/office/drawing/2014/main" id="{CDFD497A-0B4A-0984-B3E4-6EC47A1A1723}"/>
              </a:ext>
            </a:extLst>
          </p:cNvPr>
          <p:cNvSpPr txBox="1">
            <a:spLocks noChangeArrowheads="1"/>
          </p:cNvSpPr>
          <p:nvPr/>
        </p:nvSpPr>
        <p:spPr bwMode="auto">
          <a:xfrm>
            <a:off x="271463" y="2349500"/>
            <a:ext cx="4616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ea typeface="宋体" panose="02010600030101010101" pitchFamily="2" charset="-122"/>
              </a:rPr>
              <a:t>解</a:t>
            </a:r>
            <a:r>
              <a:rPr lang="zh-CN" altLang="en-US">
                <a:solidFill>
                  <a:srgbClr val="FFFF66"/>
                </a:solidFill>
                <a:latin typeface="Times New Roman" panose="02020603050405020304" pitchFamily="18" charset="0"/>
                <a:ea typeface="宋体" panose="02010600030101010101" pitchFamily="2" charset="-122"/>
              </a:rPr>
              <a:t>  </a:t>
            </a:r>
            <a:r>
              <a:rPr lang="zh-CN" altLang="en-US">
                <a:latin typeface="Times New Roman" panose="02020603050405020304" pitchFamily="18" charset="0"/>
              </a:rPr>
              <a:t>设</a:t>
            </a:r>
            <a:r>
              <a:rPr lang="zh-CN" altLang="en-US">
                <a:solidFill>
                  <a:srgbClr val="FF9900"/>
                </a:solidFill>
                <a:latin typeface="Times New Roman" panose="02020603050405020304" pitchFamily="18" charset="0"/>
              </a:rPr>
              <a:t> </a:t>
            </a:r>
            <a:r>
              <a:rPr lang="en-US" altLang="zh-CN" i="1">
                <a:solidFill>
                  <a:srgbClr val="FF9900"/>
                </a:solidFill>
                <a:latin typeface="Times New Roman" panose="02020603050405020304" pitchFamily="18" charset="0"/>
              </a:rPr>
              <a:t>t</a:t>
            </a:r>
            <a:r>
              <a:rPr lang="en-US" altLang="zh-CN">
                <a:solidFill>
                  <a:srgbClr val="FF9900"/>
                </a:solidFill>
                <a:latin typeface="Times New Roman" panose="02020603050405020304" pitchFamily="18" charset="0"/>
              </a:rPr>
              <a:t> </a:t>
            </a:r>
            <a:r>
              <a:rPr lang="zh-CN" altLang="en-US">
                <a:latin typeface="Times New Roman" panose="02020603050405020304" pitchFamily="18" charset="0"/>
              </a:rPr>
              <a:t>时刻</a:t>
            </a:r>
            <a:r>
              <a:rPr lang="zh-CN" altLang="en-US">
                <a:solidFill>
                  <a:srgbClr val="66FFFF"/>
                </a:solidFill>
                <a:latin typeface="Times New Roman" panose="02020603050405020304" pitchFamily="18" charset="0"/>
                <a:ea typeface="宋体" panose="02010600030101010101" pitchFamily="2" charset="-122"/>
              </a:rPr>
              <a:t>（</a:t>
            </a:r>
            <a:r>
              <a:rPr lang="zh-CN" altLang="en-US" sz="2000">
                <a:solidFill>
                  <a:srgbClr val="66FFFF"/>
                </a:solidFill>
                <a:latin typeface="楷体_GB2312" pitchFamily="49" charset="-122"/>
                <a:ea typeface="楷体_GB2312" pitchFamily="49" charset="-122"/>
              </a:rPr>
              <a:t>地面上有</a:t>
            </a:r>
            <a:r>
              <a:rPr lang="en-US" altLang="zh-CN" i="1">
                <a:solidFill>
                  <a:srgbClr val="FFFF00"/>
                </a:solidFill>
                <a:latin typeface="Times New Roman" panose="02020603050405020304" pitchFamily="18" charset="0"/>
                <a:ea typeface="楷体_GB2312" pitchFamily="49" charset="-122"/>
              </a:rPr>
              <a:t>l </a:t>
            </a:r>
            <a:r>
              <a:rPr lang="zh-CN" altLang="en-US" sz="2000">
                <a:solidFill>
                  <a:srgbClr val="66FFFF"/>
                </a:solidFill>
                <a:latin typeface="楷体_GB2312" pitchFamily="49" charset="-122"/>
                <a:ea typeface="楷体_GB2312" pitchFamily="49" charset="-122"/>
              </a:rPr>
              <a:t>长的绳子</a:t>
            </a:r>
            <a:r>
              <a:rPr lang="zh-CN" altLang="en-US">
                <a:solidFill>
                  <a:srgbClr val="66FFFF"/>
                </a:solidFill>
                <a:latin typeface="Times New Roman" panose="02020603050405020304" pitchFamily="18" charset="0"/>
                <a:ea typeface="宋体" panose="02010600030101010101" pitchFamily="2" charset="-122"/>
              </a:rPr>
              <a:t>）</a:t>
            </a:r>
            <a:endParaRPr lang="zh-CN" altLang="en-US" b="0">
              <a:solidFill>
                <a:srgbClr val="66FFFF"/>
              </a:solidFill>
              <a:latin typeface="Times New Roman" panose="02020603050405020304" pitchFamily="18" charset="0"/>
              <a:ea typeface="宋体" panose="02010600030101010101" pitchFamily="2" charset="-122"/>
            </a:endParaRPr>
          </a:p>
        </p:txBody>
      </p:sp>
      <p:graphicFrame>
        <p:nvGraphicFramePr>
          <p:cNvPr id="51206" name="Object 6">
            <a:extLst>
              <a:ext uri="{FF2B5EF4-FFF2-40B4-BE49-F238E27FC236}">
                <a16:creationId xmlns:a16="http://schemas.microsoft.com/office/drawing/2014/main" id="{D6B0338E-24A3-482D-C66D-6183CECA6B64}"/>
              </a:ext>
            </a:extLst>
          </p:cNvPr>
          <p:cNvGraphicFramePr>
            <a:graphicFrameLocks noChangeAspect="1"/>
          </p:cNvGraphicFramePr>
          <p:nvPr/>
        </p:nvGraphicFramePr>
        <p:xfrm>
          <a:off x="1989138" y="2654300"/>
          <a:ext cx="1828800" cy="846138"/>
        </p:xfrm>
        <a:graphic>
          <a:graphicData uri="http://schemas.openxmlformats.org/presentationml/2006/ole">
            <mc:AlternateContent xmlns:mc="http://schemas.openxmlformats.org/markup-compatibility/2006">
              <mc:Choice xmlns:v="urn:schemas-microsoft-com:vml" Requires="v">
                <p:oleObj name="公式" r:id="rId2" imgW="800193" imgH="343149" progId="Equation.3">
                  <p:embed/>
                </p:oleObj>
              </mc:Choice>
              <mc:Fallback>
                <p:oleObj name="公式" r:id="rId2" imgW="800193" imgH="343149"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138" y="2654300"/>
                        <a:ext cx="1828800"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7" name="Object 7">
            <a:extLst>
              <a:ext uri="{FF2B5EF4-FFF2-40B4-BE49-F238E27FC236}">
                <a16:creationId xmlns:a16="http://schemas.microsoft.com/office/drawing/2014/main" id="{4BF7A3AC-5A02-7C45-74D2-FB22C32440FD}"/>
              </a:ext>
            </a:extLst>
          </p:cNvPr>
          <p:cNvGraphicFramePr>
            <a:graphicFrameLocks noChangeAspect="1"/>
          </p:cNvGraphicFramePr>
          <p:nvPr/>
        </p:nvGraphicFramePr>
        <p:xfrm>
          <a:off x="3244850" y="3398838"/>
          <a:ext cx="2209800" cy="546100"/>
        </p:xfrm>
        <a:graphic>
          <a:graphicData uri="http://schemas.openxmlformats.org/presentationml/2006/ole">
            <mc:AlternateContent xmlns:mc="http://schemas.openxmlformats.org/markup-compatibility/2006">
              <mc:Choice xmlns:v="urn:schemas-microsoft-com:vml" Requires="v">
                <p:oleObj name="公式" r:id="rId4" imgW="975360" imgH="198009" progId="Equation.3">
                  <p:embed/>
                </p:oleObj>
              </mc:Choice>
              <mc:Fallback>
                <p:oleObj name="公式" r:id="rId4" imgW="975360" imgH="19800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4850" y="3398838"/>
                        <a:ext cx="22098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8" name="Text Box 8">
            <a:extLst>
              <a:ext uri="{FF2B5EF4-FFF2-40B4-BE49-F238E27FC236}">
                <a16:creationId xmlns:a16="http://schemas.microsoft.com/office/drawing/2014/main" id="{BC4C9188-DBB5-E857-AAE8-1AA4B8C7101F}"/>
              </a:ext>
            </a:extLst>
          </p:cNvPr>
          <p:cNvSpPr txBox="1">
            <a:spLocks noChangeArrowheads="1"/>
          </p:cNvSpPr>
          <p:nvPr/>
        </p:nvSpPr>
        <p:spPr bwMode="auto">
          <a:xfrm>
            <a:off x="725488" y="3424238"/>
            <a:ext cx="3376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此时</a:t>
            </a:r>
            <a:r>
              <a:rPr kumimoji="1" lang="zh-CN" altLang="en-US">
                <a:solidFill>
                  <a:srgbClr val="FF9900"/>
                </a:solidFill>
                <a:latin typeface="Times New Roman" panose="02020603050405020304" pitchFamily="18" charset="0"/>
              </a:rPr>
              <a:t>绳</a:t>
            </a:r>
            <a:r>
              <a:rPr lang="zh-CN" altLang="en-US">
                <a:latin typeface="Times New Roman" panose="02020603050405020304" pitchFamily="18" charset="0"/>
              </a:rPr>
              <a:t>的速度为</a:t>
            </a:r>
          </a:p>
        </p:txBody>
      </p:sp>
      <p:sp>
        <p:nvSpPr>
          <p:cNvPr id="26633" name="Text Box 9">
            <a:extLst>
              <a:ext uri="{FF2B5EF4-FFF2-40B4-BE49-F238E27FC236}">
                <a16:creationId xmlns:a16="http://schemas.microsoft.com/office/drawing/2014/main" id="{C078563D-E488-6929-C7E5-893CE35529FD}"/>
              </a:ext>
            </a:extLst>
          </p:cNvPr>
          <p:cNvSpPr txBox="1">
            <a:spLocks noChangeArrowheads="1"/>
          </p:cNvSpPr>
          <p:nvPr/>
        </p:nvSpPr>
        <p:spPr bwMode="auto">
          <a:xfrm>
            <a:off x="269875" y="1341438"/>
            <a:ext cx="69659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spcBef>
                <a:spcPct val="50000"/>
              </a:spcBef>
            </a:pPr>
            <a:r>
              <a:rPr lang="zh-CN" altLang="en-US">
                <a:solidFill>
                  <a:srgbClr val="FFFF00"/>
                </a:solidFill>
                <a:latin typeface="Times New Roman" panose="02020603050405020304" pitchFamily="18" charset="0"/>
                <a:ea typeface="宋体" panose="02010600030101010101" pitchFamily="2" charset="-122"/>
              </a:rPr>
              <a:t>求</a:t>
            </a:r>
            <a:r>
              <a:rPr lang="zh-CN" altLang="en-US">
                <a:solidFill>
                  <a:srgbClr val="FFFF00"/>
                </a:solidFill>
                <a:latin typeface="Times New Roman" panose="02020603050405020304" pitchFamily="18" charset="0"/>
              </a:rPr>
              <a:t>  </a:t>
            </a:r>
            <a:r>
              <a:rPr kumimoji="1" lang="zh-CN" altLang="en-US">
                <a:solidFill>
                  <a:srgbClr val="FF9900"/>
                </a:solidFill>
                <a:latin typeface="Times New Roman" panose="02020603050405020304" pitchFamily="18" charset="0"/>
              </a:rPr>
              <a:t>绳</a:t>
            </a:r>
            <a:r>
              <a:rPr lang="zh-CN" altLang="en-US">
                <a:latin typeface="Times New Roman" panose="02020603050405020304" pitchFamily="18" charset="0"/>
              </a:rPr>
              <a:t>自由下落地面上的长度为 </a:t>
            </a:r>
            <a:r>
              <a:rPr lang="en-US" altLang="zh-CN" i="1">
                <a:solidFill>
                  <a:srgbClr val="66FFFF"/>
                </a:solidFill>
                <a:latin typeface="Times New Roman" panose="02020603050405020304" pitchFamily="18" charset="0"/>
              </a:rPr>
              <a:t>l </a:t>
            </a:r>
            <a:r>
              <a:rPr lang="en-US" altLang="zh-CN">
                <a:solidFill>
                  <a:srgbClr val="66FFFF"/>
                </a:solidFill>
                <a:latin typeface="Times New Roman" panose="02020603050405020304" pitchFamily="18" charset="0"/>
              </a:rPr>
              <a:t>(</a:t>
            </a:r>
            <a:r>
              <a:rPr lang="en-US" altLang="zh-CN" i="1">
                <a:solidFill>
                  <a:srgbClr val="66FFFF"/>
                </a:solidFill>
                <a:latin typeface="Times New Roman" panose="02020603050405020304" pitchFamily="18" charset="0"/>
              </a:rPr>
              <a:t> l&lt;L</a:t>
            </a:r>
            <a:r>
              <a:rPr lang="en-US" altLang="zh-CN">
                <a:solidFill>
                  <a:srgbClr val="66FFFF"/>
                </a:solidFill>
                <a:latin typeface="Times New Roman" panose="02020603050405020304" pitchFamily="18" charset="0"/>
              </a:rPr>
              <a:t> )</a:t>
            </a:r>
            <a:endParaRPr lang="en-US" altLang="zh-CN">
              <a:latin typeface="Times New Roman" panose="02020603050405020304" pitchFamily="18" charset="0"/>
            </a:endParaRPr>
          </a:p>
        </p:txBody>
      </p:sp>
      <p:grpSp>
        <p:nvGrpSpPr>
          <p:cNvPr id="26634" name="Group 10">
            <a:extLst>
              <a:ext uri="{FF2B5EF4-FFF2-40B4-BE49-F238E27FC236}">
                <a16:creationId xmlns:a16="http://schemas.microsoft.com/office/drawing/2014/main" id="{5F5AE1A8-CAF4-0827-E1AC-71FBF15C81F9}"/>
              </a:ext>
            </a:extLst>
          </p:cNvPr>
          <p:cNvGrpSpPr>
            <a:grpSpLocks/>
          </p:cNvGrpSpPr>
          <p:nvPr/>
        </p:nvGrpSpPr>
        <p:grpSpPr bwMode="auto">
          <a:xfrm>
            <a:off x="6294438" y="333375"/>
            <a:ext cx="1085850" cy="2741613"/>
            <a:chOff x="3765" y="210"/>
            <a:chExt cx="684" cy="1727"/>
          </a:xfrm>
        </p:grpSpPr>
        <p:sp>
          <p:nvSpPr>
            <p:cNvPr id="26654" name="Line 11">
              <a:extLst>
                <a:ext uri="{FF2B5EF4-FFF2-40B4-BE49-F238E27FC236}">
                  <a16:creationId xmlns:a16="http://schemas.microsoft.com/office/drawing/2014/main" id="{42CB49DA-70D1-0A29-DE4B-BC0C65970562}"/>
                </a:ext>
              </a:extLst>
            </p:cNvPr>
            <p:cNvSpPr>
              <a:spLocks noChangeShapeType="1"/>
            </p:cNvSpPr>
            <p:nvPr/>
          </p:nvSpPr>
          <p:spPr bwMode="auto">
            <a:xfrm>
              <a:off x="3921" y="1937"/>
              <a:ext cx="528"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5" name="Rectangle 12">
              <a:extLst>
                <a:ext uri="{FF2B5EF4-FFF2-40B4-BE49-F238E27FC236}">
                  <a16:creationId xmlns:a16="http://schemas.microsoft.com/office/drawing/2014/main" id="{37D21333-2866-94D3-A4E9-7AAF76A47849}"/>
                </a:ext>
              </a:extLst>
            </p:cNvPr>
            <p:cNvSpPr>
              <a:spLocks noChangeArrowheads="1"/>
            </p:cNvSpPr>
            <p:nvPr/>
          </p:nvSpPr>
          <p:spPr bwMode="auto">
            <a:xfrm>
              <a:off x="3765" y="665"/>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L</a:t>
              </a:r>
            </a:p>
          </p:txBody>
        </p:sp>
        <p:sp>
          <p:nvSpPr>
            <p:cNvPr id="26656" name="Rectangle 13">
              <a:extLst>
                <a:ext uri="{FF2B5EF4-FFF2-40B4-BE49-F238E27FC236}">
                  <a16:creationId xmlns:a16="http://schemas.microsoft.com/office/drawing/2014/main" id="{F7BB29A1-18BC-2CD5-B728-83876A3144A9}"/>
                </a:ext>
              </a:extLst>
            </p:cNvPr>
            <p:cNvSpPr>
              <a:spLocks noChangeArrowheads="1"/>
            </p:cNvSpPr>
            <p:nvPr/>
          </p:nvSpPr>
          <p:spPr bwMode="auto">
            <a:xfrm>
              <a:off x="3969" y="145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h</a:t>
              </a:r>
            </a:p>
          </p:txBody>
        </p:sp>
        <p:sp>
          <p:nvSpPr>
            <p:cNvPr id="26657" name="Line 14">
              <a:extLst>
                <a:ext uri="{FF2B5EF4-FFF2-40B4-BE49-F238E27FC236}">
                  <a16:creationId xmlns:a16="http://schemas.microsoft.com/office/drawing/2014/main" id="{86DF9739-B5C6-9602-8698-0FFBC7EA2655}"/>
                </a:ext>
              </a:extLst>
            </p:cNvPr>
            <p:cNvSpPr>
              <a:spLocks noChangeShapeType="1"/>
            </p:cNvSpPr>
            <p:nvPr/>
          </p:nvSpPr>
          <p:spPr bwMode="auto">
            <a:xfrm>
              <a:off x="4065" y="1313"/>
              <a:ext cx="288"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8" name="Line 15">
              <a:extLst>
                <a:ext uri="{FF2B5EF4-FFF2-40B4-BE49-F238E27FC236}">
                  <a16:creationId xmlns:a16="http://schemas.microsoft.com/office/drawing/2014/main" id="{5678C7BB-15EE-0FD2-3000-6282E38988DE}"/>
                </a:ext>
              </a:extLst>
            </p:cNvPr>
            <p:cNvSpPr>
              <a:spLocks noChangeShapeType="1"/>
            </p:cNvSpPr>
            <p:nvPr/>
          </p:nvSpPr>
          <p:spPr bwMode="auto">
            <a:xfrm>
              <a:off x="4257" y="1313"/>
              <a:ext cx="0" cy="624"/>
            </a:xfrm>
            <a:prstGeom prst="line">
              <a:avLst/>
            </a:prstGeom>
            <a:noFill/>
            <a:ln w="1905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9" name="Rectangle 16">
              <a:extLst>
                <a:ext uri="{FF2B5EF4-FFF2-40B4-BE49-F238E27FC236}">
                  <a16:creationId xmlns:a16="http://schemas.microsoft.com/office/drawing/2014/main" id="{C396FF46-2E0A-E420-E5D1-9D05CD137EAE}"/>
                </a:ext>
              </a:extLst>
            </p:cNvPr>
            <p:cNvSpPr>
              <a:spLocks noChangeArrowheads="1"/>
            </p:cNvSpPr>
            <p:nvPr/>
          </p:nvSpPr>
          <p:spPr bwMode="auto">
            <a:xfrm>
              <a:off x="4113" y="641"/>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m</a:t>
              </a:r>
            </a:p>
          </p:txBody>
        </p:sp>
        <p:grpSp>
          <p:nvGrpSpPr>
            <p:cNvPr id="26660" name="Group 17">
              <a:extLst>
                <a:ext uri="{FF2B5EF4-FFF2-40B4-BE49-F238E27FC236}">
                  <a16:creationId xmlns:a16="http://schemas.microsoft.com/office/drawing/2014/main" id="{FD9295B1-65F5-7D8A-808F-21868AB12509}"/>
                </a:ext>
              </a:extLst>
            </p:cNvPr>
            <p:cNvGrpSpPr>
              <a:grpSpLocks/>
            </p:cNvGrpSpPr>
            <p:nvPr/>
          </p:nvGrpSpPr>
          <p:grpSpPr bwMode="auto">
            <a:xfrm>
              <a:off x="4014" y="210"/>
              <a:ext cx="59" cy="1109"/>
              <a:chOff x="2413" y="1666"/>
              <a:chExt cx="59" cy="1109"/>
            </a:xfrm>
          </p:grpSpPr>
          <p:sp>
            <p:nvSpPr>
              <p:cNvPr id="26661" name="Oval 18">
                <a:extLst>
                  <a:ext uri="{FF2B5EF4-FFF2-40B4-BE49-F238E27FC236}">
                    <a16:creationId xmlns:a16="http://schemas.microsoft.com/office/drawing/2014/main" id="{315E6F0D-521F-BE0D-1BD5-D5BF28A30C33}"/>
                  </a:ext>
                </a:extLst>
              </p:cNvPr>
              <p:cNvSpPr>
                <a:spLocks noChangeArrowheads="1"/>
              </p:cNvSpPr>
              <p:nvPr/>
            </p:nvSpPr>
            <p:spPr bwMode="auto">
              <a:xfrm>
                <a:off x="2413" y="1876"/>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2" name="Oval 19">
                <a:extLst>
                  <a:ext uri="{FF2B5EF4-FFF2-40B4-BE49-F238E27FC236}">
                    <a16:creationId xmlns:a16="http://schemas.microsoft.com/office/drawing/2014/main" id="{8A2588F6-1554-8611-1591-E529304DCB36}"/>
                  </a:ext>
                </a:extLst>
              </p:cNvPr>
              <p:cNvSpPr>
                <a:spLocks noChangeArrowheads="1"/>
              </p:cNvSpPr>
              <p:nvPr/>
            </p:nvSpPr>
            <p:spPr bwMode="auto">
              <a:xfrm>
                <a:off x="2413" y="1946"/>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3" name="Oval 20">
                <a:extLst>
                  <a:ext uri="{FF2B5EF4-FFF2-40B4-BE49-F238E27FC236}">
                    <a16:creationId xmlns:a16="http://schemas.microsoft.com/office/drawing/2014/main" id="{ECE64E2B-4F3C-66C0-79BB-7602242B1157}"/>
                  </a:ext>
                </a:extLst>
              </p:cNvPr>
              <p:cNvSpPr>
                <a:spLocks noChangeArrowheads="1"/>
              </p:cNvSpPr>
              <p:nvPr/>
            </p:nvSpPr>
            <p:spPr bwMode="auto">
              <a:xfrm>
                <a:off x="2413" y="2017"/>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4" name="Oval 21">
                <a:extLst>
                  <a:ext uri="{FF2B5EF4-FFF2-40B4-BE49-F238E27FC236}">
                    <a16:creationId xmlns:a16="http://schemas.microsoft.com/office/drawing/2014/main" id="{38D22B40-39E0-CE23-C2ED-BC0F6ACC8BAD}"/>
                  </a:ext>
                </a:extLst>
              </p:cNvPr>
              <p:cNvSpPr>
                <a:spLocks noChangeArrowheads="1"/>
              </p:cNvSpPr>
              <p:nvPr/>
            </p:nvSpPr>
            <p:spPr bwMode="auto">
              <a:xfrm>
                <a:off x="2413" y="2087"/>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5" name="Oval 22">
                <a:extLst>
                  <a:ext uri="{FF2B5EF4-FFF2-40B4-BE49-F238E27FC236}">
                    <a16:creationId xmlns:a16="http://schemas.microsoft.com/office/drawing/2014/main" id="{E846F9D9-D62B-114A-4549-82390101996A}"/>
                  </a:ext>
                </a:extLst>
              </p:cNvPr>
              <p:cNvSpPr>
                <a:spLocks noChangeArrowheads="1"/>
              </p:cNvSpPr>
              <p:nvPr/>
            </p:nvSpPr>
            <p:spPr bwMode="auto">
              <a:xfrm>
                <a:off x="2413" y="2297"/>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6" name="Oval 23">
                <a:extLst>
                  <a:ext uri="{FF2B5EF4-FFF2-40B4-BE49-F238E27FC236}">
                    <a16:creationId xmlns:a16="http://schemas.microsoft.com/office/drawing/2014/main" id="{698B6E5C-C8DA-EFE3-6086-8B851DFC21EA}"/>
                  </a:ext>
                </a:extLst>
              </p:cNvPr>
              <p:cNvSpPr>
                <a:spLocks noChangeArrowheads="1"/>
              </p:cNvSpPr>
              <p:nvPr/>
            </p:nvSpPr>
            <p:spPr bwMode="auto">
              <a:xfrm>
                <a:off x="2413" y="2157"/>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7" name="Oval 24">
                <a:extLst>
                  <a:ext uri="{FF2B5EF4-FFF2-40B4-BE49-F238E27FC236}">
                    <a16:creationId xmlns:a16="http://schemas.microsoft.com/office/drawing/2014/main" id="{9B130877-DC05-298C-A6D1-74DFBF41E3BE}"/>
                  </a:ext>
                </a:extLst>
              </p:cNvPr>
              <p:cNvSpPr>
                <a:spLocks noChangeArrowheads="1"/>
              </p:cNvSpPr>
              <p:nvPr/>
            </p:nvSpPr>
            <p:spPr bwMode="auto">
              <a:xfrm>
                <a:off x="2413" y="2227"/>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8" name="Oval 25">
                <a:extLst>
                  <a:ext uri="{FF2B5EF4-FFF2-40B4-BE49-F238E27FC236}">
                    <a16:creationId xmlns:a16="http://schemas.microsoft.com/office/drawing/2014/main" id="{DAD4BAC7-9A58-434F-EE46-73D01F754F07}"/>
                  </a:ext>
                </a:extLst>
              </p:cNvPr>
              <p:cNvSpPr>
                <a:spLocks noChangeArrowheads="1"/>
              </p:cNvSpPr>
              <p:nvPr/>
            </p:nvSpPr>
            <p:spPr bwMode="auto">
              <a:xfrm>
                <a:off x="2413" y="2368"/>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69" name="Oval 26">
                <a:extLst>
                  <a:ext uri="{FF2B5EF4-FFF2-40B4-BE49-F238E27FC236}">
                    <a16:creationId xmlns:a16="http://schemas.microsoft.com/office/drawing/2014/main" id="{BC27F3FF-70B1-B313-19DE-4C4ADEDFEE89}"/>
                  </a:ext>
                </a:extLst>
              </p:cNvPr>
              <p:cNvSpPr>
                <a:spLocks noChangeArrowheads="1"/>
              </p:cNvSpPr>
              <p:nvPr/>
            </p:nvSpPr>
            <p:spPr bwMode="auto">
              <a:xfrm>
                <a:off x="2413" y="1806"/>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70" name="Oval 27">
                <a:extLst>
                  <a:ext uri="{FF2B5EF4-FFF2-40B4-BE49-F238E27FC236}">
                    <a16:creationId xmlns:a16="http://schemas.microsoft.com/office/drawing/2014/main" id="{07CA0C4A-BBFA-B47E-837C-F9F31C547092}"/>
                  </a:ext>
                </a:extLst>
              </p:cNvPr>
              <p:cNvSpPr>
                <a:spLocks noChangeArrowheads="1"/>
              </p:cNvSpPr>
              <p:nvPr/>
            </p:nvSpPr>
            <p:spPr bwMode="auto">
              <a:xfrm>
                <a:off x="2413" y="2438"/>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71" name="Oval 28">
                <a:extLst>
                  <a:ext uri="{FF2B5EF4-FFF2-40B4-BE49-F238E27FC236}">
                    <a16:creationId xmlns:a16="http://schemas.microsoft.com/office/drawing/2014/main" id="{5784FB11-01B6-3C06-CEA5-9ACAD6CDAACF}"/>
                  </a:ext>
                </a:extLst>
              </p:cNvPr>
              <p:cNvSpPr>
                <a:spLocks noChangeArrowheads="1"/>
              </p:cNvSpPr>
              <p:nvPr/>
            </p:nvSpPr>
            <p:spPr bwMode="auto">
              <a:xfrm>
                <a:off x="2413" y="2508"/>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72" name="Oval 29">
                <a:extLst>
                  <a:ext uri="{FF2B5EF4-FFF2-40B4-BE49-F238E27FC236}">
                    <a16:creationId xmlns:a16="http://schemas.microsoft.com/office/drawing/2014/main" id="{7B71B8FC-AE91-177D-00FF-C26F4FFC42B0}"/>
                  </a:ext>
                </a:extLst>
              </p:cNvPr>
              <p:cNvSpPr>
                <a:spLocks noChangeArrowheads="1"/>
              </p:cNvSpPr>
              <p:nvPr/>
            </p:nvSpPr>
            <p:spPr bwMode="auto">
              <a:xfrm>
                <a:off x="2413" y="2578"/>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73" name="Oval 30">
                <a:extLst>
                  <a:ext uri="{FF2B5EF4-FFF2-40B4-BE49-F238E27FC236}">
                    <a16:creationId xmlns:a16="http://schemas.microsoft.com/office/drawing/2014/main" id="{2FE43E40-D396-601B-AAF6-B5B9C6E3CD72}"/>
                  </a:ext>
                </a:extLst>
              </p:cNvPr>
              <p:cNvSpPr>
                <a:spLocks noChangeArrowheads="1"/>
              </p:cNvSpPr>
              <p:nvPr/>
            </p:nvSpPr>
            <p:spPr bwMode="auto">
              <a:xfrm>
                <a:off x="2413" y="2719"/>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74" name="Oval 31">
                <a:extLst>
                  <a:ext uri="{FF2B5EF4-FFF2-40B4-BE49-F238E27FC236}">
                    <a16:creationId xmlns:a16="http://schemas.microsoft.com/office/drawing/2014/main" id="{C56DE744-5635-6C49-14F0-6F6B96F8DBF0}"/>
                  </a:ext>
                </a:extLst>
              </p:cNvPr>
              <p:cNvSpPr>
                <a:spLocks noChangeArrowheads="1"/>
              </p:cNvSpPr>
              <p:nvPr/>
            </p:nvSpPr>
            <p:spPr bwMode="auto">
              <a:xfrm>
                <a:off x="2413" y="1736"/>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75" name="Oval 32">
                <a:extLst>
                  <a:ext uri="{FF2B5EF4-FFF2-40B4-BE49-F238E27FC236}">
                    <a16:creationId xmlns:a16="http://schemas.microsoft.com/office/drawing/2014/main" id="{20351317-5D4A-A8A3-AA81-6786C06A7EF4}"/>
                  </a:ext>
                </a:extLst>
              </p:cNvPr>
              <p:cNvSpPr>
                <a:spLocks noChangeArrowheads="1"/>
              </p:cNvSpPr>
              <p:nvPr/>
            </p:nvSpPr>
            <p:spPr bwMode="auto">
              <a:xfrm>
                <a:off x="2413" y="1666"/>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76" name="Oval 33">
                <a:extLst>
                  <a:ext uri="{FF2B5EF4-FFF2-40B4-BE49-F238E27FC236}">
                    <a16:creationId xmlns:a16="http://schemas.microsoft.com/office/drawing/2014/main" id="{41108E07-8B60-36C4-2B41-03DC0368C4FD}"/>
                  </a:ext>
                </a:extLst>
              </p:cNvPr>
              <p:cNvSpPr>
                <a:spLocks noChangeArrowheads="1"/>
              </p:cNvSpPr>
              <p:nvPr/>
            </p:nvSpPr>
            <p:spPr bwMode="auto">
              <a:xfrm>
                <a:off x="2413" y="2648"/>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pSp>
      </p:grpSp>
      <p:sp>
        <p:nvSpPr>
          <p:cNvPr id="51234" name="Text Box 34">
            <a:extLst>
              <a:ext uri="{FF2B5EF4-FFF2-40B4-BE49-F238E27FC236}">
                <a16:creationId xmlns:a16="http://schemas.microsoft.com/office/drawing/2014/main" id="{A9E3DA43-F168-7A1A-8C63-8C9EB59D21C9}"/>
              </a:ext>
            </a:extLst>
          </p:cNvPr>
          <p:cNvSpPr txBox="1">
            <a:spLocks noChangeArrowheads="1"/>
          </p:cNvSpPr>
          <p:nvPr/>
        </p:nvSpPr>
        <p:spPr bwMode="auto">
          <a:xfrm>
            <a:off x="684213" y="3994150"/>
            <a:ext cx="6119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以</a:t>
            </a:r>
            <a:r>
              <a:rPr lang="zh-CN" altLang="en-US">
                <a:solidFill>
                  <a:srgbClr val="FF9900"/>
                </a:solidFill>
                <a:latin typeface="Symbol" panose="05050102010706020507" pitchFamily="18" charset="2"/>
                <a:sym typeface="Symbol" panose="05050102010706020507" pitchFamily="18" charset="2"/>
              </a:rPr>
              <a:t></a:t>
            </a:r>
            <a:r>
              <a:rPr lang="en-US" altLang="zh-CN" i="1">
                <a:solidFill>
                  <a:srgbClr val="FF9900"/>
                </a:solidFill>
                <a:latin typeface="Times New Roman" panose="02020603050405020304" pitchFamily="18" charset="0"/>
              </a:rPr>
              <a:t>m </a:t>
            </a:r>
            <a:r>
              <a:rPr lang="en-US" altLang="zh-CN">
                <a:latin typeface="Times New Roman" panose="02020603050405020304" pitchFamily="18" charset="0"/>
              </a:rPr>
              <a:t>(</a:t>
            </a:r>
            <a:r>
              <a:rPr lang="en-US" altLang="zh-CN">
                <a:solidFill>
                  <a:schemeClr val="accent1"/>
                </a:solidFill>
                <a:latin typeface="Symbol" panose="05050102010706020507" pitchFamily="18" charset="2"/>
                <a:sym typeface="Symbol" panose="05050102010706020507" pitchFamily="18" charset="2"/>
              </a:rPr>
              <a:t></a:t>
            </a:r>
            <a:r>
              <a:rPr lang="en-US" altLang="zh-CN" i="1">
                <a:solidFill>
                  <a:schemeClr val="accent1"/>
                </a:solidFill>
                <a:latin typeface="Times New Roman" panose="02020603050405020304" pitchFamily="18" charset="0"/>
              </a:rPr>
              <a:t>t</a:t>
            </a:r>
            <a:r>
              <a:rPr lang="en-US" altLang="zh-CN" sz="2000" i="1">
                <a:solidFill>
                  <a:schemeClr val="accent1"/>
                </a:solidFill>
                <a:latin typeface="Times New Roman" panose="02020603050405020304" pitchFamily="18" charset="0"/>
              </a:rPr>
              <a:t> </a:t>
            </a:r>
            <a:r>
              <a:rPr lang="zh-CN" altLang="en-US" sz="2000">
                <a:solidFill>
                  <a:schemeClr val="accent1"/>
                </a:solidFill>
                <a:latin typeface="Times New Roman" panose="02020603050405020304" pitchFamily="18" charset="0"/>
              </a:rPr>
              <a:t>时间下落到地面的</a:t>
            </a:r>
            <a:r>
              <a:rPr kumimoji="1" lang="zh-CN" altLang="en-US" sz="2000">
                <a:solidFill>
                  <a:schemeClr val="accent1"/>
                </a:solidFill>
                <a:latin typeface="Times New Roman" panose="02020603050405020304" pitchFamily="18" charset="0"/>
              </a:rPr>
              <a:t>绳子</a:t>
            </a:r>
            <a:r>
              <a:rPr lang="en-US" altLang="zh-CN">
                <a:latin typeface="Times New Roman" panose="02020603050405020304" pitchFamily="18" charset="0"/>
              </a:rPr>
              <a:t>)</a:t>
            </a:r>
            <a:r>
              <a:rPr lang="zh-CN" altLang="en-US">
                <a:latin typeface="Times New Roman" panose="02020603050405020304" pitchFamily="18" charset="0"/>
              </a:rPr>
              <a:t>为研究对象</a:t>
            </a:r>
          </a:p>
        </p:txBody>
      </p:sp>
      <p:graphicFrame>
        <p:nvGraphicFramePr>
          <p:cNvPr id="51235" name="Object 35">
            <a:extLst>
              <a:ext uri="{FF2B5EF4-FFF2-40B4-BE49-F238E27FC236}">
                <a16:creationId xmlns:a16="http://schemas.microsoft.com/office/drawing/2014/main" id="{DAAA751B-002C-DDAA-FC35-C3623284BDD7}"/>
              </a:ext>
            </a:extLst>
          </p:cNvPr>
          <p:cNvGraphicFramePr>
            <a:graphicFrameLocks/>
          </p:cNvGraphicFramePr>
          <p:nvPr/>
        </p:nvGraphicFramePr>
        <p:xfrm>
          <a:off x="2732088" y="4562475"/>
          <a:ext cx="3495675" cy="450850"/>
        </p:xfrm>
        <a:graphic>
          <a:graphicData uri="http://schemas.openxmlformats.org/presentationml/2006/ole">
            <mc:AlternateContent xmlns:mc="http://schemas.openxmlformats.org/markup-compatibility/2006">
              <mc:Choice xmlns:v="urn:schemas-microsoft-com:vml" Requires="v">
                <p:oleObj name="公式" r:id="rId6" imgW="1524249" imgH="152622" progId="Equation.3">
                  <p:embed/>
                </p:oleObj>
              </mc:Choice>
              <mc:Fallback>
                <p:oleObj name="公式" r:id="rId6" imgW="1524249" imgH="152622" progId="Equation.3">
                  <p:embed/>
                  <p:pic>
                    <p:nvPicPr>
                      <p:cNvPr id="0" name="Object 3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2088" y="4562475"/>
                        <a:ext cx="3495675"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36" name="Text Box 36">
            <a:extLst>
              <a:ext uri="{FF2B5EF4-FFF2-40B4-BE49-F238E27FC236}">
                <a16:creationId xmlns:a16="http://schemas.microsoft.com/office/drawing/2014/main" id="{653DCB4D-3BED-DD19-A1AB-1C2208E119B1}"/>
              </a:ext>
            </a:extLst>
          </p:cNvPr>
          <p:cNvSpPr txBox="1">
            <a:spLocks noChangeArrowheads="1"/>
          </p:cNvSpPr>
          <p:nvPr/>
        </p:nvSpPr>
        <p:spPr bwMode="auto">
          <a:xfrm>
            <a:off x="684213" y="4522788"/>
            <a:ext cx="2268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根据动量定理</a:t>
            </a:r>
            <a:endParaRPr lang="zh-CN" altLang="en-US" b="0">
              <a:latin typeface="Times New Roman" panose="02020603050405020304" pitchFamily="18" charset="0"/>
            </a:endParaRPr>
          </a:p>
        </p:txBody>
      </p:sp>
      <p:graphicFrame>
        <p:nvGraphicFramePr>
          <p:cNvPr id="51237" name="Object 37">
            <a:extLst>
              <a:ext uri="{FF2B5EF4-FFF2-40B4-BE49-F238E27FC236}">
                <a16:creationId xmlns:a16="http://schemas.microsoft.com/office/drawing/2014/main" id="{18F9C06F-6456-C35B-43ED-CAD8AC39AE89}"/>
              </a:ext>
            </a:extLst>
          </p:cNvPr>
          <p:cNvGraphicFramePr>
            <a:graphicFrameLocks/>
          </p:cNvGraphicFramePr>
          <p:nvPr/>
        </p:nvGraphicFramePr>
        <p:xfrm>
          <a:off x="1589088" y="5075238"/>
          <a:ext cx="3100387" cy="873125"/>
        </p:xfrm>
        <a:graphic>
          <a:graphicData uri="http://schemas.openxmlformats.org/presentationml/2006/ole">
            <mc:AlternateContent xmlns:mc="http://schemas.openxmlformats.org/markup-compatibility/2006">
              <mc:Choice xmlns:v="urn:schemas-microsoft-com:vml" Requires="v">
                <p:oleObj name="公式" r:id="rId8" imgW="1341120" imgH="343149" progId="Equation.3">
                  <p:embed/>
                </p:oleObj>
              </mc:Choice>
              <mc:Fallback>
                <p:oleObj name="公式" r:id="rId8" imgW="1341120" imgH="343149" progId="Equation.3">
                  <p:embed/>
                  <p:pic>
                    <p:nvPicPr>
                      <p:cNvPr id="0" name="Object 3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9088" y="5075238"/>
                        <a:ext cx="3100387"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38" name="Text Box 38">
            <a:extLst>
              <a:ext uri="{FF2B5EF4-FFF2-40B4-BE49-F238E27FC236}">
                <a16:creationId xmlns:a16="http://schemas.microsoft.com/office/drawing/2014/main" id="{53FC5607-2FB2-E521-1876-B2BE55415AF2}"/>
              </a:ext>
            </a:extLst>
          </p:cNvPr>
          <p:cNvSpPr txBox="1">
            <a:spLocks noChangeArrowheads="1"/>
          </p:cNvSpPr>
          <p:nvPr/>
        </p:nvSpPr>
        <p:spPr bwMode="auto">
          <a:xfrm>
            <a:off x="730250" y="5949950"/>
            <a:ext cx="1957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地面受力</a:t>
            </a:r>
            <a:endParaRPr lang="zh-CN" altLang="en-US" b="0">
              <a:latin typeface="Times New Roman" panose="02020603050405020304" pitchFamily="18" charset="0"/>
            </a:endParaRPr>
          </a:p>
        </p:txBody>
      </p:sp>
      <p:graphicFrame>
        <p:nvGraphicFramePr>
          <p:cNvPr id="51239" name="Object 39">
            <a:extLst>
              <a:ext uri="{FF2B5EF4-FFF2-40B4-BE49-F238E27FC236}">
                <a16:creationId xmlns:a16="http://schemas.microsoft.com/office/drawing/2014/main" id="{AC707B31-281C-34B8-F74A-F2D402AF2C1C}"/>
              </a:ext>
            </a:extLst>
          </p:cNvPr>
          <p:cNvGraphicFramePr>
            <a:graphicFrameLocks/>
          </p:cNvGraphicFramePr>
          <p:nvPr/>
        </p:nvGraphicFramePr>
        <p:xfrm>
          <a:off x="2339975" y="5795963"/>
          <a:ext cx="3805238" cy="873125"/>
        </p:xfrm>
        <a:graphic>
          <a:graphicData uri="http://schemas.openxmlformats.org/presentationml/2006/ole">
            <mc:AlternateContent xmlns:mc="http://schemas.openxmlformats.org/markup-compatibility/2006">
              <mc:Choice xmlns:v="urn:schemas-microsoft-com:vml" Requires="v">
                <p:oleObj name="公式" r:id="rId10" imgW="1661098" imgH="343149" progId="Equation.3">
                  <p:embed/>
                </p:oleObj>
              </mc:Choice>
              <mc:Fallback>
                <p:oleObj name="公式" r:id="rId10" imgW="1661098" imgH="343149" progId="Equation.3">
                  <p:embed/>
                  <p:pic>
                    <p:nvPicPr>
                      <p:cNvPr id="0" name="Object 3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39975" y="5795963"/>
                        <a:ext cx="3805238"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40">
            <a:extLst>
              <a:ext uri="{FF2B5EF4-FFF2-40B4-BE49-F238E27FC236}">
                <a16:creationId xmlns:a16="http://schemas.microsoft.com/office/drawing/2014/main" id="{C9BFF65D-8529-44A3-1398-BA3352CE5C0A}"/>
              </a:ext>
            </a:extLst>
          </p:cNvPr>
          <p:cNvGrpSpPr>
            <a:grpSpLocks/>
          </p:cNvGrpSpPr>
          <p:nvPr/>
        </p:nvGrpSpPr>
        <p:grpSpPr bwMode="auto">
          <a:xfrm>
            <a:off x="7627938" y="404813"/>
            <a:ext cx="760412" cy="1968500"/>
            <a:chOff x="4805" y="255"/>
            <a:chExt cx="479" cy="1240"/>
          </a:xfrm>
        </p:grpSpPr>
        <p:sp>
          <p:nvSpPr>
            <p:cNvPr id="26647" name="Oval 41">
              <a:extLst>
                <a:ext uri="{FF2B5EF4-FFF2-40B4-BE49-F238E27FC236}">
                  <a16:creationId xmlns:a16="http://schemas.microsoft.com/office/drawing/2014/main" id="{4E42BE56-236C-3274-A179-7AC81369E379}"/>
                </a:ext>
              </a:extLst>
            </p:cNvPr>
            <p:cNvSpPr>
              <a:spLocks noChangeArrowheads="1"/>
            </p:cNvSpPr>
            <p:nvPr/>
          </p:nvSpPr>
          <p:spPr bwMode="auto">
            <a:xfrm>
              <a:off x="5012" y="955"/>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48" name="Oval 42">
              <a:extLst>
                <a:ext uri="{FF2B5EF4-FFF2-40B4-BE49-F238E27FC236}">
                  <a16:creationId xmlns:a16="http://schemas.microsoft.com/office/drawing/2014/main" id="{0F4F54C1-0817-BDB8-5E2F-00A977E315E0}"/>
                </a:ext>
              </a:extLst>
            </p:cNvPr>
            <p:cNvSpPr>
              <a:spLocks noChangeArrowheads="1"/>
            </p:cNvSpPr>
            <p:nvPr/>
          </p:nvSpPr>
          <p:spPr bwMode="auto">
            <a:xfrm>
              <a:off x="5012" y="885"/>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49" name="Oval 43">
              <a:extLst>
                <a:ext uri="{FF2B5EF4-FFF2-40B4-BE49-F238E27FC236}">
                  <a16:creationId xmlns:a16="http://schemas.microsoft.com/office/drawing/2014/main" id="{EABCDBDA-7AFA-E40D-C9EE-0489482EBF24}"/>
                </a:ext>
              </a:extLst>
            </p:cNvPr>
            <p:cNvSpPr>
              <a:spLocks noChangeArrowheads="1"/>
            </p:cNvSpPr>
            <p:nvPr/>
          </p:nvSpPr>
          <p:spPr bwMode="auto">
            <a:xfrm>
              <a:off x="5012" y="815"/>
              <a:ext cx="59" cy="56"/>
            </a:xfrm>
            <a:prstGeom prst="ellipse">
              <a:avLst/>
            </a:prstGeom>
            <a:noFill/>
            <a:ln w="28575" algn="ctr">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6650" name="Line 44">
              <a:extLst>
                <a:ext uri="{FF2B5EF4-FFF2-40B4-BE49-F238E27FC236}">
                  <a16:creationId xmlns:a16="http://schemas.microsoft.com/office/drawing/2014/main" id="{9CDDF313-C0CE-9F62-38EE-45EE5A559FB8}"/>
                </a:ext>
              </a:extLst>
            </p:cNvPr>
            <p:cNvSpPr>
              <a:spLocks noChangeShapeType="1"/>
            </p:cNvSpPr>
            <p:nvPr/>
          </p:nvSpPr>
          <p:spPr bwMode="auto">
            <a:xfrm>
              <a:off x="5039" y="1023"/>
              <a:ext cx="0" cy="230"/>
            </a:xfrm>
            <a:prstGeom prst="line">
              <a:avLst/>
            </a:prstGeom>
            <a:noFill/>
            <a:ln w="2857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1" name="Line 45">
              <a:extLst>
                <a:ext uri="{FF2B5EF4-FFF2-40B4-BE49-F238E27FC236}">
                  <a16:creationId xmlns:a16="http://schemas.microsoft.com/office/drawing/2014/main" id="{EFC089EE-67DD-8F13-21A5-C4D7C57C70D8}"/>
                </a:ext>
              </a:extLst>
            </p:cNvPr>
            <p:cNvSpPr>
              <a:spLocks noChangeShapeType="1"/>
            </p:cNvSpPr>
            <p:nvPr/>
          </p:nvSpPr>
          <p:spPr bwMode="auto">
            <a:xfrm rot="10800000">
              <a:off x="5039" y="518"/>
              <a:ext cx="0" cy="318"/>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2" name="Rectangle 46">
              <a:extLst>
                <a:ext uri="{FF2B5EF4-FFF2-40B4-BE49-F238E27FC236}">
                  <a16:creationId xmlns:a16="http://schemas.microsoft.com/office/drawing/2014/main" id="{4E53928B-D0F8-CB24-A8FE-6BD808B6ECD7}"/>
                </a:ext>
              </a:extLst>
            </p:cNvPr>
            <p:cNvSpPr>
              <a:spLocks noChangeArrowheads="1"/>
            </p:cNvSpPr>
            <p:nvPr/>
          </p:nvSpPr>
          <p:spPr bwMode="auto">
            <a:xfrm>
              <a:off x="4921" y="25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N</a:t>
              </a:r>
            </a:p>
          </p:txBody>
        </p:sp>
        <p:sp>
          <p:nvSpPr>
            <p:cNvPr id="26653" name="Rectangle 47">
              <a:extLst>
                <a:ext uri="{FF2B5EF4-FFF2-40B4-BE49-F238E27FC236}">
                  <a16:creationId xmlns:a16="http://schemas.microsoft.com/office/drawing/2014/main" id="{795DE791-3A60-CAC2-A6BA-83CAD332FF31}"/>
                </a:ext>
              </a:extLst>
            </p:cNvPr>
            <p:cNvSpPr>
              <a:spLocks noChangeArrowheads="1"/>
            </p:cNvSpPr>
            <p:nvPr/>
          </p:nvSpPr>
          <p:spPr bwMode="auto">
            <a:xfrm>
              <a:off x="4805" y="1207"/>
              <a:ext cx="4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g</a:t>
              </a:r>
              <a:r>
                <a:rPr lang="en-US" altLang="zh-CN">
                  <a:solidFill>
                    <a:srgbClr val="FFFF00"/>
                  </a:solidFill>
                  <a:latin typeface="Symbol" panose="05050102010706020507" pitchFamily="18" charset="2"/>
                  <a:sym typeface="Symbol" panose="05050102010706020507" pitchFamily="18" charset="2"/>
                </a:rPr>
                <a:t></a:t>
              </a:r>
              <a:r>
                <a:rPr lang="en-US" altLang="zh-CN" i="1">
                  <a:solidFill>
                    <a:srgbClr val="FFFF00"/>
                  </a:solidFill>
                  <a:latin typeface="Times New Roman" panose="02020603050405020304" pitchFamily="18" charset="0"/>
                  <a:ea typeface="宋体" panose="02010600030101010101" pitchFamily="2" charset="-122"/>
                </a:rPr>
                <a:t>m</a:t>
              </a:r>
            </a:p>
          </p:txBody>
        </p:sp>
      </p:grpSp>
      <p:sp>
        <p:nvSpPr>
          <p:cNvPr id="51248" name="Line 48">
            <a:extLst>
              <a:ext uri="{FF2B5EF4-FFF2-40B4-BE49-F238E27FC236}">
                <a16:creationId xmlns:a16="http://schemas.microsoft.com/office/drawing/2014/main" id="{45DDDC47-3C30-D468-3C89-5C378B1D73B5}"/>
              </a:ext>
            </a:extLst>
          </p:cNvPr>
          <p:cNvSpPr>
            <a:spLocks noChangeShapeType="1"/>
          </p:cNvSpPr>
          <p:nvPr/>
        </p:nvSpPr>
        <p:spPr bwMode="auto">
          <a:xfrm>
            <a:off x="8532813" y="981075"/>
            <a:ext cx="0" cy="1031875"/>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1249" name="Object 49">
            <a:extLst>
              <a:ext uri="{FF2B5EF4-FFF2-40B4-BE49-F238E27FC236}">
                <a16:creationId xmlns:a16="http://schemas.microsoft.com/office/drawing/2014/main" id="{D16B1755-CA44-3AFF-7EF4-F429586D2E01}"/>
              </a:ext>
            </a:extLst>
          </p:cNvPr>
          <p:cNvGraphicFramePr>
            <a:graphicFrameLocks/>
          </p:cNvGraphicFramePr>
          <p:nvPr/>
        </p:nvGraphicFramePr>
        <p:xfrm>
          <a:off x="6443663" y="4017963"/>
          <a:ext cx="1577975" cy="395287"/>
        </p:xfrm>
        <a:graphic>
          <a:graphicData uri="http://schemas.openxmlformats.org/presentationml/2006/ole">
            <mc:AlternateContent xmlns:mc="http://schemas.openxmlformats.org/markup-compatibility/2006">
              <mc:Choice xmlns:v="urn:schemas-microsoft-com:vml" Requires="v">
                <p:oleObj name="公式" r:id="rId12" imgW="655382" imgH="121698" progId="Equation.3">
                  <p:embed/>
                </p:oleObj>
              </mc:Choice>
              <mc:Fallback>
                <p:oleObj name="公式" r:id="rId12" imgW="655382" imgH="121698" progId="Equation.3">
                  <p:embed/>
                  <p:pic>
                    <p:nvPicPr>
                      <p:cNvPr id="0" name="Object 4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43663" y="4017963"/>
                        <a:ext cx="1577975"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0" name="Object 50">
            <a:extLst>
              <a:ext uri="{FF2B5EF4-FFF2-40B4-BE49-F238E27FC236}">
                <a16:creationId xmlns:a16="http://schemas.microsoft.com/office/drawing/2014/main" id="{073F023A-E740-86FD-2C91-CC01DA0743CB}"/>
              </a:ext>
            </a:extLst>
          </p:cNvPr>
          <p:cNvGraphicFramePr>
            <a:graphicFrameLocks/>
          </p:cNvGraphicFramePr>
          <p:nvPr/>
        </p:nvGraphicFramePr>
        <p:xfrm>
          <a:off x="5132388" y="5148263"/>
          <a:ext cx="2225675" cy="873125"/>
        </p:xfrm>
        <a:graphic>
          <a:graphicData uri="http://schemas.openxmlformats.org/presentationml/2006/ole">
            <mc:AlternateContent xmlns:mc="http://schemas.openxmlformats.org/markup-compatibility/2006">
              <mc:Choice xmlns:v="urn:schemas-microsoft-com:vml" Requires="v">
                <p:oleObj name="公式" r:id="rId14" imgW="952469" imgH="343149" progId="Equation.3">
                  <p:embed/>
                </p:oleObj>
              </mc:Choice>
              <mc:Fallback>
                <p:oleObj name="公式" r:id="rId14" imgW="952469" imgH="343149" progId="Equation.3">
                  <p:embed/>
                  <p:pic>
                    <p:nvPicPr>
                      <p:cNvPr id="0" name="Object 5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32388" y="5148263"/>
                        <a:ext cx="2225675"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1" name="Object 51">
            <a:extLst>
              <a:ext uri="{FF2B5EF4-FFF2-40B4-BE49-F238E27FC236}">
                <a16:creationId xmlns:a16="http://schemas.microsoft.com/office/drawing/2014/main" id="{CFBB648C-105B-1545-B0AB-20F7794393CC}"/>
              </a:ext>
            </a:extLst>
          </p:cNvPr>
          <p:cNvGraphicFramePr>
            <a:graphicFrameLocks/>
          </p:cNvGraphicFramePr>
          <p:nvPr/>
        </p:nvGraphicFramePr>
        <p:xfrm>
          <a:off x="6659563" y="4548188"/>
          <a:ext cx="1606550" cy="393700"/>
        </p:xfrm>
        <a:graphic>
          <a:graphicData uri="http://schemas.openxmlformats.org/presentationml/2006/ole">
            <mc:AlternateContent xmlns:mc="http://schemas.openxmlformats.org/markup-compatibility/2006">
              <mc:Choice xmlns:v="urn:schemas-microsoft-com:vml" Requires="v">
                <p:oleObj name="公式" r:id="rId16" imgW="670809" imgH="121698" progId="Equation.3">
                  <p:embed/>
                </p:oleObj>
              </mc:Choice>
              <mc:Fallback>
                <p:oleObj name="公式" r:id="rId16" imgW="670809" imgH="121698" progId="Equation.3">
                  <p:embed/>
                  <p:pic>
                    <p:nvPicPr>
                      <p:cNvPr id="0" name="Object 51"/>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59563" y="4548188"/>
                        <a:ext cx="160655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2" name="Rectangle 52">
            <a:extLst>
              <a:ext uri="{FF2B5EF4-FFF2-40B4-BE49-F238E27FC236}">
                <a16:creationId xmlns:a16="http://schemas.microsoft.com/office/drawing/2014/main" id="{BD23F4E9-05AC-462E-CC76-1B124AA846DE}"/>
              </a:ext>
            </a:extLst>
          </p:cNvPr>
          <p:cNvSpPr>
            <a:spLocks noChangeArrowheads="1"/>
          </p:cNvSpPr>
          <p:nvPr/>
        </p:nvSpPr>
        <p:spPr bwMode="auto">
          <a:xfrm>
            <a:off x="8574088" y="162877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FFFF00"/>
                </a:solidFill>
                <a:latin typeface="Times New Roman" panose="02020603050405020304" pitchFamily="18" charset="0"/>
                <a:ea typeface="宋体" panose="02010600030101010101" pitchFamily="2" charset="-122"/>
              </a:rPr>
              <a:t>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wipe(left)">
                                      <p:cBhvr>
                                        <p:cTn id="7" dur="500"/>
                                        <p:tgtEl>
                                          <p:spTgt spid="512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06"/>
                                        </p:tgtEl>
                                        <p:attrNameLst>
                                          <p:attrName>style.visibility</p:attrName>
                                        </p:attrNameLst>
                                      </p:cBhvr>
                                      <p:to>
                                        <p:strVal val="visible"/>
                                      </p:to>
                                    </p:set>
                                    <p:animEffect transition="in" filter="wipe(left)">
                                      <p:cBhvr>
                                        <p:cTn id="12" dur="500"/>
                                        <p:tgtEl>
                                          <p:spTgt spid="512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08"/>
                                        </p:tgtEl>
                                        <p:attrNameLst>
                                          <p:attrName>style.visibility</p:attrName>
                                        </p:attrNameLst>
                                      </p:cBhvr>
                                      <p:to>
                                        <p:strVal val="visible"/>
                                      </p:to>
                                    </p:set>
                                    <p:animEffect transition="in" filter="wipe(left)">
                                      <p:cBhvr>
                                        <p:cTn id="17" dur="500"/>
                                        <p:tgtEl>
                                          <p:spTgt spid="512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1207"/>
                                        </p:tgtEl>
                                        <p:attrNameLst>
                                          <p:attrName>style.visibility</p:attrName>
                                        </p:attrNameLst>
                                      </p:cBhvr>
                                      <p:to>
                                        <p:strVal val="visible"/>
                                      </p:to>
                                    </p:set>
                                    <p:animEffect transition="in" filter="wipe(left)">
                                      <p:cBhvr>
                                        <p:cTn id="22" dur="500"/>
                                        <p:tgtEl>
                                          <p:spTgt spid="512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1234"/>
                                        </p:tgtEl>
                                        <p:attrNameLst>
                                          <p:attrName>style.visibility</p:attrName>
                                        </p:attrNameLst>
                                      </p:cBhvr>
                                      <p:to>
                                        <p:strVal val="visible"/>
                                      </p:to>
                                    </p:set>
                                    <p:animEffect transition="in" filter="wipe(left)">
                                      <p:cBhvr>
                                        <p:cTn id="27" dur="500"/>
                                        <p:tgtEl>
                                          <p:spTgt spid="512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par>
                          <p:cTn id="32" fill="hold" nodeType="afterGroup">
                            <p:stCondLst>
                              <p:cond delay="0"/>
                            </p:stCondLst>
                            <p:childTnLst>
                              <p:par>
                                <p:cTn id="33" presetID="22" presetClass="entr" presetSubtype="1" fill="hold" nodeType="afterEffect">
                                  <p:stCondLst>
                                    <p:cond delay="0"/>
                                  </p:stCondLst>
                                  <p:childTnLst>
                                    <p:set>
                                      <p:cBhvr>
                                        <p:cTn id="34" dur="1" fill="hold">
                                          <p:stCondLst>
                                            <p:cond delay="0"/>
                                          </p:stCondLst>
                                        </p:cTn>
                                        <p:tgtEl>
                                          <p:spTgt spid="51248"/>
                                        </p:tgtEl>
                                        <p:attrNameLst>
                                          <p:attrName>style.visibility</p:attrName>
                                        </p:attrNameLst>
                                      </p:cBhvr>
                                      <p:to>
                                        <p:strVal val="visible"/>
                                      </p:to>
                                    </p:set>
                                    <p:animEffect transition="in" filter="wipe(up)">
                                      <p:cBhvr>
                                        <p:cTn id="35" dur="500"/>
                                        <p:tgtEl>
                                          <p:spTgt spid="51248"/>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51252"/>
                                        </p:tgtEl>
                                        <p:attrNameLst>
                                          <p:attrName>style.visibility</p:attrName>
                                        </p:attrNameLst>
                                      </p:cBhvr>
                                      <p:to>
                                        <p:strVal val="visible"/>
                                      </p:to>
                                    </p:set>
                                    <p:animEffect transition="in" filter="wipe(left)">
                                      <p:cBhvr>
                                        <p:cTn id="39" dur="500"/>
                                        <p:tgtEl>
                                          <p:spTgt spid="5125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1249"/>
                                        </p:tgtEl>
                                        <p:attrNameLst>
                                          <p:attrName>style.visibility</p:attrName>
                                        </p:attrNameLst>
                                      </p:cBhvr>
                                      <p:to>
                                        <p:strVal val="visible"/>
                                      </p:to>
                                    </p:set>
                                    <p:animEffect transition="in" filter="wipe(left)">
                                      <p:cBhvr>
                                        <p:cTn id="44" dur="500"/>
                                        <p:tgtEl>
                                          <p:spTgt spid="5124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1236"/>
                                        </p:tgtEl>
                                        <p:attrNameLst>
                                          <p:attrName>style.visibility</p:attrName>
                                        </p:attrNameLst>
                                      </p:cBhvr>
                                      <p:to>
                                        <p:strVal val="visible"/>
                                      </p:to>
                                    </p:set>
                                    <p:animEffect transition="in" filter="wipe(left)">
                                      <p:cBhvr>
                                        <p:cTn id="49" dur="500"/>
                                        <p:tgtEl>
                                          <p:spTgt spid="5123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1235"/>
                                        </p:tgtEl>
                                        <p:attrNameLst>
                                          <p:attrName>style.visibility</p:attrName>
                                        </p:attrNameLst>
                                      </p:cBhvr>
                                      <p:to>
                                        <p:strVal val="visible"/>
                                      </p:to>
                                    </p:set>
                                    <p:animEffect transition="in" filter="wipe(left)">
                                      <p:cBhvr>
                                        <p:cTn id="54" dur="500"/>
                                        <p:tgtEl>
                                          <p:spTgt spid="5123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51251"/>
                                        </p:tgtEl>
                                        <p:attrNameLst>
                                          <p:attrName>style.visibility</p:attrName>
                                        </p:attrNameLst>
                                      </p:cBhvr>
                                      <p:to>
                                        <p:strVal val="visible"/>
                                      </p:to>
                                    </p:set>
                                    <p:animEffect transition="in" filter="wipe(left)">
                                      <p:cBhvr>
                                        <p:cTn id="59" dur="500"/>
                                        <p:tgtEl>
                                          <p:spTgt spid="5125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51237"/>
                                        </p:tgtEl>
                                        <p:attrNameLst>
                                          <p:attrName>style.visibility</p:attrName>
                                        </p:attrNameLst>
                                      </p:cBhvr>
                                      <p:to>
                                        <p:strVal val="visible"/>
                                      </p:to>
                                    </p:set>
                                    <p:animEffect transition="in" filter="wipe(left)">
                                      <p:cBhvr>
                                        <p:cTn id="64" dur="500"/>
                                        <p:tgtEl>
                                          <p:spTgt spid="5123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51250"/>
                                        </p:tgtEl>
                                        <p:attrNameLst>
                                          <p:attrName>style.visibility</p:attrName>
                                        </p:attrNameLst>
                                      </p:cBhvr>
                                      <p:to>
                                        <p:strVal val="visible"/>
                                      </p:to>
                                    </p:set>
                                    <p:animEffect transition="in" filter="wipe(left)">
                                      <p:cBhvr>
                                        <p:cTn id="69" dur="500"/>
                                        <p:tgtEl>
                                          <p:spTgt spid="5125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51238"/>
                                        </p:tgtEl>
                                        <p:attrNameLst>
                                          <p:attrName>style.visibility</p:attrName>
                                        </p:attrNameLst>
                                      </p:cBhvr>
                                      <p:to>
                                        <p:strVal val="visible"/>
                                      </p:to>
                                    </p:set>
                                    <p:animEffect transition="in" filter="wipe(left)">
                                      <p:cBhvr>
                                        <p:cTn id="74" dur="500"/>
                                        <p:tgtEl>
                                          <p:spTgt spid="5123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51239"/>
                                        </p:tgtEl>
                                        <p:attrNameLst>
                                          <p:attrName>style.visibility</p:attrName>
                                        </p:attrNameLst>
                                      </p:cBhvr>
                                      <p:to>
                                        <p:strVal val="visible"/>
                                      </p:to>
                                    </p:set>
                                    <p:animEffect transition="in" filter="wipe(left)">
                                      <p:cBhvr>
                                        <p:cTn id="79" dur="500"/>
                                        <p:tgtEl>
                                          <p:spTgt spid="51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ext Box 2">
            <a:extLst>
              <a:ext uri="{FF2B5EF4-FFF2-40B4-BE49-F238E27FC236}">
                <a16:creationId xmlns:a16="http://schemas.microsoft.com/office/drawing/2014/main" id="{17BCDCF0-27E4-FAD3-0BCD-0F4A4A9B9385}"/>
              </a:ext>
            </a:extLst>
          </p:cNvPr>
          <p:cNvSpPr txBox="1">
            <a:spLocks noChangeArrowheads="1"/>
          </p:cNvSpPr>
          <p:nvPr/>
        </p:nvSpPr>
        <p:spPr bwMode="auto">
          <a:xfrm>
            <a:off x="230188" y="585788"/>
            <a:ext cx="11144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zh-CN" altLang="en-US">
                <a:solidFill>
                  <a:srgbClr val="FFFF00"/>
                </a:solidFill>
                <a:ea typeface="楷体_GB2312" pitchFamily="49" charset="-122"/>
              </a:rPr>
              <a:t>例：</a:t>
            </a:r>
            <a:r>
              <a:rPr lang="zh-CN" altLang="en-US">
                <a:solidFill>
                  <a:schemeClr val="hlink"/>
                </a:solidFill>
                <a:ea typeface="楷体_GB2312" pitchFamily="49" charset="-122"/>
              </a:rPr>
              <a:t>  </a:t>
            </a:r>
            <a:endParaRPr lang="zh-CN" altLang="en-US">
              <a:ea typeface="楷体_GB2312" pitchFamily="49" charset="-122"/>
            </a:endParaRPr>
          </a:p>
        </p:txBody>
      </p:sp>
      <p:sp>
        <p:nvSpPr>
          <p:cNvPr id="346115" name="Text Box 3">
            <a:extLst>
              <a:ext uri="{FF2B5EF4-FFF2-40B4-BE49-F238E27FC236}">
                <a16:creationId xmlns:a16="http://schemas.microsoft.com/office/drawing/2014/main" id="{68B07396-B95C-2904-1A77-FAC8ECC9F677}"/>
              </a:ext>
            </a:extLst>
          </p:cNvPr>
          <p:cNvSpPr txBox="1">
            <a:spLocks noChangeArrowheads="1"/>
          </p:cNvSpPr>
          <p:nvPr/>
        </p:nvSpPr>
        <p:spPr bwMode="auto">
          <a:xfrm>
            <a:off x="323850" y="2755900"/>
            <a:ext cx="11144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zh-CN" altLang="en-US">
                <a:solidFill>
                  <a:srgbClr val="FFFF00"/>
                </a:solidFill>
                <a:ea typeface="楷体_GB2312" pitchFamily="49" charset="-122"/>
              </a:rPr>
              <a:t>解：</a:t>
            </a:r>
            <a:r>
              <a:rPr lang="zh-CN" altLang="en-US">
                <a:ea typeface="楷体_GB2312" pitchFamily="49" charset="-122"/>
              </a:rPr>
              <a:t>  </a:t>
            </a:r>
            <a:endParaRPr lang="zh-CN" altLang="en-US" b="0">
              <a:ea typeface="楷体_GB2312" pitchFamily="49" charset="-122"/>
            </a:endParaRPr>
          </a:p>
        </p:txBody>
      </p:sp>
      <p:sp>
        <p:nvSpPr>
          <p:cNvPr id="346116" name="Text Box 4">
            <a:extLst>
              <a:ext uri="{FF2B5EF4-FFF2-40B4-BE49-F238E27FC236}">
                <a16:creationId xmlns:a16="http://schemas.microsoft.com/office/drawing/2014/main" id="{98D39168-89E5-FE01-FCF6-73A69DC1C12F}"/>
              </a:ext>
            </a:extLst>
          </p:cNvPr>
          <p:cNvSpPr txBox="1">
            <a:spLocks noChangeArrowheads="1"/>
          </p:cNvSpPr>
          <p:nvPr/>
        </p:nvSpPr>
        <p:spPr bwMode="auto">
          <a:xfrm>
            <a:off x="341313" y="1557338"/>
            <a:ext cx="2430462"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solidFill>
                  <a:srgbClr val="FFFF00"/>
                </a:solidFill>
                <a:ea typeface="楷体_GB2312" pitchFamily="49" charset="-122"/>
              </a:rPr>
              <a:t>求：</a:t>
            </a:r>
            <a:r>
              <a:rPr lang="zh-CN" altLang="en-US">
                <a:ea typeface="楷体_GB2312" pitchFamily="49" charset="-122"/>
              </a:rPr>
              <a:t>  </a:t>
            </a:r>
          </a:p>
        </p:txBody>
      </p:sp>
      <p:sp>
        <p:nvSpPr>
          <p:cNvPr id="346117" name="Rectangle 5">
            <a:extLst>
              <a:ext uri="{FF2B5EF4-FFF2-40B4-BE49-F238E27FC236}">
                <a16:creationId xmlns:a16="http://schemas.microsoft.com/office/drawing/2014/main" id="{8CFFEE54-2543-9BD6-898E-6818BA342E93}"/>
              </a:ext>
            </a:extLst>
          </p:cNvPr>
          <p:cNvSpPr>
            <a:spLocks noChangeArrowheads="1"/>
          </p:cNvSpPr>
          <p:nvPr/>
        </p:nvSpPr>
        <p:spPr bwMode="auto">
          <a:xfrm>
            <a:off x="971550" y="490538"/>
            <a:ext cx="7712075"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buClr>
                <a:schemeClr val="tx2"/>
              </a:buClr>
              <a:buFont typeface="Monotype Sorts" pitchFamily="2" charset="2"/>
              <a:buNone/>
            </a:pPr>
            <a:r>
              <a:rPr lang="zh-CN" altLang="en-US">
                <a:ea typeface="楷体_GB2312" pitchFamily="49" charset="-122"/>
              </a:rPr>
              <a:t>质量为</a:t>
            </a:r>
            <a:r>
              <a:rPr lang="zh-CN" altLang="en-US">
                <a:solidFill>
                  <a:srgbClr val="66FFFF"/>
                </a:solidFill>
                <a:ea typeface="楷体_GB2312" pitchFamily="49" charset="-122"/>
              </a:rPr>
              <a:t> </a:t>
            </a:r>
            <a:r>
              <a:rPr lang="en-US" altLang="zh-CN" i="1">
                <a:solidFill>
                  <a:srgbClr val="66FFFF"/>
                </a:solidFill>
                <a:ea typeface="楷体_GB2312" pitchFamily="49" charset="-122"/>
              </a:rPr>
              <a:t>m</a:t>
            </a:r>
            <a:r>
              <a:rPr lang="en-US" altLang="zh-CN">
                <a:solidFill>
                  <a:srgbClr val="66FFFF"/>
                </a:solidFill>
                <a:ea typeface="楷体_GB2312" pitchFamily="49" charset="-122"/>
              </a:rPr>
              <a:t> </a:t>
            </a:r>
            <a:r>
              <a:rPr lang="zh-CN" altLang="en-US">
                <a:ea typeface="楷体_GB2312" pitchFamily="49" charset="-122"/>
              </a:rPr>
              <a:t>的质点作圆锥摆运动，质点速率为 </a:t>
            </a:r>
            <a:r>
              <a:rPr lang="en-US" altLang="zh-CN" i="1">
                <a:solidFill>
                  <a:srgbClr val="66FFFF"/>
                </a:solidFill>
                <a:ea typeface="楷体_GB2312" pitchFamily="49" charset="-122"/>
              </a:rPr>
              <a:t>v</a:t>
            </a:r>
            <a:r>
              <a:rPr lang="en-US" altLang="zh-CN">
                <a:solidFill>
                  <a:srgbClr val="66FFFF"/>
                </a:solidFill>
                <a:ea typeface="楷体_GB2312" pitchFamily="49" charset="-122"/>
              </a:rPr>
              <a:t> </a:t>
            </a:r>
            <a:r>
              <a:rPr lang="zh-CN" altLang="en-US">
                <a:ea typeface="楷体_GB2312" pitchFamily="49" charset="-122"/>
              </a:rPr>
              <a:t>，圆半径为</a:t>
            </a:r>
            <a:r>
              <a:rPr lang="zh-CN" altLang="en-US">
                <a:solidFill>
                  <a:srgbClr val="66FFFF"/>
                </a:solidFill>
                <a:ea typeface="楷体_GB2312" pitchFamily="49" charset="-122"/>
              </a:rPr>
              <a:t> </a:t>
            </a:r>
            <a:r>
              <a:rPr lang="en-US" altLang="zh-CN" i="1">
                <a:solidFill>
                  <a:srgbClr val="66FFFF"/>
                </a:solidFill>
                <a:ea typeface="楷体_GB2312" pitchFamily="49" charset="-122"/>
              </a:rPr>
              <a:t>R</a:t>
            </a:r>
            <a:r>
              <a:rPr lang="en-US" altLang="zh-CN" i="1">
                <a:ea typeface="楷体_GB2312" pitchFamily="49" charset="-122"/>
              </a:rPr>
              <a:t> </a:t>
            </a:r>
            <a:r>
              <a:rPr lang="zh-CN" altLang="en-US">
                <a:ea typeface="楷体_GB2312" pitchFamily="49" charset="-122"/>
              </a:rPr>
              <a:t>，圆锥的夹为</a:t>
            </a:r>
            <a:r>
              <a:rPr lang="en-US" altLang="zh-CN" i="1">
                <a:solidFill>
                  <a:srgbClr val="66FFFF"/>
                </a:solidFill>
                <a:ea typeface="楷体_GB2312" pitchFamily="49" charset="-122"/>
              </a:rPr>
              <a:t>θ</a:t>
            </a:r>
            <a:r>
              <a:rPr lang="en-US" altLang="zh-CN">
                <a:ea typeface="楷体_GB2312" pitchFamily="49" charset="-122"/>
              </a:rPr>
              <a:t>     </a:t>
            </a:r>
            <a:r>
              <a:rPr lang="zh-CN" altLang="en-US">
                <a:ea typeface="楷体_GB2312" pitchFamily="49" charset="-122"/>
              </a:rPr>
              <a:t>。</a:t>
            </a:r>
          </a:p>
        </p:txBody>
      </p:sp>
      <p:sp>
        <p:nvSpPr>
          <p:cNvPr id="346118" name="Rectangle 6">
            <a:extLst>
              <a:ext uri="{FF2B5EF4-FFF2-40B4-BE49-F238E27FC236}">
                <a16:creationId xmlns:a16="http://schemas.microsoft.com/office/drawing/2014/main" id="{80C1C3F2-2253-245D-651D-90C474674108}"/>
              </a:ext>
            </a:extLst>
          </p:cNvPr>
          <p:cNvSpPr>
            <a:spLocks noChangeArrowheads="1"/>
          </p:cNvSpPr>
          <p:nvPr/>
        </p:nvSpPr>
        <p:spPr bwMode="auto">
          <a:xfrm>
            <a:off x="971550" y="1557338"/>
            <a:ext cx="7321550"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buClr>
                <a:schemeClr val="tx2"/>
              </a:buClr>
              <a:buFont typeface="Monotype Sorts" pitchFamily="2" charset="2"/>
              <a:buNone/>
            </a:pPr>
            <a:r>
              <a:rPr lang="en-US" altLang="zh-CN">
                <a:ea typeface="楷体_GB2312" pitchFamily="49" charset="-122"/>
              </a:rPr>
              <a:t>(1) </a:t>
            </a:r>
            <a:r>
              <a:rPr lang="zh-CN" altLang="en-US">
                <a:ea typeface="楷体_GB2312" pitchFamily="49" charset="-122"/>
              </a:rPr>
              <a:t>质点绕行半周，作用在质点上</a:t>
            </a:r>
            <a:r>
              <a:rPr lang="zh-CN" altLang="en-US">
                <a:solidFill>
                  <a:srgbClr val="66FFFF"/>
                </a:solidFill>
                <a:ea typeface="楷体_GB2312" pitchFamily="49" charset="-122"/>
              </a:rPr>
              <a:t>重力的冲量</a:t>
            </a:r>
          </a:p>
        </p:txBody>
      </p:sp>
      <p:sp>
        <p:nvSpPr>
          <p:cNvPr id="346119" name="Rectangle 7">
            <a:extLst>
              <a:ext uri="{FF2B5EF4-FFF2-40B4-BE49-F238E27FC236}">
                <a16:creationId xmlns:a16="http://schemas.microsoft.com/office/drawing/2014/main" id="{F33D3FFB-ADB8-A8BF-72B4-9A93C62539DA}"/>
              </a:ext>
            </a:extLst>
          </p:cNvPr>
          <p:cNvSpPr>
            <a:spLocks noChangeArrowheads="1"/>
          </p:cNvSpPr>
          <p:nvPr/>
        </p:nvSpPr>
        <p:spPr bwMode="auto">
          <a:xfrm>
            <a:off x="971550" y="2100263"/>
            <a:ext cx="6053138"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buClr>
                <a:schemeClr val="tx2"/>
              </a:buClr>
              <a:buFont typeface="Monotype Sorts" pitchFamily="2" charset="2"/>
              <a:buNone/>
            </a:pPr>
            <a:r>
              <a:rPr lang="en-US" altLang="zh-CN">
                <a:ea typeface="楷体_GB2312" pitchFamily="49" charset="-122"/>
              </a:rPr>
              <a:t>(2) </a:t>
            </a:r>
            <a:r>
              <a:rPr lang="zh-CN" altLang="en-US">
                <a:ea typeface="楷体_GB2312" pitchFamily="49" charset="-122"/>
              </a:rPr>
              <a:t>质点由</a:t>
            </a:r>
            <a:r>
              <a:rPr lang="en-US" altLang="zh-CN" i="1">
                <a:solidFill>
                  <a:srgbClr val="66FFFF"/>
                </a:solidFill>
                <a:ea typeface="楷体_GB2312" pitchFamily="49" charset="-122"/>
              </a:rPr>
              <a:t>a </a:t>
            </a:r>
            <a:r>
              <a:rPr lang="zh-CN" altLang="en-US">
                <a:ea typeface="楷体_GB2312" pitchFamily="49" charset="-122"/>
              </a:rPr>
              <a:t>到</a:t>
            </a:r>
            <a:r>
              <a:rPr lang="en-US" altLang="zh-CN" i="1">
                <a:solidFill>
                  <a:srgbClr val="66FFFF"/>
                </a:solidFill>
                <a:ea typeface="楷体_GB2312" pitchFamily="49" charset="-122"/>
              </a:rPr>
              <a:t>b </a:t>
            </a:r>
            <a:r>
              <a:rPr lang="zh-CN" altLang="en-US">
                <a:ea typeface="楷体_GB2312" pitchFamily="49" charset="-122"/>
              </a:rPr>
              <a:t>绕行半周，</a:t>
            </a:r>
            <a:r>
              <a:rPr lang="zh-CN" altLang="en-US">
                <a:solidFill>
                  <a:srgbClr val="66FFFF"/>
                </a:solidFill>
                <a:ea typeface="楷体_GB2312" pitchFamily="49" charset="-122"/>
              </a:rPr>
              <a:t>张力的冲量</a:t>
            </a:r>
            <a:r>
              <a:rPr lang="zh-CN" altLang="en-US">
                <a:ea typeface="楷体_GB2312" pitchFamily="49" charset="-122"/>
              </a:rPr>
              <a:t>                   </a:t>
            </a:r>
          </a:p>
        </p:txBody>
      </p:sp>
      <p:sp>
        <p:nvSpPr>
          <p:cNvPr id="346120" name="Line 8">
            <a:extLst>
              <a:ext uri="{FF2B5EF4-FFF2-40B4-BE49-F238E27FC236}">
                <a16:creationId xmlns:a16="http://schemas.microsoft.com/office/drawing/2014/main" id="{841485F3-BF61-DA8A-111F-F9BA8ACB3109}"/>
              </a:ext>
            </a:extLst>
          </p:cNvPr>
          <p:cNvSpPr>
            <a:spLocks noChangeShapeType="1"/>
          </p:cNvSpPr>
          <p:nvPr/>
        </p:nvSpPr>
        <p:spPr bwMode="auto">
          <a:xfrm flipV="1">
            <a:off x="7396163" y="2176463"/>
            <a:ext cx="0" cy="10668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6121" name="Line 9">
            <a:extLst>
              <a:ext uri="{FF2B5EF4-FFF2-40B4-BE49-F238E27FC236}">
                <a16:creationId xmlns:a16="http://schemas.microsoft.com/office/drawing/2014/main" id="{3B3236C0-ECFD-10CC-17FD-D656B266A631}"/>
              </a:ext>
            </a:extLst>
          </p:cNvPr>
          <p:cNvSpPr>
            <a:spLocks noChangeShapeType="1"/>
          </p:cNvSpPr>
          <p:nvPr/>
        </p:nvSpPr>
        <p:spPr bwMode="auto">
          <a:xfrm>
            <a:off x="7396163" y="3243263"/>
            <a:ext cx="0" cy="251460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122" name="Oval 10">
            <a:extLst>
              <a:ext uri="{FF2B5EF4-FFF2-40B4-BE49-F238E27FC236}">
                <a16:creationId xmlns:a16="http://schemas.microsoft.com/office/drawing/2014/main" id="{F20F58DA-FD06-65EE-1F7A-C6A965241C49}"/>
              </a:ext>
            </a:extLst>
          </p:cNvPr>
          <p:cNvSpPr>
            <a:spLocks noChangeArrowheads="1"/>
          </p:cNvSpPr>
          <p:nvPr/>
        </p:nvSpPr>
        <p:spPr bwMode="auto">
          <a:xfrm>
            <a:off x="6253163" y="4767263"/>
            <a:ext cx="2209800" cy="685800"/>
          </a:xfrm>
          <a:prstGeom prst="ellipse">
            <a:avLst/>
          </a:prstGeom>
          <a:noFill/>
          <a:ln w="38100">
            <a:solidFill>
              <a:srgbClr val="66FF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46123" name="Line 11">
            <a:extLst>
              <a:ext uri="{FF2B5EF4-FFF2-40B4-BE49-F238E27FC236}">
                <a16:creationId xmlns:a16="http://schemas.microsoft.com/office/drawing/2014/main" id="{9BD7368A-4A44-C41F-8356-E66E91C1DD43}"/>
              </a:ext>
            </a:extLst>
          </p:cNvPr>
          <p:cNvSpPr>
            <a:spLocks noChangeShapeType="1"/>
          </p:cNvSpPr>
          <p:nvPr/>
        </p:nvSpPr>
        <p:spPr bwMode="auto">
          <a:xfrm flipV="1">
            <a:off x="6253163" y="4081463"/>
            <a:ext cx="609600" cy="990600"/>
          </a:xfrm>
          <a:prstGeom prst="line">
            <a:avLst/>
          </a:prstGeom>
          <a:noFill/>
          <a:ln w="38100">
            <a:solidFill>
              <a:srgbClr val="FFFF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6124" name="Line 12">
            <a:extLst>
              <a:ext uri="{FF2B5EF4-FFF2-40B4-BE49-F238E27FC236}">
                <a16:creationId xmlns:a16="http://schemas.microsoft.com/office/drawing/2014/main" id="{E4FF48ED-F090-E979-CC78-E0B67B1F15E9}"/>
              </a:ext>
            </a:extLst>
          </p:cNvPr>
          <p:cNvSpPr>
            <a:spLocks noChangeShapeType="1"/>
          </p:cNvSpPr>
          <p:nvPr/>
        </p:nvSpPr>
        <p:spPr bwMode="auto">
          <a:xfrm>
            <a:off x="7396163" y="5453063"/>
            <a:ext cx="838200" cy="0"/>
          </a:xfrm>
          <a:prstGeom prst="line">
            <a:avLst/>
          </a:prstGeom>
          <a:noFill/>
          <a:ln w="2857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6125" name="Line 13">
            <a:extLst>
              <a:ext uri="{FF2B5EF4-FFF2-40B4-BE49-F238E27FC236}">
                <a16:creationId xmlns:a16="http://schemas.microsoft.com/office/drawing/2014/main" id="{FAC98DA5-A1AA-8C25-44A3-1F137086A141}"/>
              </a:ext>
            </a:extLst>
          </p:cNvPr>
          <p:cNvSpPr>
            <a:spLocks noChangeShapeType="1"/>
          </p:cNvSpPr>
          <p:nvPr/>
        </p:nvSpPr>
        <p:spPr bwMode="auto">
          <a:xfrm flipH="1">
            <a:off x="6634163" y="4767263"/>
            <a:ext cx="762000" cy="0"/>
          </a:xfrm>
          <a:prstGeom prst="line">
            <a:avLst/>
          </a:prstGeom>
          <a:noFill/>
          <a:ln w="2857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6126" name="Freeform 14">
            <a:extLst>
              <a:ext uri="{FF2B5EF4-FFF2-40B4-BE49-F238E27FC236}">
                <a16:creationId xmlns:a16="http://schemas.microsoft.com/office/drawing/2014/main" id="{D454950F-A2C6-908F-A64B-25A30B91B4C9}"/>
              </a:ext>
            </a:extLst>
          </p:cNvPr>
          <p:cNvSpPr>
            <a:spLocks/>
          </p:cNvSpPr>
          <p:nvPr/>
        </p:nvSpPr>
        <p:spPr bwMode="auto">
          <a:xfrm>
            <a:off x="7205663" y="3595688"/>
            <a:ext cx="190500" cy="57150"/>
          </a:xfrm>
          <a:custGeom>
            <a:avLst/>
            <a:gdLst>
              <a:gd name="T0" fmla="*/ 0 w 120"/>
              <a:gd name="T1" fmla="*/ 0 h 36"/>
              <a:gd name="T2" fmla="*/ 2147483646 w 120"/>
              <a:gd name="T3" fmla="*/ 2147483646 h 36"/>
              <a:gd name="T4" fmla="*/ 0 60000 65536"/>
              <a:gd name="T5" fmla="*/ 0 60000 65536"/>
              <a:gd name="T6" fmla="*/ 0 w 120"/>
              <a:gd name="T7" fmla="*/ 0 h 36"/>
              <a:gd name="T8" fmla="*/ 120 w 120"/>
              <a:gd name="T9" fmla="*/ 36 h 36"/>
            </a:gdLst>
            <a:ahLst/>
            <a:cxnLst>
              <a:cxn ang="T4">
                <a:pos x="T0" y="T1"/>
              </a:cxn>
              <a:cxn ang="T5">
                <a:pos x="T2" y="T3"/>
              </a:cxn>
            </a:cxnLst>
            <a:rect l="T6" t="T7" r="T8" b="T9"/>
            <a:pathLst>
              <a:path w="120" h="36">
                <a:moveTo>
                  <a:pt x="0" y="0"/>
                </a:moveTo>
                <a:cubicBezTo>
                  <a:pt x="41" y="27"/>
                  <a:pt x="70" y="36"/>
                  <a:pt x="120" y="36"/>
                </a:cubicBezTo>
              </a:path>
            </a:pathLst>
          </a:custGeom>
          <a:noFill/>
          <a:ln w="9525">
            <a:solidFill>
              <a:srgbClr val="66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127" name="Line 15">
            <a:extLst>
              <a:ext uri="{FF2B5EF4-FFF2-40B4-BE49-F238E27FC236}">
                <a16:creationId xmlns:a16="http://schemas.microsoft.com/office/drawing/2014/main" id="{BD7B3955-6872-7908-3DF4-01735A234374}"/>
              </a:ext>
            </a:extLst>
          </p:cNvPr>
          <p:cNvSpPr>
            <a:spLocks noChangeShapeType="1"/>
          </p:cNvSpPr>
          <p:nvPr/>
        </p:nvSpPr>
        <p:spPr bwMode="auto">
          <a:xfrm>
            <a:off x="6253163" y="5148263"/>
            <a:ext cx="533400" cy="609600"/>
          </a:xfrm>
          <a:prstGeom prst="line">
            <a:avLst/>
          </a:prstGeom>
          <a:noFill/>
          <a:ln w="28575">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6128" name="Text Box 16">
            <a:extLst>
              <a:ext uri="{FF2B5EF4-FFF2-40B4-BE49-F238E27FC236}">
                <a16:creationId xmlns:a16="http://schemas.microsoft.com/office/drawing/2014/main" id="{FE495BC5-DEBD-6E48-5E39-B52436B96D2D}"/>
              </a:ext>
            </a:extLst>
          </p:cNvPr>
          <p:cNvSpPr txBox="1">
            <a:spLocks noChangeArrowheads="1"/>
          </p:cNvSpPr>
          <p:nvPr/>
        </p:nvSpPr>
        <p:spPr bwMode="auto">
          <a:xfrm>
            <a:off x="7396163" y="4386263"/>
            <a:ext cx="3048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spcBef>
                <a:spcPct val="50000"/>
              </a:spcBef>
              <a:buClr>
                <a:schemeClr val="tx2"/>
              </a:buClr>
              <a:buFont typeface="Monotype Sorts" pitchFamily="2" charset="2"/>
              <a:buNone/>
            </a:pPr>
            <a:r>
              <a:rPr lang="en-US" altLang="zh-CN" i="1">
                <a:ea typeface="楷体_GB2312" pitchFamily="49" charset="-122"/>
              </a:rPr>
              <a:t>a</a:t>
            </a:r>
          </a:p>
        </p:txBody>
      </p:sp>
      <p:sp>
        <p:nvSpPr>
          <p:cNvPr id="346129" name="Text Box 17">
            <a:extLst>
              <a:ext uri="{FF2B5EF4-FFF2-40B4-BE49-F238E27FC236}">
                <a16:creationId xmlns:a16="http://schemas.microsoft.com/office/drawing/2014/main" id="{5F65E251-49E0-354A-35AB-2AAE08B19CF4}"/>
              </a:ext>
            </a:extLst>
          </p:cNvPr>
          <p:cNvSpPr txBox="1">
            <a:spLocks noChangeArrowheads="1"/>
          </p:cNvSpPr>
          <p:nvPr/>
        </p:nvSpPr>
        <p:spPr bwMode="auto">
          <a:xfrm>
            <a:off x="7396163" y="5453063"/>
            <a:ext cx="3397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i="1">
                <a:ea typeface="楷体_GB2312" pitchFamily="49" charset="-122"/>
              </a:rPr>
              <a:t>b</a:t>
            </a:r>
          </a:p>
        </p:txBody>
      </p:sp>
      <p:sp>
        <p:nvSpPr>
          <p:cNvPr id="346130" name="Text Box 18">
            <a:extLst>
              <a:ext uri="{FF2B5EF4-FFF2-40B4-BE49-F238E27FC236}">
                <a16:creationId xmlns:a16="http://schemas.microsoft.com/office/drawing/2014/main" id="{8AD90B7B-DD39-7B29-A05D-7C5676445B8C}"/>
              </a:ext>
            </a:extLst>
          </p:cNvPr>
          <p:cNvSpPr txBox="1">
            <a:spLocks noChangeArrowheads="1"/>
          </p:cNvSpPr>
          <p:nvPr/>
        </p:nvSpPr>
        <p:spPr bwMode="auto">
          <a:xfrm>
            <a:off x="7532688" y="1912938"/>
            <a:ext cx="3397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i="1">
                <a:ea typeface="楷体_GB2312" pitchFamily="49" charset="-122"/>
              </a:rPr>
              <a:t>z</a:t>
            </a:r>
          </a:p>
        </p:txBody>
      </p:sp>
      <p:graphicFrame>
        <p:nvGraphicFramePr>
          <p:cNvPr id="346131" name="Object 2">
            <a:extLst>
              <a:ext uri="{FF2B5EF4-FFF2-40B4-BE49-F238E27FC236}">
                <a16:creationId xmlns:a16="http://schemas.microsoft.com/office/drawing/2014/main" id="{914157C2-F43B-88FE-BF7C-4156F4E5851C}"/>
              </a:ext>
            </a:extLst>
          </p:cNvPr>
          <p:cNvGraphicFramePr>
            <a:graphicFrameLocks noChangeAspect="1"/>
          </p:cNvGraphicFramePr>
          <p:nvPr/>
        </p:nvGraphicFramePr>
        <p:xfrm>
          <a:off x="8062913" y="5516563"/>
          <a:ext cx="331787" cy="433387"/>
        </p:xfrm>
        <a:graphic>
          <a:graphicData uri="http://schemas.openxmlformats.org/presentationml/2006/ole">
            <mc:AlternateContent xmlns:mc="http://schemas.openxmlformats.org/markup-compatibility/2006">
              <mc:Choice xmlns:v="urn:schemas-microsoft-com:vml" Requires="v">
                <p:oleObj name="公式" r:id="rId2" imgW="274196" imgH="381055" progId="Equation.3">
                  <p:embed/>
                </p:oleObj>
              </mc:Choice>
              <mc:Fallback>
                <p:oleObj name="公式" r:id="rId2" imgW="274196" imgH="381055"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2913" y="5516563"/>
                        <a:ext cx="331787"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6132" name="Object 3">
            <a:extLst>
              <a:ext uri="{FF2B5EF4-FFF2-40B4-BE49-F238E27FC236}">
                <a16:creationId xmlns:a16="http://schemas.microsoft.com/office/drawing/2014/main" id="{D8134860-7EF5-18AC-AC50-7B542C05948B}"/>
              </a:ext>
            </a:extLst>
          </p:cNvPr>
          <p:cNvGraphicFramePr>
            <a:graphicFrameLocks noChangeAspect="1"/>
          </p:cNvGraphicFramePr>
          <p:nvPr/>
        </p:nvGraphicFramePr>
        <p:xfrm>
          <a:off x="7015163" y="3700463"/>
          <a:ext cx="282575" cy="393700"/>
        </p:xfrm>
        <a:graphic>
          <a:graphicData uri="http://schemas.openxmlformats.org/presentationml/2006/ole">
            <mc:AlternateContent xmlns:mc="http://schemas.openxmlformats.org/markup-compatibility/2006">
              <mc:Choice xmlns:v="urn:schemas-microsoft-com:vml" Requires="v">
                <p:oleObj name="Equation" r:id="rId4" imgW="76138" imgH="121698" progId="Equation.3">
                  <p:embed/>
                </p:oleObj>
              </mc:Choice>
              <mc:Fallback>
                <p:oleObj name="Equation" r:id="rId4" imgW="76138" imgH="121698"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5163" y="3700463"/>
                        <a:ext cx="282575"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6133" name="Line 21">
            <a:extLst>
              <a:ext uri="{FF2B5EF4-FFF2-40B4-BE49-F238E27FC236}">
                <a16:creationId xmlns:a16="http://schemas.microsoft.com/office/drawing/2014/main" id="{55B353BF-4533-794F-42AB-3EF213764706}"/>
              </a:ext>
            </a:extLst>
          </p:cNvPr>
          <p:cNvSpPr>
            <a:spLocks noChangeShapeType="1"/>
          </p:cNvSpPr>
          <p:nvPr/>
        </p:nvSpPr>
        <p:spPr bwMode="auto">
          <a:xfrm>
            <a:off x="6237288" y="5113338"/>
            <a:ext cx="0" cy="914400"/>
          </a:xfrm>
          <a:prstGeom prst="line">
            <a:avLst/>
          </a:prstGeom>
          <a:noFill/>
          <a:ln w="38100">
            <a:solidFill>
              <a:srgbClr val="FFFF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46134" name="Object 4">
            <a:extLst>
              <a:ext uri="{FF2B5EF4-FFF2-40B4-BE49-F238E27FC236}">
                <a16:creationId xmlns:a16="http://schemas.microsoft.com/office/drawing/2014/main" id="{BC1B4431-4153-81FF-9E3F-519051868831}"/>
              </a:ext>
            </a:extLst>
          </p:cNvPr>
          <p:cNvGraphicFramePr>
            <a:graphicFrameLocks noChangeAspect="1"/>
          </p:cNvGraphicFramePr>
          <p:nvPr/>
        </p:nvGraphicFramePr>
        <p:xfrm>
          <a:off x="5641975" y="5938838"/>
          <a:ext cx="496888" cy="381000"/>
        </p:xfrm>
        <a:graphic>
          <a:graphicData uri="http://schemas.openxmlformats.org/presentationml/2006/ole">
            <mc:AlternateContent xmlns:mc="http://schemas.openxmlformats.org/markup-compatibility/2006">
              <mc:Choice xmlns:v="urn:schemas-microsoft-com:vml" Requires="v">
                <p:oleObj name="公式" r:id="rId6" imgW="441898" imgH="327688" progId="Equation.3">
                  <p:embed/>
                </p:oleObj>
              </mc:Choice>
              <mc:Fallback>
                <p:oleObj name="公式" r:id="rId6" imgW="441898" imgH="327688"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1975" y="5938838"/>
                        <a:ext cx="496888"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3">
            <a:extLst>
              <a:ext uri="{FF2B5EF4-FFF2-40B4-BE49-F238E27FC236}">
                <a16:creationId xmlns:a16="http://schemas.microsoft.com/office/drawing/2014/main" id="{7C3C661F-9688-1125-9C58-27F89367F5F1}"/>
              </a:ext>
            </a:extLst>
          </p:cNvPr>
          <p:cNvGrpSpPr>
            <a:grpSpLocks/>
          </p:cNvGrpSpPr>
          <p:nvPr/>
        </p:nvGrpSpPr>
        <p:grpSpPr bwMode="auto">
          <a:xfrm>
            <a:off x="5856288" y="2628900"/>
            <a:ext cx="2759075" cy="2524125"/>
            <a:chOff x="3689" y="1556"/>
            <a:chExt cx="1738" cy="1590"/>
          </a:xfrm>
        </p:grpSpPr>
        <p:grpSp>
          <p:nvGrpSpPr>
            <p:cNvPr id="27683" name="Group 24">
              <a:extLst>
                <a:ext uri="{FF2B5EF4-FFF2-40B4-BE49-F238E27FC236}">
                  <a16:creationId xmlns:a16="http://schemas.microsoft.com/office/drawing/2014/main" id="{9265D84E-A13E-0294-A222-DE453D9B2E51}"/>
                </a:ext>
              </a:extLst>
            </p:cNvPr>
            <p:cNvGrpSpPr>
              <a:grpSpLocks/>
            </p:cNvGrpSpPr>
            <p:nvPr/>
          </p:nvGrpSpPr>
          <p:grpSpPr bwMode="auto">
            <a:xfrm>
              <a:off x="3891" y="1812"/>
              <a:ext cx="1536" cy="96"/>
              <a:chOff x="3891" y="1812"/>
              <a:chExt cx="1536" cy="96"/>
            </a:xfrm>
          </p:grpSpPr>
          <p:sp>
            <p:nvSpPr>
              <p:cNvPr id="27688" name="Line 25">
                <a:extLst>
                  <a:ext uri="{FF2B5EF4-FFF2-40B4-BE49-F238E27FC236}">
                    <a16:creationId xmlns:a16="http://schemas.microsoft.com/office/drawing/2014/main" id="{D1B4A6D7-FE84-9CE9-9CCA-F6637717DF7B}"/>
                  </a:ext>
                </a:extLst>
              </p:cNvPr>
              <p:cNvSpPr>
                <a:spLocks noChangeShapeType="1"/>
              </p:cNvSpPr>
              <p:nvPr/>
            </p:nvSpPr>
            <p:spPr bwMode="auto">
              <a:xfrm>
                <a:off x="3891" y="1908"/>
                <a:ext cx="153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9" name="Line 26">
                <a:extLst>
                  <a:ext uri="{FF2B5EF4-FFF2-40B4-BE49-F238E27FC236}">
                    <a16:creationId xmlns:a16="http://schemas.microsoft.com/office/drawing/2014/main" id="{63F04421-2EC4-64FD-F936-2EE7E807C361}"/>
                  </a:ext>
                </a:extLst>
              </p:cNvPr>
              <p:cNvSpPr>
                <a:spLocks noChangeShapeType="1"/>
              </p:cNvSpPr>
              <p:nvPr/>
            </p:nvSpPr>
            <p:spPr bwMode="auto">
              <a:xfrm flipV="1">
                <a:off x="4035" y="1812"/>
                <a:ext cx="144" cy="96"/>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0" name="Line 27">
                <a:extLst>
                  <a:ext uri="{FF2B5EF4-FFF2-40B4-BE49-F238E27FC236}">
                    <a16:creationId xmlns:a16="http://schemas.microsoft.com/office/drawing/2014/main" id="{8E97AE36-73FB-62D7-D87D-F0E91C5370E0}"/>
                  </a:ext>
                </a:extLst>
              </p:cNvPr>
              <p:cNvSpPr>
                <a:spLocks noChangeShapeType="1"/>
              </p:cNvSpPr>
              <p:nvPr/>
            </p:nvSpPr>
            <p:spPr bwMode="auto">
              <a:xfrm flipV="1">
                <a:off x="4227" y="1812"/>
                <a:ext cx="144" cy="96"/>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1" name="Line 28">
                <a:extLst>
                  <a:ext uri="{FF2B5EF4-FFF2-40B4-BE49-F238E27FC236}">
                    <a16:creationId xmlns:a16="http://schemas.microsoft.com/office/drawing/2014/main" id="{8471EE2E-727D-1C6D-8C3C-1077EF905CCF}"/>
                  </a:ext>
                </a:extLst>
              </p:cNvPr>
              <p:cNvSpPr>
                <a:spLocks noChangeShapeType="1"/>
              </p:cNvSpPr>
              <p:nvPr/>
            </p:nvSpPr>
            <p:spPr bwMode="auto">
              <a:xfrm flipV="1">
                <a:off x="4467" y="1812"/>
                <a:ext cx="144" cy="96"/>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2" name="Line 29">
                <a:extLst>
                  <a:ext uri="{FF2B5EF4-FFF2-40B4-BE49-F238E27FC236}">
                    <a16:creationId xmlns:a16="http://schemas.microsoft.com/office/drawing/2014/main" id="{7D8AC9EC-3072-27B9-50C6-1DE970E6C40B}"/>
                  </a:ext>
                </a:extLst>
              </p:cNvPr>
              <p:cNvSpPr>
                <a:spLocks noChangeShapeType="1"/>
              </p:cNvSpPr>
              <p:nvPr/>
            </p:nvSpPr>
            <p:spPr bwMode="auto">
              <a:xfrm flipV="1">
                <a:off x="4659" y="1812"/>
                <a:ext cx="144" cy="96"/>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3" name="Line 30">
                <a:extLst>
                  <a:ext uri="{FF2B5EF4-FFF2-40B4-BE49-F238E27FC236}">
                    <a16:creationId xmlns:a16="http://schemas.microsoft.com/office/drawing/2014/main" id="{478B7007-3B74-0815-F1BC-4E483E4EE14D}"/>
                  </a:ext>
                </a:extLst>
              </p:cNvPr>
              <p:cNvSpPr>
                <a:spLocks noChangeShapeType="1"/>
              </p:cNvSpPr>
              <p:nvPr/>
            </p:nvSpPr>
            <p:spPr bwMode="auto">
              <a:xfrm flipV="1">
                <a:off x="4851" y="1812"/>
                <a:ext cx="144" cy="96"/>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4" name="Line 31">
                <a:extLst>
                  <a:ext uri="{FF2B5EF4-FFF2-40B4-BE49-F238E27FC236}">
                    <a16:creationId xmlns:a16="http://schemas.microsoft.com/office/drawing/2014/main" id="{44519AD7-CF9B-DAA1-19F1-27E875EF3D38}"/>
                  </a:ext>
                </a:extLst>
              </p:cNvPr>
              <p:cNvSpPr>
                <a:spLocks noChangeShapeType="1"/>
              </p:cNvSpPr>
              <p:nvPr/>
            </p:nvSpPr>
            <p:spPr bwMode="auto">
              <a:xfrm flipV="1">
                <a:off x="5043" y="1812"/>
                <a:ext cx="144" cy="96"/>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5" name="Line 32">
                <a:extLst>
                  <a:ext uri="{FF2B5EF4-FFF2-40B4-BE49-F238E27FC236}">
                    <a16:creationId xmlns:a16="http://schemas.microsoft.com/office/drawing/2014/main" id="{A9DF6B0C-2249-FCDC-EF27-84337481D43E}"/>
                  </a:ext>
                </a:extLst>
              </p:cNvPr>
              <p:cNvSpPr>
                <a:spLocks noChangeShapeType="1"/>
              </p:cNvSpPr>
              <p:nvPr/>
            </p:nvSpPr>
            <p:spPr bwMode="auto">
              <a:xfrm flipV="1">
                <a:off x="5235" y="1812"/>
                <a:ext cx="144" cy="96"/>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684" name="Line 33">
              <a:extLst>
                <a:ext uri="{FF2B5EF4-FFF2-40B4-BE49-F238E27FC236}">
                  <a16:creationId xmlns:a16="http://schemas.microsoft.com/office/drawing/2014/main" id="{2BA5BA18-3758-8F06-EDC3-C3F6E7D3AAAE}"/>
                </a:ext>
              </a:extLst>
            </p:cNvPr>
            <p:cNvSpPr>
              <a:spLocks noChangeShapeType="1"/>
            </p:cNvSpPr>
            <p:nvPr/>
          </p:nvSpPr>
          <p:spPr bwMode="auto">
            <a:xfrm flipV="1">
              <a:off x="3939" y="1908"/>
              <a:ext cx="720" cy="115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685" name="Object 13">
              <a:extLst>
                <a:ext uri="{FF2B5EF4-FFF2-40B4-BE49-F238E27FC236}">
                  <a16:creationId xmlns:a16="http://schemas.microsoft.com/office/drawing/2014/main" id="{434B40CB-E7C6-FCF6-0034-1AA08B85A931}"/>
                </a:ext>
              </a:extLst>
            </p:cNvPr>
            <p:cNvGraphicFramePr>
              <a:graphicFrameLocks noChangeAspect="1"/>
            </p:cNvGraphicFramePr>
            <p:nvPr/>
          </p:nvGraphicFramePr>
          <p:xfrm>
            <a:off x="3891" y="3012"/>
            <a:ext cx="132" cy="132"/>
          </p:xfrm>
          <a:graphic>
            <a:graphicData uri="http://schemas.openxmlformats.org/presentationml/2006/ole">
              <mc:AlternateContent xmlns:mc="http://schemas.openxmlformats.org/markup-compatibility/2006">
                <mc:Choice xmlns:v="urn:schemas-microsoft-com:vml" Requires="v">
                  <p:oleObj name="Equation" r:id="rId8" imgW="61209" imgH="60849" progId="Equation.3">
                    <p:embed/>
                  </p:oleObj>
                </mc:Choice>
                <mc:Fallback>
                  <p:oleObj name="Equation" r:id="rId8" imgW="61209" imgH="60849"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91" y="3012"/>
                          <a:ext cx="132" cy="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86" name="Text Box 35">
              <a:extLst>
                <a:ext uri="{FF2B5EF4-FFF2-40B4-BE49-F238E27FC236}">
                  <a16:creationId xmlns:a16="http://schemas.microsoft.com/office/drawing/2014/main" id="{8750B481-6716-1021-07B9-9FADEF856E32}"/>
                </a:ext>
              </a:extLst>
            </p:cNvPr>
            <p:cNvSpPr txBox="1">
              <a:spLocks noChangeArrowheads="1"/>
            </p:cNvSpPr>
            <p:nvPr/>
          </p:nvSpPr>
          <p:spPr bwMode="auto">
            <a:xfrm>
              <a:off x="3689" y="2846"/>
              <a:ext cx="21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i="1">
                  <a:ea typeface="楷体_GB2312" pitchFamily="49" charset="-122"/>
                </a:rPr>
                <a:t>m</a:t>
              </a:r>
            </a:p>
          </p:txBody>
        </p:sp>
        <p:sp>
          <p:nvSpPr>
            <p:cNvPr id="27687" name="Text Box 36">
              <a:extLst>
                <a:ext uri="{FF2B5EF4-FFF2-40B4-BE49-F238E27FC236}">
                  <a16:creationId xmlns:a16="http://schemas.microsoft.com/office/drawing/2014/main" id="{B0B0F33C-29D6-D03F-B0FA-2819A47F83A5}"/>
                </a:ext>
              </a:extLst>
            </p:cNvPr>
            <p:cNvSpPr txBox="1">
              <a:spLocks noChangeArrowheads="1"/>
            </p:cNvSpPr>
            <p:nvPr/>
          </p:nvSpPr>
          <p:spPr bwMode="auto">
            <a:xfrm>
              <a:off x="4409" y="1556"/>
              <a:ext cx="21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i="1">
                  <a:ea typeface="楷体_GB2312" pitchFamily="49" charset="-122"/>
                </a:rPr>
                <a:t>A</a:t>
              </a:r>
            </a:p>
          </p:txBody>
        </p:sp>
      </p:grpSp>
      <p:graphicFrame>
        <p:nvGraphicFramePr>
          <p:cNvPr id="346149" name="Object 5">
            <a:extLst>
              <a:ext uri="{FF2B5EF4-FFF2-40B4-BE49-F238E27FC236}">
                <a16:creationId xmlns:a16="http://schemas.microsoft.com/office/drawing/2014/main" id="{763B3EB9-B525-76A3-53E2-7F14D15896B0}"/>
              </a:ext>
            </a:extLst>
          </p:cNvPr>
          <p:cNvGraphicFramePr>
            <a:graphicFrameLocks noChangeAspect="1"/>
          </p:cNvGraphicFramePr>
          <p:nvPr/>
        </p:nvGraphicFramePr>
        <p:xfrm>
          <a:off x="6359525" y="3911600"/>
          <a:ext cx="255588" cy="342900"/>
        </p:xfrm>
        <a:graphic>
          <a:graphicData uri="http://schemas.openxmlformats.org/presentationml/2006/ole">
            <mc:AlternateContent xmlns:mc="http://schemas.openxmlformats.org/markup-compatibility/2006">
              <mc:Choice xmlns:v="urn:schemas-microsoft-com:vml" Requires="v">
                <p:oleObj name="公式" r:id="rId10" imgW="198058" imgH="289782" progId="Equation.3">
                  <p:embed/>
                </p:oleObj>
              </mc:Choice>
              <mc:Fallback>
                <p:oleObj name="公式" r:id="rId10" imgW="198058" imgH="28978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59525" y="3911600"/>
                        <a:ext cx="255588"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6150" name="Object 6">
            <a:extLst>
              <a:ext uri="{FF2B5EF4-FFF2-40B4-BE49-F238E27FC236}">
                <a16:creationId xmlns:a16="http://schemas.microsoft.com/office/drawing/2014/main" id="{F18627A5-A0F9-7A8E-490E-02F977A63612}"/>
              </a:ext>
            </a:extLst>
          </p:cNvPr>
          <p:cNvGraphicFramePr>
            <a:graphicFrameLocks noChangeAspect="1"/>
          </p:cNvGraphicFramePr>
          <p:nvPr/>
        </p:nvGraphicFramePr>
        <p:xfrm>
          <a:off x="6754813" y="4295775"/>
          <a:ext cx="331787" cy="433388"/>
        </p:xfrm>
        <a:graphic>
          <a:graphicData uri="http://schemas.openxmlformats.org/presentationml/2006/ole">
            <mc:AlternateContent xmlns:mc="http://schemas.openxmlformats.org/markup-compatibility/2006">
              <mc:Choice xmlns:v="urn:schemas-microsoft-com:vml" Requires="v">
                <p:oleObj name="公式" r:id="rId12" imgW="274196" imgH="381055" progId="Equation.3">
                  <p:embed/>
                </p:oleObj>
              </mc:Choice>
              <mc:Fallback>
                <p:oleObj name="公式" r:id="rId12" imgW="274196" imgH="381055"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54813" y="4295775"/>
                        <a:ext cx="331787"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6151" name="Object 7">
            <a:extLst>
              <a:ext uri="{FF2B5EF4-FFF2-40B4-BE49-F238E27FC236}">
                <a16:creationId xmlns:a16="http://schemas.microsoft.com/office/drawing/2014/main" id="{0BD4AF02-06AD-79BA-7817-24B76E8FF19F}"/>
              </a:ext>
            </a:extLst>
          </p:cNvPr>
          <p:cNvGraphicFramePr>
            <a:graphicFrameLocks noChangeAspect="1"/>
          </p:cNvGraphicFramePr>
          <p:nvPr/>
        </p:nvGraphicFramePr>
        <p:xfrm>
          <a:off x="6846888" y="5822950"/>
          <a:ext cx="228600" cy="293688"/>
        </p:xfrm>
        <a:graphic>
          <a:graphicData uri="http://schemas.openxmlformats.org/presentationml/2006/ole">
            <mc:AlternateContent xmlns:mc="http://schemas.openxmlformats.org/markup-compatibility/2006">
              <mc:Choice xmlns:v="urn:schemas-microsoft-com:vml" Requires="v">
                <p:oleObj name="公式" r:id="rId14" imgW="175167" imgH="236414" progId="Equation.3">
                  <p:embed/>
                </p:oleObj>
              </mc:Choice>
              <mc:Fallback>
                <p:oleObj name="公式" r:id="rId14" imgW="175167" imgH="236414"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46888" y="5822950"/>
                        <a:ext cx="228600"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6152" name="Text Box 40">
            <a:extLst>
              <a:ext uri="{FF2B5EF4-FFF2-40B4-BE49-F238E27FC236}">
                <a16:creationId xmlns:a16="http://schemas.microsoft.com/office/drawing/2014/main" id="{9E004DAF-E16F-24EE-ED82-3D9FAF25D2F7}"/>
              </a:ext>
            </a:extLst>
          </p:cNvPr>
          <p:cNvSpPr txBox="1">
            <a:spLocks noChangeArrowheads="1"/>
          </p:cNvSpPr>
          <p:nvPr/>
        </p:nvSpPr>
        <p:spPr bwMode="auto">
          <a:xfrm>
            <a:off x="971550" y="2708275"/>
            <a:ext cx="650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a:ea typeface="楷体_GB2312" pitchFamily="49" charset="-122"/>
              </a:rPr>
              <a:t>(1)</a:t>
            </a:r>
          </a:p>
        </p:txBody>
      </p:sp>
      <p:graphicFrame>
        <p:nvGraphicFramePr>
          <p:cNvPr id="346153" name="Object 8">
            <a:extLst>
              <a:ext uri="{FF2B5EF4-FFF2-40B4-BE49-F238E27FC236}">
                <a16:creationId xmlns:a16="http://schemas.microsoft.com/office/drawing/2014/main" id="{B25F36F8-7F5F-6290-E64F-6B2964F4BCE1}"/>
              </a:ext>
            </a:extLst>
          </p:cNvPr>
          <p:cNvGraphicFramePr>
            <a:graphicFrameLocks noChangeAspect="1"/>
          </p:cNvGraphicFramePr>
          <p:nvPr/>
        </p:nvGraphicFramePr>
        <p:xfrm>
          <a:off x="3932238" y="3321050"/>
          <a:ext cx="1287462" cy="828675"/>
        </p:xfrm>
        <a:graphic>
          <a:graphicData uri="http://schemas.openxmlformats.org/presentationml/2006/ole">
            <mc:AlternateContent xmlns:mc="http://schemas.openxmlformats.org/markup-compatibility/2006">
              <mc:Choice xmlns:v="urn:schemas-microsoft-com:vml" Requires="v">
                <p:oleObj name="公式" r:id="rId16" imgW="1226664" imgH="769592" progId="Equation.3">
                  <p:embed/>
                </p:oleObj>
              </mc:Choice>
              <mc:Fallback>
                <p:oleObj name="公式" r:id="rId16" imgW="1226664" imgH="769592"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32238" y="3321050"/>
                        <a:ext cx="1287462"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6154" name="Object 9">
            <a:extLst>
              <a:ext uri="{FF2B5EF4-FFF2-40B4-BE49-F238E27FC236}">
                <a16:creationId xmlns:a16="http://schemas.microsoft.com/office/drawing/2014/main" id="{5D2A746B-2BF8-BED4-A8B6-19F77A4381E6}"/>
              </a:ext>
            </a:extLst>
          </p:cNvPr>
          <p:cNvGraphicFramePr>
            <a:graphicFrameLocks noChangeAspect="1"/>
          </p:cNvGraphicFramePr>
          <p:nvPr/>
        </p:nvGraphicFramePr>
        <p:xfrm>
          <a:off x="1535113" y="3314700"/>
          <a:ext cx="1601787" cy="828675"/>
        </p:xfrm>
        <a:graphic>
          <a:graphicData uri="http://schemas.openxmlformats.org/presentationml/2006/ole">
            <mc:AlternateContent xmlns:mc="http://schemas.openxmlformats.org/markup-compatibility/2006">
              <mc:Choice xmlns:v="urn:schemas-microsoft-com:vml" Requires="v">
                <p:oleObj name="公式" r:id="rId18" imgW="1546642" imgH="769592" progId="Equation.3">
                  <p:embed/>
                </p:oleObj>
              </mc:Choice>
              <mc:Fallback>
                <p:oleObj name="公式" r:id="rId18" imgW="1546642" imgH="769592" progId="Equation.3">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35113" y="3314700"/>
                        <a:ext cx="1601787"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6155" name="Text Box 43">
            <a:extLst>
              <a:ext uri="{FF2B5EF4-FFF2-40B4-BE49-F238E27FC236}">
                <a16:creationId xmlns:a16="http://schemas.microsoft.com/office/drawing/2014/main" id="{634C12F5-98E2-2EB7-ED06-13190E8F009F}"/>
              </a:ext>
            </a:extLst>
          </p:cNvPr>
          <p:cNvSpPr txBox="1">
            <a:spLocks noChangeArrowheads="1"/>
          </p:cNvSpPr>
          <p:nvPr/>
        </p:nvSpPr>
        <p:spPr bwMode="auto">
          <a:xfrm>
            <a:off x="1384300" y="2716213"/>
            <a:ext cx="4987925"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buClr>
                <a:schemeClr val="tx2"/>
              </a:buClr>
              <a:buFont typeface="Monotype Sorts" pitchFamily="2" charset="2"/>
              <a:buNone/>
            </a:pPr>
            <a:r>
              <a:rPr lang="zh-CN" altLang="en-US">
                <a:ea typeface="楷体_GB2312" pitchFamily="49" charset="-122"/>
              </a:rPr>
              <a:t>在运动过程中</a:t>
            </a:r>
            <a:r>
              <a:rPr lang="en-US" altLang="zh-CN">
                <a:ea typeface="楷体_GB2312" pitchFamily="49" charset="-122"/>
              </a:rPr>
              <a:t>,  </a:t>
            </a:r>
            <a:r>
              <a:rPr lang="zh-CN" altLang="en-US">
                <a:ea typeface="楷体_GB2312" pitchFamily="49" charset="-122"/>
              </a:rPr>
              <a:t>重力为恒力      </a:t>
            </a:r>
          </a:p>
        </p:txBody>
      </p:sp>
      <p:graphicFrame>
        <p:nvGraphicFramePr>
          <p:cNvPr id="346156" name="Object 10">
            <a:extLst>
              <a:ext uri="{FF2B5EF4-FFF2-40B4-BE49-F238E27FC236}">
                <a16:creationId xmlns:a16="http://schemas.microsoft.com/office/drawing/2014/main" id="{00F6AC55-4882-1696-117C-2513BCEF30AC}"/>
              </a:ext>
            </a:extLst>
          </p:cNvPr>
          <p:cNvGraphicFramePr>
            <a:graphicFrameLocks noChangeAspect="1"/>
          </p:cNvGraphicFramePr>
          <p:nvPr/>
        </p:nvGraphicFramePr>
        <p:xfrm>
          <a:off x="1835150" y="4365625"/>
          <a:ext cx="2936875" cy="828675"/>
        </p:xfrm>
        <a:graphic>
          <a:graphicData uri="http://schemas.openxmlformats.org/presentationml/2006/ole">
            <mc:AlternateContent xmlns:mc="http://schemas.openxmlformats.org/markup-compatibility/2006">
              <mc:Choice xmlns:v="urn:schemas-microsoft-com:vml" Requires="v">
                <p:oleObj name="公式" r:id="rId20" imgW="2880298" imgH="769592" progId="Equation.3">
                  <p:embed/>
                </p:oleObj>
              </mc:Choice>
              <mc:Fallback>
                <p:oleObj name="公式" r:id="rId20" imgW="2880298" imgH="769592" progId="Equation.3">
                  <p:embed/>
                  <p:pic>
                    <p:nvPicPr>
                      <p:cNvPr id="0" name="Object 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35150" y="4365625"/>
                        <a:ext cx="2936875" cy="828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6157" name="Text Box 45">
            <a:extLst>
              <a:ext uri="{FF2B5EF4-FFF2-40B4-BE49-F238E27FC236}">
                <a16:creationId xmlns:a16="http://schemas.microsoft.com/office/drawing/2014/main" id="{4A15DA11-E3C9-7650-A379-3C3710538B3B}"/>
              </a:ext>
            </a:extLst>
          </p:cNvPr>
          <p:cNvSpPr txBox="1">
            <a:spLocks noChangeArrowheads="1"/>
          </p:cNvSpPr>
          <p:nvPr/>
        </p:nvSpPr>
        <p:spPr bwMode="auto">
          <a:xfrm>
            <a:off x="1042988" y="5300663"/>
            <a:ext cx="36591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a:ea typeface="楷体_GB2312" pitchFamily="49" charset="-122"/>
              </a:rPr>
              <a:t>(2) </a:t>
            </a:r>
            <a:r>
              <a:rPr lang="zh-CN" altLang="en-US">
                <a:ea typeface="楷体_GB2312" pitchFamily="49" charset="-122"/>
              </a:rPr>
              <a:t>由质点动量定理</a:t>
            </a:r>
          </a:p>
        </p:txBody>
      </p:sp>
      <p:graphicFrame>
        <p:nvGraphicFramePr>
          <p:cNvPr id="346158" name="Object 11">
            <a:extLst>
              <a:ext uri="{FF2B5EF4-FFF2-40B4-BE49-F238E27FC236}">
                <a16:creationId xmlns:a16="http://schemas.microsoft.com/office/drawing/2014/main" id="{4E79976D-BCBE-666B-A6BF-A6BCD2F2E44F}"/>
              </a:ext>
            </a:extLst>
          </p:cNvPr>
          <p:cNvGraphicFramePr>
            <a:graphicFrameLocks noChangeAspect="1"/>
          </p:cNvGraphicFramePr>
          <p:nvPr/>
        </p:nvGraphicFramePr>
        <p:xfrm>
          <a:off x="1089025" y="6021388"/>
          <a:ext cx="3198813" cy="508000"/>
        </p:xfrm>
        <a:graphic>
          <a:graphicData uri="http://schemas.openxmlformats.org/presentationml/2006/ole">
            <mc:AlternateContent xmlns:mc="http://schemas.openxmlformats.org/markup-compatibility/2006">
              <mc:Choice xmlns:v="urn:schemas-microsoft-com:vml" Requires="v">
                <p:oleObj name="公式" r:id="rId22" imgW="3147029" imgH="457366" progId="Equation.3">
                  <p:embed/>
                </p:oleObj>
              </mc:Choice>
              <mc:Fallback>
                <p:oleObj name="公式" r:id="rId22" imgW="3147029" imgH="457366" progId="Equation.3">
                  <p:embed/>
                  <p:pic>
                    <p:nvPicPr>
                      <p:cNvPr id="0" name="Object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89025" y="6021388"/>
                        <a:ext cx="31988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6159" name="Object 12">
            <a:extLst>
              <a:ext uri="{FF2B5EF4-FFF2-40B4-BE49-F238E27FC236}">
                <a16:creationId xmlns:a16="http://schemas.microsoft.com/office/drawing/2014/main" id="{74CE2E46-9040-B4C4-2989-7E56446C4318}"/>
              </a:ext>
            </a:extLst>
          </p:cNvPr>
          <p:cNvGraphicFramePr>
            <a:graphicFrameLocks noChangeAspect="1"/>
          </p:cNvGraphicFramePr>
          <p:nvPr/>
        </p:nvGraphicFramePr>
        <p:xfrm>
          <a:off x="4213225" y="6021388"/>
          <a:ext cx="1079500" cy="431800"/>
        </p:xfrm>
        <a:graphic>
          <a:graphicData uri="http://schemas.openxmlformats.org/presentationml/2006/ole">
            <mc:AlternateContent xmlns:mc="http://schemas.openxmlformats.org/markup-compatibility/2006">
              <mc:Choice xmlns:v="urn:schemas-microsoft-com:vml" Requires="v">
                <p:oleObj name="公式" r:id="rId24" imgW="1028607" imgH="381055" progId="Equation.3">
                  <p:embed/>
                </p:oleObj>
              </mc:Choice>
              <mc:Fallback>
                <p:oleObj name="公式" r:id="rId24" imgW="1028607" imgH="381055" progId="Equation.3">
                  <p:embed/>
                  <p:pic>
                    <p:nvPicPr>
                      <p:cNvPr id="0" name="Object 1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13225" y="6021388"/>
                        <a:ext cx="1079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6114"/>
                                        </p:tgtEl>
                                        <p:attrNameLst>
                                          <p:attrName>style.visibility</p:attrName>
                                        </p:attrNameLst>
                                      </p:cBhvr>
                                      <p:to>
                                        <p:strVal val="visible"/>
                                      </p:to>
                                    </p:set>
                                    <p:animEffect transition="in" filter="wipe(left)">
                                      <p:cBhvr>
                                        <p:cTn id="7" dur="500"/>
                                        <p:tgtEl>
                                          <p:spTgt spid="346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iterate type="wd">
                                    <p:tmPct val="38000"/>
                                  </p:iterate>
                                  <p:childTnLst>
                                    <p:set>
                                      <p:cBhvr>
                                        <p:cTn id="11" dur="1" fill="hold">
                                          <p:stCondLst>
                                            <p:cond delay="0"/>
                                          </p:stCondLst>
                                        </p:cTn>
                                        <p:tgtEl>
                                          <p:spTgt spid="346117"/>
                                        </p:tgtEl>
                                        <p:attrNameLst>
                                          <p:attrName>style.visibility</p:attrName>
                                        </p:attrNameLst>
                                      </p:cBhvr>
                                      <p:to>
                                        <p:strVal val="visible"/>
                                      </p:to>
                                    </p:set>
                                    <p:animEffect transition="in" filter="wipe(left)">
                                      <p:cBhvr>
                                        <p:cTn id="12" dur="500"/>
                                        <p:tgtEl>
                                          <p:spTgt spid="3461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346121"/>
                                        </p:tgtEl>
                                        <p:attrNameLst>
                                          <p:attrName>style.visibility</p:attrName>
                                        </p:attrNameLst>
                                      </p:cBhvr>
                                      <p:to>
                                        <p:strVal val="visible"/>
                                      </p:to>
                                    </p:set>
                                    <p:animEffect transition="in" filter="wipe(up)">
                                      <p:cBhvr>
                                        <p:cTn id="24" dur="500"/>
                                        <p:tgtEl>
                                          <p:spTgt spid="346121"/>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346126"/>
                                        </p:tgtEl>
                                        <p:attrNameLst>
                                          <p:attrName>style.visibility</p:attrName>
                                        </p:attrNameLst>
                                      </p:cBhvr>
                                      <p:to>
                                        <p:strVal val="visible"/>
                                      </p:to>
                                    </p:set>
                                    <p:animEffect transition="in" filter="wipe(left)">
                                      <p:cBhvr>
                                        <p:cTn id="28" dur="500"/>
                                        <p:tgtEl>
                                          <p:spTgt spid="346126"/>
                                        </p:tgtEl>
                                      </p:cBhvr>
                                    </p:animEffect>
                                  </p:childTnLst>
                                </p:cTn>
                              </p:par>
                            </p:childTnLst>
                          </p:cTn>
                        </p:par>
                        <p:par>
                          <p:cTn id="29" fill="hold" nodeType="afterGroup">
                            <p:stCondLst>
                              <p:cond delay="1000"/>
                            </p:stCondLst>
                            <p:childTnLst>
                              <p:par>
                                <p:cTn id="30" presetID="22" presetClass="entr" presetSubtype="8" fill="hold" nodeType="afterEffect">
                                  <p:stCondLst>
                                    <p:cond delay="0"/>
                                  </p:stCondLst>
                                  <p:childTnLst>
                                    <p:set>
                                      <p:cBhvr>
                                        <p:cTn id="31" dur="1" fill="hold">
                                          <p:stCondLst>
                                            <p:cond delay="0"/>
                                          </p:stCondLst>
                                        </p:cTn>
                                        <p:tgtEl>
                                          <p:spTgt spid="346132"/>
                                        </p:tgtEl>
                                        <p:attrNameLst>
                                          <p:attrName>style.visibility</p:attrName>
                                        </p:attrNameLst>
                                      </p:cBhvr>
                                      <p:to>
                                        <p:strVal val="visible"/>
                                      </p:to>
                                    </p:set>
                                    <p:animEffect transition="in" filter="wipe(left)">
                                      <p:cBhvr>
                                        <p:cTn id="32" dur="500"/>
                                        <p:tgtEl>
                                          <p:spTgt spid="3461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46116"/>
                                        </p:tgtEl>
                                        <p:attrNameLst>
                                          <p:attrName>style.visibility</p:attrName>
                                        </p:attrNameLst>
                                      </p:cBhvr>
                                      <p:to>
                                        <p:strVal val="visible"/>
                                      </p:to>
                                    </p:set>
                                    <p:animEffect transition="in" filter="wipe(left)">
                                      <p:cBhvr>
                                        <p:cTn id="37" dur="500"/>
                                        <p:tgtEl>
                                          <p:spTgt spid="346116"/>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346118"/>
                                        </p:tgtEl>
                                        <p:attrNameLst>
                                          <p:attrName>style.visibility</p:attrName>
                                        </p:attrNameLst>
                                      </p:cBhvr>
                                      <p:to>
                                        <p:strVal val="visible"/>
                                      </p:to>
                                    </p:set>
                                    <p:animEffect transition="in" filter="wipe(left)">
                                      <p:cBhvr>
                                        <p:cTn id="41" dur="500"/>
                                        <p:tgtEl>
                                          <p:spTgt spid="346118"/>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346119"/>
                                        </p:tgtEl>
                                        <p:attrNameLst>
                                          <p:attrName>style.visibility</p:attrName>
                                        </p:attrNameLst>
                                      </p:cBhvr>
                                      <p:to>
                                        <p:strVal val="visible"/>
                                      </p:to>
                                    </p:set>
                                    <p:animEffect transition="in" filter="wipe(left)">
                                      <p:cBhvr>
                                        <p:cTn id="45" dur="500"/>
                                        <p:tgtEl>
                                          <p:spTgt spid="3461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46122"/>
                                        </p:tgtEl>
                                        <p:attrNameLst>
                                          <p:attrName>style.visibility</p:attrName>
                                        </p:attrNameLst>
                                      </p:cBhvr>
                                      <p:to>
                                        <p:strVal val="visible"/>
                                      </p:to>
                                    </p:set>
                                    <p:animEffect transition="in" filter="wipe(left)">
                                      <p:cBhvr>
                                        <p:cTn id="50" dur="500"/>
                                        <p:tgtEl>
                                          <p:spTgt spid="346122"/>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346128"/>
                                        </p:tgtEl>
                                        <p:attrNameLst>
                                          <p:attrName>style.visibility</p:attrName>
                                        </p:attrNameLst>
                                      </p:cBhvr>
                                      <p:to>
                                        <p:strVal val="visible"/>
                                      </p:to>
                                    </p:set>
                                    <p:animEffect transition="in" filter="wipe(left)">
                                      <p:cBhvr>
                                        <p:cTn id="54" dur="500"/>
                                        <p:tgtEl>
                                          <p:spTgt spid="346128"/>
                                        </p:tgtEl>
                                      </p:cBhvr>
                                    </p:animEffect>
                                  </p:childTnLst>
                                </p:cTn>
                              </p:par>
                            </p:childTnLst>
                          </p:cTn>
                        </p:par>
                        <p:par>
                          <p:cTn id="55" fill="hold" nodeType="afterGroup">
                            <p:stCondLst>
                              <p:cond delay="1000"/>
                            </p:stCondLst>
                            <p:childTnLst>
                              <p:par>
                                <p:cTn id="56" presetID="22" presetClass="entr" presetSubtype="8" fill="hold" nodeType="afterEffect">
                                  <p:stCondLst>
                                    <p:cond delay="0"/>
                                  </p:stCondLst>
                                  <p:childTnLst>
                                    <p:set>
                                      <p:cBhvr>
                                        <p:cTn id="57" dur="1" fill="hold">
                                          <p:stCondLst>
                                            <p:cond delay="0"/>
                                          </p:stCondLst>
                                        </p:cTn>
                                        <p:tgtEl>
                                          <p:spTgt spid="346129"/>
                                        </p:tgtEl>
                                        <p:attrNameLst>
                                          <p:attrName>style.visibility</p:attrName>
                                        </p:attrNameLst>
                                      </p:cBhvr>
                                      <p:to>
                                        <p:strVal val="visible"/>
                                      </p:to>
                                    </p:set>
                                    <p:animEffect transition="in" filter="wipe(left)">
                                      <p:cBhvr>
                                        <p:cTn id="58" dur="500"/>
                                        <p:tgtEl>
                                          <p:spTgt spid="346129"/>
                                        </p:tgtEl>
                                      </p:cBhvr>
                                    </p:animEffect>
                                  </p:childTnLst>
                                </p:cTn>
                              </p:par>
                            </p:childTnLst>
                          </p:cTn>
                        </p:par>
                        <p:par>
                          <p:cTn id="59" fill="hold" nodeType="afterGroup">
                            <p:stCondLst>
                              <p:cond delay="1500"/>
                            </p:stCondLst>
                            <p:childTnLst>
                              <p:par>
                                <p:cTn id="60" presetID="22" presetClass="entr" presetSubtype="8" fill="hold" nodeType="afterEffect">
                                  <p:stCondLst>
                                    <p:cond delay="0"/>
                                  </p:stCondLst>
                                  <p:childTnLst>
                                    <p:set>
                                      <p:cBhvr>
                                        <p:cTn id="61" dur="1" fill="hold">
                                          <p:stCondLst>
                                            <p:cond delay="0"/>
                                          </p:stCondLst>
                                        </p:cTn>
                                        <p:tgtEl>
                                          <p:spTgt spid="346125"/>
                                        </p:tgtEl>
                                        <p:attrNameLst>
                                          <p:attrName>style.visibility</p:attrName>
                                        </p:attrNameLst>
                                      </p:cBhvr>
                                      <p:to>
                                        <p:strVal val="visible"/>
                                      </p:to>
                                    </p:set>
                                    <p:animEffect transition="in" filter="wipe(left)">
                                      <p:cBhvr>
                                        <p:cTn id="62" dur="500"/>
                                        <p:tgtEl>
                                          <p:spTgt spid="346125"/>
                                        </p:tgtEl>
                                      </p:cBhvr>
                                    </p:animEffect>
                                  </p:childTnLst>
                                </p:cTn>
                              </p:par>
                            </p:childTnLst>
                          </p:cTn>
                        </p:par>
                        <p:par>
                          <p:cTn id="63" fill="hold" nodeType="afterGroup">
                            <p:stCondLst>
                              <p:cond delay="2000"/>
                            </p:stCondLst>
                            <p:childTnLst>
                              <p:par>
                                <p:cTn id="64" presetID="22" presetClass="entr" presetSubtype="8" fill="hold" nodeType="afterEffect">
                                  <p:stCondLst>
                                    <p:cond delay="0"/>
                                  </p:stCondLst>
                                  <p:childTnLst>
                                    <p:set>
                                      <p:cBhvr>
                                        <p:cTn id="65" dur="1" fill="hold">
                                          <p:stCondLst>
                                            <p:cond delay="0"/>
                                          </p:stCondLst>
                                        </p:cTn>
                                        <p:tgtEl>
                                          <p:spTgt spid="346150"/>
                                        </p:tgtEl>
                                        <p:attrNameLst>
                                          <p:attrName>style.visibility</p:attrName>
                                        </p:attrNameLst>
                                      </p:cBhvr>
                                      <p:to>
                                        <p:strVal val="visible"/>
                                      </p:to>
                                    </p:set>
                                    <p:animEffect transition="in" filter="wipe(left)">
                                      <p:cBhvr>
                                        <p:cTn id="66" dur="500"/>
                                        <p:tgtEl>
                                          <p:spTgt spid="346150"/>
                                        </p:tgtEl>
                                      </p:cBhvr>
                                    </p:animEffect>
                                  </p:childTnLst>
                                </p:cTn>
                              </p:par>
                            </p:childTnLst>
                          </p:cTn>
                        </p:par>
                        <p:par>
                          <p:cTn id="67" fill="hold" nodeType="afterGroup">
                            <p:stCondLst>
                              <p:cond delay="2500"/>
                            </p:stCondLst>
                            <p:childTnLst>
                              <p:par>
                                <p:cTn id="68" presetID="22" presetClass="entr" presetSubtype="8" fill="hold" nodeType="afterEffect">
                                  <p:stCondLst>
                                    <p:cond delay="0"/>
                                  </p:stCondLst>
                                  <p:childTnLst>
                                    <p:set>
                                      <p:cBhvr>
                                        <p:cTn id="69" dur="1" fill="hold">
                                          <p:stCondLst>
                                            <p:cond delay="0"/>
                                          </p:stCondLst>
                                        </p:cTn>
                                        <p:tgtEl>
                                          <p:spTgt spid="346124"/>
                                        </p:tgtEl>
                                        <p:attrNameLst>
                                          <p:attrName>style.visibility</p:attrName>
                                        </p:attrNameLst>
                                      </p:cBhvr>
                                      <p:to>
                                        <p:strVal val="visible"/>
                                      </p:to>
                                    </p:set>
                                    <p:animEffect transition="in" filter="wipe(left)">
                                      <p:cBhvr>
                                        <p:cTn id="70" dur="500"/>
                                        <p:tgtEl>
                                          <p:spTgt spid="346124"/>
                                        </p:tgtEl>
                                      </p:cBhvr>
                                    </p:animEffect>
                                  </p:childTnLst>
                                </p:cTn>
                              </p:par>
                            </p:childTnLst>
                          </p:cTn>
                        </p:par>
                        <p:par>
                          <p:cTn id="71" fill="hold" nodeType="afterGroup">
                            <p:stCondLst>
                              <p:cond delay="3000"/>
                            </p:stCondLst>
                            <p:childTnLst>
                              <p:par>
                                <p:cTn id="72" presetID="22" presetClass="entr" presetSubtype="8" fill="hold" nodeType="afterEffect">
                                  <p:stCondLst>
                                    <p:cond delay="0"/>
                                  </p:stCondLst>
                                  <p:childTnLst>
                                    <p:set>
                                      <p:cBhvr>
                                        <p:cTn id="73" dur="1" fill="hold">
                                          <p:stCondLst>
                                            <p:cond delay="0"/>
                                          </p:stCondLst>
                                        </p:cTn>
                                        <p:tgtEl>
                                          <p:spTgt spid="346131"/>
                                        </p:tgtEl>
                                        <p:attrNameLst>
                                          <p:attrName>style.visibility</p:attrName>
                                        </p:attrNameLst>
                                      </p:cBhvr>
                                      <p:to>
                                        <p:strVal val="visible"/>
                                      </p:to>
                                    </p:set>
                                    <p:animEffect transition="in" filter="wipe(left)">
                                      <p:cBhvr>
                                        <p:cTn id="74" dur="500"/>
                                        <p:tgtEl>
                                          <p:spTgt spid="34613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346115"/>
                                        </p:tgtEl>
                                        <p:attrNameLst>
                                          <p:attrName>style.visibility</p:attrName>
                                        </p:attrNameLst>
                                      </p:cBhvr>
                                      <p:to>
                                        <p:strVal val="visible"/>
                                      </p:to>
                                    </p:set>
                                    <p:animEffect transition="in" filter="wipe(left)">
                                      <p:cBhvr>
                                        <p:cTn id="79" dur="500"/>
                                        <p:tgtEl>
                                          <p:spTgt spid="34611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346120"/>
                                        </p:tgtEl>
                                        <p:attrNameLst>
                                          <p:attrName>style.visibility</p:attrName>
                                        </p:attrNameLst>
                                      </p:cBhvr>
                                      <p:to>
                                        <p:strVal val="visible"/>
                                      </p:to>
                                    </p:set>
                                    <p:animEffect transition="in" filter="wipe(down)">
                                      <p:cBhvr>
                                        <p:cTn id="84" dur="500"/>
                                        <p:tgtEl>
                                          <p:spTgt spid="346120"/>
                                        </p:tgtEl>
                                      </p:cBhvr>
                                    </p:animEffect>
                                  </p:childTnLst>
                                </p:cTn>
                              </p:par>
                              <p:par>
                                <p:cTn id="85" presetID="22" presetClass="entr" presetSubtype="4" fill="hold" nodeType="withEffect">
                                  <p:stCondLst>
                                    <p:cond delay="0"/>
                                  </p:stCondLst>
                                  <p:childTnLst>
                                    <p:set>
                                      <p:cBhvr>
                                        <p:cTn id="86" dur="1" fill="hold">
                                          <p:stCondLst>
                                            <p:cond delay="0"/>
                                          </p:stCondLst>
                                        </p:cTn>
                                        <p:tgtEl>
                                          <p:spTgt spid="346130"/>
                                        </p:tgtEl>
                                        <p:attrNameLst>
                                          <p:attrName>style.visibility</p:attrName>
                                        </p:attrNameLst>
                                      </p:cBhvr>
                                      <p:to>
                                        <p:strVal val="visible"/>
                                      </p:to>
                                    </p:set>
                                    <p:animEffect transition="in" filter="wipe(down)">
                                      <p:cBhvr>
                                        <p:cTn id="87" dur="500"/>
                                        <p:tgtEl>
                                          <p:spTgt spid="34613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nodeType="clickEffect">
                                  <p:stCondLst>
                                    <p:cond delay="0"/>
                                  </p:stCondLst>
                                  <p:childTnLst>
                                    <p:set>
                                      <p:cBhvr>
                                        <p:cTn id="91" dur="1" fill="hold">
                                          <p:stCondLst>
                                            <p:cond delay="0"/>
                                          </p:stCondLst>
                                        </p:cTn>
                                        <p:tgtEl>
                                          <p:spTgt spid="346133"/>
                                        </p:tgtEl>
                                        <p:attrNameLst>
                                          <p:attrName>style.visibility</p:attrName>
                                        </p:attrNameLst>
                                      </p:cBhvr>
                                      <p:to>
                                        <p:strVal val="visible"/>
                                      </p:to>
                                    </p:set>
                                    <p:animEffect transition="in" filter="wipe(down)">
                                      <p:cBhvr>
                                        <p:cTn id="92" dur="500"/>
                                        <p:tgtEl>
                                          <p:spTgt spid="346133"/>
                                        </p:tgtEl>
                                      </p:cBhvr>
                                    </p:animEffect>
                                  </p:childTnLst>
                                </p:cTn>
                              </p:par>
                            </p:childTnLst>
                          </p:cTn>
                        </p:par>
                        <p:par>
                          <p:cTn id="93" fill="hold" nodeType="afterGroup">
                            <p:stCondLst>
                              <p:cond delay="500"/>
                            </p:stCondLst>
                            <p:childTnLst>
                              <p:par>
                                <p:cTn id="94" presetID="22" presetClass="entr" presetSubtype="4" fill="hold" nodeType="afterEffect">
                                  <p:stCondLst>
                                    <p:cond delay="0"/>
                                  </p:stCondLst>
                                  <p:childTnLst>
                                    <p:set>
                                      <p:cBhvr>
                                        <p:cTn id="95" dur="1" fill="hold">
                                          <p:stCondLst>
                                            <p:cond delay="0"/>
                                          </p:stCondLst>
                                        </p:cTn>
                                        <p:tgtEl>
                                          <p:spTgt spid="346134"/>
                                        </p:tgtEl>
                                        <p:attrNameLst>
                                          <p:attrName>style.visibility</p:attrName>
                                        </p:attrNameLst>
                                      </p:cBhvr>
                                      <p:to>
                                        <p:strVal val="visible"/>
                                      </p:to>
                                    </p:set>
                                    <p:animEffect transition="in" filter="wipe(down)">
                                      <p:cBhvr>
                                        <p:cTn id="96" dur="500"/>
                                        <p:tgtEl>
                                          <p:spTgt spid="346134"/>
                                        </p:tgtEl>
                                      </p:cBhvr>
                                    </p:animEffect>
                                  </p:childTnLst>
                                </p:cTn>
                              </p:par>
                            </p:childTnLst>
                          </p:cTn>
                        </p:par>
                        <p:par>
                          <p:cTn id="97" fill="hold" nodeType="afterGroup">
                            <p:stCondLst>
                              <p:cond delay="1000"/>
                            </p:stCondLst>
                            <p:childTnLst>
                              <p:par>
                                <p:cTn id="98" presetID="22" presetClass="entr" presetSubtype="4" fill="hold" nodeType="afterEffect">
                                  <p:stCondLst>
                                    <p:cond delay="0"/>
                                  </p:stCondLst>
                                  <p:childTnLst>
                                    <p:set>
                                      <p:cBhvr>
                                        <p:cTn id="99" dur="1" fill="hold">
                                          <p:stCondLst>
                                            <p:cond delay="0"/>
                                          </p:stCondLst>
                                        </p:cTn>
                                        <p:tgtEl>
                                          <p:spTgt spid="346123"/>
                                        </p:tgtEl>
                                        <p:attrNameLst>
                                          <p:attrName>style.visibility</p:attrName>
                                        </p:attrNameLst>
                                      </p:cBhvr>
                                      <p:to>
                                        <p:strVal val="visible"/>
                                      </p:to>
                                    </p:set>
                                    <p:animEffect transition="in" filter="wipe(down)">
                                      <p:cBhvr>
                                        <p:cTn id="100" dur="500"/>
                                        <p:tgtEl>
                                          <p:spTgt spid="346123"/>
                                        </p:tgtEl>
                                      </p:cBhvr>
                                    </p:animEffect>
                                  </p:childTnLst>
                                </p:cTn>
                              </p:par>
                            </p:childTnLst>
                          </p:cTn>
                        </p:par>
                        <p:par>
                          <p:cTn id="101" fill="hold" nodeType="afterGroup">
                            <p:stCondLst>
                              <p:cond delay="1500"/>
                            </p:stCondLst>
                            <p:childTnLst>
                              <p:par>
                                <p:cTn id="102" presetID="22" presetClass="entr" presetSubtype="4" fill="hold" nodeType="afterEffect">
                                  <p:stCondLst>
                                    <p:cond delay="0"/>
                                  </p:stCondLst>
                                  <p:childTnLst>
                                    <p:set>
                                      <p:cBhvr>
                                        <p:cTn id="103" dur="1" fill="hold">
                                          <p:stCondLst>
                                            <p:cond delay="0"/>
                                          </p:stCondLst>
                                        </p:cTn>
                                        <p:tgtEl>
                                          <p:spTgt spid="346149"/>
                                        </p:tgtEl>
                                        <p:attrNameLst>
                                          <p:attrName>style.visibility</p:attrName>
                                        </p:attrNameLst>
                                      </p:cBhvr>
                                      <p:to>
                                        <p:strVal val="visible"/>
                                      </p:to>
                                    </p:set>
                                    <p:animEffect transition="in" filter="wipe(down)">
                                      <p:cBhvr>
                                        <p:cTn id="104" dur="500"/>
                                        <p:tgtEl>
                                          <p:spTgt spid="346149"/>
                                        </p:tgtEl>
                                      </p:cBhvr>
                                    </p:animEffect>
                                  </p:childTnLst>
                                </p:cTn>
                              </p:par>
                            </p:childTnLst>
                          </p:cTn>
                        </p:par>
                        <p:par>
                          <p:cTn id="105" fill="hold" nodeType="afterGroup">
                            <p:stCondLst>
                              <p:cond delay="2000"/>
                            </p:stCondLst>
                            <p:childTnLst>
                              <p:par>
                                <p:cTn id="106" presetID="22" presetClass="entr" presetSubtype="4" fill="hold" nodeType="afterEffect">
                                  <p:stCondLst>
                                    <p:cond delay="0"/>
                                  </p:stCondLst>
                                  <p:childTnLst>
                                    <p:set>
                                      <p:cBhvr>
                                        <p:cTn id="107" dur="1" fill="hold">
                                          <p:stCondLst>
                                            <p:cond delay="0"/>
                                          </p:stCondLst>
                                        </p:cTn>
                                        <p:tgtEl>
                                          <p:spTgt spid="346127"/>
                                        </p:tgtEl>
                                        <p:attrNameLst>
                                          <p:attrName>style.visibility</p:attrName>
                                        </p:attrNameLst>
                                      </p:cBhvr>
                                      <p:to>
                                        <p:strVal val="visible"/>
                                      </p:to>
                                    </p:set>
                                    <p:animEffect transition="in" filter="wipe(down)">
                                      <p:cBhvr>
                                        <p:cTn id="108" dur="500"/>
                                        <p:tgtEl>
                                          <p:spTgt spid="346127"/>
                                        </p:tgtEl>
                                      </p:cBhvr>
                                    </p:animEffect>
                                  </p:childTnLst>
                                </p:cTn>
                              </p:par>
                            </p:childTnLst>
                          </p:cTn>
                        </p:par>
                        <p:par>
                          <p:cTn id="109" fill="hold" nodeType="afterGroup">
                            <p:stCondLst>
                              <p:cond delay="2500"/>
                            </p:stCondLst>
                            <p:childTnLst>
                              <p:par>
                                <p:cTn id="110" presetID="22" presetClass="entr" presetSubtype="4" fill="hold" nodeType="afterEffect">
                                  <p:stCondLst>
                                    <p:cond delay="0"/>
                                  </p:stCondLst>
                                  <p:childTnLst>
                                    <p:set>
                                      <p:cBhvr>
                                        <p:cTn id="111" dur="1" fill="hold">
                                          <p:stCondLst>
                                            <p:cond delay="0"/>
                                          </p:stCondLst>
                                        </p:cTn>
                                        <p:tgtEl>
                                          <p:spTgt spid="346151"/>
                                        </p:tgtEl>
                                        <p:attrNameLst>
                                          <p:attrName>style.visibility</p:attrName>
                                        </p:attrNameLst>
                                      </p:cBhvr>
                                      <p:to>
                                        <p:strVal val="visible"/>
                                      </p:to>
                                    </p:set>
                                    <p:animEffect transition="in" filter="wipe(down)">
                                      <p:cBhvr>
                                        <p:cTn id="112" dur="500"/>
                                        <p:tgtEl>
                                          <p:spTgt spid="346151"/>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nodeType="clickEffect">
                                  <p:stCondLst>
                                    <p:cond delay="0"/>
                                  </p:stCondLst>
                                  <p:childTnLst>
                                    <p:set>
                                      <p:cBhvr>
                                        <p:cTn id="116" dur="1" fill="hold">
                                          <p:stCondLst>
                                            <p:cond delay="499"/>
                                          </p:stCondLst>
                                        </p:cTn>
                                        <p:tgtEl>
                                          <p:spTgt spid="346152"/>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346155"/>
                                        </p:tgtEl>
                                        <p:attrNameLst>
                                          <p:attrName>style.visibility</p:attrName>
                                        </p:attrNameLst>
                                      </p:cBhvr>
                                      <p:to>
                                        <p:strVal val="visible"/>
                                      </p:to>
                                    </p:set>
                                    <p:animEffect transition="in" filter="wipe(left)">
                                      <p:cBhvr>
                                        <p:cTn id="121" dur="500"/>
                                        <p:tgtEl>
                                          <p:spTgt spid="346155"/>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346154"/>
                                        </p:tgtEl>
                                        <p:attrNameLst>
                                          <p:attrName>style.visibility</p:attrName>
                                        </p:attrNameLst>
                                      </p:cBhvr>
                                      <p:to>
                                        <p:strVal val="visible"/>
                                      </p:to>
                                    </p:set>
                                    <p:animEffect transition="in" filter="wipe(left)">
                                      <p:cBhvr>
                                        <p:cTn id="126" dur="500"/>
                                        <p:tgtEl>
                                          <p:spTgt spid="346154"/>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346153"/>
                                        </p:tgtEl>
                                        <p:attrNameLst>
                                          <p:attrName>style.visibility</p:attrName>
                                        </p:attrNameLst>
                                      </p:cBhvr>
                                      <p:to>
                                        <p:strVal val="visible"/>
                                      </p:to>
                                    </p:set>
                                    <p:animEffect transition="in" filter="wipe(left)">
                                      <p:cBhvr>
                                        <p:cTn id="131" dur="500"/>
                                        <p:tgtEl>
                                          <p:spTgt spid="346153"/>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346156"/>
                                        </p:tgtEl>
                                        <p:attrNameLst>
                                          <p:attrName>style.visibility</p:attrName>
                                        </p:attrNameLst>
                                      </p:cBhvr>
                                      <p:to>
                                        <p:strVal val="visible"/>
                                      </p:to>
                                    </p:set>
                                    <p:animEffect transition="in" filter="wipe(left)">
                                      <p:cBhvr>
                                        <p:cTn id="136" dur="500"/>
                                        <p:tgtEl>
                                          <p:spTgt spid="346156"/>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346157"/>
                                        </p:tgtEl>
                                        <p:attrNameLst>
                                          <p:attrName>style.visibility</p:attrName>
                                        </p:attrNameLst>
                                      </p:cBhvr>
                                      <p:to>
                                        <p:strVal val="visible"/>
                                      </p:to>
                                    </p:set>
                                    <p:animEffect transition="in" filter="wipe(left)">
                                      <p:cBhvr>
                                        <p:cTn id="141" dur="500"/>
                                        <p:tgtEl>
                                          <p:spTgt spid="346157"/>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nodeType="clickEffect">
                                  <p:stCondLst>
                                    <p:cond delay="0"/>
                                  </p:stCondLst>
                                  <p:childTnLst>
                                    <p:set>
                                      <p:cBhvr>
                                        <p:cTn id="145" dur="1" fill="hold">
                                          <p:stCondLst>
                                            <p:cond delay="0"/>
                                          </p:stCondLst>
                                        </p:cTn>
                                        <p:tgtEl>
                                          <p:spTgt spid="346158"/>
                                        </p:tgtEl>
                                        <p:attrNameLst>
                                          <p:attrName>style.visibility</p:attrName>
                                        </p:attrNameLst>
                                      </p:cBhvr>
                                      <p:to>
                                        <p:strVal val="visible"/>
                                      </p:to>
                                    </p:set>
                                    <p:animEffect transition="in" filter="wipe(left)">
                                      <p:cBhvr>
                                        <p:cTn id="146" dur="500"/>
                                        <p:tgtEl>
                                          <p:spTgt spid="346158"/>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346159"/>
                                        </p:tgtEl>
                                        <p:attrNameLst>
                                          <p:attrName>style.visibility</p:attrName>
                                        </p:attrNameLst>
                                      </p:cBhvr>
                                      <p:to>
                                        <p:strVal val="visible"/>
                                      </p:to>
                                    </p:set>
                                    <p:animEffect transition="in" filter="wipe(left)">
                                      <p:cBhvr>
                                        <p:cTn id="151" dur="500"/>
                                        <p:tgtEl>
                                          <p:spTgt spid="346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4" grpId="0" autoUpdateAnimBg="0"/>
      <p:bldP spid="346115" grpId="0" autoUpdateAnimBg="0"/>
      <p:bldP spid="346116" grpId="0"/>
      <p:bldP spid="346117" grpId="0"/>
      <p:bldP spid="346118" grpId="0"/>
      <p:bldP spid="346119" grpId="0"/>
      <p:bldP spid="346122" grpId="0" animBg="1"/>
      <p:bldP spid="346128" grpId="0"/>
      <p:bldP spid="346129" grpId="0"/>
      <p:bldP spid="346130" grpId="0"/>
      <p:bldP spid="346152" grpId="0" autoUpdateAnimBg="0"/>
      <p:bldP spid="346155" grpId="0"/>
      <p:bldP spid="34615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Freeform 2">
            <a:extLst>
              <a:ext uri="{FF2B5EF4-FFF2-40B4-BE49-F238E27FC236}">
                <a16:creationId xmlns:a16="http://schemas.microsoft.com/office/drawing/2014/main" id="{FD7FCCE9-12C2-3B89-5C02-687CACE0425B}"/>
              </a:ext>
            </a:extLst>
          </p:cNvPr>
          <p:cNvSpPr>
            <a:spLocks/>
          </p:cNvSpPr>
          <p:nvPr/>
        </p:nvSpPr>
        <p:spPr bwMode="auto">
          <a:xfrm>
            <a:off x="6399213" y="2619375"/>
            <a:ext cx="358775" cy="193675"/>
          </a:xfrm>
          <a:custGeom>
            <a:avLst/>
            <a:gdLst>
              <a:gd name="T0" fmla="*/ 0 w 276"/>
              <a:gd name="T1" fmla="*/ 0 h 184"/>
              <a:gd name="T2" fmla="*/ 2147483646 w 276"/>
              <a:gd name="T3" fmla="*/ 2147483646 h 184"/>
              <a:gd name="T4" fmla="*/ 2147483646 w 276"/>
              <a:gd name="T5" fmla="*/ 2147483646 h 184"/>
              <a:gd name="T6" fmla="*/ 2147483646 w 276"/>
              <a:gd name="T7" fmla="*/ 2147483646 h 184"/>
              <a:gd name="T8" fmla="*/ 0 60000 65536"/>
              <a:gd name="T9" fmla="*/ 0 60000 65536"/>
              <a:gd name="T10" fmla="*/ 0 60000 65536"/>
              <a:gd name="T11" fmla="*/ 0 60000 65536"/>
              <a:gd name="T12" fmla="*/ 0 w 276"/>
              <a:gd name="T13" fmla="*/ 0 h 184"/>
              <a:gd name="T14" fmla="*/ 276 w 276"/>
              <a:gd name="T15" fmla="*/ 184 h 184"/>
            </a:gdLst>
            <a:ahLst/>
            <a:cxnLst>
              <a:cxn ang="T8">
                <a:pos x="T0" y="T1"/>
              </a:cxn>
              <a:cxn ang="T9">
                <a:pos x="T2" y="T3"/>
              </a:cxn>
              <a:cxn ang="T10">
                <a:pos x="T4" y="T5"/>
              </a:cxn>
              <a:cxn ang="T11">
                <a:pos x="T6" y="T7"/>
              </a:cxn>
            </a:cxnLst>
            <a:rect l="T12" t="T13" r="T14" b="T15"/>
            <a:pathLst>
              <a:path w="276" h="184">
                <a:moveTo>
                  <a:pt x="0" y="0"/>
                </a:moveTo>
                <a:cubicBezTo>
                  <a:pt x="51" y="17"/>
                  <a:pt x="91" y="42"/>
                  <a:pt x="144" y="60"/>
                </a:cubicBezTo>
                <a:cubicBezTo>
                  <a:pt x="184" y="73"/>
                  <a:pt x="217" y="120"/>
                  <a:pt x="252" y="144"/>
                </a:cubicBezTo>
                <a:cubicBezTo>
                  <a:pt x="265" y="184"/>
                  <a:pt x="251" y="180"/>
                  <a:pt x="276" y="180"/>
                </a:cubicBezTo>
              </a:path>
            </a:pathLst>
          </a:custGeom>
          <a:noFill/>
          <a:ln w="3810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7139" name="Line 3">
            <a:extLst>
              <a:ext uri="{FF2B5EF4-FFF2-40B4-BE49-F238E27FC236}">
                <a16:creationId xmlns:a16="http://schemas.microsoft.com/office/drawing/2014/main" id="{0CFAFA46-585E-D530-21BE-2293BA4F8979}"/>
              </a:ext>
            </a:extLst>
          </p:cNvPr>
          <p:cNvSpPr>
            <a:spLocks noChangeShapeType="1"/>
          </p:cNvSpPr>
          <p:nvPr/>
        </p:nvSpPr>
        <p:spPr bwMode="auto">
          <a:xfrm>
            <a:off x="6399213" y="1476375"/>
            <a:ext cx="2420937" cy="0"/>
          </a:xfrm>
          <a:prstGeom prst="line">
            <a:avLst/>
          </a:prstGeom>
          <a:noFill/>
          <a:ln w="38100">
            <a:solidFill>
              <a:srgbClr val="66FF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7140" name="Line 4">
            <a:extLst>
              <a:ext uri="{FF2B5EF4-FFF2-40B4-BE49-F238E27FC236}">
                <a16:creationId xmlns:a16="http://schemas.microsoft.com/office/drawing/2014/main" id="{6B006782-2BB3-7DC0-8FAF-C7893EE6B5FA}"/>
              </a:ext>
            </a:extLst>
          </p:cNvPr>
          <p:cNvSpPr>
            <a:spLocks noChangeShapeType="1"/>
          </p:cNvSpPr>
          <p:nvPr/>
        </p:nvSpPr>
        <p:spPr bwMode="auto">
          <a:xfrm>
            <a:off x="6399213" y="1476375"/>
            <a:ext cx="0" cy="1600200"/>
          </a:xfrm>
          <a:prstGeom prst="line">
            <a:avLst/>
          </a:prstGeom>
          <a:noFill/>
          <a:ln w="38100">
            <a:solidFill>
              <a:srgbClr val="66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7141" name="Line 5">
            <a:extLst>
              <a:ext uri="{FF2B5EF4-FFF2-40B4-BE49-F238E27FC236}">
                <a16:creationId xmlns:a16="http://schemas.microsoft.com/office/drawing/2014/main" id="{683F4C51-C34A-098D-B109-DEC533B41208}"/>
              </a:ext>
            </a:extLst>
          </p:cNvPr>
          <p:cNvSpPr>
            <a:spLocks noChangeShapeType="1"/>
          </p:cNvSpPr>
          <p:nvPr/>
        </p:nvSpPr>
        <p:spPr bwMode="auto">
          <a:xfrm flipV="1">
            <a:off x="6399213" y="1497013"/>
            <a:ext cx="2341562" cy="1579562"/>
          </a:xfrm>
          <a:prstGeom prst="line">
            <a:avLst/>
          </a:prstGeom>
          <a:noFill/>
          <a:ln w="38100">
            <a:solidFill>
              <a:srgbClr val="FFFF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47142" name="Object 2">
            <a:extLst>
              <a:ext uri="{FF2B5EF4-FFF2-40B4-BE49-F238E27FC236}">
                <a16:creationId xmlns:a16="http://schemas.microsoft.com/office/drawing/2014/main" id="{027EFF28-FD4F-0782-3374-40995E0918A8}"/>
              </a:ext>
            </a:extLst>
          </p:cNvPr>
          <p:cNvGraphicFramePr>
            <a:graphicFrameLocks noChangeAspect="1"/>
          </p:cNvGraphicFramePr>
          <p:nvPr/>
        </p:nvGraphicFramePr>
        <p:xfrm>
          <a:off x="6530975" y="2352675"/>
          <a:ext cx="279400" cy="241300"/>
        </p:xfrm>
        <a:graphic>
          <a:graphicData uri="http://schemas.openxmlformats.org/presentationml/2006/ole">
            <mc:AlternateContent xmlns:mc="http://schemas.openxmlformats.org/markup-compatibility/2006">
              <mc:Choice xmlns:v="urn:schemas-microsoft-com:vml" Requires="v">
                <p:oleObj name="公式" r:id="rId2" imgW="228413" imgH="190528" progId="Equation.3">
                  <p:embed/>
                </p:oleObj>
              </mc:Choice>
              <mc:Fallback>
                <p:oleObj name="公式" r:id="rId2" imgW="228413" imgH="190528"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0975" y="2352675"/>
                        <a:ext cx="2794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43" name="Object 3">
            <a:extLst>
              <a:ext uri="{FF2B5EF4-FFF2-40B4-BE49-F238E27FC236}">
                <a16:creationId xmlns:a16="http://schemas.microsoft.com/office/drawing/2014/main" id="{C7217B55-CFBF-1ED1-4911-06F767B08052}"/>
              </a:ext>
            </a:extLst>
          </p:cNvPr>
          <p:cNvGraphicFramePr>
            <a:graphicFrameLocks noChangeAspect="1"/>
          </p:cNvGraphicFramePr>
          <p:nvPr/>
        </p:nvGraphicFramePr>
        <p:xfrm>
          <a:off x="5834063" y="2016125"/>
          <a:ext cx="469900" cy="482600"/>
        </p:xfrm>
        <a:graphic>
          <a:graphicData uri="http://schemas.openxmlformats.org/presentationml/2006/ole">
            <mc:AlternateContent xmlns:mc="http://schemas.openxmlformats.org/markup-compatibility/2006">
              <mc:Choice xmlns:v="urn:schemas-microsoft-com:vml" Requires="v">
                <p:oleObj name="公式" r:id="rId4" imgW="419007" imgH="426942" progId="Equation.3">
                  <p:embed/>
                </p:oleObj>
              </mc:Choice>
              <mc:Fallback>
                <p:oleObj name="公式" r:id="rId4" imgW="419007" imgH="426942"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4063" y="2016125"/>
                        <a:ext cx="4699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44" name="Object 4">
            <a:extLst>
              <a:ext uri="{FF2B5EF4-FFF2-40B4-BE49-F238E27FC236}">
                <a16:creationId xmlns:a16="http://schemas.microsoft.com/office/drawing/2014/main" id="{4BB8B0B4-194D-597A-6F2A-757BC3491976}"/>
              </a:ext>
            </a:extLst>
          </p:cNvPr>
          <p:cNvGraphicFramePr>
            <a:graphicFrameLocks noChangeAspect="1"/>
          </p:cNvGraphicFramePr>
          <p:nvPr/>
        </p:nvGraphicFramePr>
        <p:xfrm>
          <a:off x="7265988" y="954088"/>
          <a:ext cx="800100" cy="431800"/>
        </p:xfrm>
        <a:graphic>
          <a:graphicData uri="http://schemas.openxmlformats.org/presentationml/2006/ole">
            <mc:AlternateContent xmlns:mc="http://schemas.openxmlformats.org/markup-compatibility/2006">
              <mc:Choice xmlns:v="urn:schemas-microsoft-com:vml" Requires="v">
                <p:oleObj name="公式" r:id="rId6" imgW="746947" imgH="381055" progId="Equation.3">
                  <p:embed/>
                </p:oleObj>
              </mc:Choice>
              <mc:Fallback>
                <p:oleObj name="公式" r:id="rId6" imgW="746947" imgH="381055"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65988" y="954088"/>
                        <a:ext cx="800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45" name="Object 5">
            <a:extLst>
              <a:ext uri="{FF2B5EF4-FFF2-40B4-BE49-F238E27FC236}">
                <a16:creationId xmlns:a16="http://schemas.microsoft.com/office/drawing/2014/main" id="{CD115D23-D614-77B2-CD04-58CC004A63C4}"/>
              </a:ext>
            </a:extLst>
          </p:cNvPr>
          <p:cNvGraphicFramePr>
            <a:graphicFrameLocks noChangeAspect="1"/>
          </p:cNvGraphicFramePr>
          <p:nvPr/>
        </p:nvGraphicFramePr>
        <p:xfrm>
          <a:off x="7685088" y="2314575"/>
          <a:ext cx="330200" cy="431800"/>
        </p:xfrm>
        <a:graphic>
          <a:graphicData uri="http://schemas.openxmlformats.org/presentationml/2006/ole">
            <mc:AlternateContent xmlns:mc="http://schemas.openxmlformats.org/markup-compatibility/2006">
              <mc:Choice xmlns:v="urn:schemas-microsoft-com:vml" Requires="v">
                <p:oleObj name="公式" r:id="rId8" imgW="274196" imgH="381055" progId="Equation.3">
                  <p:embed/>
                </p:oleObj>
              </mc:Choice>
              <mc:Fallback>
                <p:oleObj name="公式" r:id="rId8" imgW="274196" imgH="381055"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5088" y="2314575"/>
                        <a:ext cx="3302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46" name="Object 6">
            <a:extLst>
              <a:ext uri="{FF2B5EF4-FFF2-40B4-BE49-F238E27FC236}">
                <a16:creationId xmlns:a16="http://schemas.microsoft.com/office/drawing/2014/main" id="{BA1CAD6F-F1CC-4DF3-9F7F-6CAEAF92FAD0}"/>
              </a:ext>
            </a:extLst>
          </p:cNvPr>
          <p:cNvGraphicFramePr>
            <a:graphicFrameLocks noChangeAspect="1"/>
          </p:cNvGraphicFramePr>
          <p:nvPr/>
        </p:nvGraphicFramePr>
        <p:xfrm>
          <a:off x="2033588" y="1300163"/>
          <a:ext cx="2825750" cy="573087"/>
        </p:xfrm>
        <a:graphic>
          <a:graphicData uri="http://schemas.openxmlformats.org/presentationml/2006/ole">
            <mc:AlternateContent xmlns:mc="http://schemas.openxmlformats.org/markup-compatibility/2006">
              <mc:Choice xmlns:v="urn:schemas-microsoft-com:vml" Requires="v">
                <p:oleObj name="公式" r:id="rId10" imgW="2765842" imgH="518215" progId="Equation.3">
                  <p:embed/>
                </p:oleObj>
              </mc:Choice>
              <mc:Fallback>
                <p:oleObj name="公式" r:id="rId10" imgW="2765842" imgH="518215"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33588" y="1300163"/>
                        <a:ext cx="2825750"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47" name="Object 7">
            <a:extLst>
              <a:ext uri="{FF2B5EF4-FFF2-40B4-BE49-F238E27FC236}">
                <a16:creationId xmlns:a16="http://schemas.microsoft.com/office/drawing/2014/main" id="{1C4B3505-BABA-8566-1679-7B35F8490A3E}"/>
              </a:ext>
            </a:extLst>
          </p:cNvPr>
          <p:cNvGraphicFramePr>
            <a:graphicFrameLocks noChangeAspect="1"/>
          </p:cNvGraphicFramePr>
          <p:nvPr/>
        </p:nvGraphicFramePr>
        <p:xfrm>
          <a:off x="2020888" y="2124075"/>
          <a:ext cx="2684462" cy="1017588"/>
        </p:xfrm>
        <a:graphic>
          <a:graphicData uri="http://schemas.openxmlformats.org/presentationml/2006/ole">
            <mc:AlternateContent xmlns:mc="http://schemas.openxmlformats.org/markup-compatibility/2006">
              <mc:Choice xmlns:v="urn:schemas-microsoft-com:vml" Requires="v">
                <p:oleObj name="公式" r:id="rId12" imgW="2628993" imgH="960120" progId="Equation.3">
                  <p:embed/>
                </p:oleObj>
              </mc:Choice>
              <mc:Fallback>
                <p:oleObj name="公式" r:id="rId12" imgW="2628993" imgH="96012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20888" y="2124075"/>
                        <a:ext cx="2684462" cy="101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7148" name="Text Box 12">
            <a:extLst>
              <a:ext uri="{FF2B5EF4-FFF2-40B4-BE49-F238E27FC236}">
                <a16:creationId xmlns:a16="http://schemas.microsoft.com/office/drawing/2014/main" id="{E478CE8E-EEDE-DB20-90A7-A356EFE34632}"/>
              </a:ext>
            </a:extLst>
          </p:cNvPr>
          <p:cNvSpPr txBox="1">
            <a:spLocks noChangeArrowheads="1"/>
          </p:cNvSpPr>
          <p:nvPr/>
        </p:nvSpPr>
        <p:spPr bwMode="auto">
          <a:xfrm>
            <a:off x="1917700" y="585788"/>
            <a:ext cx="2976563"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buClr>
                <a:schemeClr val="tx2"/>
              </a:buClr>
              <a:buFont typeface="Monotype Sorts" pitchFamily="2" charset="2"/>
              <a:buNone/>
            </a:pPr>
            <a:r>
              <a:rPr lang="zh-CN" altLang="en-US"/>
              <a:t>作</a:t>
            </a:r>
            <a:r>
              <a:rPr lang="zh-CN" altLang="en-US">
                <a:ea typeface="楷体_GB2312" pitchFamily="49" charset="-122"/>
              </a:rPr>
              <a:t>矢量</a:t>
            </a:r>
            <a:r>
              <a:rPr lang="zh-CN" altLang="en-US"/>
              <a:t>图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7148"/>
                                        </p:tgtEl>
                                        <p:attrNameLst>
                                          <p:attrName>style.visibility</p:attrName>
                                        </p:attrNameLst>
                                      </p:cBhvr>
                                      <p:to>
                                        <p:strVal val="visible"/>
                                      </p:to>
                                    </p:set>
                                    <p:animEffect transition="in" filter="wipe(left)">
                                      <p:cBhvr>
                                        <p:cTn id="7" dur="500"/>
                                        <p:tgtEl>
                                          <p:spTgt spid="347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47140"/>
                                        </p:tgtEl>
                                        <p:attrNameLst>
                                          <p:attrName>style.visibility</p:attrName>
                                        </p:attrNameLst>
                                      </p:cBhvr>
                                      <p:to>
                                        <p:strVal val="visible"/>
                                      </p:to>
                                    </p:set>
                                    <p:animEffect transition="in" filter="wipe(left)">
                                      <p:cBhvr>
                                        <p:cTn id="12" dur="500"/>
                                        <p:tgtEl>
                                          <p:spTgt spid="347140"/>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34714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47139"/>
                                        </p:tgtEl>
                                        <p:attrNameLst>
                                          <p:attrName>style.visibility</p:attrName>
                                        </p:attrNameLst>
                                      </p:cBhvr>
                                      <p:to>
                                        <p:strVal val="visible"/>
                                      </p:to>
                                    </p:set>
                                    <p:animEffect transition="in" filter="wipe(left)">
                                      <p:cBhvr>
                                        <p:cTn id="20" dur="500"/>
                                        <p:tgtEl>
                                          <p:spTgt spid="347139"/>
                                        </p:tgtEl>
                                      </p:cBhvr>
                                    </p:animEffec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499"/>
                                          </p:stCondLst>
                                        </p:cTn>
                                        <p:tgtEl>
                                          <p:spTgt spid="34714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347141"/>
                                        </p:tgtEl>
                                        <p:attrNameLst>
                                          <p:attrName>style.visibility</p:attrName>
                                        </p:attrNameLst>
                                      </p:cBhvr>
                                      <p:to>
                                        <p:strVal val="visible"/>
                                      </p:to>
                                    </p:set>
                                    <p:animEffect transition="in" filter="wipe(left)">
                                      <p:cBhvr>
                                        <p:cTn id="28" dur="500"/>
                                        <p:tgtEl>
                                          <p:spTgt spid="347141"/>
                                        </p:tgtEl>
                                      </p:cBhvr>
                                    </p:animEffect>
                                  </p:childTnLst>
                                </p:cTn>
                              </p:par>
                            </p:childTnLst>
                          </p:cTn>
                        </p:par>
                        <p:par>
                          <p:cTn id="29" fill="hold" nodeType="afterGroup">
                            <p:stCondLst>
                              <p:cond delay="500"/>
                            </p:stCondLst>
                            <p:childTnLst>
                              <p:par>
                                <p:cTn id="30" presetID="1" presetClass="entr" presetSubtype="0" fill="hold" nodeType="afterEffect">
                                  <p:stCondLst>
                                    <p:cond delay="0"/>
                                  </p:stCondLst>
                                  <p:childTnLst>
                                    <p:set>
                                      <p:cBhvr>
                                        <p:cTn id="31" dur="1" fill="hold">
                                          <p:stCondLst>
                                            <p:cond delay="499"/>
                                          </p:stCondLst>
                                        </p:cTn>
                                        <p:tgtEl>
                                          <p:spTgt spid="34714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347146"/>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47138"/>
                                        </p:tgtEl>
                                        <p:attrNameLst>
                                          <p:attrName>style.visibility</p:attrName>
                                        </p:attrNameLst>
                                      </p:cBhvr>
                                      <p:to>
                                        <p:strVal val="visible"/>
                                      </p:to>
                                    </p:set>
                                    <p:animEffect transition="in" filter="wipe(left)">
                                      <p:cBhvr>
                                        <p:cTn id="40" dur="500"/>
                                        <p:tgtEl>
                                          <p:spTgt spid="347138"/>
                                        </p:tgtEl>
                                      </p:cBhvr>
                                    </p:animEffect>
                                  </p:childTnLst>
                                </p:cTn>
                              </p:par>
                              <p:par>
                                <p:cTn id="41" presetID="22" presetClass="entr" presetSubtype="8" fill="hold" nodeType="withEffect">
                                  <p:stCondLst>
                                    <p:cond delay="0"/>
                                  </p:stCondLst>
                                  <p:childTnLst>
                                    <p:set>
                                      <p:cBhvr>
                                        <p:cTn id="42" dur="1" fill="hold">
                                          <p:stCondLst>
                                            <p:cond delay="0"/>
                                          </p:stCondLst>
                                        </p:cTn>
                                        <p:tgtEl>
                                          <p:spTgt spid="347142"/>
                                        </p:tgtEl>
                                        <p:attrNameLst>
                                          <p:attrName>style.visibility</p:attrName>
                                        </p:attrNameLst>
                                      </p:cBhvr>
                                      <p:to>
                                        <p:strVal val="visible"/>
                                      </p:to>
                                    </p:set>
                                    <p:animEffect transition="in" filter="wipe(left)">
                                      <p:cBhvr>
                                        <p:cTn id="43" dur="500"/>
                                        <p:tgtEl>
                                          <p:spTgt spid="34714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347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629804FD-48B7-268E-1423-D1DDF4D8B688}"/>
              </a:ext>
            </a:extLst>
          </p:cNvPr>
          <p:cNvSpPr txBox="1">
            <a:spLocks noChangeArrowheads="1"/>
          </p:cNvSpPr>
          <p:nvPr/>
        </p:nvSpPr>
        <p:spPr bwMode="auto">
          <a:xfrm>
            <a:off x="179388" y="388938"/>
            <a:ext cx="4105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kumimoji="1" lang="zh-CN" altLang="en-US" sz="2800">
                <a:solidFill>
                  <a:srgbClr val="FFFF00"/>
                </a:solidFill>
                <a:latin typeface="宋体" panose="02010600030101010101" pitchFamily="2" charset="-122"/>
                <a:ea typeface="宋体" panose="02010600030101010101" pitchFamily="2" charset="-122"/>
              </a:rPr>
              <a:t>三</a:t>
            </a:r>
            <a:r>
              <a:rPr kumimoji="1" lang="en-US" altLang="zh-CN" sz="2800">
                <a:solidFill>
                  <a:srgbClr val="FFFF00"/>
                </a:solidFill>
                <a:latin typeface="Times New Roman" panose="02020603050405020304" pitchFamily="18" charset="0"/>
                <a:ea typeface="黑体" panose="02010609060101010101" pitchFamily="49" charset="-122"/>
              </a:rPr>
              <a:t>. </a:t>
            </a:r>
            <a:r>
              <a:rPr lang="zh-CN" altLang="en-US" sz="2800">
                <a:solidFill>
                  <a:srgbClr val="FFFF00"/>
                </a:solidFill>
                <a:latin typeface="Times New Roman" panose="02020603050405020304" pitchFamily="18" charset="0"/>
                <a:ea typeface="宋体" panose="02010600030101010101" pitchFamily="2" charset="-122"/>
              </a:rPr>
              <a:t>质点系动量定理</a:t>
            </a:r>
          </a:p>
        </p:txBody>
      </p:sp>
      <p:sp>
        <p:nvSpPr>
          <p:cNvPr id="52227" name="Freeform 3">
            <a:extLst>
              <a:ext uri="{FF2B5EF4-FFF2-40B4-BE49-F238E27FC236}">
                <a16:creationId xmlns:a16="http://schemas.microsoft.com/office/drawing/2014/main" id="{BA7856EB-4169-090C-4E4B-C79EDA5B2A69}"/>
              </a:ext>
            </a:extLst>
          </p:cNvPr>
          <p:cNvSpPr>
            <a:spLocks/>
          </p:cNvSpPr>
          <p:nvPr/>
        </p:nvSpPr>
        <p:spPr bwMode="auto">
          <a:xfrm>
            <a:off x="6516688" y="333375"/>
            <a:ext cx="2362200" cy="2374900"/>
          </a:xfrm>
          <a:custGeom>
            <a:avLst/>
            <a:gdLst>
              <a:gd name="T0" fmla="*/ 2147483646 w 1704"/>
              <a:gd name="T1" fmla="*/ 2147483646 h 1504"/>
              <a:gd name="T2" fmla="*/ 2147483646 w 1704"/>
              <a:gd name="T3" fmla="*/ 2147483646 h 1504"/>
              <a:gd name="T4" fmla="*/ 2147483646 w 1704"/>
              <a:gd name="T5" fmla="*/ 2147483646 h 1504"/>
              <a:gd name="T6" fmla="*/ 2147483646 w 1704"/>
              <a:gd name="T7" fmla="*/ 2147483646 h 1504"/>
              <a:gd name="T8" fmla="*/ 2147483646 w 1704"/>
              <a:gd name="T9" fmla="*/ 2147483646 h 1504"/>
              <a:gd name="T10" fmla="*/ 2147483646 w 1704"/>
              <a:gd name="T11" fmla="*/ 2147483646 h 1504"/>
              <a:gd name="T12" fmla="*/ 2147483646 w 1704"/>
              <a:gd name="T13" fmla="*/ 2147483646 h 1504"/>
              <a:gd name="T14" fmla="*/ 0 60000 65536"/>
              <a:gd name="T15" fmla="*/ 0 60000 65536"/>
              <a:gd name="T16" fmla="*/ 0 60000 65536"/>
              <a:gd name="T17" fmla="*/ 0 60000 65536"/>
              <a:gd name="T18" fmla="*/ 0 60000 65536"/>
              <a:gd name="T19" fmla="*/ 0 60000 65536"/>
              <a:gd name="T20" fmla="*/ 0 60000 65536"/>
              <a:gd name="T21" fmla="*/ 0 w 1704"/>
              <a:gd name="T22" fmla="*/ 0 h 1504"/>
              <a:gd name="T23" fmla="*/ 1704 w 1704"/>
              <a:gd name="T24" fmla="*/ 1504 h 15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04" h="1504">
                <a:moveTo>
                  <a:pt x="816" y="8"/>
                </a:moveTo>
                <a:cubicBezTo>
                  <a:pt x="600" y="0"/>
                  <a:pt x="352" y="56"/>
                  <a:pt x="240" y="248"/>
                </a:cubicBezTo>
                <a:cubicBezTo>
                  <a:pt x="128" y="440"/>
                  <a:pt x="0" y="960"/>
                  <a:pt x="144" y="1160"/>
                </a:cubicBezTo>
                <a:cubicBezTo>
                  <a:pt x="288" y="1360"/>
                  <a:pt x="856" y="1504"/>
                  <a:pt x="1104" y="1448"/>
                </a:cubicBezTo>
                <a:cubicBezTo>
                  <a:pt x="1352" y="1392"/>
                  <a:pt x="1560" y="1016"/>
                  <a:pt x="1632" y="824"/>
                </a:cubicBezTo>
                <a:cubicBezTo>
                  <a:pt x="1704" y="632"/>
                  <a:pt x="1672" y="432"/>
                  <a:pt x="1536" y="296"/>
                </a:cubicBezTo>
                <a:cubicBezTo>
                  <a:pt x="1400" y="160"/>
                  <a:pt x="1032" y="16"/>
                  <a:pt x="816" y="8"/>
                </a:cubicBezTo>
                <a:close/>
              </a:path>
            </a:pathLst>
          </a:custGeom>
          <a:solidFill>
            <a:srgbClr val="CCFFCC"/>
          </a:solidFill>
          <a:ln w="9525">
            <a:solidFill>
              <a:schemeClr val="tx1"/>
            </a:solidFill>
            <a:round/>
            <a:headEnd/>
            <a:tailEnd/>
          </a:ln>
        </p:spPr>
        <p:txBody>
          <a:bodyPr/>
          <a:lstStyle/>
          <a:p>
            <a:endParaRPr lang="zh-CN" altLang="en-US"/>
          </a:p>
        </p:txBody>
      </p:sp>
      <p:grpSp>
        <p:nvGrpSpPr>
          <p:cNvPr id="2" name="Group 4">
            <a:extLst>
              <a:ext uri="{FF2B5EF4-FFF2-40B4-BE49-F238E27FC236}">
                <a16:creationId xmlns:a16="http://schemas.microsoft.com/office/drawing/2014/main" id="{B6B6EC61-0ACF-2951-5F67-C1705175FA60}"/>
              </a:ext>
            </a:extLst>
          </p:cNvPr>
          <p:cNvGrpSpPr>
            <a:grpSpLocks/>
          </p:cNvGrpSpPr>
          <p:nvPr/>
        </p:nvGrpSpPr>
        <p:grpSpPr bwMode="auto">
          <a:xfrm>
            <a:off x="6926263" y="636588"/>
            <a:ext cx="1358900" cy="493712"/>
            <a:chOff x="4080" y="1008"/>
            <a:chExt cx="856" cy="311"/>
          </a:xfrm>
        </p:grpSpPr>
        <p:sp>
          <p:nvSpPr>
            <p:cNvPr id="29746" name="Oval 5">
              <a:extLst>
                <a:ext uri="{FF2B5EF4-FFF2-40B4-BE49-F238E27FC236}">
                  <a16:creationId xmlns:a16="http://schemas.microsoft.com/office/drawing/2014/main" id="{A568B123-19A7-B9D0-3FB0-46757EE9851F}"/>
                </a:ext>
              </a:extLst>
            </p:cNvPr>
            <p:cNvSpPr>
              <a:spLocks noChangeArrowheads="1"/>
            </p:cNvSpPr>
            <p:nvPr/>
          </p:nvSpPr>
          <p:spPr bwMode="auto">
            <a:xfrm>
              <a:off x="4328" y="1105"/>
              <a:ext cx="96" cy="96"/>
            </a:xfrm>
            <a:prstGeom prst="ellipse">
              <a:avLst/>
            </a:prstGeom>
            <a:solidFill>
              <a:srgbClr val="990033"/>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9747" name="Line 6">
              <a:extLst>
                <a:ext uri="{FF2B5EF4-FFF2-40B4-BE49-F238E27FC236}">
                  <a16:creationId xmlns:a16="http://schemas.microsoft.com/office/drawing/2014/main" id="{F74FEB27-0C88-E0EF-ED94-F7EC2AF0BA78}"/>
                </a:ext>
              </a:extLst>
            </p:cNvPr>
            <p:cNvSpPr>
              <a:spLocks noChangeShapeType="1"/>
            </p:cNvSpPr>
            <p:nvPr/>
          </p:nvSpPr>
          <p:spPr bwMode="auto">
            <a:xfrm>
              <a:off x="4424" y="1153"/>
              <a:ext cx="288" cy="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48" name="Object 7">
              <a:extLst>
                <a:ext uri="{FF2B5EF4-FFF2-40B4-BE49-F238E27FC236}">
                  <a16:creationId xmlns:a16="http://schemas.microsoft.com/office/drawing/2014/main" id="{F5F37A2D-613F-CA3F-981F-96F5CC513286}"/>
                </a:ext>
              </a:extLst>
            </p:cNvPr>
            <p:cNvGraphicFramePr>
              <a:graphicFrameLocks/>
            </p:cNvGraphicFramePr>
            <p:nvPr/>
          </p:nvGraphicFramePr>
          <p:xfrm>
            <a:off x="4080" y="1056"/>
            <a:ext cx="224" cy="263"/>
          </p:xfrm>
          <a:graphic>
            <a:graphicData uri="http://schemas.openxmlformats.org/presentationml/2006/ole">
              <mc:AlternateContent xmlns:mc="http://schemas.openxmlformats.org/markup-compatibility/2006">
                <mc:Choice xmlns:v="urn:schemas-microsoft-com:vml" Requires="v">
                  <p:oleObj name="Equation" r:id="rId2" imgW="355446" imgH="418918" progId="Equation.3">
                    <p:embed/>
                  </p:oleObj>
                </mc:Choice>
                <mc:Fallback>
                  <p:oleObj name="Equation" r:id="rId2" imgW="355446" imgH="418918"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0" y="1056"/>
                          <a:ext cx="22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49" name="Object 8">
              <a:extLst>
                <a:ext uri="{FF2B5EF4-FFF2-40B4-BE49-F238E27FC236}">
                  <a16:creationId xmlns:a16="http://schemas.microsoft.com/office/drawing/2014/main" id="{75268902-E0E6-C86C-50A1-6C5DF1487C93}"/>
                </a:ext>
              </a:extLst>
            </p:cNvPr>
            <p:cNvGraphicFramePr>
              <a:graphicFrameLocks/>
            </p:cNvGraphicFramePr>
            <p:nvPr/>
          </p:nvGraphicFramePr>
          <p:xfrm>
            <a:off x="4752" y="1008"/>
            <a:ext cx="184" cy="263"/>
          </p:xfrm>
          <a:graphic>
            <a:graphicData uri="http://schemas.openxmlformats.org/presentationml/2006/ole">
              <mc:AlternateContent xmlns:mc="http://schemas.openxmlformats.org/markup-compatibility/2006">
                <mc:Choice xmlns:v="urn:schemas-microsoft-com:vml" Requires="v">
                  <p:oleObj name="Equation" r:id="rId4" imgW="236376" imgH="365594" progId="Equation.3">
                    <p:embed/>
                  </p:oleObj>
                </mc:Choice>
                <mc:Fallback>
                  <p:oleObj name="Equation" r:id="rId4" imgW="236376" imgH="365594"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2" y="1008"/>
                          <a:ext cx="18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9">
            <a:extLst>
              <a:ext uri="{FF2B5EF4-FFF2-40B4-BE49-F238E27FC236}">
                <a16:creationId xmlns:a16="http://schemas.microsoft.com/office/drawing/2014/main" id="{801252CE-D6A7-212C-9ABE-A5816EAB6BE4}"/>
              </a:ext>
            </a:extLst>
          </p:cNvPr>
          <p:cNvGrpSpPr>
            <a:grpSpLocks/>
          </p:cNvGrpSpPr>
          <p:nvPr/>
        </p:nvGrpSpPr>
        <p:grpSpPr bwMode="auto">
          <a:xfrm>
            <a:off x="6773863" y="1136650"/>
            <a:ext cx="990600" cy="717550"/>
            <a:chOff x="3984" y="1323"/>
            <a:chExt cx="624" cy="452"/>
          </a:xfrm>
        </p:grpSpPr>
        <p:sp>
          <p:nvSpPr>
            <p:cNvPr id="29742" name="Oval 10">
              <a:extLst>
                <a:ext uri="{FF2B5EF4-FFF2-40B4-BE49-F238E27FC236}">
                  <a16:creationId xmlns:a16="http://schemas.microsoft.com/office/drawing/2014/main" id="{690BDBCB-6121-1A41-5CD5-7AB81742BC6A}"/>
                </a:ext>
              </a:extLst>
            </p:cNvPr>
            <p:cNvSpPr>
              <a:spLocks noChangeArrowheads="1"/>
            </p:cNvSpPr>
            <p:nvPr/>
          </p:nvSpPr>
          <p:spPr bwMode="auto">
            <a:xfrm>
              <a:off x="4184" y="1489"/>
              <a:ext cx="96" cy="96"/>
            </a:xfrm>
            <a:prstGeom prst="ellipse">
              <a:avLst/>
            </a:prstGeom>
            <a:solidFill>
              <a:srgbClr val="990033"/>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29743" name="Object 11">
              <a:extLst>
                <a:ext uri="{FF2B5EF4-FFF2-40B4-BE49-F238E27FC236}">
                  <a16:creationId xmlns:a16="http://schemas.microsoft.com/office/drawing/2014/main" id="{2AE1063E-A6C3-C3B2-DFF3-589BEAF1C26C}"/>
                </a:ext>
              </a:extLst>
            </p:cNvPr>
            <p:cNvGraphicFramePr>
              <a:graphicFrameLocks/>
            </p:cNvGraphicFramePr>
            <p:nvPr/>
          </p:nvGraphicFramePr>
          <p:xfrm>
            <a:off x="3984" y="1512"/>
            <a:ext cx="247" cy="263"/>
          </p:xfrm>
          <a:graphic>
            <a:graphicData uri="http://schemas.openxmlformats.org/presentationml/2006/ole">
              <mc:AlternateContent xmlns:mc="http://schemas.openxmlformats.org/markup-compatibility/2006">
                <mc:Choice xmlns:v="urn:schemas-microsoft-com:vml" Requires="v">
                  <p:oleObj name="Equation" r:id="rId6" imgW="393529" imgH="418918" progId="Equation.3">
                    <p:embed/>
                  </p:oleObj>
                </mc:Choice>
                <mc:Fallback>
                  <p:oleObj name="Equation" r:id="rId6" imgW="393529" imgH="418918"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4" y="1512"/>
                          <a:ext cx="24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44" name="Line 12">
              <a:extLst>
                <a:ext uri="{FF2B5EF4-FFF2-40B4-BE49-F238E27FC236}">
                  <a16:creationId xmlns:a16="http://schemas.microsoft.com/office/drawing/2014/main" id="{8A2F8A03-5D07-1502-C4C7-4EDF4655E4FB}"/>
                </a:ext>
              </a:extLst>
            </p:cNvPr>
            <p:cNvSpPr>
              <a:spLocks noChangeShapeType="1"/>
            </p:cNvSpPr>
            <p:nvPr/>
          </p:nvSpPr>
          <p:spPr bwMode="auto">
            <a:xfrm flipV="1">
              <a:off x="4269" y="1323"/>
              <a:ext cx="192" cy="19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45" name="Object 13">
              <a:extLst>
                <a:ext uri="{FF2B5EF4-FFF2-40B4-BE49-F238E27FC236}">
                  <a16:creationId xmlns:a16="http://schemas.microsoft.com/office/drawing/2014/main" id="{55AA7B72-B72E-C538-C793-7560B990D418}"/>
                </a:ext>
              </a:extLst>
            </p:cNvPr>
            <p:cNvGraphicFramePr>
              <a:graphicFrameLocks/>
            </p:cNvGraphicFramePr>
            <p:nvPr/>
          </p:nvGraphicFramePr>
          <p:xfrm>
            <a:off x="4399" y="1369"/>
            <a:ext cx="209" cy="263"/>
          </p:xfrm>
          <a:graphic>
            <a:graphicData uri="http://schemas.openxmlformats.org/presentationml/2006/ole">
              <mc:AlternateContent xmlns:mc="http://schemas.openxmlformats.org/markup-compatibility/2006">
                <mc:Choice xmlns:v="urn:schemas-microsoft-com:vml" Requires="v">
                  <p:oleObj name="Equation" r:id="rId8" imgW="274196" imgH="365594" progId="Equation.3">
                    <p:embed/>
                  </p:oleObj>
                </mc:Choice>
                <mc:Fallback>
                  <p:oleObj name="Equation" r:id="rId8" imgW="274196" imgH="365594" progId="Equation.3">
                    <p:embed/>
                    <p:pic>
                      <p:nvPicPr>
                        <p:cNvPr id="0" name="Object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9" y="1369"/>
                          <a:ext cx="20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4">
            <a:extLst>
              <a:ext uri="{FF2B5EF4-FFF2-40B4-BE49-F238E27FC236}">
                <a16:creationId xmlns:a16="http://schemas.microsoft.com/office/drawing/2014/main" id="{F02B1C1E-3C99-AED1-635F-F92AB9D89A11}"/>
              </a:ext>
            </a:extLst>
          </p:cNvPr>
          <p:cNvGrpSpPr>
            <a:grpSpLocks/>
          </p:cNvGrpSpPr>
          <p:nvPr/>
        </p:nvGrpSpPr>
        <p:grpSpPr bwMode="auto">
          <a:xfrm>
            <a:off x="6926263" y="1931988"/>
            <a:ext cx="1003300" cy="666750"/>
            <a:chOff x="4080" y="1824"/>
            <a:chExt cx="632" cy="420"/>
          </a:xfrm>
        </p:grpSpPr>
        <p:sp>
          <p:nvSpPr>
            <p:cNvPr id="29738" name="Oval 15">
              <a:extLst>
                <a:ext uri="{FF2B5EF4-FFF2-40B4-BE49-F238E27FC236}">
                  <a16:creationId xmlns:a16="http://schemas.microsoft.com/office/drawing/2014/main" id="{499179FB-929C-CEB9-8902-E882A1011E39}"/>
                </a:ext>
              </a:extLst>
            </p:cNvPr>
            <p:cNvSpPr>
              <a:spLocks noChangeArrowheads="1"/>
            </p:cNvSpPr>
            <p:nvPr/>
          </p:nvSpPr>
          <p:spPr bwMode="auto">
            <a:xfrm>
              <a:off x="4328" y="1873"/>
              <a:ext cx="96" cy="96"/>
            </a:xfrm>
            <a:prstGeom prst="ellipse">
              <a:avLst/>
            </a:prstGeom>
            <a:solidFill>
              <a:srgbClr val="990033"/>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9739" name="Line 16">
              <a:extLst>
                <a:ext uri="{FF2B5EF4-FFF2-40B4-BE49-F238E27FC236}">
                  <a16:creationId xmlns:a16="http://schemas.microsoft.com/office/drawing/2014/main" id="{D73AFD18-4D16-9CD8-BD22-0BEF69D6C4BC}"/>
                </a:ext>
              </a:extLst>
            </p:cNvPr>
            <p:cNvSpPr>
              <a:spLocks noChangeShapeType="1"/>
            </p:cNvSpPr>
            <p:nvPr/>
          </p:nvSpPr>
          <p:spPr bwMode="auto">
            <a:xfrm>
              <a:off x="4424" y="1921"/>
              <a:ext cx="288" cy="96"/>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40" name="Object 17">
              <a:extLst>
                <a:ext uri="{FF2B5EF4-FFF2-40B4-BE49-F238E27FC236}">
                  <a16:creationId xmlns:a16="http://schemas.microsoft.com/office/drawing/2014/main" id="{87B65CD2-40AD-BD5D-AEE7-4E6BEC60C175}"/>
                </a:ext>
              </a:extLst>
            </p:cNvPr>
            <p:cNvGraphicFramePr>
              <a:graphicFrameLocks/>
            </p:cNvGraphicFramePr>
            <p:nvPr/>
          </p:nvGraphicFramePr>
          <p:xfrm>
            <a:off x="4080" y="1824"/>
            <a:ext cx="240" cy="272"/>
          </p:xfrm>
          <a:graphic>
            <a:graphicData uri="http://schemas.openxmlformats.org/presentationml/2006/ole">
              <mc:AlternateContent xmlns:mc="http://schemas.openxmlformats.org/markup-compatibility/2006">
                <mc:Choice xmlns:v="urn:schemas-microsoft-com:vml" Requires="v">
                  <p:oleObj name="Equation" r:id="rId10" imgW="380835" imgH="431613" progId="Equation.3">
                    <p:embed/>
                  </p:oleObj>
                </mc:Choice>
                <mc:Fallback>
                  <p:oleObj name="Equation" r:id="rId10" imgW="380835" imgH="431613" progId="Equation.3">
                    <p:embed/>
                    <p:pic>
                      <p:nvPicPr>
                        <p:cNvPr id="0" name="Object 1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80" y="1824"/>
                          <a:ext cx="240"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41" name="Object 18">
              <a:extLst>
                <a:ext uri="{FF2B5EF4-FFF2-40B4-BE49-F238E27FC236}">
                  <a16:creationId xmlns:a16="http://schemas.microsoft.com/office/drawing/2014/main" id="{43F4CE76-E918-F558-3AE4-019F005A3A6A}"/>
                </a:ext>
              </a:extLst>
            </p:cNvPr>
            <p:cNvGraphicFramePr>
              <a:graphicFrameLocks/>
            </p:cNvGraphicFramePr>
            <p:nvPr/>
          </p:nvGraphicFramePr>
          <p:xfrm>
            <a:off x="4479" y="1972"/>
            <a:ext cx="199" cy="272"/>
          </p:xfrm>
          <a:graphic>
            <a:graphicData uri="http://schemas.openxmlformats.org/presentationml/2006/ole">
              <mc:AlternateContent xmlns:mc="http://schemas.openxmlformats.org/markup-compatibility/2006">
                <mc:Choice xmlns:v="urn:schemas-microsoft-com:vml" Requires="v">
                  <p:oleObj name="Equation" r:id="rId12" imgW="266731" imgH="381055" progId="Equation.3">
                    <p:embed/>
                  </p:oleObj>
                </mc:Choice>
                <mc:Fallback>
                  <p:oleObj name="Equation" r:id="rId12" imgW="266731" imgH="381055" progId="Equation.3">
                    <p:embed/>
                    <p:pic>
                      <p:nvPicPr>
                        <p:cNvPr id="0" name="Object 1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79" y="1972"/>
                          <a:ext cx="199"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19">
            <a:extLst>
              <a:ext uri="{FF2B5EF4-FFF2-40B4-BE49-F238E27FC236}">
                <a16:creationId xmlns:a16="http://schemas.microsoft.com/office/drawing/2014/main" id="{F88A4D49-B214-BED2-5DA2-B722A267A84C}"/>
              </a:ext>
            </a:extLst>
          </p:cNvPr>
          <p:cNvGrpSpPr>
            <a:grpSpLocks/>
          </p:cNvGrpSpPr>
          <p:nvPr/>
        </p:nvGrpSpPr>
        <p:grpSpPr bwMode="auto">
          <a:xfrm>
            <a:off x="7413625" y="1019175"/>
            <a:ext cx="903288" cy="1027113"/>
            <a:chOff x="4387" y="1249"/>
            <a:chExt cx="569" cy="647"/>
          </a:xfrm>
        </p:grpSpPr>
        <p:sp>
          <p:nvSpPr>
            <p:cNvPr id="29734" name="Oval 20">
              <a:extLst>
                <a:ext uri="{FF2B5EF4-FFF2-40B4-BE49-F238E27FC236}">
                  <a16:creationId xmlns:a16="http://schemas.microsoft.com/office/drawing/2014/main" id="{9D10FE8B-2D7A-DD54-D0AF-CC835F67CD91}"/>
                </a:ext>
              </a:extLst>
            </p:cNvPr>
            <p:cNvSpPr>
              <a:spLocks noChangeArrowheads="1"/>
            </p:cNvSpPr>
            <p:nvPr/>
          </p:nvSpPr>
          <p:spPr bwMode="auto">
            <a:xfrm>
              <a:off x="4712" y="1489"/>
              <a:ext cx="96" cy="96"/>
            </a:xfrm>
            <a:prstGeom prst="ellipse">
              <a:avLst/>
            </a:prstGeom>
            <a:solidFill>
              <a:srgbClr val="990033"/>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9735" name="Line 21">
              <a:extLst>
                <a:ext uri="{FF2B5EF4-FFF2-40B4-BE49-F238E27FC236}">
                  <a16:creationId xmlns:a16="http://schemas.microsoft.com/office/drawing/2014/main" id="{5ACE7177-E980-37C4-FFA1-FC41AB2517D9}"/>
                </a:ext>
              </a:extLst>
            </p:cNvPr>
            <p:cNvSpPr>
              <a:spLocks noChangeShapeType="1"/>
            </p:cNvSpPr>
            <p:nvPr/>
          </p:nvSpPr>
          <p:spPr bwMode="auto">
            <a:xfrm flipH="1">
              <a:off x="4590" y="1574"/>
              <a:ext cx="144" cy="19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36" name="Object 22">
              <a:extLst>
                <a:ext uri="{FF2B5EF4-FFF2-40B4-BE49-F238E27FC236}">
                  <a16:creationId xmlns:a16="http://schemas.microsoft.com/office/drawing/2014/main" id="{4421F2EA-022C-C1AE-5256-F97D2088694E}"/>
                </a:ext>
              </a:extLst>
            </p:cNvPr>
            <p:cNvGraphicFramePr>
              <a:graphicFrameLocks/>
            </p:cNvGraphicFramePr>
            <p:nvPr/>
          </p:nvGraphicFramePr>
          <p:xfrm>
            <a:off x="4709" y="1249"/>
            <a:ext cx="247" cy="263"/>
          </p:xfrm>
          <a:graphic>
            <a:graphicData uri="http://schemas.openxmlformats.org/presentationml/2006/ole">
              <mc:AlternateContent xmlns:mc="http://schemas.openxmlformats.org/markup-compatibility/2006">
                <mc:Choice xmlns:v="urn:schemas-microsoft-com:vml" Requires="v">
                  <p:oleObj name="Equation" r:id="rId14" imgW="393529" imgH="418918" progId="Equation.3">
                    <p:embed/>
                  </p:oleObj>
                </mc:Choice>
                <mc:Fallback>
                  <p:oleObj name="Equation" r:id="rId14" imgW="393529" imgH="418918" progId="Equation.3">
                    <p:embed/>
                    <p:pic>
                      <p:nvPicPr>
                        <p:cNvPr id="0" name="Object 2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09" y="1249"/>
                          <a:ext cx="24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7" name="Object 23">
              <a:extLst>
                <a:ext uri="{FF2B5EF4-FFF2-40B4-BE49-F238E27FC236}">
                  <a16:creationId xmlns:a16="http://schemas.microsoft.com/office/drawing/2014/main" id="{9F356589-3C3F-1261-DB31-862673B20266}"/>
                </a:ext>
              </a:extLst>
            </p:cNvPr>
            <p:cNvGraphicFramePr>
              <a:graphicFrameLocks/>
            </p:cNvGraphicFramePr>
            <p:nvPr/>
          </p:nvGraphicFramePr>
          <p:xfrm>
            <a:off x="4387" y="1633"/>
            <a:ext cx="209" cy="263"/>
          </p:xfrm>
          <a:graphic>
            <a:graphicData uri="http://schemas.openxmlformats.org/presentationml/2006/ole">
              <mc:AlternateContent xmlns:mc="http://schemas.openxmlformats.org/markup-compatibility/2006">
                <mc:Choice xmlns:v="urn:schemas-microsoft-com:vml" Requires="v">
                  <p:oleObj name="Equation" r:id="rId16" imgW="274196" imgH="365594" progId="Equation.3">
                    <p:embed/>
                  </p:oleObj>
                </mc:Choice>
                <mc:Fallback>
                  <p:oleObj name="Equation" r:id="rId16" imgW="274196" imgH="365594" progId="Equation.3">
                    <p:embed/>
                    <p:pic>
                      <p:nvPicPr>
                        <p:cNvPr id="0" name="Object 2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87" y="1633"/>
                          <a:ext cx="20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4">
            <a:extLst>
              <a:ext uri="{FF2B5EF4-FFF2-40B4-BE49-F238E27FC236}">
                <a16:creationId xmlns:a16="http://schemas.microsoft.com/office/drawing/2014/main" id="{58ED1F87-60D6-73A3-D417-DA67BDD13CC2}"/>
              </a:ext>
            </a:extLst>
          </p:cNvPr>
          <p:cNvGrpSpPr>
            <a:grpSpLocks/>
          </p:cNvGrpSpPr>
          <p:nvPr/>
        </p:nvGrpSpPr>
        <p:grpSpPr bwMode="auto">
          <a:xfrm>
            <a:off x="8158163" y="1476375"/>
            <a:ext cx="152400" cy="609600"/>
            <a:chOff x="5040" y="2592"/>
            <a:chExt cx="96" cy="384"/>
          </a:xfrm>
        </p:grpSpPr>
        <p:sp>
          <p:nvSpPr>
            <p:cNvPr id="29732" name="Oval 25">
              <a:extLst>
                <a:ext uri="{FF2B5EF4-FFF2-40B4-BE49-F238E27FC236}">
                  <a16:creationId xmlns:a16="http://schemas.microsoft.com/office/drawing/2014/main" id="{DB6960D9-F16D-85BF-57A1-174F841AE891}"/>
                </a:ext>
              </a:extLst>
            </p:cNvPr>
            <p:cNvSpPr>
              <a:spLocks noChangeArrowheads="1"/>
            </p:cNvSpPr>
            <p:nvPr/>
          </p:nvSpPr>
          <p:spPr bwMode="auto">
            <a:xfrm>
              <a:off x="5040" y="2880"/>
              <a:ext cx="96" cy="96"/>
            </a:xfrm>
            <a:prstGeom prst="ellipse">
              <a:avLst/>
            </a:prstGeom>
            <a:solidFill>
              <a:srgbClr val="990033"/>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29733" name="Line 26">
              <a:extLst>
                <a:ext uri="{FF2B5EF4-FFF2-40B4-BE49-F238E27FC236}">
                  <a16:creationId xmlns:a16="http://schemas.microsoft.com/office/drawing/2014/main" id="{55CEEA96-72D8-4E07-F9E2-E1F7694E6C37}"/>
                </a:ext>
              </a:extLst>
            </p:cNvPr>
            <p:cNvSpPr>
              <a:spLocks noChangeShapeType="1"/>
            </p:cNvSpPr>
            <p:nvPr/>
          </p:nvSpPr>
          <p:spPr bwMode="auto">
            <a:xfrm flipV="1">
              <a:off x="5088" y="2592"/>
              <a:ext cx="0" cy="288"/>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2251" name="Text Box 27">
            <a:extLst>
              <a:ext uri="{FF2B5EF4-FFF2-40B4-BE49-F238E27FC236}">
                <a16:creationId xmlns:a16="http://schemas.microsoft.com/office/drawing/2014/main" id="{E94610E1-BEE9-CE83-272D-40EDC091271B}"/>
              </a:ext>
            </a:extLst>
          </p:cNvPr>
          <p:cNvSpPr txBox="1">
            <a:spLocks noChangeArrowheads="1"/>
          </p:cNvSpPr>
          <p:nvPr/>
        </p:nvSpPr>
        <p:spPr bwMode="auto">
          <a:xfrm>
            <a:off x="3632200" y="879475"/>
            <a:ext cx="2597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i="1">
                <a:solidFill>
                  <a:srgbClr val="66FFFF"/>
                </a:solidFill>
                <a:latin typeface="Times New Roman" panose="02020603050405020304" pitchFamily="18" charset="0"/>
              </a:rPr>
              <a:t>t </a:t>
            </a:r>
            <a:r>
              <a:rPr lang="zh-CN" altLang="en-US">
                <a:latin typeface="Times New Roman" panose="02020603050405020304" pitchFamily="18" charset="0"/>
              </a:rPr>
              <a:t>时刻</a:t>
            </a:r>
            <a:endParaRPr lang="zh-CN" altLang="en-US" i="1">
              <a:solidFill>
                <a:srgbClr val="66FFFF"/>
              </a:solidFill>
              <a:latin typeface="Times New Roman" panose="02020603050405020304" pitchFamily="18" charset="0"/>
            </a:endParaRPr>
          </a:p>
        </p:txBody>
      </p:sp>
      <p:graphicFrame>
        <p:nvGraphicFramePr>
          <p:cNvPr id="52252" name="Object 28">
            <a:extLst>
              <a:ext uri="{FF2B5EF4-FFF2-40B4-BE49-F238E27FC236}">
                <a16:creationId xmlns:a16="http://schemas.microsoft.com/office/drawing/2014/main" id="{EB0D22E3-692B-791E-B101-CEA1D2317B4A}"/>
              </a:ext>
            </a:extLst>
          </p:cNvPr>
          <p:cNvGraphicFramePr>
            <a:graphicFrameLocks/>
          </p:cNvGraphicFramePr>
          <p:nvPr/>
        </p:nvGraphicFramePr>
        <p:xfrm>
          <a:off x="4643438" y="904875"/>
          <a:ext cx="1647825" cy="723900"/>
        </p:xfrm>
        <a:graphic>
          <a:graphicData uri="http://schemas.openxmlformats.org/presentationml/2006/ole">
            <mc:AlternateContent xmlns:mc="http://schemas.openxmlformats.org/markup-compatibility/2006">
              <mc:Choice xmlns:v="urn:schemas-microsoft-com:vml" Requires="v">
                <p:oleObj name="公式" r:id="rId18" imgW="1600387" imgH="670338" progId="Equation.3">
                  <p:embed/>
                </p:oleObj>
              </mc:Choice>
              <mc:Fallback>
                <p:oleObj name="公式" r:id="rId18" imgW="1600387" imgH="670338" progId="Equation.3">
                  <p:embed/>
                  <p:pic>
                    <p:nvPicPr>
                      <p:cNvPr id="0" name="Object 28"/>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3438" y="904875"/>
                        <a:ext cx="1647825" cy="7239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53" name="Text Box 29">
            <a:extLst>
              <a:ext uri="{FF2B5EF4-FFF2-40B4-BE49-F238E27FC236}">
                <a16:creationId xmlns:a16="http://schemas.microsoft.com/office/drawing/2014/main" id="{6C404DDB-4A4A-6DE6-BFB8-F042CBCB2B28}"/>
              </a:ext>
            </a:extLst>
          </p:cNvPr>
          <p:cNvSpPr txBox="1">
            <a:spLocks noChangeArrowheads="1"/>
          </p:cNvSpPr>
          <p:nvPr/>
        </p:nvSpPr>
        <p:spPr bwMode="auto">
          <a:xfrm>
            <a:off x="539750" y="1052513"/>
            <a:ext cx="46799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spcBef>
                <a:spcPct val="50000"/>
              </a:spcBef>
            </a:pPr>
            <a:r>
              <a:rPr lang="zh-CN" altLang="en-US">
                <a:latin typeface="Times New Roman" panose="02020603050405020304" pitchFamily="18" charset="0"/>
              </a:rPr>
              <a:t>以两个质点为例</a:t>
            </a:r>
          </a:p>
        </p:txBody>
      </p:sp>
      <p:sp>
        <p:nvSpPr>
          <p:cNvPr id="52254" name="Freeform 30">
            <a:extLst>
              <a:ext uri="{FF2B5EF4-FFF2-40B4-BE49-F238E27FC236}">
                <a16:creationId xmlns:a16="http://schemas.microsoft.com/office/drawing/2014/main" id="{D0336454-AE47-2704-8D33-3858F388D574}"/>
              </a:ext>
            </a:extLst>
          </p:cNvPr>
          <p:cNvSpPr>
            <a:spLocks/>
          </p:cNvSpPr>
          <p:nvPr/>
        </p:nvSpPr>
        <p:spPr bwMode="auto">
          <a:xfrm>
            <a:off x="6484938" y="2952750"/>
            <a:ext cx="2041525" cy="2157413"/>
          </a:xfrm>
          <a:custGeom>
            <a:avLst/>
            <a:gdLst>
              <a:gd name="T0" fmla="*/ 2147483646 w 1286"/>
              <a:gd name="T1" fmla="*/ 2147483646 h 1359"/>
              <a:gd name="T2" fmla="*/ 2147483646 w 1286"/>
              <a:gd name="T3" fmla="*/ 2147483646 h 1359"/>
              <a:gd name="T4" fmla="*/ 2147483646 w 1286"/>
              <a:gd name="T5" fmla="*/ 2147483646 h 1359"/>
              <a:gd name="T6" fmla="*/ 2147483646 w 1286"/>
              <a:gd name="T7" fmla="*/ 2147483646 h 1359"/>
              <a:gd name="T8" fmla="*/ 2147483646 w 1286"/>
              <a:gd name="T9" fmla="*/ 2147483646 h 1359"/>
              <a:gd name="T10" fmla="*/ 2147483646 w 1286"/>
              <a:gd name="T11" fmla="*/ 2147483646 h 1359"/>
              <a:gd name="T12" fmla="*/ 2147483646 w 1286"/>
              <a:gd name="T13" fmla="*/ 2147483646 h 1359"/>
              <a:gd name="T14" fmla="*/ 2147483646 w 1286"/>
              <a:gd name="T15" fmla="*/ 2147483646 h 1359"/>
              <a:gd name="T16" fmla="*/ 2147483646 w 1286"/>
              <a:gd name="T17" fmla="*/ 2147483646 h 1359"/>
              <a:gd name="T18" fmla="*/ 2147483646 w 1286"/>
              <a:gd name="T19" fmla="*/ 2147483646 h 1359"/>
              <a:gd name="T20" fmla="*/ 2147483646 w 1286"/>
              <a:gd name="T21" fmla="*/ 2147483646 h 1359"/>
              <a:gd name="T22" fmla="*/ 2147483646 w 1286"/>
              <a:gd name="T23" fmla="*/ 2147483646 h 13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86"/>
              <a:gd name="T37" fmla="*/ 0 h 1359"/>
              <a:gd name="T38" fmla="*/ 1286 w 1286"/>
              <a:gd name="T39" fmla="*/ 1359 h 13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86" h="1359">
                <a:moveTo>
                  <a:pt x="91" y="143"/>
                </a:moveTo>
                <a:cubicBezTo>
                  <a:pt x="81" y="165"/>
                  <a:pt x="33" y="188"/>
                  <a:pt x="21" y="273"/>
                </a:cubicBezTo>
                <a:cubicBezTo>
                  <a:pt x="9" y="358"/>
                  <a:pt x="0" y="522"/>
                  <a:pt x="21" y="651"/>
                </a:cubicBezTo>
                <a:cubicBezTo>
                  <a:pt x="42" y="779"/>
                  <a:pt x="62" y="942"/>
                  <a:pt x="150" y="1044"/>
                </a:cubicBezTo>
                <a:cubicBezTo>
                  <a:pt x="238" y="1147"/>
                  <a:pt x="403" y="1224"/>
                  <a:pt x="550" y="1268"/>
                </a:cubicBezTo>
                <a:cubicBezTo>
                  <a:pt x="697" y="1312"/>
                  <a:pt x="912" y="1359"/>
                  <a:pt x="1032" y="1310"/>
                </a:cubicBezTo>
                <a:cubicBezTo>
                  <a:pt x="1152" y="1261"/>
                  <a:pt x="1248" y="1095"/>
                  <a:pt x="1267" y="974"/>
                </a:cubicBezTo>
                <a:cubicBezTo>
                  <a:pt x="1286" y="852"/>
                  <a:pt x="1214" y="703"/>
                  <a:pt x="1149" y="581"/>
                </a:cubicBezTo>
                <a:cubicBezTo>
                  <a:pt x="1084" y="460"/>
                  <a:pt x="967" y="332"/>
                  <a:pt x="879" y="245"/>
                </a:cubicBezTo>
                <a:cubicBezTo>
                  <a:pt x="791" y="158"/>
                  <a:pt x="704" y="102"/>
                  <a:pt x="620" y="63"/>
                </a:cubicBezTo>
                <a:cubicBezTo>
                  <a:pt x="536" y="24"/>
                  <a:pt x="461" y="0"/>
                  <a:pt x="373" y="13"/>
                </a:cubicBezTo>
                <a:cubicBezTo>
                  <a:pt x="285" y="26"/>
                  <a:pt x="150" y="116"/>
                  <a:pt x="91" y="143"/>
                </a:cubicBezTo>
              </a:path>
            </a:pathLst>
          </a:custGeom>
          <a:noFill/>
          <a:ln w="381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tIns="82800" bIns="82800">
            <a:spAutoFit/>
          </a:bodyPr>
          <a:lstStyle/>
          <a:p>
            <a:endParaRPr lang="zh-CN" altLang="en-US"/>
          </a:p>
        </p:txBody>
      </p:sp>
      <p:sp>
        <p:nvSpPr>
          <p:cNvPr id="52255" name="Line 31">
            <a:extLst>
              <a:ext uri="{FF2B5EF4-FFF2-40B4-BE49-F238E27FC236}">
                <a16:creationId xmlns:a16="http://schemas.microsoft.com/office/drawing/2014/main" id="{2C9E855F-84B5-3590-2EBD-617D11506C29}"/>
              </a:ext>
            </a:extLst>
          </p:cNvPr>
          <p:cNvSpPr>
            <a:spLocks noChangeShapeType="1"/>
          </p:cNvSpPr>
          <p:nvPr/>
        </p:nvSpPr>
        <p:spPr bwMode="auto">
          <a:xfrm flipH="1" flipV="1">
            <a:off x="6211888" y="3171825"/>
            <a:ext cx="766762" cy="509588"/>
          </a:xfrm>
          <a:prstGeom prst="line">
            <a:avLst/>
          </a:prstGeom>
          <a:noFill/>
          <a:ln w="38100">
            <a:solidFill>
              <a:srgbClr val="CCE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6" name="Line 32">
            <a:extLst>
              <a:ext uri="{FF2B5EF4-FFF2-40B4-BE49-F238E27FC236}">
                <a16:creationId xmlns:a16="http://schemas.microsoft.com/office/drawing/2014/main" id="{5B861EB5-EE65-4F4F-F12A-41479A81C328}"/>
              </a:ext>
            </a:extLst>
          </p:cNvPr>
          <p:cNvSpPr>
            <a:spLocks noChangeShapeType="1"/>
          </p:cNvSpPr>
          <p:nvPr/>
        </p:nvSpPr>
        <p:spPr bwMode="auto">
          <a:xfrm flipV="1">
            <a:off x="7054850" y="2990850"/>
            <a:ext cx="914400" cy="685800"/>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7" name="Line 33">
            <a:extLst>
              <a:ext uri="{FF2B5EF4-FFF2-40B4-BE49-F238E27FC236}">
                <a16:creationId xmlns:a16="http://schemas.microsoft.com/office/drawing/2014/main" id="{76E1A3B8-8C82-DCCA-E8CC-EE2001CF7284}"/>
              </a:ext>
            </a:extLst>
          </p:cNvPr>
          <p:cNvSpPr>
            <a:spLocks noChangeShapeType="1"/>
          </p:cNvSpPr>
          <p:nvPr/>
        </p:nvSpPr>
        <p:spPr bwMode="auto">
          <a:xfrm>
            <a:off x="7969250" y="4286250"/>
            <a:ext cx="838200" cy="0"/>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2258" name="Object 34">
            <a:extLst>
              <a:ext uri="{FF2B5EF4-FFF2-40B4-BE49-F238E27FC236}">
                <a16:creationId xmlns:a16="http://schemas.microsoft.com/office/drawing/2014/main" id="{668463F7-A044-96AB-6383-CB8E5EEFC9C5}"/>
              </a:ext>
            </a:extLst>
          </p:cNvPr>
          <p:cNvGraphicFramePr>
            <a:graphicFrameLocks noChangeAspect="1"/>
          </p:cNvGraphicFramePr>
          <p:nvPr/>
        </p:nvGraphicFramePr>
        <p:xfrm>
          <a:off x="7259638" y="3557588"/>
          <a:ext cx="452437" cy="422275"/>
        </p:xfrm>
        <a:graphic>
          <a:graphicData uri="http://schemas.openxmlformats.org/presentationml/2006/ole">
            <mc:AlternateContent xmlns:mc="http://schemas.openxmlformats.org/markup-compatibility/2006">
              <mc:Choice xmlns:v="urn:schemas-microsoft-com:vml" Requires="v">
                <p:oleObj name="Equation" r:id="rId20" imgW="305049" imgH="365594" progId="Equation.3">
                  <p:embed/>
                </p:oleObj>
              </mc:Choice>
              <mc:Fallback>
                <p:oleObj name="Equation" r:id="rId20" imgW="305049" imgH="365594" progId="Equation.3">
                  <p:embed/>
                  <p:pic>
                    <p:nvPicPr>
                      <p:cNvPr id="0" name="Object 3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59638" y="3557588"/>
                        <a:ext cx="45243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59" name="Object 35">
            <a:extLst>
              <a:ext uri="{FF2B5EF4-FFF2-40B4-BE49-F238E27FC236}">
                <a16:creationId xmlns:a16="http://schemas.microsoft.com/office/drawing/2014/main" id="{4702F7AD-D109-2C9E-46E6-A93CACC8D67B}"/>
              </a:ext>
            </a:extLst>
          </p:cNvPr>
          <p:cNvGraphicFramePr>
            <a:graphicFrameLocks noChangeAspect="1"/>
          </p:cNvGraphicFramePr>
          <p:nvPr/>
        </p:nvGraphicFramePr>
        <p:xfrm>
          <a:off x="7245350" y="4184650"/>
          <a:ext cx="473075" cy="419100"/>
        </p:xfrm>
        <a:graphic>
          <a:graphicData uri="http://schemas.openxmlformats.org/presentationml/2006/ole">
            <mc:AlternateContent xmlns:mc="http://schemas.openxmlformats.org/markup-compatibility/2006">
              <mc:Choice xmlns:v="urn:schemas-microsoft-com:vml" Requires="v">
                <p:oleObj name="Equation" r:id="rId22" imgW="342869" imgH="365594" progId="Equation.3">
                  <p:embed/>
                </p:oleObj>
              </mc:Choice>
              <mc:Fallback>
                <p:oleObj name="Equation" r:id="rId22" imgW="342869" imgH="365594" progId="Equation.3">
                  <p:embed/>
                  <p:pic>
                    <p:nvPicPr>
                      <p:cNvPr id="0" name="Object 3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45350" y="4184650"/>
                        <a:ext cx="47307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60" name="Object 36">
            <a:extLst>
              <a:ext uri="{FF2B5EF4-FFF2-40B4-BE49-F238E27FC236}">
                <a16:creationId xmlns:a16="http://schemas.microsoft.com/office/drawing/2014/main" id="{32EBFB61-7BB7-C37D-A8CD-1E5E32807CFB}"/>
              </a:ext>
            </a:extLst>
          </p:cNvPr>
          <p:cNvGraphicFramePr>
            <a:graphicFrameLocks noChangeAspect="1"/>
          </p:cNvGraphicFramePr>
          <p:nvPr/>
        </p:nvGraphicFramePr>
        <p:xfrm>
          <a:off x="5851525" y="3271838"/>
          <a:ext cx="436563" cy="471487"/>
        </p:xfrm>
        <a:graphic>
          <a:graphicData uri="http://schemas.openxmlformats.org/presentationml/2006/ole">
            <mc:AlternateContent xmlns:mc="http://schemas.openxmlformats.org/markup-compatibility/2006">
              <mc:Choice xmlns:v="urn:schemas-microsoft-com:vml" Requires="v">
                <p:oleObj name="Equation" r:id="rId24" imgW="365760" imgH="418961" progId="Equation.3">
                  <p:embed/>
                </p:oleObj>
              </mc:Choice>
              <mc:Fallback>
                <p:oleObj name="Equation" r:id="rId24" imgW="365760" imgH="418961" progId="Equation.3">
                  <p:embed/>
                  <p:pic>
                    <p:nvPicPr>
                      <p:cNvPr id="0" name="Object 3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851525" y="3271838"/>
                        <a:ext cx="436563"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61" name="Object 37">
            <a:extLst>
              <a:ext uri="{FF2B5EF4-FFF2-40B4-BE49-F238E27FC236}">
                <a16:creationId xmlns:a16="http://schemas.microsoft.com/office/drawing/2014/main" id="{B3F59816-D553-F0D1-F9B2-953688CF8036}"/>
              </a:ext>
            </a:extLst>
          </p:cNvPr>
          <p:cNvGraphicFramePr>
            <a:graphicFrameLocks noChangeAspect="1"/>
          </p:cNvGraphicFramePr>
          <p:nvPr/>
        </p:nvGraphicFramePr>
        <p:xfrm>
          <a:off x="8348663" y="4959350"/>
          <a:ext cx="430212" cy="468313"/>
        </p:xfrm>
        <a:graphic>
          <a:graphicData uri="http://schemas.openxmlformats.org/presentationml/2006/ole">
            <mc:AlternateContent xmlns:mc="http://schemas.openxmlformats.org/markup-compatibility/2006">
              <mc:Choice xmlns:v="urn:schemas-microsoft-com:vml" Requires="v">
                <p:oleObj name="Equation" r:id="rId26" imgW="365760" imgH="418961" progId="Equation.3">
                  <p:embed/>
                </p:oleObj>
              </mc:Choice>
              <mc:Fallback>
                <p:oleObj name="Equation" r:id="rId26" imgW="365760" imgH="418961" progId="Equation.3">
                  <p:embed/>
                  <p:pic>
                    <p:nvPicPr>
                      <p:cNvPr id="0" name="Object 3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348663" y="4959350"/>
                        <a:ext cx="430212"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62" name="Object 38">
            <a:extLst>
              <a:ext uri="{FF2B5EF4-FFF2-40B4-BE49-F238E27FC236}">
                <a16:creationId xmlns:a16="http://schemas.microsoft.com/office/drawing/2014/main" id="{738C5C14-E822-76E8-1D74-42DD693E55AC}"/>
              </a:ext>
            </a:extLst>
          </p:cNvPr>
          <p:cNvGraphicFramePr>
            <a:graphicFrameLocks noChangeAspect="1"/>
          </p:cNvGraphicFramePr>
          <p:nvPr/>
        </p:nvGraphicFramePr>
        <p:xfrm>
          <a:off x="7993063" y="2808288"/>
          <a:ext cx="307975" cy="449262"/>
        </p:xfrm>
        <a:graphic>
          <a:graphicData uri="http://schemas.openxmlformats.org/presentationml/2006/ole">
            <mc:AlternateContent xmlns:mc="http://schemas.openxmlformats.org/markup-compatibility/2006">
              <mc:Choice xmlns:v="urn:schemas-microsoft-com:vml" Requires="v">
                <p:oleObj name="Equation" r:id="rId28" imgW="251304" imgH="403999" progId="Equation.3">
                  <p:embed/>
                </p:oleObj>
              </mc:Choice>
              <mc:Fallback>
                <p:oleObj name="Equation" r:id="rId28" imgW="251304" imgH="403999" progId="Equation.3">
                  <p:embed/>
                  <p:pic>
                    <p:nvPicPr>
                      <p:cNvPr id="0" name="Object 3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993063" y="2808288"/>
                        <a:ext cx="307975"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63" name="Object 39">
            <a:extLst>
              <a:ext uri="{FF2B5EF4-FFF2-40B4-BE49-F238E27FC236}">
                <a16:creationId xmlns:a16="http://schemas.microsoft.com/office/drawing/2014/main" id="{F86C6C3B-DDC9-DA4E-7357-6010C0A58EC8}"/>
              </a:ext>
            </a:extLst>
          </p:cNvPr>
          <p:cNvGraphicFramePr>
            <a:graphicFrameLocks noChangeAspect="1"/>
          </p:cNvGraphicFramePr>
          <p:nvPr/>
        </p:nvGraphicFramePr>
        <p:xfrm>
          <a:off x="8588375" y="3743325"/>
          <a:ext cx="369888" cy="460375"/>
        </p:xfrm>
        <a:graphic>
          <a:graphicData uri="http://schemas.openxmlformats.org/presentationml/2006/ole">
            <mc:AlternateContent xmlns:mc="http://schemas.openxmlformats.org/markup-compatibility/2006">
              <mc:Choice xmlns:v="urn:schemas-microsoft-com:vml" Requires="v">
                <p:oleObj name="Equation" r:id="rId30" imgW="305049" imgH="403999" progId="Equation.3">
                  <p:embed/>
                </p:oleObj>
              </mc:Choice>
              <mc:Fallback>
                <p:oleObj name="Equation" r:id="rId30" imgW="305049" imgH="403999" progId="Equation.3">
                  <p:embed/>
                  <p:pic>
                    <p:nvPicPr>
                      <p:cNvPr id="0" name="Object 3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588375" y="3743325"/>
                        <a:ext cx="369888"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64" name="Oval 40">
            <a:extLst>
              <a:ext uri="{FF2B5EF4-FFF2-40B4-BE49-F238E27FC236}">
                <a16:creationId xmlns:a16="http://schemas.microsoft.com/office/drawing/2014/main" id="{A4BFA1A4-120E-472A-1D5D-065406CC1E7B}"/>
              </a:ext>
            </a:extLst>
          </p:cNvPr>
          <p:cNvSpPr>
            <a:spLocks noChangeArrowheads="1"/>
          </p:cNvSpPr>
          <p:nvPr/>
        </p:nvSpPr>
        <p:spPr bwMode="auto">
          <a:xfrm>
            <a:off x="6902450" y="3600450"/>
            <a:ext cx="228600" cy="228600"/>
          </a:xfrm>
          <a:prstGeom prst="ellipse">
            <a:avLst/>
          </a:prstGeom>
          <a:solidFill>
            <a:schemeClr val="accent1"/>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52265" name="Line 41">
            <a:extLst>
              <a:ext uri="{FF2B5EF4-FFF2-40B4-BE49-F238E27FC236}">
                <a16:creationId xmlns:a16="http://schemas.microsoft.com/office/drawing/2014/main" id="{C3129D7E-1C6D-62EC-9D56-59D06A794522}"/>
              </a:ext>
            </a:extLst>
          </p:cNvPr>
          <p:cNvSpPr>
            <a:spLocks noChangeShapeType="1"/>
          </p:cNvSpPr>
          <p:nvPr/>
        </p:nvSpPr>
        <p:spPr bwMode="auto">
          <a:xfrm flipH="1" flipV="1">
            <a:off x="7951788" y="4333875"/>
            <a:ext cx="781050" cy="560388"/>
          </a:xfrm>
          <a:prstGeom prst="line">
            <a:avLst/>
          </a:prstGeom>
          <a:noFill/>
          <a:ln w="38100">
            <a:solidFill>
              <a:srgbClr val="CCEC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6" name="Oval 42">
            <a:extLst>
              <a:ext uri="{FF2B5EF4-FFF2-40B4-BE49-F238E27FC236}">
                <a16:creationId xmlns:a16="http://schemas.microsoft.com/office/drawing/2014/main" id="{9360E2CD-D7DE-1179-DE0B-475023CD801F}"/>
              </a:ext>
            </a:extLst>
          </p:cNvPr>
          <p:cNvSpPr>
            <a:spLocks noChangeArrowheads="1"/>
          </p:cNvSpPr>
          <p:nvPr/>
        </p:nvSpPr>
        <p:spPr bwMode="auto">
          <a:xfrm>
            <a:off x="7816850" y="4210050"/>
            <a:ext cx="228600" cy="228600"/>
          </a:xfrm>
          <a:prstGeom prst="ellipse">
            <a:avLst/>
          </a:prstGeom>
          <a:solidFill>
            <a:schemeClr val="accent1"/>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52267" name="Object 43">
            <a:extLst>
              <a:ext uri="{FF2B5EF4-FFF2-40B4-BE49-F238E27FC236}">
                <a16:creationId xmlns:a16="http://schemas.microsoft.com/office/drawing/2014/main" id="{E5461323-712A-8117-2BA9-409340F85EEC}"/>
              </a:ext>
            </a:extLst>
          </p:cNvPr>
          <p:cNvGraphicFramePr>
            <a:graphicFrameLocks/>
          </p:cNvGraphicFramePr>
          <p:nvPr/>
        </p:nvGraphicFramePr>
        <p:xfrm>
          <a:off x="1023938" y="1700213"/>
          <a:ext cx="3022600" cy="468312"/>
        </p:xfrm>
        <a:graphic>
          <a:graphicData uri="http://schemas.openxmlformats.org/presentationml/2006/ole">
            <mc:AlternateContent xmlns:mc="http://schemas.openxmlformats.org/markup-compatibility/2006">
              <mc:Choice xmlns:v="urn:schemas-microsoft-com:vml" Requires="v">
                <p:oleObj name="公式" r:id="rId32" imgW="2971862" imgH="418961" progId="Equation.3">
                  <p:embed/>
                </p:oleObj>
              </mc:Choice>
              <mc:Fallback>
                <p:oleObj name="公式" r:id="rId32" imgW="2971862" imgH="418961" progId="Equation.3">
                  <p:embed/>
                  <p:pic>
                    <p:nvPicPr>
                      <p:cNvPr id="0" name="Object 43"/>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023938" y="1700213"/>
                        <a:ext cx="3022600" cy="4683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68" name="Object 44">
            <a:extLst>
              <a:ext uri="{FF2B5EF4-FFF2-40B4-BE49-F238E27FC236}">
                <a16:creationId xmlns:a16="http://schemas.microsoft.com/office/drawing/2014/main" id="{C7969BA8-EE1D-84BF-8274-B22B0A08549A}"/>
              </a:ext>
            </a:extLst>
          </p:cNvPr>
          <p:cNvGraphicFramePr>
            <a:graphicFrameLocks/>
          </p:cNvGraphicFramePr>
          <p:nvPr/>
        </p:nvGraphicFramePr>
        <p:xfrm>
          <a:off x="971550" y="2312988"/>
          <a:ext cx="3136900" cy="468312"/>
        </p:xfrm>
        <a:graphic>
          <a:graphicData uri="http://schemas.openxmlformats.org/presentationml/2006/ole">
            <mc:AlternateContent xmlns:mc="http://schemas.openxmlformats.org/markup-compatibility/2006">
              <mc:Choice xmlns:v="urn:schemas-microsoft-com:vml" Requires="v">
                <p:oleObj name="公式" r:id="rId34" imgW="3093782" imgH="418961" progId="Equation.3">
                  <p:embed/>
                </p:oleObj>
              </mc:Choice>
              <mc:Fallback>
                <p:oleObj name="公式" r:id="rId34" imgW="3093782" imgH="418961" progId="Equation.3">
                  <p:embed/>
                  <p:pic>
                    <p:nvPicPr>
                      <p:cNvPr id="0" name="Object 44"/>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971550" y="2312988"/>
                        <a:ext cx="3136900" cy="4683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69" name="AutoShape 45">
            <a:extLst>
              <a:ext uri="{FF2B5EF4-FFF2-40B4-BE49-F238E27FC236}">
                <a16:creationId xmlns:a16="http://schemas.microsoft.com/office/drawing/2014/main" id="{075C6D30-B455-B53E-58FB-270D1E585E11}"/>
              </a:ext>
            </a:extLst>
          </p:cNvPr>
          <p:cNvSpPr>
            <a:spLocks/>
          </p:cNvSpPr>
          <p:nvPr/>
        </p:nvSpPr>
        <p:spPr bwMode="auto">
          <a:xfrm rot="10800000">
            <a:off x="695325" y="1749425"/>
            <a:ext cx="287338" cy="982663"/>
          </a:xfrm>
          <a:prstGeom prst="rightBrace">
            <a:avLst>
              <a:gd name="adj1" fmla="val 28499"/>
              <a:gd name="adj2" fmla="val 50000"/>
            </a:avLst>
          </a:prstGeom>
          <a:noFill/>
          <a:ln w="28575">
            <a:solidFill>
              <a:srgbClr val="FF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52270" name="Object 46">
            <a:extLst>
              <a:ext uri="{FF2B5EF4-FFF2-40B4-BE49-F238E27FC236}">
                <a16:creationId xmlns:a16="http://schemas.microsoft.com/office/drawing/2014/main" id="{8E9A7A0C-A332-22EC-B5D4-D31547BB010E}"/>
              </a:ext>
            </a:extLst>
          </p:cNvPr>
          <p:cNvGraphicFramePr>
            <a:graphicFrameLocks/>
          </p:cNvGraphicFramePr>
          <p:nvPr/>
        </p:nvGraphicFramePr>
        <p:xfrm>
          <a:off x="4572000" y="1773238"/>
          <a:ext cx="1727200" cy="469900"/>
        </p:xfrm>
        <a:graphic>
          <a:graphicData uri="http://schemas.openxmlformats.org/presentationml/2006/ole">
            <mc:AlternateContent xmlns:mc="http://schemas.openxmlformats.org/markup-compatibility/2006">
              <mc:Choice xmlns:v="urn:schemas-microsoft-com:vml" Requires="v">
                <p:oleObj name="Equation" r:id="rId36" imgW="1676524" imgH="418961" progId="Equation.3">
                  <p:embed/>
                </p:oleObj>
              </mc:Choice>
              <mc:Fallback>
                <p:oleObj name="Equation" r:id="rId36" imgW="1676524" imgH="418961" progId="Equation.3">
                  <p:embed/>
                  <p:pic>
                    <p:nvPicPr>
                      <p:cNvPr id="0" name="Object 46"/>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572000" y="1773238"/>
                        <a:ext cx="1727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71" name="Text Box 47">
            <a:extLst>
              <a:ext uri="{FF2B5EF4-FFF2-40B4-BE49-F238E27FC236}">
                <a16:creationId xmlns:a16="http://schemas.microsoft.com/office/drawing/2014/main" id="{1099DE33-6270-851F-800F-59D25FE41556}"/>
              </a:ext>
            </a:extLst>
          </p:cNvPr>
          <p:cNvSpPr txBox="1">
            <a:spLocks noChangeArrowheads="1"/>
          </p:cNvSpPr>
          <p:nvPr/>
        </p:nvSpPr>
        <p:spPr bwMode="auto">
          <a:xfrm>
            <a:off x="4932363" y="2276475"/>
            <a:ext cx="22320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lang="zh-CN" altLang="en-US" sz="2000">
                <a:latin typeface="Times New Roman" panose="02020603050405020304" pitchFamily="18" charset="0"/>
                <a:ea typeface="楷体_GB2312" pitchFamily="49" charset="-122"/>
              </a:rPr>
              <a:t>（一对内力）</a:t>
            </a:r>
          </a:p>
        </p:txBody>
      </p:sp>
      <p:graphicFrame>
        <p:nvGraphicFramePr>
          <p:cNvPr id="52272" name="Object 48">
            <a:extLst>
              <a:ext uri="{FF2B5EF4-FFF2-40B4-BE49-F238E27FC236}">
                <a16:creationId xmlns:a16="http://schemas.microsoft.com/office/drawing/2014/main" id="{19CADB64-C819-1907-E2B0-4E3277FAC685}"/>
              </a:ext>
            </a:extLst>
          </p:cNvPr>
          <p:cNvGraphicFramePr>
            <a:graphicFrameLocks/>
          </p:cNvGraphicFramePr>
          <p:nvPr/>
        </p:nvGraphicFramePr>
        <p:xfrm>
          <a:off x="971550" y="2924175"/>
          <a:ext cx="4152900" cy="533400"/>
        </p:xfrm>
        <a:graphic>
          <a:graphicData uri="http://schemas.openxmlformats.org/presentationml/2006/ole">
            <mc:AlternateContent xmlns:mc="http://schemas.openxmlformats.org/markup-compatibility/2006">
              <mc:Choice xmlns:v="urn:schemas-microsoft-com:vml" Requires="v">
                <p:oleObj name="公式" r:id="rId38" imgW="1836264" imgH="190528" progId="Equation.3">
                  <p:embed/>
                </p:oleObj>
              </mc:Choice>
              <mc:Fallback>
                <p:oleObj name="公式" r:id="rId38" imgW="1836264" imgH="190528" progId="Equation.3">
                  <p:embed/>
                  <p:pic>
                    <p:nvPicPr>
                      <p:cNvPr id="0" name="Object 48"/>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71550" y="2924175"/>
                        <a:ext cx="4152900" cy="5334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73" name="Object 49">
            <a:extLst>
              <a:ext uri="{FF2B5EF4-FFF2-40B4-BE49-F238E27FC236}">
                <a16:creationId xmlns:a16="http://schemas.microsoft.com/office/drawing/2014/main" id="{08A194C9-631F-8C91-FEC1-6413F68B55F2}"/>
              </a:ext>
            </a:extLst>
          </p:cNvPr>
          <p:cNvGraphicFramePr>
            <a:graphicFrameLocks noChangeAspect="1"/>
          </p:cNvGraphicFramePr>
          <p:nvPr/>
        </p:nvGraphicFramePr>
        <p:xfrm>
          <a:off x="1116013" y="3644900"/>
          <a:ext cx="3138487" cy="712788"/>
        </p:xfrm>
        <a:graphic>
          <a:graphicData uri="http://schemas.openxmlformats.org/presentationml/2006/ole">
            <mc:AlternateContent xmlns:mc="http://schemas.openxmlformats.org/markup-compatibility/2006">
              <mc:Choice xmlns:v="urn:schemas-microsoft-com:vml" Requires="v">
                <p:oleObj name="公式" r:id="rId40" imgW="1508822" imgH="304745" progId="Equation.3">
                  <p:embed/>
                </p:oleObj>
              </mc:Choice>
              <mc:Fallback>
                <p:oleObj name="公式" r:id="rId40" imgW="1508822" imgH="304745" progId="Equation.3">
                  <p:embed/>
                  <p:pic>
                    <p:nvPicPr>
                      <p:cNvPr id="0" name="Object 4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116013" y="3644900"/>
                        <a:ext cx="3138487" cy="712788"/>
                      </a:xfrm>
                      <a:prstGeom prst="rect">
                        <a:avLst/>
                      </a:prstGeom>
                      <a:solidFill>
                        <a:srgbClr val="333333"/>
                      </a:solidFill>
                      <a:ln>
                        <a:noFill/>
                      </a:ln>
                      <a:effectLst/>
                      <a:extLs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74" name="Object 50">
            <a:extLst>
              <a:ext uri="{FF2B5EF4-FFF2-40B4-BE49-F238E27FC236}">
                <a16:creationId xmlns:a16="http://schemas.microsoft.com/office/drawing/2014/main" id="{AAB800D7-D913-10D8-476A-33C4504DCC10}"/>
              </a:ext>
            </a:extLst>
          </p:cNvPr>
          <p:cNvGraphicFramePr>
            <a:graphicFrameLocks noChangeAspect="1"/>
          </p:cNvGraphicFramePr>
          <p:nvPr/>
        </p:nvGraphicFramePr>
        <p:xfrm>
          <a:off x="4532313" y="3760788"/>
          <a:ext cx="1304925" cy="484187"/>
        </p:xfrm>
        <a:graphic>
          <a:graphicData uri="http://schemas.openxmlformats.org/presentationml/2006/ole">
            <mc:AlternateContent xmlns:mc="http://schemas.openxmlformats.org/markup-compatibility/2006">
              <mc:Choice xmlns:v="urn:schemas-microsoft-com:vml" Requires="v">
                <p:oleObj name="公式" r:id="rId42" imgW="540927" imgH="160103" progId="Equation.3">
                  <p:embed/>
                </p:oleObj>
              </mc:Choice>
              <mc:Fallback>
                <p:oleObj name="公式" r:id="rId42" imgW="540927" imgH="160103" progId="Equation.3">
                  <p:embed/>
                  <p:pic>
                    <p:nvPicPr>
                      <p:cNvPr id="0" name="Object 50"/>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532313" y="3760788"/>
                        <a:ext cx="1304925" cy="484187"/>
                      </a:xfrm>
                      <a:prstGeom prst="rect">
                        <a:avLst/>
                      </a:prstGeom>
                      <a:solidFill>
                        <a:schemeClr val="accent2"/>
                      </a:solidFill>
                      <a:ln>
                        <a:noFill/>
                      </a:ln>
                      <a:effectLst/>
                      <a:extLs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75" name="Object 51">
            <a:extLst>
              <a:ext uri="{FF2B5EF4-FFF2-40B4-BE49-F238E27FC236}">
                <a16:creationId xmlns:a16="http://schemas.microsoft.com/office/drawing/2014/main" id="{9071372C-5947-1F48-04EB-B6EEAD8E15DD}"/>
              </a:ext>
            </a:extLst>
          </p:cNvPr>
          <p:cNvGraphicFramePr>
            <a:graphicFrameLocks noChangeAspect="1"/>
          </p:cNvGraphicFramePr>
          <p:nvPr/>
        </p:nvGraphicFramePr>
        <p:xfrm>
          <a:off x="900113" y="4530725"/>
          <a:ext cx="4465637" cy="844550"/>
        </p:xfrm>
        <a:graphic>
          <a:graphicData uri="http://schemas.openxmlformats.org/presentationml/2006/ole">
            <mc:AlternateContent xmlns:mc="http://schemas.openxmlformats.org/markup-compatibility/2006">
              <mc:Choice xmlns:v="urn:schemas-microsoft-com:vml" Requires="v">
                <p:oleObj name="公式" r:id="rId44" imgW="2095531" imgH="350631" progId="Equation.3">
                  <p:embed/>
                </p:oleObj>
              </mc:Choice>
              <mc:Fallback>
                <p:oleObj name="公式" r:id="rId44" imgW="2095531" imgH="350631" progId="Equation.3">
                  <p:embed/>
                  <p:pic>
                    <p:nvPicPr>
                      <p:cNvPr id="0" name="Object 51"/>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900113" y="4530725"/>
                        <a:ext cx="4465637" cy="844550"/>
                      </a:xfrm>
                      <a:prstGeom prst="rect">
                        <a:avLst/>
                      </a:prstGeom>
                      <a:solidFill>
                        <a:srgbClr val="333333"/>
                      </a:solidFill>
                      <a:ln w="19050">
                        <a:solidFill>
                          <a:srgbClr val="33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76" name="Text Box 52">
            <a:extLst>
              <a:ext uri="{FF2B5EF4-FFF2-40B4-BE49-F238E27FC236}">
                <a16:creationId xmlns:a16="http://schemas.microsoft.com/office/drawing/2014/main" id="{A003C5B3-CE5A-75EF-E504-D4CA0C7AE24D}"/>
              </a:ext>
            </a:extLst>
          </p:cNvPr>
          <p:cNvSpPr txBox="1">
            <a:spLocks noChangeArrowheads="1"/>
          </p:cNvSpPr>
          <p:nvPr/>
        </p:nvSpPr>
        <p:spPr bwMode="auto">
          <a:xfrm>
            <a:off x="5219700" y="5084763"/>
            <a:ext cx="247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sz="2000">
                <a:latin typeface="Times New Roman" panose="02020603050405020304" pitchFamily="18" charset="0"/>
                <a:ea typeface="楷体_GB2312" pitchFamily="49" charset="-122"/>
              </a:rPr>
              <a:t>（质点系动量定理）</a:t>
            </a:r>
            <a:endParaRPr lang="zh-CN" altLang="en-US" sz="2000" b="0">
              <a:latin typeface="Times New Roman" panose="02020603050405020304" pitchFamily="18" charset="0"/>
              <a:ea typeface="楷体_GB2312" pitchFamily="49" charset="-122"/>
            </a:endParaRPr>
          </a:p>
        </p:txBody>
      </p:sp>
      <p:sp>
        <p:nvSpPr>
          <p:cNvPr id="52277" name="Text Box 53">
            <a:extLst>
              <a:ext uri="{FF2B5EF4-FFF2-40B4-BE49-F238E27FC236}">
                <a16:creationId xmlns:a16="http://schemas.microsoft.com/office/drawing/2014/main" id="{866F1C6A-CD8D-5D3A-6950-6804EEFDAD52}"/>
              </a:ext>
            </a:extLst>
          </p:cNvPr>
          <p:cNvSpPr txBox="1">
            <a:spLocks noChangeArrowheads="1"/>
          </p:cNvSpPr>
          <p:nvPr/>
        </p:nvSpPr>
        <p:spPr bwMode="auto">
          <a:xfrm>
            <a:off x="395288" y="5522913"/>
            <a:ext cx="8008937" cy="1089025"/>
          </a:xfrm>
          <a:prstGeom prst="rect">
            <a:avLst/>
          </a:prstGeom>
          <a:noFill/>
          <a:ln w="95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5000"/>
              </a:lnSpc>
            </a:pPr>
            <a:r>
              <a:rPr lang="zh-CN" altLang="en-US">
                <a:latin typeface="楷体_GB2312" pitchFamily="49" charset="-122"/>
                <a:ea typeface="楷体_GB2312" pitchFamily="49" charset="-122"/>
              </a:rPr>
              <a:t>某段时间内，质点系动量的增量，等于作用在质点系上所有外力在同一时间内的冲量的矢量和 </a:t>
            </a:r>
            <a:r>
              <a:rPr lang="en-US" altLang="zh-CN">
                <a:latin typeface="Times New Roman" panose="02020603050405020304" pitchFamily="18" charset="0"/>
                <a:ea typeface="楷体_GB2312" pitchFamily="49" charset="-122"/>
              </a:rPr>
              <a:t>——</a:t>
            </a:r>
            <a:r>
              <a:rPr lang="zh-CN" altLang="en-US">
                <a:solidFill>
                  <a:srgbClr val="66FFFF"/>
                </a:solidFill>
                <a:latin typeface="楷体_GB2312" pitchFamily="49" charset="-122"/>
                <a:ea typeface="楷体_GB2312" pitchFamily="49" charset="-122"/>
              </a:rPr>
              <a:t>质点系动量定理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par>
                          <p:cTn id="17" fill="hold" nodeType="afterGroup">
                            <p:stCondLst>
                              <p:cond delay="1000"/>
                            </p:stCondLst>
                            <p:childTnLst>
                              <p:par>
                                <p:cTn id="18" presetID="9" presetClass="entr" presetSubtype="0"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childTnLst>
                          </p:cTn>
                        </p:par>
                        <p:par>
                          <p:cTn id="21" fill="hold" nodeType="afterGroup">
                            <p:stCondLst>
                              <p:cond delay="1500"/>
                            </p:stCondLst>
                            <p:childTnLst>
                              <p:par>
                                <p:cTn id="22" presetID="9"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dissolve">
                                      <p:cBhvr>
                                        <p:cTn id="24" dur="500"/>
                                        <p:tgtEl>
                                          <p:spTgt spid="5"/>
                                        </p:tgtEl>
                                      </p:cBhvr>
                                    </p:animEffect>
                                  </p:childTnLst>
                                </p:cTn>
                              </p:par>
                            </p:childTnLst>
                          </p:cTn>
                        </p:par>
                        <p:par>
                          <p:cTn id="25" fill="hold" nodeType="afterGroup">
                            <p:stCondLst>
                              <p:cond delay="2000"/>
                            </p:stCondLst>
                            <p:childTnLst>
                              <p:par>
                                <p:cTn id="26" presetID="9"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childTnLst>
                          </p:cTn>
                        </p:par>
                        <p:par>
                          <p:cTn id="29" fill="hold" nodeType="afterGroup">
                            <p:stCondLst>
                              <p:cond delay="2500"/>
                            </p:stCondLst>
                            <p:childTnLst>
                              <p:par>
                                <p:cTn id="30" presetID="4" presetClass="entr" presetSubtype="32" fill="hold" nodeType="afterEffect">
                                  <p:stCondLst>
                                    <p:cond delay="0"/>
                                  </p:stCondLst>
                                  <p:childTnLst>
                                    <p:set>
                                      <p:cBhvr>
                                        <p:cTn id="31" dur="1" fill="hold">
                                          <p:stCondLst>
                                            <p:cond delay="0"/>
                                          </p:stCondLst>
                                        </p:cTn>
                                        <p:tgtEl>
                                          <p:spTgt spid="52227"/>
                                        </p:tgtEl>
                                        <p:attrNameLst>
                                          <p:attrName>style.visibility</p:attrName>
                                        </p:attrNameLst>
                                      </p:cBhvr>
                                      <p:to>
                                        <p:strVal val="visible"/>
                                      </p:to>
                                    </p:set>
                                    <p:animEffect transition="in" filter="box(out)">
                                      <p:cBhvr>
                                        <p:cTn id="32" dur="500"/>
                                        <p:tgtEl>
                                          <p:spTgt spid="522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2251"/>
                                        </p:tgtEl>
                                        <p:attrNameLst>
                                          <p:attrName>style.visibility</p:attrName>
                                        </p:attrNameLst>
                                      </p:cBhvr>
                                      <p:to>
                                        <p:strVal val="visible"/>
                                      </p:to>
                                    </p:set>
                                    <p:animEffect transition="in" filter="wipe(left)">
                                      <p:cBhvr>
                                        <p:cTn id="37" dur="500"/>
                                        <p:tgtEl>
                                          <p:spTgt spid="52251"/>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52252"/>
                                        </p:tgtEl>
                                        <p:attrNameLst>
                                          <p:attrName>style.visibility</p:attrName>
                                        </p:attrNameLst>
                                      </p:cBhvr>
                                      <p:to>
                                        <p:strVal val="visible"/>
                                      </p:to>
                                    </p:set>
                                    <p:animEffect transition="in" filter="wipe(left)">
                                      <p:cBhvr>
                                        <p:cTn id="41" dur="500"/>
                                        <p:tgtEl>
                                          <p:spTgt spid="5225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52253"/>
                                        </p:tgtEl>
                                        <p:attrNameLst>
                                          <p:attrName>style.visibility</p:attrName>
                                        </p:attrNameLst>
                                      </p:cBhvr>
                                      <p:to>
                                        <p:strVal val="visible"/>
                                      </p:to>
                                    </p:set>
                                    <p:animEffect transition="in" filter="wipe(left)">
                                      <p:cBhvr>
                                        <p:cTn id="46" dur="500"/>
                                        <p:tgtEl>
                                          <p:spTgt spid="5225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52264"/>
                                        </p:tgtEl>
                                        <p:attrNameLst>
                                          <p:attrName>style.visibility</p:attrName>
                                        </p:attrNameLst>
                                      </p:cBhvr>
                                      <p:to>
                                        <p:strVal val="visible"/>
                                      </p:to>
                                    </p:set>
                                    <p:animEffect transition="in" filter="wipe(left)">
                                      <p:cBhvr>
                                        <p:cTn id="51" dur="500"/>
                                        <p:tgtEl>
                                          <p:spTgt spid="52264"/>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52258"/>
                                        </p:tgtEl>
                                        <p:attrNameLst>
                                          <p:attrName>style.visibility</p:attrName>
                                        </p:attrNameLst>
                                      </p:cBhvr>
                                      <p:to>
                                        <p:strVal val="visible"/>
                                      </p:to>
                                    </p:set>
                                    <p:animEffect transition="in" filter="wipe(left)">
                                      <p:cBhvr>
                                        <p:cTn id="55" dur="500"/>
                                        <p:tgtEl>
                                          <p:spTgt spid="52258"/>
                                        </p:tgtEl>
                                      </p:cBhvr>
                                    </p:animEffect>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52266"/>
                                        </p:tgtEl>
                                        <p:attrNameLst>
                                          <p:attrName>style.visibility</p:attrName>
                                        </p:attrNameLst>
                                      </p:cBhvr>
                                      <p:to>
                                        <p:strVal val="visible"/>
                                      </p:to>
                                    </p:set>
                                    <p:animEffect transition="in" filter="wipe(left)">
                                      <p:cBhvr>
                                        <p:cTn id="59" dur="500"/>
                                        <p:tgtEl>
                                          <p:spTgt spid="52266"/>
                                        </p:tgtEl>
                                      </p:cBhvr>
                                    </p:animEffect>
                                  </p:childTnLst>
                                </p:cTn>
                              </p:par>
                            </p:childTnLst>
                          </p:cTn>
                        </p:par>
                        <p:par>
                          <p:cTn id="60" fill="hold" nodeType="afterGroup">
                            <p:stCondLst>
                              <p:cond delay="1500"/>
                            </p:stCondLst>
                            <p:childTnLst>
                              <p:par>
                                <p:cTn id="61" presetID="22" presetClass="entr" presetSubtype="8" fill="hold" nodeType="afterEffect">
                                  <p:stCondLst>
                                    <p:cond delay="0"/>
                                  </p:stCondLst>
                                  <p:childTnLst>
                                    <p:set>
                                      <p:cBhvr>
                                        <p:cTn id="62" dur="1" fill="hold">
                                          <p:stCondLst>
                                            <p:cond delay="0"/>
                                          </p:stCondLst>
                                        </p:cTn>
                                        <p:tgtEl>
                                          <p:spTgt spid="52259"/>
                                        </p:tgtEl>
                                        <p:attrNameLst>
                                          <p:attrName>style.visibility</p:attrName>
                                        </p:attrNameLst>
                                      </p:cBhvr>
                                      <p:to>
                                        <p:strVal val="visible"/>
                                      </p:to>
                                    </p:set>
                                    <p:animEffect transition="in" filter="wipe(left)">
                                      <p:cBhvr>
                                        <p:cTn id="63" dur="500"/>
                                        <p:tgtEl>
                                          <p:spTgt spid="52259"/>
                                        </p:tgtEl>
                                      </p:cBhvr>
                                    </p:animEffect>
                                  </p:childTnLst>
                                </p:cTn>
                              </p:par>
                            </p:childTnLst>
                          </p:cTn>
                        </p:par>
                        <p:par>
                          <p:cTn id="64" fill="hold" nodeType="afterGroup">
                            <p:stCondLst>
                              <p:cond delay="2000"/>
                            </p:stCondLst>
                            <p:childTnLst>
                              <p:par>
                                <p:cTn id="65" presetID="23" presetClass="entr" presetSubtype="16" fill="hold" nodeType="afterEffect">
                                  <p:stCondLst>
                                    <p:cond delay="0"/>
                                  </p:stCondLst>
                                  <p:childTnLst>
                                    <p:set>
                                      <p:cBhvr>
                                        <p:cTn id="66" dur="1" fill="hold">
                                          <p:stCondLst>
                                            <p:cond delay="0"/>
                                          </p:stCondLst>
                                        </p:cTn>
                                        <p:tgtEl>
                                          <p:spTgt spid="52254"/>
                                        </p:tgtEl>
                                        <p:attrNameLst>
                                          <p:attrName>style.visibility</p:attrName>
                                        </p:attrNameLst>
                                      </p:cBhvr>
                                      <p:to>
                                        <p:strVal val="visible"/>
                                      </p:to>
                                    </p:set>
                                    <p:anim calcmode="lin" valueType="num">
                                      <p:cBhvr>
                                        <p:cTn id="67" dur="500" fill="hold"/>
                                        <p:tgtEl>
                                          <p:spTgt spid="52254"/>
                                        </p:tgtEl>
                                        <p:attrNameLst>
                                          <p:attrName>ppt_w</p:attrName>
                                        </p:attrNameLst>
                                      </p:cBhvr>
                                      <p:tavLst>
                                        <p:tav tm="0">
                                          <p:val>
                                            <p:fltVal val="0"/>
                                          </p:val>
                                        </p:tav>
                                        <p:tav tm="100000">
                                          <p:val>
                                            <p:strVal val="#ppt_w"/>
                                          </p:val>
                                        </p:tav>
                                      </p:tavLst>
                                    </p:anim>
                                    <p:anim calcmode="lin" valueType="num">
                                      <p:cBhvr>
                                        <p:cTn id="68" dur="500" fill="hold"/>
                                        <p:tgtEl>
                                          <p:spTgt spid="52254"/>
                                        </p:tgtEl>
                                        <p:attrNameLst>
                                          <p:attrName>ppt_h</p:attrName>
                                        </p:attrNameLst>
                                      </p:cBhvr>
                                      <p:tavLst>
                                        <p:tav tm="0">
                                          <p:val>
                                            <p:fltVal val="0"/>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52256"/>
                                        </p:tgtEl>
                                        <p:attrNameLst>
                                          <p:attrName>style.visibility</p:attrName>
                                        </p:attrNameLst>
                                      </p:cBhvr>
                                      <p:to>
                                        <p:strVal val="visible"/>
                                      </p:to>
                                    </p:set>
                                    <p:animEffect transition="in" filter="wipe(left)">
                                      <p:cBhvr>
                                        <p:cTn id="73" dur="500"/>
                                        <p:tgtEl>
                                          <p:spTgt spid="52256"/>
                                        </p:tgtEl>
                                      </p:cBhvr>
                                    </p:animEffect>
                                  </p:childTnLst>
                                </p:cTn>
                              </p:par>
                            </p:childTnLst>
                          </p:cTn>
                        </p:par>
                        <p:par>
                          <p:cTn id="74" fill="hold" nodeType="afterGroup">
                            <p:stCondLst>
                              <p:cond delay="500"/>
                            </p:stCondLst>
                            <p:childTnLst>
                              <p:par>
                                <p:cTn id="75" presetID="22" presetClass="entr" presetSubtype="8" fill="hold" nodeType="afterEffect">
                                  <p:stCondLst>
                                    <p:cond delay="0"/>
                                  </p:stCondLst>
                                  <p:childTnLst>
                                    <p:set>
                                      <p:cBhvr>
                                        <p:cTn id="76" dur="1" fill="hold">
                                          <p:stCondLst>
                                            <p:cond delay="0"/>
                                          </p:stCondLst>
                                        </p:cTn>
                                        <p:tgtEl>
                                          <p:spTgt spid="52262"/>
                                        </p:tgtEl>
                                        <p:attrNameLst>
                                          <p:attrName>style.visibility</p:attrName>
                                        </p:attrNameLst>
                                      </p:cBhvr>
                                      <p:to>
                                        <p:strVal val="visible"/>
                                      </p:to>
                                    </p:set>
                                    <p:animEffect transition="in" filter="wipe(left)">
                                      <p:cBhvr>
                                        <p:cTn id="77" dur="500"/>
                                        <p:tgtEl>
                                          <p:spTgt spid="52262"/>
                                        </p:tgtEl>
                                      </p:cBhvr>
                                    </p:animEffect>
                                  </p:childTnLst>
                                </p:cTn>
                              </p:par>
                            </p:childTnLst>
                          </p:cTn>
                        </p:par>
                        <p:par>
                          <p:cTn id="78" fill="hold" nodeType="afterGroup">
                            <p:stCondLst>
                              <p:cond delay="1000"/>
                            </p:stCondLst>
                            <p:childTnLst>
                              <p:par>
                                <p:cTn id="79" presetID="22" presetClass="entr" presetSubtype="8" fill="hold" nodeType="afterEffect">
                                  <p:stCondLst>
                                    <p:cond delay="0"/>
                                  </p:stCondLst>
                                  <p:childTnLst>
                                    <p:set>
                                      <p:cBhvr>
                                        <p:cTn id="80" dur="1" fill="hold">
                                          <p:stCondLst>
                                            <p:cond delay="0"/>
                                          </p:stCondLst>
                                        </p:cTn>
                                        <p:tgtEl>
                                          <p:spTgt spid="52257"/>
                                        </p:tgtEl>
                                        <p:attrNameLst>
                                          <p:attrName>style.visibility</p:attrName>
                                        </p:attrNameLst>
                                      </p:cBhvr>
                                      <p:to>
                                        <p:strVal val="visible"/>
                                      </p:to>
                                    </p:set>
                                    <p:animEffect transition="in" filter="wipe(left)">
                                      <p:cBhvr>
                                        <p:cTn id="81" dur="500"/>
                                        <p:tgtEl>
                                          <p:spTgt spid="52257"/>
                                        </p:tgtEl>
                                      </p:cBhvr>
                                    </p:animEffect>
                                  </p:childTnLst>
                                </p:cTn>
                              </p:par>
                            </p:childTnLst>
                          </p:cTn>
                        </p:par>
                        <p:par>
                          <p:cTn id="82" fill="hold" nodeType="afterGroup">
                            <p:stCondLst>
                              <p:cond delay="1500"/>
                            </p:stCondLst>
                            <p:childTnLst>
                              <p:par>
                                <p:cTn id="83" presetID="22" presetClass="entr" presetSubtype="8" fill="hold" nodeType="afterEffect">
                                  <p:stCondLst>
                                    <p:cond delay="0"/>
                                  </p:stCondLst>
                                  <p:childTnLst>
                                    <p:set>
                                      <p:cBhvr>
                                        <p:cTn id="84" dur="1" fill="hold">
                                          <p:stCondLst>
                                            <p:cond delay="0"/>
                                          </p:stCondLst>
                                        </p:cTn>
                                        <p:tgtEl>
                                          <p:spTgt spid="52263"/>
                                        </p:tgtEl>
                                        <p:attrNameLst>
                                          <p:attrName>style.visibility</p:attrName>
                                        </p:attrNameLst>
                                      </p:cBhvr>
                                      <p:to>
                                        <p:strVal val="visible"/>
                                      </p:to>
                                    </p:set>
                                    <p:animEffect transition="in" filter="wipe(left)">
                                      <p:cBhvr>
                                        <p:cTn id="85" dur="500"/>
                                        <p:tgtEl>
                                          <p:spTgt spid="5226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2" fill="hold" nodeType="clickEffect">
                                  <p:stCondLst>
                                    <p:cond delay="0"/>
                                  </p:stCondLst>
                                  <p:childTnLst>
                                    <p:set>
                                      <p:cBhvr>
                                        <p:cTn id="89" dur="1" fill="hold">
                                          <p:stCondLst>
                                            <p:cond delay="0"/>
                                          </p:stCondLst>
                                        </p:cTn>
                                        <p:tgtEl>
                                          <p:spTgt spid="52255"/>
                                        </p:tgtEl>
                                        <p:attrNameLst>
                                          <p:attrName>style.visibility</p:attrName>
                                        </p:attrNameLst>
                                      </p:cBhvr>
                                      <p:to>
                                        <p:strVal val="visible"/>
                                      </p:to>
                                    </p:set>
                                    <p:animEffect transition="in" filter="wipe(right)">
                                      <p:cBhvr>
                                        <p:cTn id="90" dur="500"/>
                                        <p:tgtEl>
                                          <p:spTgt spid="52255"/>
                                        </p:tgtEl>
                                      </p:cBhvr>
                                    </p:animEffect>
                                  </p:childTnLst>
                                </p:cTn>
                              </p:par>
                            </p:childTnLst>
                          </p:cTn>
                        </p:par>
                        <p:par>
                          <p:cTn id="91" fill="hold" nodeType="afterGroup">
                            <p:stCondLst>
                              <p:cond delay="500"/>
                            </p:stCondLst>
                            <p:childTnLst>
                              <p:par>
                                <p:cTn id="92" presetID="22" presetClass="entr" presetSubtype="8" fill="hold" nodeType="afterEffect">
                                  <p:stCondLst>
                                    <p:cond delay="0"/>
                                  </p:stCondLst>
                                  <p:childTnLst>
                                    <p:set>
                                      <p:cBhvr>
                                        <p:cTn id="93" dur="1" fill="hold">
                                          <p:stCondLst>
                                            <p:cond delay="0"/>
                                          </p:stCondLst>
                                        </p:cTn>
                                        <p:tgtEl>
                                          <p:spTgt spid="52260"/>
                                        </p:tgtEl>
                                        <p:attrNameLst>
                                          <p:attrName>style.visibility</p:attrName>
                                        </p:attrNameLst>
                                      </p:cBhvr>
                                      <p:to>
                                        <p:strVal val="visible"/>
                                      </p:to>
                                    </p:set>
                                    <p:animEffect transition="in" filter="wipe(left)">
                                      <p:cBhvr>
                                        <p:cTn id="94" dur="500"/>
                                        <p:tgtEl>
                                          <p:spTgt spid="52260"/>
                                        </p:tgtEl>
                                      </p:cBhvr>
                                    </p:animEffect>
                                  </p:childTnLst>
                                </p:cTn>
                              </p:par>
                            </p:childTnLst>
                          </p:cTn>
                        </p:par>
                        <p:par>
                          <p:cTn id="95" fill="hold" nodeType="afterGroup">
                            <p:stCondLst>
                              <p:cond delay="1000"/>
                            </p:stCondLst>
                            <p:childTnLst>
                              <p:par>
                                <p:cTn id="96" presetID="22" presetClass="entr" presetSubtype="8" fill="hold" nodeType="afterEffect">
                                  <p:stCondLst>
                                    <p:cond delay="0"/>
                                  </p:stCondLst>
                                  <p:childTnLst>
                                    <p:set>
                                      <p:cBhvr>
                                        <p:cTn id="97" dur="1" fill="hold">
                                          <p:stCondLst>
                                            <p:cond delay="0"/>
                                          </p:stCondLst>
                                        </p:cTn>
                                        <p:tgtEl>
                                          <p:spTgt spid="52265"/>
                                        </p:tgtEl>
                                        <p:attrNameLst>
                                          <p:attrName>style.visibility</p:attrName>
                                        </p:attrNameLst>
                                      </p:cBhvr>
                                      <p:to>
                                        <p:strVal val="visible"/>
                                      </p:to>
                                    </p:set>
                                    <p:animEffect transition="in" filter="wipe(left)">
                                      <p:cBhvr>
                                        <p:cTn id="98" dur="500"/>
                                        <p:tgtEl>
                                          <p:spTgt spid="52265"/>
                                        </p:tgtEl>
                                      </p:cBhvr>
                                    </p:animEffect>
                                  </p:childTnLst>
                                </p:cTn>
                              </p:par>
                            </p:childTnLst>
                          </p:cTn>
                        </p:par>
                        <p:par>
                          <p:cTn id="99" fill="hold" nodeType="afterGroup">
                            <p:stCondLst>
                              <p:cond delay="1500"/>
                            </p:stCondLst>
                            <p:childTnLst>
                              <p:par>
                                <p:cTn id="100" presetID="22" presetClass="entr" presetSubtype="8" fill="hold" nodeType="afterEffect">
                                  <p:stCondLst>
                                    <p:cond delay="0"/>
                                  </p:stCondLst>
                                  <p:childTnLst>
                                    <p:set>
                                      <p:cBhvr>
                                        <p:cTn id="101" dur="1" fill="hold">
                                          <p:stCondLst>
                                            <p:cond delay="0"/>
                                          </p:stCondLst>
                                        </p:cTn>
                                        <p:tgtEl>
                                          <p:spTgt spid="52261"/>
                                        </p:tgtEl>
                                        <p:attrNameLst>
                                          <p:attrName>style.visibility</p:attrName>
                                        </p:attrNameLst>
                                      </p:cBhvr>
                                      <p:to>
                                        <p:strVal val="visible"/>
                                      </p:to>
                                    </p:set>
                                    <p:animEffect transition="in" filter="wipe(left)">
                                      <p:cBhvr>
                                        <p:cTn id="102" dur="500"/>
                                        <p:tgtEl>
                                          <p:spTgt spid="5226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52267"/>
                                        </p:tgtEl>
                                        <p:attrNameLst>
                                          <p:attrName>style.visibility</p:attrName>
                                        </p:attrNameLst>
                                      </p:cBhvr>
                                      <p:to>
                                        <p:strVal val="visible"/>
                                      </p:to>
                                    </p:set>
                                    <p:animEffect transition="in" filter="wipe(left)">
                                      <p:cBhvr>
                                        <p:cTn id="107" dur="500"/>
                                        <p:tgtEl>
                                          <p:spTgt spid="52267"/>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52268"/>
                                        </p:tgtEl>
                                        <p:attrNameLst>
                                          <p:attrName>style.visibility</p:attrName>
                                        </p:attrNameLst>
                                      </p:cBhvr>
                                      <p:to>
                                        <p:strVal val="visible"/>
                                      </p:to>
                                    </p:set>
                                    <p:animEffect transition="in" filter="wipe(left)">
                                      <p:cBhvr>
                                        <p:cTn id="112" dur="500"/>
                                        <p:tgtEl>
                                          <p:spTgt spid="52268"/>
                                        </p:tgtEl>
                                      </p:cBhvr>
                                    </p:animEffect>
                                  </p:childTnLst>
                                </p:cTn>
                              </p:par>
                            </p:childTnLst>
                          </p:cTn>
                        </p:par>
                        <p:par>
                          <p:cTn id="113" fill="hold" nodeType="afterGroup">
                            <p:stCondLst>
                              <p:cond delay="500"/>
                            </p:stCondLst>
                            <p:childTnLst>
                              <p:par>
                                <p:cTn id="114" presetID="22" presetClass="entr" presetSubtype="8" fill="hold" nodeType="afterEffect">
                                  <p:stCondLst>
                                    <p:cond delay="0"/>
                                  </p:stCondLst>
                                  <p:childTnLst>
                                    <p:set>
                                      <p:cBhvr>
                                        <p:cTn id="115" dur="1" fill="hold">
                                          <p:stCondLst>
                                            <p:cond delay="0"/>
                                          </p:stCondLst>
                                        </p:cTn>
                                        <p:tgtEl>
                                          <p:spTgt spid="52269"/>
                                        </p:tgtEl>
                                        <p:attrNameLst>
                                          <p:attrName>style.visibility</p:attrName>
                                        </p:attrNameLst>
                                      </p:cBhvr>
                                      <p:to>
                                        <p:strVal val="visible"/>
                                      </p:to>
                                    </p:set>
                                    <p:animEffect transition="in" filter="wipe(left)">
                                      <p:cBhvr>
                                        <p:cTn id="116" dur="500"/>
                                        <p:tgtEl>
                                          <p:spTgt spid="52269"/>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52270"/>
                                        </p:tgtEl>
                                        <p:attrNameLst>
                                          <p:attrName>style.visibility</p:attrName>
                                        </p:attrNameLst>
                                      </p:cBhvr>
                                      <p:to>
                                        <p:strVal val="visible"/>
                                      </p:to>
                                    </p:set>
                                    <p:animEffect transition="in" filter="wipe(left)">
                                      <p:cBhvr>
                                        <p:cTn id="121" dur="500"/>
                                        <p:tgtEl>
                                          <p:spTgt spid="52270"/>
                                        </p:tgtEl>
                                      </p:cBhvr>
                                    </p:animEffect>
                                  </p:childTnLst>
                                </p:cTn>
                              </p:par>
                            </p:childTnLst>
                          </p:cTn>
                        </p:par>
                        <p:par>
                          <p:cTn id="122" fill="hold" nodeType="afterGroup">
                            <p:stCondLst>
                              <p:cond delay="500"/>
                            </p:stCondLst>
                            <p:childTnLst>
                              <p:par>
                                <p:cTn id="123" presetID="22" presetClass="entr" presetSubtype="8" fill="hold" nodeType="afterEffect">
                                  <p:stCondLst>
                                    <p:cond delay="0"/>
                                  </p:stCondLst>
                                  <p:childTnLst>
                                    <p:set>
                                      <p:cBhvr>
                                        <p:cTn id="124" dur="1" fill="hold">
                                          <p:stCondLst>
                                            <p:cond delay="0"/>
                                          </p:stCondLst>
                                        </p:cTn>
                                        <p:tgtEl>
                                          <p:spTgt spid="52271"/>
                                        </p:tgtEl>
                                        <p:attrNameLst>
                                          <p:attrName>style.visibility</p:attrName>
                                        </p:attrNameLst>
                                      </p:cBhvr>
                                      <p:to>
                                        <p:strVal val="visible"/>
                                      </p:to>
                                    </p:set>
                                    <p:animEffect transition="in" filter="wipe(left)">
                                      <p:cBhvr>
                                        <p:cTn id="125" dur="500"/>
                                        <p:tgtEl>
                                          <p:spTgt spid="5227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52272"/>
                                        </p:tgtEl>
                                        <p:attrNameLst>
                                          <p:attrName>style.visibility</p:attrName>
                                        </p:attrNameLst>
                                      </p:cBhvr>
                                      <p:to>
                                        <p:strVal val="visible"/>
                                      </p:to>
                                    </p:set>
                                    <p:animEffect transition="in" filter="wipe(left)">
                                      <p:cBhvr>
                                        <p:cTn id="130" dur="500"/>
                                        <p:tgtEl>
                                          <p:spTgt spid="52272"/>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52273"/>
                                        </p:tgtEl>
                                        <p:attrNameLst>
                                          <p:attrName>style.visibility</p:attrName>
                                        </p:attrNameLst>
                                      </p:cBhvr>
                                      <p:to>
                                        <p:strVal val="visible"/>
                                      </p:to>
                                    </p:set>
                                    <p:animEffect transition="in" filter="wipe(left)">
                                      <p:cBhvr>
                                        <p:cTn id="135" dur="500"/>
                                        <p:tgtEl>
                                          <p:spTgt spid="5227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52274"/>
                                        </p:tgtEl>
                                        <p:attrNameLst>
                                          <p:attrName>style.visibility</p:attrName>
                                        </p:attrNameLst>
                                      </p:cBhvr>
                                      <p:to>
                                        <p:strVal val="visible"/>
                                      </p:to>
                                    </p:set>
                                    <p:animEffect transition="in" filter="wipe(left)">
                                      <p:cBhvr>
                                        <p:cTn id="140" dur="500"/>
                                        <p:tgtEl>
                                          <p:spTgt spid="52274"/>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52275"/>
                                        </p:tgtEl>
                                        <p:attrNameLst>
                                          <p:attrName>style.visibility</p:attrName>
                                        </p:attrNameLst>
                                      </p:cBhvr>
                                      <p:to>
                                        <p:strVal val="visible"/>
                                      </p:to>
                                    </p:set>
                                    <p:animEffect transition="in" filter="wipe(left)">
                                      <p:cBhvr>
                                        <p:cTn id="145" dur="500"/>
                                        <p:tgtEl>
                                          <p:spTgt spid="52275"/>
                                        </p:tgtEl>
                                      </p:cBhvr>
                                    </p:animEffect>
                                  </p:childTnLst>
                                </p:cTn>
                              </p:par>
                            </p:childTnLst>
                          </p:cTn>
                        </p:par>
                        <p:par>
                          <p:cTn id="146" fill="hold" nodeType="afterGroup">
                            <p:stCondLst>
                              <p:cond delay="500"/>
                            </p:stCondLst>
                            <p:childTnLst>
                              <p:par>
                                <p:cTn id="147" presetID="22" presetClass="entr" presetSubtype="8" fill="hold" nodeType="afterEffect">
                                  <p:stCondLst>
                                    <p:cond delay="0"/>
                                  </p:stCondLst>
                                  <p:childTnLst>
                                    <p:set>
                                      <p:cBhvr>
                                        <p:cTn id="148" dur="1" fill="hold">
                                          <p:stCondLst>
                                            <p:cond delay="0"/>
                                          </p:stCondLst>
                                        </p:cTn>
                                        <p:tgtEl>
                                          <p:spTgt spid="52276"/>
                                        </p:tgtEl>
                                        <p:attrNameLst>
                                          <p:attrName>style.visibility</p:attrName>
                                        </p:attrNameLst>
                                      </p:cBhvr>
                                      <p:to>
                                        <p:strVal val="visible"/>
                                      </p:to>
                                    </p:set>
                                    <p:animEffect transition="in" filter="wipe(left)">
                                      <p:cBhvr>
                                        <p:cTn id="149" dur="500"/>
                                        <p:tgtEl>
                                          <p:spTgt spid="52276"/>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nodeType="clickEffect">
                                  <p:stCondLst>
                                    <p:cond delay="0"/>
                                  </p:stCondLst>
                                  <p:childTnLst>
                                    <p:set>
                                      <p:cBhvr>
                                        <p:cTn id="153" dur="1" fill="hold">
                                          <p:stCondLst>
                                            <p:cond delay="0"/>
                                          </p:stCondLst>
                                        </p:cTn>
                                        <p:tgtEl>
                                          <p:spTgt spid="52277"/>
                                        </p:tgtEl>
                                        <p:attrNameLst>
                                          <p:attrName>style.visibility</p:attrName>
                                        </p:attrNameLst>
                                      </p:cBhvr>
                                      <p:to>
                                        <p:strVal val="visible"/>
                                      </p:to>
                                    </p:set>
                                    <p:animEffect transition="in" filter="wipe(left)">
                                      <p:cBhvr>
                                        <p:cTn id="154" dur="500"/>
                                        <p:tgtEl>
                                          <p:spTgt spid="52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utoUpdateAnimBg="0"/>
      <p:bldP spid="52251" grpId="0" autoUpdateAnimBg="0"/>
      <p:bldP spid="52253" grpId="0"/>
      <p:bldP spid="52264" grpId="0" animBg="1"/>
      <p:bldP spid="52266" grpId="0" animBg="1"/>
      <p:bldP spid="52269" grpId="0" animBg="1"/>
      <p:bldP spid="52271" grpId="0"/>
      <p:bldP spid="52276" grpId="0" autoUpdateAnimBg="0"/>
      <p:bldP spid="5227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0" name="Object 2">
            <a:extLst>
              <a:ext uri="{FF2B5EF4-FFF2-40B4-BE49-F238E27FC236}">
                <a16:creationId xmlns:a16="http://schemas.microsoft.com/office/drawing/2014/main" id="{AEA055BB-2B65-D58C-3C64-D5E8E0FFC00A}"/>
              </a:ext>
            </a:extLst>
          </p:cNvPr>
          <p:cNvGraphicFramePr>
            <a:graphicFrameLocks/>
          </p:cNvGraphicFramePr>
          <p:nvPr/>
        </p:nvGraphicFramePr>
        <p:xfrm>
          <a:off x="2533650" y="1228725"/>
          <a:ext cx="2708275" cy="1943100"/>
        </p:xfrm>
        <a:graphic>
          <a:graphicData uri="http://schemas.openxmlformats.org/presentationml/2006/ole">
            <mc:AlternateContent xmlns:mc="http://schemas.openxmlformats.org/markup-compatibility/2006">
              <mc:Choice xmlns:v="urn:schemas-microsoft-com:vml" Requires="v">
                <p:oleObj name="公式" r:id="rId2" imgW="2956436" imgH="2103286" progId="Equation.3">
                  <p:embed/>
                </p:oleObj>
              </mc:Choice>
              <mc:Fallback>
                <p:oleObj name="公式" r:id="rId2" imgW="2956436" imgH="2103286"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650" y="1228725"/>
                        <a:ext cx="2708275"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51" name="Text Box 3">
            <a:extLst>
              <a:ext uri="{FF2B5EF4-FFF2-40B4-BE49-F238E27FC236}">
                <a16:creationId xmlns:a16="http://schemas.microsoft.com/office/drawing/2014/main" id="{E2DC8DFC-9623-E1AF-CB98-3D2CADE21D51}"/>
              </a:ext>
            </a:extLst>
          </p:cNvPr>
          <p:cNvSpPr txBox="1">
            <a:spLocks noChangeArrowheads="1"/>
          </p:cNvSpPr>
          <p:nvPr/>
        </p:nvSpPr>
        <p:spPr bwMode="auto">
          <a:xfrm>
            <a:off x="690563" y="581025"/>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直角坐标系：</a:t>
            </a:r>
            <a:endParaRPr lang="zh-CN" altLang="en-US" b="0">
              <a:latin typeface="Times New Roman" panose="02020603050405020304" pitchFamily="18" charset="0"/>
            </a:endParaRPr>
          </a:p>
        </p:txBody>
      </p:sp>
      <p:sp>
        <p:nvSpPr>
          <p:cNvPr id="53252" name="Text Box 4">
            <a:extLst>
              <a:ext uri="{FF2B5EF4-FFF2-40B4-BE49-F238E27FC236}">
                <a16:creationId xmlns:a16="http://schemas.microsoft.com/office/drawing/2014/main" id="{941641AB-7AE4-4972-AC31-75345AD872D6}"/>
              </a:ext>
            </a:extLst>
          </p:cNvPr>
          <p:cNvSpPr txBox="1">
            <a:spLocks noChangeArrowheads="1"/>
          </p:cNvSpPr>
          <p:nvPr/>
        </p:nvSpPr>
        <p:spPr bwMode="auto">
          <a:xfrm>
            <a:off x="684213" y="3286125"/>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latin typeface="Times New Roman" panose="02020603050405020304" pitchFamily="18" charset="0"/>
              </a:rPr>
              <a:t>在有限时间内：</a:t>
            </a:r>
            <a:endParaRPr lang="zh-CN" altLang="en-US" b="0">
              <a:latin typeface="Times New Roman" panose="02020603050405020304" pitchFamily="18" charset="0"/>
            </a:endParaRPr>
          </a:p>
        </p:txBody>
      </p:sp>
      <p:sp>
        <p:nvSpPr>
          <p:cNvPr id="53253" name="Text Box 5">
            <a:extLst>
              <a:ext uri="{FF2B5EF4-FFF2-40B4-BE49-F238E27FC236}">
                <a16:creationId xmlns:a16="http://schemas.microsoft.com/office/drawing/2014/main" id="{63C1DE53-F49D-DCA2-7121-641A3532C959}"/>
              </a:ext>
            </a:extLst>
          </p:cNvPr>
          <p:cNvSpPr txBox="1">
            <a:spLocks noChangeArrowheads="1"/>
          </p:cNvSpPr>
          <p:nvPr/>
        </p:nvSpPr>
        <p:spPr bwMode="auto">
          <a:xfrm>
            <a:off x="736600" y="4995863"/>
            <a:ext cx="6499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a:latin typeface="Times New Roman" panose="02020603050405020304" pitchFamily="18" charset="0"/>
                <a:ea typeface="楷体_GB2312" pitchFamily="49" charset="-122"/>
              </a:rPr>
              <a:t>(1) </a:t>
            </a:r>
            <a:r>
              <a:rPr lang="zh-CN" altLang="en-US">
                <a:latin typeface="Times New Roman" panose="02020603050405020304" pitchFamily="18" charset="0"/>
                <a:ea typeface="楷体_GB2312" pitchFamily="49" charset="-122"/>
              </a:rPr>
              <a:t>只有</a:t>
            </a:r>
            <a:r>
              <a:rPr lang="zh-CN" altLang="en-US">
                <a:solidFill>
                  <a:srgbClr val="00FFFF"/>
                </a:solidFill>
                <a:latin typeface="Times New Roman" panose="02020603050405020304" pitchFamily="18" charset="0"/>
                <a:ea typeface="楷体_GB2312" pitchFamily="49" charset="-122"/>
              </a:rPr>
              <a:t>外力</a:t>
            </a:r>
            <a:r>
              <a:rPr lang="zh-CN" altLang="en-US">
                <a:latin typeface="Times New Roman" panose="02020603050405020304" pitchFamily="18" charset="0"/>
                <a:ea typeface="楷体_GB2312" pitchFamily="49" charset="-122"/>
              </a:rPr>
              <a:t>可改变系统的总动量</a:t>
            </a:r>
            <a:endParaRPr lang="zh-CN" altLang="en-US" b="0">
              <a:latin typeface="Times New Roman" panose="02020603050405020304" pitchFamily="18" charset="0"/>
              <a:ea typeface="楷体_GB2312" pitchFamily="49" charset="-122"/>
            </a:endParaRPr>
          </a:p>
        </p:txBody>
      </p:sp>
      <p:sp>
        <p:nvSpPr>
          <p:cNvPr id="53254" name="Text Box 6">
            <a:extLst>
              <a:ext uri="{FF2B5EF4-FFF2-40B4-BE49-F238E27FC236}">
                <a16:creationId xmlns:a16="http://schemas.microsoft.com/office/drawing/2014/main" id="{279CA058-5965-3758-64F1-6A5F3F57453A}"/>
              </a:ext>
            </a:extLst>
          </p:cNvPr>
          <p:cNvSpPr txBox="1">
            <a:spLocks noChangeArrowheads="1"/>
          </p:cNvSpPr>
          <p:nvPr/>
        </p:nvSpPr>
        <p:spPr bwMode="auto">
          <a:xfrm>
            <a:off x="719138" y="5568950"/>
            <a:ext cx="819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a:latin typeface="Times New Roman" panose="02020603050405020304" pitchFamily="18" charset="0"/>
                <a:ea typeface="楷体_GB2312" pitchFamily="49" charset="-122"/>
              </a:rPr>
              <a:t>(2) </a:t>
            </a:r>
            <a:r>
              <a:rPr lang="zh-CN" altLang="en-US">
                <a:solidFill>
                  <a:srgbClr val="00FFFF"/>
                </a:solidFill>
                <a:latin typeface="Times New Roman" panose="02020603050405020304" pitchFamily="18" charset="0"/>
                <a:ea typeface="楷体_GB2312" pitchFamily="49" charset="-122"/>
              </a:rPr>
              <a:t>内力</a:t>
            </a:r>
            <a:r>
              <a:rPr lang="zh-CN" altLang="en-US">
                <a:latin typeface="Times New Roman" panose="02020603050405020304" pitchFamily="18" charset="0"/>
                <a:ea typeface="楷体_GB2312" pitchFamily="49" charset="-122"/>
              </a:rPr>
              <a:t>可改变系统内</a:t>
            </a:r>
            <a:r>
              <a:rPr lang="zh-CN" altLang="en-US">
                <a:solidFill>
                  <a:srgbClr val="00FFFF"/>
                </a:solidFill>
                <a:latin typeface="Times New Roman" panose="02020603050405020304" pitchFamily="18" charset="0"/>
                <a:ea typeface="楷体_GB2312" pitchFamily="49" charset="-122"/>
              </a:rPr>
              <a:t>单个质点的动量</a:t>
            </a:r>
            <a:r>
              <a:rPr lang="zh-CN" altLang="en-US">
                <a:latin typeface="Times New Roman" panose="02020603050405020304" pitchFamily="18" charset="0"/>
                <a:ea typeface="楷体_GB2312" pitchFamily="49" charset="-122"/>
              </a:rPr>
              <a:t> </a:t>
            </a:r>
            <a:r>
              <a:rPr lang="en-US" altLang="zh-CN">
                <a:latin typeface="Times New Roman" panose="02020603050405020304" pitchFamily="18" charset="0"/>
                <a:ea typeface="楷体_GB2312" pitchFamily="49" charset="-122"/>
              </a:rPr>
              <a:t>—— </a:t>
            </a:r>
            <a:r>
              <a:rPr lang="zh-CN" altLang="en-US">
                <a:latin typeface="Times New Roman" panose="02020603050405020304" pitchFamily="18" charset="0"/>
                <a:ea typeface="楷体_GB2312" pitchFamily="49" charset="-122"/>
              </a:rPr>
              <a:t>内部作用复杂</a:t>
            </a:r>
            <a:endParaRPr lang="zh-CN" altLang="en-US" b="0">
              <a:latin typeface="Times New Roman" panose="02020603050405020304" pitchFamily="18" charset="0"/>
              <a:ea typeface="楷体_GB2312" pitchFamily="49" charset="-122"/>
            </a:endParaRPr>
          </a:p>
        </p:txBody>
      </p:sp>
      <p:graphicFrame>
        <p:nvGraphicFramePr>
          <p:cNvPr id="53255" name="Object 7">
            <a:extLst>
              <a:ext uri="{FF2B5EF4-FFF2-40B4-BE49-F238E27FC236}">
                <a16:creationId xmlns:a16="http://schemas.microsoft.com/office/drawing/2014/main" id="{953D13A6-731A-7F4B-F484-C5E4FB683628}"/>
              </a:ext>
            </a:extLst>
          </p:cNvPr>
          <p:cNvGraphicFramePr>
            <a:graphicFrameLocks noChangeAspect="1"/>
          </p:cNvGraphicFramePr>
          <p:nvPr/>
        </p:nvGraphicFramePr>
        <p:xfrm>
          <a:off x="2792413" y="3133725"/>
          <a:ext cx="6030912" cy="871538"/>
        </p:xfrm>
        <a:graphic>
          <a:graphicData uri="http://schemas.openxmlformats.org/presentationml/2006/ole">
            <mc:AlternateContent xmlns:mc="http://schemas.openxmlformats.org/markup-compatibility/2006">
              <mc:Choice xmlns:v="urn:schemas-microsoft-com:vml" Requires="v">
                <p:oleObj name="公式" r:id="rId4" imgW="2750913" imgH="350631" progId="Equation.3">
                  <p:embed/>
                </p:oleObj>
              </mc:Choice>
              <mc:Fallback>
                <p:oleObj name="公式" r:id="rId4" imgW="2750913" imgH="350631"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2413" y="3133725"/>
                        <a:ext cx="6030912" cy="8715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56" name="Text Box 8">
            <a:extLst>
              <a:ext uri="{FF2B5EF4-FFF2-40B4-BE49-F238E27FC236}">
                <a16:creationId xmlns:a16="http://schemas.microsoft.com/office/drawing/2014/main" id="{36BE5014-45C6-595D-B9B1-162C7906291F}"/>
              </a:ext>
            </a:extLst>
          </p:cNvPr>
          <p:cNvSpPr txBox="1">
            <a:spLocks noChangeArrowheads="1"/>
          </p:cNvSpPr>
          <p:nvPr/>
        </p:nvSpPr>
        <p:spPr bwMode="auto">
          <a:xfrm>
            <a:off x="711200" y="435133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00"/>
                </a:solidFill>
                <a:latin typeface="宋体" panose="02010600030101010101" pitchFamily="2" charset="-122"/>
                <a:ea typeface="宋体" panose="02010600030101010101" pitchFamily="2" charset="-122"/>
              </a:rPr>
              <a:t>说明</a:t>
            </a:r>
          </a:p>
        </p:txBody>
      </p:sp>
      <p:sp>
        <p:nvSpPr>
          <p:cNvPr id="53257" name="AutoShape 9">
            <a:extLst>
              <a:ext uri="{FF2B5EF4-FFF2-40B4-BE49-F238E27FC236}">
                <a16:creationId xmlns:a16="http://schemas.microsoft.com/office/drawing/2014/main" id="{AD089B01-785C-42BB-BADC-A0039BBF76F2}"/>
              </a:ext>
            </a:extLst>
          </p:cNvPr>
          <p:cNvSpPr>
            <a:spLocks noChangeArrowheads="1"/>
          </p:cNvSpPr>
          <p:nvPr/>
        </p:nvSpPr>
        <p:spPr bwMode="auto">
          <a:xfrm>
            <a:off x="376238" y="429260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sp>
        <p:nvSpPr>
          <p:cNvPr id="53258" name="AutoShape 10">
            <a:extLst>
              <a:ext uri="{FF2B5EF4-FFF2-40B4-BE49-F238E27FC236}">
                <a16:creationId xmlns:a16="http://schemas.microsoft.com/office/drawing/2014/main" id="{9A65849D-C4E6-6022-5DEE-7175DBD21DB4}"/>
              </a:ext>
            </a:extLst>
          </p:cNvPr>
          <p:cNvSpPr>
            <a:spLocks/>
          </p:cNvSpPr>
          <p:nvPr/>
        </p:nvSpPr>
        <p:spPr bwMode="auto">
          <a:xfrm>
            <a:off x="2146300" y="1443038"/>
            <a:ext cx="215900" cy="1349375"/>
          </a:xfrm>
          <a:prstGeom prst="leftBrace">
            <a:avLst>
              <a:gd name="adj1" fmla="val 52083"/>
              <a:gd name="adj2" fmla="val 50000"/>
            </a:avLst>
          </a:prstGeom>
          <a:noFill/>
          <a:ln w="19050">
            <a:solidFill>
              <a:srgbClr val="66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Char char="&amp;"/>
            </a:pPr>
            <a:endParaRPr lang="zh-CN" altLang="en-US"/>
          </a:p>
        </p:txBody>
      </p:sp>
      <p:graphicFrame>
        <p:nvGraphicFramePr>
          <p:cNvPr id="30731" name="Object 11">
            <a:extLst>
              <a:ext uri="{FF2B5EF4-FFF2-40B4-BE49-F238E27FC236}">
                <a16:creationId xmlns:a16="http://schemas.microsoft.com/office/drawing/2014/main" id="{E1E79D66-039A-DF68-0E3A-8BE352091663}"/>
              </a:ext>
            </a:extLst>
          </p:cNvPr>
          <p:cNvGraphicFramePr>
            <a:graphicFrameLocks noGrp="1"/>
          </p:cNvGraphicFramePr>
          <p:nvPr>
            <p:ph/>
          </p:nvPr>
        </p:nvGraphicFramePr>
        <p:xfrm>
          <a:off x="5805488" y="652463"/>
          <a:ext cx="2819400" cy="723900"/>
        </p:xfrm>
        <a:graphic>
          <a:graphicData uri="http://schemas.openxmlformats.org/presentationml/2006/ole">
            <mc:AlternateContent xmlns:mc="http://schemas.openxmlformats.org/markup-compatibility/2006">
              <mc:Choice xmlns:v="urn:schemas-microsoft-com:vml" Requires="v">
                <p:oleObj name="公式" r:id="rId6" imgW="2765842" imgH="670338" progId="Equation.3">
                  <p:embed/>
                </p:oleObj>
              </mc:Choice>
              <mc:Fallback>
                <p:oleObj name="公式" r:id="rId6" imgW="2765842" imgH="670338" progId="Equation.3">
                  <p:embed/>
                  <p:pic>
                    <p:nvPicPr>
                      <p:cNvPr id="0" name="Object 11"/>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05488" y="652463"/>
                        <a:ext cx="2819400" cy="723900"/>
                      </a:xfrm>
                      <a:prstGeom prst="rect">
                        <a:avLst/>
                      </a:prstGeom>
                      <a:solidFill>
                        <a:srgbClr val="002F5E"/>
                      </a:solidFill>
                      <a:ln w="1905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wipe(left)">
                                      <p:cBhvr>
                                        <p:cTn id="7" dur="500"/>
                                        <p:tgtEl>
                                          <p:spTgt spid="532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3258"/>
                                        </p:tgtEl>
                                        <p:attrNameLst>
                                          <p:attrName>style.visibility</p:attrName>
                                        </p:attrNameLst>
                                      </p:cBhvr>
                                      <p:to>
                                        <p:strVal val="visible"/>
                                      </p:to>
                                    </p:set>
                                    <p:animEffect transition="in" filter="wipe(left)">
                                      <p:cBhvr>
                                        <p:cTn id="12" dur="500"/>
                                        <p:tgtEl>
                                          <p:spTgt spid="532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3250"/>
                                        </p:tgtEl>
                                        <p:attrNameLst>
                                          <p:attrName>style.visibility</p:attrName>
                                        </p:attrNameLst>
                                      </p:cBhvr>
                                      <p:to>
                                        <p:strVal val="visible"/>
                                      </p:to>
                                    </p:set>
                                    <p:animEffect transition="in" filter="wipe(left)">
                                      <p:cBhvr>
                                        <p:cTn id="17" dur="500"/>
                                        <p:tgtEl>
                                          <p:spTgt spid="532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3252"/>
                                        </p:tgtEl>
                                        <p:attrNameLst>
                                          <p:attrName>style.visibility</p:attrName>
                                        </p:attrNameLst>
                                      </p:cBhvr>
                                      <p:to>
                                        <p:strVal val="visible"/>
                                      </p:to>
                                    </p:set>
                                    <p:animEffect transition="in" filter="wipe(left)">
                                      <p:cBhvr>
                                        <p:cTn id="22" dur="500"/>
                                        <p:tgtEl>
                                          <p:spTgt spid="532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3255"/>
                                        </p:tgtEl>
                                        <p:attrNameLst>
                                          <p:attrName>style.visibility</p:attrName>
                                        </p:attrNameLst>
                                      </p:cBhvr>
                                      <p:to>
                                        <p:strVal val="visible"/>
                                      </p:to>
                                    </p:set>
                                    <p:animEffect transition="in" filter="wipe(left)">
                                      <p:cBhvr>
                                        <p:cTn id="27" dur="500"/>
                                        <p:tgtEl>
                                          <p:spTgt spid="532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0" presetClass="entr" presetSubtype="0" decel="100000" fill="hold" nodeType="clickEffect">
                                  <p:stCondLst>
                                    <p:cond delay="0"/>
                                  </p:stCondLst>
                                  <p:childTnLst>
                                    <p:set>
                                      <p:cBhvr>
                                        <p:cTn id="31" dur="1" fill="hold">
                                          <p:stCondLst>
                                            <p:cond delay="0"/>
                                          </p:stCondLst>
                                        </p:cTn>
                                        <p:tgtEl>
                                          <p:spTgt spid="53257"/>
                                        </p:tgtEl>
                                        <p:attrNameLst>
                                          <p:attrName>style.visibility</p:attrName>
                                        </p:attrNameLst>
                                      </p:cBhvr>
                                      <p:to>
                                        <p:strVal val="visible"/>
                                      </p:to>
                                    </p:set>
                                    <p:anim calcmode="lin" valueType="num">
                                      <p:cBhvr>
                                        <p:cTn id="32" dur="1000" fill="hold"/>
                                        <p:tgtEl>
                                          <p:spTgt spid="53257"/>
                                        </p:tgtEl>
                                        <p:attrNameLst>
                                          <p:attrName>ppt_w</p:attrName>
                                        </p:attrNameLst>
                                      </p:cBhvr>
                                      <p:tavLst>
                                        <p:tav tm="0">
                                          <p:val>
                                            <p:strVal val="#ppt_w+.3"/>
                                          </p:val>
                                        </p:tav>
                                        <p:tav tm="100000">
                                          <p:val>
                                            <p:strVal val="#ppt_w"/>
                                          </p:val>
                                        </p:tav>
                                      </p:tavLst>
                                    </p:anim>
                                    <p:anim calcmode="lin" valueType="num">
                                      <p:cBhvr>
                                        <p:cTn id="33" dur="1000" fill="hold"/>
                                        <p:tgtEl>
                                          <p:spTgt spid="53257"/>
                                        </p:tgtEl>
                                        <p:attrNameLst>
                                          <p:attrName>ppt_h</p:attrName>
                                        </p:attrNameLst>
                                      </p:cBhvr>
                                      <p:tavLst>
                                        <p:tav tm="0">
                                          <p:val>
                                            <p:strVal val="#ppt_h"/>
                                          </p:val>
                                        </p:tav>
                                        <p:tav tm="100000">
                                          <p:val>
                                            <p:strVal val="#ppt_h"/>
                                          </p:val>
                                        </p:tav>
                                      </p:tavLst>
                                    </p:anim>
                                    <p:animEffect transition="in" filter="fade">
                                      <p:cBhvr>
                                        <p:cTn id="34" dur="1000"/>
                                        <p:tgtEl>
                                          <p:spTgt spid="5325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53256"/>
                                        </p:tgtEl>
                                        <p:attrNameLst>
                                          <p:attrName>style.visibility</p:attrName>
                                        </p:attrNameLst>
                                      </p:cBhvr>
                                      <p:to>
                                        <p:strVal val="visible"/>
                                      </p:to>
                                    </p:set>
                                    <p:animEffect transition="in" filter="wipe(left)">
                                      <p:cBhvr>
                                        <p:cTn id="39" dur="500"/>
                                        <p:tgtEl>
                                          <p:spTgt spid="5325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3253"/>
                                        </p:tgtEl>
                                        <p:attrNameLst>
                                          <p:attrName>style.visibility</p:attrName>
                                        </p:attrNameLst>
                                      </p:cBhvr>
                                      <p:to>
                                        <p:strVal val="visible"/>
                                      </p:to>
                                    </p:set>
                                    <p:animEffect transition="in" filter="wipe(left)">
                                      <p:cBhvr>
                                        <p:cTn id="44" dur="500"/>
                                        <p:tgtEl>
                                          <p:spTgt spid="5325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3254"/>
                                        </p:tgtEl>
                                        <p:attrNameLst>
                                          <p:attrName>style.visibility</p:attrName>
                                        </p:attrNameLst>
                                      </p:cBhvr>
                                      <p:to>
                                        <p:strVal val="visible"/>
                                      </p:to>
                                    </p:set>
                                    <p:animEffect transition="in" filter="wipe(left)">
                                      <p:cBhvr>
                                        <p:cTn id="49" dur="500"/>
                                        <p:tgtEl>
                                          <p:spTgt spid="53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utoUpdateAnimBg="0"/>
      <p:bldP spid="53252" grpId="0" autoUpdateAnimBg="0"/>
      <p:bldP spid="53253" grpId="0" autoUpdateAnimBg="0"/>
      <p:bldP spid="53254" grpId="0" autoUpdateAnimBg="0"/>
      <p:bldP spid="53256" grpId="0"/>
      <p:bldP spid="53257" grpId="0" animBg="1"/>
      <p:bldP spid="53258"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2018" name="Text Box 2">
            <a:extLst>
              <a:ext uri="{FF2B5EF4-FFF2-40B4-BE49-F238E27FC236}">
                <a16:creationId xmlns:a16="http://schemas.microsoft.com/office/drawing/2014/main" id="{6F3B1A8F-6EF5-ECB5-F7C9-A275E958223F}"/>
              </a:ext>
            </a:extLst>
          </p:cNvPr>
          <p:cNvSpPr txBox="1">
            <a:spLocks noChangeArrowheads="1"/>
          </p:cNvSpPr>
          <p:nvPr/>
        </p:nvSpPr>
        <p:spPr bwMode="auto">
          <a:xfrm>
            <a:off x="750888" y="247650"/>
            <a:ext cx="800417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buClr>
                <a:schemeClr val="tx2"/>
              </a:buClr>
              <a:buFont typeface="Monotype Sorts" pitchFamily="2" charset="2"/>
              <a:buNone/>
            </a:pPr>
            <a:r>
              <a:rPr lang="zh-CN" altLang="en-US"/>
              <a:t>一粒子弹水平地穿过并排静止放置在光滑水平面上的木块</a:t>
            </a:r>
            <a:r>
              <a:rPr lang="en-US" altLang="zh-CN"/>
              <a:t>,</a:t>
            </a:r>
            <a:r>
              <a:rPr lang="zh-CN" altLang="en-US"/>
              <a:t>已知两木块的质量分别为 </a:t>
            </a:r>
            <a:r>
              <a:rPr lang="en-US" altLang="zh-CN" i="1">
                <a:solidFill>
                  <a:srgbClr val="66FFFF"/>
                </a:solidFill>
              </a:rPr>
              <a:t>m</a:t>
            </a:r>
            <a:r>
              <a:rPr lang="en-US" altLang="zh-CN" baseline="-25000">
                <a:solidFill>
                  <a:srgbClr val="66FFFF"/>
                </a:solidFill>
              </a:rPr>
              <a:t>1</a:t>
            </a:r>
            <a:r>
              <a:rPr lang="en-US" altLang="zh-CN"/>
              <a:t>, </a:t>
            </a:r>
            <a:r>
              <a:rPr lang="en-US" altLang="zh-CN" i="1">
                <a:solidFill>
                  <a:srgbClr val="66FFFF"/>
                </a:solidFill>
              </a:rPr>
              <a:t>m</a:t>
            </a:r>
            <a:r>
              <a:rPr lang="en-US" altLang="zh-CN" baseline="-25000">
                <a:solidFill>
                  <a:srgbClr val="66FFFF"/>
                </a:solidFill>
              </a:rPr>
              <a:t>2</a:t>
            </a:r>
            <a:r>
              <a:rPr lang="en-US" altLang="zh-CN"/>
              <a:t> </a:t>
            </a:r>
            <a:r>
              <a:rPr lang="zh-CN" altLang="en-US"/>
              <a:t>，子弹穿过两木块的时间各为</a:t>
            </a:r>
            <a:r>
              <a:rPr lang="zh-CN" altLang="en-US">
                <a:solidFill>
                  <a:srgbClr val="66FFFF"/>
                </a:solidFill>
                <a:sym typeface="Symbol" panose="05050102010706020507" pitchFamily="18" charset="2"/>
              </a:rPr>
              <a:t></a:t>
            </a:r>
            <a:r>
              <a:rPr lang="zh-CN" altLang="en-US" i="1">
                <a:solidFill>
                  <a:srgbClr val="66FFFF"/>
                </a:solidFill>
              </a:rPr>
              <a:t> </a:t>
            </a:r>
            <a:r>
              <a:rPr lang="en-US" altLang="zh-CN" i="1">
                <a:solidFill>
                  <a:srgbClr val="66FFFF"/>
                </a:solidFill>
              </a:rPr>
              <a:t>t</a:t>
            </a:r>
            <a:r>
              <a:rPr lang="en-US" altLang="zh-CN" baseline="-25000">
                <a:solidFill>
                  <a:srgbClr val="66FFFF"/>
                </a:solidFill>
              </a:rPr>
              <a:t>1</a:t>
            </a:r>
            <a:r>
              <a:rPr lang="en-US" altLang="zh-CN"/>
              <a:t>, </a:t>
            </a:r>
            <a:r>
              <a:rPr lang="en-US" altLang="zh-CN">
                <a:solidFill>
                  <a:srgbClr val="66FFFF"/>
                </a:solidFill>
                <a:sym typeface="Symbol" panose="05050102010706020507" pitchFamily="18" charset="2"/>
              </a:rPr>
              <a:t></a:t>
            </a:r>
            <a:r>
              <a:rPr lang="en-US" altLang="zh-CN" i="1">
                <a:solidFill>
                  <a:srgbClr val="66FFFF"/>
                </a:solidFill>
              </a:rPr>
              <a:t> t</a:t>
            </a:r>
            <a:r>
              <a:rPr lang="en-US" altLang="zh-CN" baseline="-25000">
                <a:solidFill>
                  <a:srgbClr val="66FFFF"/>
                </a:solidFill>
              </a:rPr>
              <a:t>2</a:t>
            </a:r>
            <a:r>
              <a:rPr lang="en-US" altLang="zh-CN" i="1" baseline="-25000"/>
              <a:t>  </a:t>
            </a:r>
            <a:r>
              <a:rPr lang="en-US" altLang="zh-CN" baseline="-25000"/>
              <a:t> </a:t>
            </a:r>
            <a:r>
              <a:rPr lang="zh-CN" altLang="en-US" baseline="-25000"/>
              <a:t>，</a:t>
            </a:r>
            <a:r>
              <a:rPr lang="zh-CN" altLang="en-US"/>
              <a:t>设子弹在木块中所受的阻力为恒力</a:t>
            </a:r>
            <a:r>
              <a:rPr lang="en-US" altLang="zh-CN" i="1">
                <a:solidFill>
                  <a:srgbClr val="66FFFF"/>
                </a:solidFill>
              </a:rPr>
              <a:t>F</a:t>
            </a:r>
            <a:endParaRPr lang="en-US" altLang="zh-CN"/>
          </a:p>
        </p:txBody>
      </p:sp>
      <p:graphicFrame>
        <p:nvGraphicFramePr>
          <p:cNvPr id="342019" name="Object 2">
            <a:extLst>
              <a:ext uri="{FF2B5EF4-FFF2-40B4-BE49-F238E27FC236}">
                <a16:creationId xmlns:a16="http://schemas.microsoft.com/office/drawing/2014/main" id="{2161F5E5-0EB2-4B64-A079-6B64FE402292}"/>
              </a:ext>
            </a:extLst>
          </p:cNvPr>
          <p:cNvGraphicFramePr>
            <a:graphicFrameLocks/>
          </p:cNvGraphicFramePr>
          <p:nvPr/>
        </p:nvGraphicFramePr>
        <p:xfrm>
          <a:off x="1146175" y="3641725"/>
          <a:ext cx="2879725" cy="376238"/>
        </p:xfrm>
        <a:graphic>
          <a:graphicData uri="http://schemas.openxmlformats.org/presentationml/2006/ole">
            <mc:AlternateContent xmlns:mc="http://schemas.openxmlformats.org/markup-compatibility/2006">
              <mc:Choice xmlns:v="urn:schemas-microsoft-com:vml" Requires="v">
                <p:oleObj name="Equation" r:id="rId2" imgW="3147029" imgH="365594" progId="Equation.3">
                  <p:embed/>
                </p:oleObj>
              </mc:Choice>
              <mc:Fallback>
                <p:oleObj name="Equation" r:id="rId2" imgW="3147029" imgH="365594"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175" y="3641725"/>
                        <a:ext cx="2879725"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2020" name="Object 3">
            <a:extLst>
              <a:ext uri="{FF2B5EF4-FFF2-40B4-BE49-F238E27FC236}">
                <a16:creationId xmlns:a16="http://schemas.microsoft.com/office/drawing/2014/main" id="{5CB6E027-7098-AE59-726B-0C6463904953}"/>
              </a:ext>
            </a:extLst>
          </p:cNvPr>
          <p:cNvGraphicFramePr>
            <a:graphicFrameLocks/>
          </p:cNvGraphicFramePr>
          <p:nvPr/>
        </p:nvGraphicFramePr>
        <p:xfrm>
          <a:off x="1128713" y="5010150"/>
          <a:ext cx="2455862" cy="376238"/>
        </p:xfrm>
        <a:graphic>
          <a:graphicData uri="http://schemas.openxmlformats.org/presentationml/2006/ole">
            <mc:AlternateContent xmlns:mc="http://schemas.openxmlformats.org/markup-compatibility/2006">
              <mc:Choice xmlns:v="urn:schemas-microsoft-com:vml" Requires="v">
                <p:oleObj name="Equation" r:id="rId4" imgW="2674776" imgH="365594" progId="Equation.3">
                  <p:embed/>
                </p:oleObj>
              </mc:Choice>
              <mc:Fallback>
                <p:oleObj name="Equation" r:id="rId4" imgW="2674776" imgH="365594"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713" y="5010150"/>
                        <a:ext cx="24558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2021" name="Object 4">
            <a:extLst>
              <a:ext uri="{FF2B5EF4-FFF2-40B4-BE49-F238E27FC236}">
                <a16:creationId xmlns:a16="http://schemas.microsoft.com/office/drawing/2014/main" id="{1782437C-0D09-E676-B2D8-65809207062B}"/>
              </a:ext>
            </a:extLst>
          </p:cNvPr>
          <p:cNvGraphicFramePr>
            <a:graphicFrameLocks/>
          </p:cNvGraphicFramePr>
          <p:nvPr/>
        </p:nvGraphicFramePr>
        <p:xfrm>
          <a:off x="2316163" y="5630863"/>
          <a:ext cx="1600200" cy="822325"/>
        </p:xfrm>
        <a:graphic>
          <a:graphicData uri="http://schemas.openxmlformats.org/presentationml/2006/ole">
            <mc:AlternateContent xmlns:mc="http://schemas.openxmlformats.org/markup-compatibility/2006">
              <mc:Choice xmlns:v="urn:schemas-microsoft-com:vml" Requires="v">
                <p:oleObj name="Equation" r:id="rId6" imgW="1722307" imgH="860866" progId="Equation.3">
                  <p:embed/>
                </p:oleObj>
              </mc:Choice>
              <mc:Fallback>
                <p:oleObj name="Equation" r:id="rId6" imgW="1722307" imgH="860866"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6163" y="5630863"/>
                        <a:ext cx="1600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aphicFrame>
        <p:nvGraphicFramePr>
          <p:cNvPr id="342022" name="Object 5">
            <a:extLst>
              <a:ext uri="{FF2B5EF4-FFF2-40B4-BE49-F238E27FC236}">
                <a16:creationId xmlns:a16="http://schemas.microsoft.com/office/drawing/2014/main" id="{F49FFE3E-5C91-CE8C-2ECF-A2633455DF4A}"/>
              </a:ext>
            </a:extLst>
          </p:cNvPr>
          <p:cNvGraphicFramePr>
            <a:graphicFrameLocks/>
          </p:cNvGraphicFramePr>
          <p:nvPr/>
        </p:nvGraphicFramePr>
        <p:xfrm>
          <a:off x="5040313" y="5630863"/>
          <a:ext cx="2582862" cy="822325"/>
        </p:xfrm>
        <a:graphic>
          <a:graphicData uri="http://schemas.openxmlformats.org/presentationml/2006/ole">
            <mc:AlternateContent xmlns:mc="http://schemas.openxmlformats.org/markup-compatibility/2006">
              <mc:Choice xmlns:v="urn:schemas-microsoft-com:vml" Requires="v">
                <p:oleObj name="Equation" r:id="rId8" imgW="2819587" imgH="860866" progId="Equation.3">
                  <p:embed/>
                </p:oleObj>
              </mc:Choice>
              <mc:Fallback>
                <p:oleObj name="Equation" r:id="rId8" imgW="2819587" imgH="860866"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0313" y="5630863"/>
                        <a:ext cx="25828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pSp>
        <p:nvGrpSpPr>
          <p:cNvPr id="2" name="Group 7">
            <a:extLst>
              <a:ext uri="{FF2B5EF4-FFF2-40B4-BE49-F238E27FC236}">
                <a16:creationId xmlns:a16="http://schemas.microsoft.com/office/drawing/2014/main" id="{89EE5974-A282-D792-8B15-C1141B120CDB}"/>
              </a:ext>
            </a:extLst>
          </p:cNvPr>
          <p:cNvGrpSpPr>
            <a:grpSpLocks/>
          </p:cNvGrpSpPr>
          <p:nvPr/>
        </p:nvGrpSpPr>
        <p:grpSpPr bwMode="auto">
          <a:xfrm>
            <a:off x="5626100" y="2432050"/>
            <a:ext cx="2889250" cy="1609725"/>
            <a:chOff x="3940" y="1488"/>
            <a:chExt cx="1820" cy="1290"/>
          </a:xfrm>
        </p:grpSpPr>
        <p:sp>
          <p:nvSpPr>
            <p:cNvPr id="31758" name="Rectangle 8">
              <a:extLst>
                <a:ext uri="{FF2B5EF4-FFF2-40B4-BE49-F238E27FC236}">
                  <a16:creationId xmlns:a16="http://schemas.microsoft.com/office/drawing/2014/main" id="{08ACE059-74B5-4257-58A1-2541A2A00F1A}"/>
                </a:ext>
              </a:extLst>
            </p:cNvPr>
            <p:cNvSpPr>
              <a:spLocks noChangeArrowheads="1"/>
            </p:cNvSpPr>
            <p:nvPr/>
          </p:nvSpPr>
          <p:spPr bwMode="auto">
            <a:xfrm>
              <a:off x="3940" y="2669"/>
              <a:ext cx="1784" cy="16"/>
            </a:xfrm>
            <a:prstGeom prst="rect">
              <a:avLst/>
            </a:prstGeom>
            <a:solidFill>
              <a:schemeClr val="accent2"/>
            </a:solidFill>
            <a:ln w="9525">
              <a:solidFill>
                <a:srgbClr val="CCCC00"/>
              </a:solidFill>
              <a:miter lim="800000"/>
              <a:headEnd/>
              <a:tailEnd/>
            </a:ln>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1759" name="Freeform 9">
              <a:extLst>
                <a:ext uri="{FF2B5EF4-FFF2-40B4-BE49-F238E27FC236}">
                  <a16:creationId xmlns:a16="http://schemas.microsoft.com/office/drawing/2014/main" id="{5BE66B1A-E93D-4E1A-5A9E-6859836D30A3}"/>
                </a:ext>
              </a:extLst>
            </p:cNvPr>
            <p:cNvSpPr>
              <a:spLocks/>
            </p:cNvSpPr>
            <p:nvPr/>
          </p:nvSpPr>
          <p:spPr bwMode="auto">
            <a:xfrm>
              <a:off x="4168" y="2674"/>
              <a:ext cx="98" cy="104"/>
            </a:xfrm>
            <a:custGeom>
              <a:avLst/>
              <a:gdLst>
                <a:gd name="T0" fmla="*/ 98 w 98"/>
                <a:gd name="T1" fmla="*/ 93 h 104"/>
                <a:gd name="T2" fmla="*/ 10 w 98"/>
                <a:gd name="T3" fmla="*/ 0 h 104"/>
                <a:gd name="T4" fmla="*/ 0 w 98"/>
                <a:gd name="T5" fmla="*/ 11 h 104"/>
                <a:gd name="T6" fmla="*/ 83 w 98"/>
                <a:gd name="T7" fmla="*/ 104 h 104"/>
                <a:gd name="T8" fmla="*/ 98 w 98"/>
                <a:gd name="T9" fmla="*/ 93 h 104"/>
                <a:gd name="T10" fmla="*/ 0 60000 65536"/>
                <a:gd name="T11" fmla="*/ 0 60000 65536"/>
                <a:gd name="T12" fmla="*/ 0 60000 65536"/>
                <a:gd name="T13" fmla="*/ 0 60000 65536"/>
                <a:gd name="T14" fmla="*/ 0 60000 65536"/>
                <a:gd name="T15" fmla="*/ 0 w 98"/>
                <a:gd name="T16" fmla="*/ 0 h 104"/>
                <a:gd name="T17" fmla="*/ 98 w 98"/>
                <a:gd name="T18" fmla="*/ 104 h 104"/>
              </a:gdLst>
              <a:ahLst/>
              <a:cxnLst>
                <a:cxn ang="T10">
                  <a:pos x="T0" y="T1"/>
                </a:cxn>
                <a:cxn ang="T11">
                  <a:pos x="T2" y="T3"/>
                </a:cxn>
                <a:cxn ang="T12">
                  <a:pos x="T4" y="T5"/>
                </a:cxn>
                <a:cxn ang="T13">
                  <a:pos x="T6" y="T7"/>
                </a:cxn>
                <a:cxn ang="T14">
                  <a:pos x="T8" y="T9"/>
                </a:cxn>
              </a:cxnLst>
              <a:rect l="T15" t="T16" r="T17" b="T18"/>
              <a:pathLst>
                <a:path w="98" h="104">
                  <a:moveTo>
                    <a:pt x="98" y="93"/>
                  </a:moveTo>
                  <a:lnTo>
                    <a:pt x="10" y="0"/>
                  </a:lnTo>
                  <a:lnTo>
                    <a:pt x="0" y="11"/>
                  </a:lnTo>
                  <a:lnTo>
                    <a:pt x="83"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31760" name="Freeform 10">
              <a:extLst>
                <a:ext uri="{FF2B5EF4-FFF2-40B4-BE49-F238E27FC236}">
                  <a16:creationId xmlns:a16="http://schemas.microsoft.com/office/drawing/2014/main" id="{EE93945F-25EB-FC9E-8AB1-81AD7AE41D6F}"/>
                </a:ext>
              </a:extLst>
            </p:cNvPr>
            <p:cNvSpPr>
              <a:spLocks/>
            </p:cNvSpPr>
            <p:nvPr/>
          </p:nvSpPr>
          <p:spPr bwMode="auto">
            <a:xfrm>
              <a:off x="4256" y="2674"/>
              <a:ext cx="99" cy="104"/>
            </a:xfrm>
            <a:custGeom>
              <a:avLst/>
              <a:gdLst>
                <a:gd name="T0" fmla="*/ 99 w 99"/>
                <a:gd name="T1" fmla="*/ 93 h 104"/>
                <a:gd name="T2" fmla="*/ 16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6"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61" name="Freeform 11">
              <a:extLst>
                <a:ext uri="{FF2B5EF4-FFF2-40B4-BE49-F238E27FC236}">
                  <a16:creationId xmlns:a16="http://schemas.microsoft.com/office/drawing/2014/main" id="{82D6941F-57D2-DCE0-176A-3A47B0279A93}"/>
                </a:ext>
              </a:extLst>
            </p:cNvPr>
            <p:cNvSpPr>
              <a:spLocks/>
            </p:cNvSpPr>
            <p:nvPr/>
          </p:nvSpPr>
          <p:spPr bwMode="auto">
            <a:xfrm>
              <a:off x="4349" y="2674"/>
              <a:ext cx="99" cy="104"/>
            </a:xfrm>
            <a:custGeom>
              <a:avLst/>
              <a:gdLst>
                <a:gd name="T0" fmla="*/ 99 w 99"/>
                <a:gd name="T1" fmla="*/ 93 h 104"/>
                <a:gd name="T2" fmla="*/ 11 w 99"/>
                <a:gd name="T3" fmla="*/ 0 h 104"/>
                <a:gd name="T4" fmla="*/ 0 w 99"/>
                <a:gd name="T5" fmla="*/ 11 h 104"/>
                <a:gd name="T6" fmla="*/ 83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1" y="0"/>
                  </a:lnTo>
                  <a:lnTo>
                    <a:pt x="0" y="11"/>
                  </a:lnTo>
                  <a:lnTo>
                    <a:pt x="83"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62" name="Freeform 12">
              <a:extLst>
                <a:ext uri="{FF2B5EF4-FFF2-40B4-BE49-F238E27FC236}">
                  <a16:creationId xmlns:a16="http://schemas.microsoft.com/office/drawing/2014/main" id="{8A2B8E93-E3D5-FB1C-CF5D-93C01E4964E5}"/>
                </a:ext>
              </a:extLst>
            </p:cNvPr>
            <p:cNvSpPr>
              <a:spLocks/>
            </p:cNvSpPr>
            <p:nvPr/>
          </p:nvSpPr>
          <p:spPr bwMode="auto">
            <a:xfrm>
              <a:off x="4531" y="2674"/>
              <a:ext cx="98" cy="104"/>
            </a:xfrm>
            <a:custGeom>
              <a:avLst/>
              <a:gdLst>
                <a:gd name="T0" fmla="*/ 98 w 98"/>
                <a:gd name="T1" fmla="*/ 93 h 104"/>
                <a:gd name="T2" fmla="*/ 10 w 98"/>
                <a:gd name="T3" fmla="*/ 0 h 104"/>
                <a:gd name="T4" fmla="*/ 0 w 98"/>
                <a:gd name="T5" fmla="*/ 11 h 104"/>
                <a:gd name="T6" fmla="*/ 83 w 98"/>
                <a:gd name="T7" fmla="*/ 104 h 104"/>
                <a:gd name="T8" fmla="*/ 98 w 98"/>
                <a:gd name="T9" fmla="*/ 93 h 104"/>
                <a:gd name="T10" fmla="*/ 0 60000 65536"/>
                <a:gd name="T11" fmla="*/ 0 60000 65536"/>
                <a:gd name="T12" fmla="*/ 0 60000 65536"/>
                <a:gd name="T13" fmla="*/ 0 60000 65536"/>
                <a:gd name="T14" fmla="*/ 0 60000 65536"/>
                <a:gd name="T15" fmla="*/ 0 w 98"/>
                <a:gd name="T16" fmla="*/ 0 h 104"/>
                <a:gd name="T17" fmla="*/ 98 w 98"/>
                <a:gd name="T18" fmla="*/ 104 h 104"/>
              </a:gdLst>
              <a:ahLst/>
              <a:cxnLst>
                <a:cxn ang="T10">
                  <a:pos x="T0" y="T1"/>
                </a:cxn>
                <a:cxn ang="T11">
                  <a:pos x="T2" y="T3"/>
                </a:cxn>
                <a:cxn ang="T12">
                  <a:pos x="T4" y="T5"/>
                </a:cxn>
                <a:cxn ang="T13">
                  <a:pos x="T6" y="T7"/>
                </a:cxn>
                <a:cxn ang="T14">
                  <a:pos x="T8" y="T9"/>
                </a:cxn>
              </a:cxnLst>
              <a:rect l="T15" t="T16" r="T17" b="T18"/>
              <a:pathLst>
                <a:path w="98" h="104">
                  <a:moveTo>
                    <a:pt x="98" y="93"/>
                  </a:moveTo>
                  <a:lnTo>
                    <a:pt x="10" y="0"/>
                  </a:lnTo>
                  <a:lnTo>
                    <a:pt x="0" y="11"/>
                  </a:lnTo>
                  <a:lnTo>
                    <a:pt x="83"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31763" name="Freeform 13">
              <a:extLst>
                <a:ext uri="{FF2B5EF4-FFF2-40B4-BE49-F238E27FC236}">
                  <a16:creationId xmlns:a16="http://schemas.microsoft.com/office/drawing/2014/main" id="{58CDAA71-FE01-0951-9C19-B68318F4A817}"/>
                </a:ext>
              </a:extLst>
            </p:cNvPr>
            <p:cNvSpPr>
              <a:spLocks/>
            </p:cNvSpPr>
            <p:nvPr/>
          </p:nvSpPr>
          <p:spPr bwMode="auto">
            <a:xfrm>
              <a:off x="4619" y="2674"/>
              <a:ext cx="99" cy="104"/>
            </a:xfrm>
            <a:custGeom>
              <a:avLst/>
              <a:gdLst>
                <a:gd name="T0" fmla="*/ 99 w 99"/>
                <a:gd name="T1" fmla="*/ 93 h 104"/>
                <a:gd name="T2" fmla="*/ 16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6"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64" name="Freeform 14">
              <a:extLst>
                <a:ext uri="{FF2B5EF4-FFF2-40B4-BE49-F238E27FC236}">
                  <a16:creationId xmlns:a16="http://schemas.microsoft.com/office/drawing/2014/main" id="{5A47D031-F445-FFD1-144A-71B31F844AD7}"/>
                </a:ext>
              </a:extLst>
            </p:cNvPr>
            <p:cNvSpPr>
              <a:spLocks/>
            </p:cNvSpPr>
            <p:nvPr/>
          </p:nvSpPr>
          <p:spPr bwMode="auto">
            <a:xfrm>
              <a:off x="4437" y="2674"/>
              <a:ext cx="99" cy="104"/>
            </a:xfrm>
            <a:custGeom>
              <a:avLst/>
              <a:gdLst>
                <a:gd name="T0" fmla="*/ 99 w 99"/>
                <a:gd name="T1" fmla="*/ 93 h 104"/>
                <a:gd name="T2" fmla="*/ 16 w 99"/>
                <a:gd name="T3" fmla="*/ 0 h 104"/>
                <a:gd name="T4" fmla="*/ 0 w 99"/>
                <a:gd name="T5" fmla="*/ 11 h 104"/>
                <a:gd name="T6" fmla="*/ 89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6" y="0"/>
                  </a:lnTo>
                  <a:lnTo>
                    <a:pt x="0" y="11"/>
                  </a:lnTo>
                  <a:lnTo>
                    <a:pt x="89"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65" name="Freeform 15">
              <a:extLst>
                <a:ext uri="{FF2B5EF4-FFF2-40B4-BE49-F238E27FC236}">
                  <a16:creationId xmlns:a16="http://schemas.microsoft.com/office/drawing/2014/main" id="{721A71DD-2B0D-9569-5097-E3EA9DCC6DA7}"/>
                </a:ext>
              </a:extLst>
            </p:cNvPr>
            <p:cNvSpPr>
              <a:spLocks/>
            </p:cNvSpPr>
            <p:nvPr/>
          </p:nvSpPr>
          <p:spPr bwMode="auto">
            <a:xfrm>
              <a:off x="4577" y="2674"/>
              <a:ext cx="94" cy="104"/>
            </a:xfrm>
            <a:custGeom>
              <a:avLst/>
              <a:gdLst>
                <a:gd name="T0" fmla="*/ 94 w 94"/>
                <a:gd name="T1" fmla="*/ 93 h 104"/>
                <a:gd name="T2" fmla="*/ 11 w 94"/>
                <a:gd name="T3" fmla="*/ 0 h 104"/>
                <a:gd name="T4" fmla="*/ 0 w 94"/>
                <a:gd name="T5" fmla="*/ 11 h 104"/>
                <a:gd name="T6" fmla="*/ 83 w 94"/>
                <a:gd name="T7" fmla="*/ 104 h 104"/>
                <a:gd name="T8" fmla="*/ 94 w 94"/>
                <a:gd name="T9" fmla="*/ 93 h 104"/>
                <a:gd name="T10" fmla="*/ 0 60000 65536"/>
                <a:gd name="T11" fmla="*/ 0 60000 65536"/>
                <a:gd name="T12" fmla="*/ 0 60000 65536"/>
                <a:gd name="T13" fmla="*/ 0 60000 65536"/>
                <a:gd name="T14" fmla="*/ 0 60000 65536"/>
                <a:gd name="T15" fmla="*/ 0 w 94"/>
                <a:gd name="T16" fmla="*/ 0 h 104"/>
                <a:gd name="T17" fmla="*/ 94 w 94"/>
                <a:gd name="T18" fmla="*/ 104 h 104"/>
              </a:gdLst>
              <a:ahLst/>
              <a:cxnLst>
                <a:cxn ang="T10">
                  <a:pos x="T0" y="T1"/>
                </a:cxn>
                <a:cxn ang="T11">
                  <a:pos x="T2" y="T3"/>
                </a:cxn>
                <a:cxn ang="T12">
                  <a:pos x="T4" y="T5"/>
                </a:cxn>
                <a:cxn ang="T13">
                  <a:pos x="T6" y="T7"/>
                </a:cxn>
                <a:cxn ang="T14">
                  <a:pos x="T8" y="T9"/>
                </a:cxn>
              </a:cxnLst>
              <a:rect l="T15" t="T16" r="T17" b="T18"/>
              <a:pathLst>
                <a:path w="94" h="104">
                  <a:moveTo>
                    <a:pt x="94" y="93"/>
                  </a:moveTo>
                  <a:lnTo>
                    <a:pt x="11" y="0"/>
                  </a:lnTo>
                  <a:lnTo>
                    <a:pt x="0" y="11"/>
                  </a:lnTo>
                  <a:lnTo>
                    <a:pt x="83" y="104"/>
                  </a:lnTo>
                  <a:lnTo>
                    <a:pt x="94" y="93"/>
                  </a:lnTo>
                  <a:close/>
                </a:path>
              </a:pathLst>
            </a:custGeom>
            <a:solidFill>
              <a:schemeClr val="accent2"/>
            </a:solidFill>
            <a:ln w="9525">
              <a:solidFill>
                <a:srgbClr val="CCCC00"/>
              </a:solidFill>
              <a:round/>
              <a:headEnd/>
              <a:tailEnd/>
            </a:ln>
          </p:spPr>
          <p:txBody>
            <a:bodyPr/>
            <a:lstStyle/>
            <a:p>
              <a:endParaRPr lang="zh-CN" altLang="en-US"/>
            </a:p>
          </p:txBody>
        </p:sp>
        <p:sp>
          <p:nvSpPr>
            <p:cNvPr id="31766" name="Freeform 16">
              <a:extLst>
                <a:ext uri="{FF2B5EF4-FFF2-40B4-BE49-F238E27FC236}">
                  <a16:creationId xmlns:a16="http://schemas.microsoft.com/office/drawing/2014/main" id="{00F5DAC7-DFE3-FBED-A71D-8D408412AA00}"/>
                </a:ext>
              </a:extLst>
            </p:cNvPr>
            <p:cNvSpPr>
              <a:spLocks/>
            </p:cNvSpPr>
            <p:nvPr/>
          </p:nvSpPr>
          <p:spPr bwMode="auto">
            <a:xfrm>
              <a:off x="4666" y="2674"/>
              <a:ext cx="98" cy="104"/>
            </a:xfrm>
            <a:custGeom>
              <a:avLst/>
              <a:gdLst>
                <a:gd name="T0" fmla="*/ 98 w 98"/>
                <a:gd name="T1" fmla="*/ 93 h 104"/>
                <a:gd name="T2" fmla="*/ 10 w 98"/>
                <a:gd name="T3" fmla="*/ 0 h 104"/>
                <a:gd name="T4" fmla="*/ 0 w 98"/>
                <a:gd name="T5" fmla="*/ 11 h 104"/>
                <a:gd name="T6" fmla="*/ 88 w 98"/>
                <a:gd name="T7" fmla="*/ 104 h 104"/>
                <a:gd name="T8" fmla="*/ 98 w 98"/>
                <a:gd name="T9" fmla="*/ 93 h 104"/>
                <a:gd name="T10" fmla="*/ 0 60000 65536"/>
                <a:gd name="T11" fmla="*/ 0 60000 65536"/>
                <a:gd name="T12" fmla="*/ 0 60000 65536"/>
                <a:gd name="T13" fmla="*/ 0 60000 65536"/>
                <a:gd name="T14" fmla="*/ 0 60000 65536"/>
                <a:gd name="T15" fmla="*/ 0 w 98"/>
                <a:gd name="T16" fmla="*/ 0 h 104"/>
                <a:gd name="T17" fmla="*/ 98 w 98"/>
                <a:gd name="T18" fmla="*/ 104 h 104"/>
              </a:gdLst>
              <a:ahLst/>
              <a:cxnLst>
                <a:cxn ang="T10">
                  <a:pos x="T0" y="T1"/>
                </a:cxn>
                <a:cxn ang="T11">
                  <a:pos x="T2" y="T3"/>
                </a:cxn>
                <a:cxn ang="T12">
                  <a:pos x="T4" y="T5"/>
                </a:cxn>
                <a:cxn ang="T13">
                  <a:pos x="T6" y="T7"/>
                </a:cxn>
                <a:cxn ang="T14">
                  <a:pos x="T8" y="T9"/>
                </a:cxn>
              </a:cxnLst>
              <a:rect l="T15" t="T16" r="T17" b="T18"/>
              <a:pathLst>
                <a:path w="98" h="104">
                  <a:moveTo>
                    <a:pt x="98" y="93"/>
                  </a:moveTo>
                  <a:lnTo>
                    <a:pt x="10" y="0"/>
                  </a:lnTo>
                  <a:lnTo>
                    <a:pt x="0" y="11"/>
                  </a:lnTo>
                  <a:lnTo>
                    <a:pt x="88"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31767" name="Freeform 17">
              <a:extLst>
                <a:ext uri="{FF2B5EF4-FFF2-40B4-BE49-F238E27FC236}">
                  <a16:creationId xmlns:a16="http://schemas.microsoft.com/office/drawing/2014/main" id="{C119ED27-E57A-191B-38FE-9D8C23AB2014}"/>
                </a:ext>
              </a:extLst>
            </p:cNvPr>
            <p:cNvSpPr>
              <a:spLocks/>
            </p:cNvSpPr>
            <p:nvPr/>
          </p:nvSpPr>
          <p:spPr bwMode="auto">
            <a:xfrm>
              <a:off x="4712" y="2674"/>
              <a:ext cx="99" cy="104"/>
            </a:xfrm>
            <a:custGeom>
              <a:avLst/>
              <a:gdLst>
                <a:gd name="T0" fmla="*/ 99 w 99"/>
                <a:gd name="T1" fmla="*/ 93 h 104"/>
                <a:gd name="T2" fmla="*/ 11 w 99"/>
                <a:gd name="T3" fmla="*/ 0 h 104"/>
                <a:gd name="T4" fmla="*/ 0 w 99"/>
                <a:gd name="T5" fmla="*/ 11 h 104"/>
                <a:gd name="T6" fmla="*/ 83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1" y="0"/>
                  </a:lnTo>
                  <a:lnTo>
                    <a:pt x="0" y="11"/>
                  </a:lnTo>
                  <a:lnTo>
                    <a:pt x="83"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68" name="Freeform 18">
              <a:extLst>
                <a:ext uri="{FF2B5EF4-FFF2-40B4-BE49-F238E27FC236}">
                  <a16:creationId xmlns:a16="http://schemas.microsoft.com/office/drawing/2014/main" id="{D7A37981-B361-88D6-0FD5-A81A5F4FFC82}"/>
                </a:ext>
              </a:extLst>
            </p:cNvPr>
            <p:cNvSpPr>
              <a:spLocks/>
            </p:cNvSpPr>
            <p:nvPr/>
          </p:nvSpPr>
          <p:spPr bwMode="auto">
            <a:xfrm>
              <a:off x="4759" y="2674"/>
              <a:ext cx="93" cy="104"/>
            </a:xfrm>
            <a:custGeom>
              <a:avLst/>
              <a:gdLst>
                <a:gd name="T0" fmla="*/ 93 w 93"/>
                <a:gd name="T1" fmla="*/ 93 h 104"/>
                <a:gd name="T2" fmla="*/ 10 w 93"/>
                <a:gd name="T3" fmla="*/ 0 h 104"/>
                <a:gd name="T4" fmla="*/ 0 w 93"/>
                <a:gd name="T5" fmla="*/ 11 h 104"/>
                <a:gd name="T6" fmla="*/ 83 w 93"/>
                <a:gd name="T7" fmla="*/ 104 h 104"/>
                <a:gd name="T8" fmla="*/ 93 w 93"/>
                <a:gd name="T9" fmla="*/ 93 h 104"/>
                <a:gd name="T10" fmla="*/ 0 60000 65536"/>
                <a:gd name="T11" fmla="*/ 0 60000 65536"/>
                <a:gd name="T12" fmla="*/ 0 60000 65536"/>
                <a:gd name="T13" fmla="*/ 0 60000 65536"/>
                <a:gd name="T14" fmla="*/ 0 60000 65536"/>
                <a:gd name="T15" fmla="*/ 0 w 93"/>
                <a:gd name="T16" fmla="*/ 0 h 104"/>
                <a:gd name="T17" fmla="*/ 93 w 93"/>
                <a:gd name="T18" fmla="*/ 104 h 104"/>
              </a:gdLst>
              <a:ahLst/>
              <a:cxnLst>
                <a:cxn ang="T10">
                  <a:pos x="T0" y="T1"/>
                </a:cxn>
                <a:cxn ang="T11">
                  <a:pos x="T2" y="T3"/>
                </a:cxn>
                <a:cxn ang="T12">
                  <a:pos x="T4" y="T5"/>
                </a:cxn>
                <a:cxn ang="T13">
                  <a:pos x="T6" y="T7"/>
                </a:cxn>
                <a:cxn ang="T14">
                  <a:pos x="T8" y="T9"/>
                </a:cxn>
              </a:cxnLst>
              <a:rect l="T15" t="T16" r="T17" b="T18"/>
              <a:pathLst>
                <a:path w="93" h="104">
                  <a:moveTo>
                    <a:pt x="93" y="93"/>
                  </a:moveTo>
                  <a:lnTo>
                    <a:pt x="10" y="0"/>
                  </a:lnTo>
                  <a:lnTo>
                    <a:pt x="0" y="11"/>
                  </a:lnTo>
                  <a:lnTo>
                    <a:pt x="83"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31769" name="Freeform 19">
              <a:extLst>
                <a:ext uri="{FF2B5EF4-FFF2-40B4-BE49-F238E27FC236}">
                  <a16:creationId xmlns:a16="http://schemas.microsoft.com/office/drawing/2014/main" id="{352A1E75-3BB7-BFE4-AAC1-69A0FA5A560F}"/>
                </a:ext>
              </a:extLst>
            </p:cNvPr>
            <p:cNvSpPr>
              <a:spLocks/>
            </p:cNvSpPr>
            <p:nvPr/>
          </p:nvSpPr>
          <p:spPr bwMode="auto">
            <a:xfrm>
              <a:off x="4215" y="2674"/>
              <a:ext cx="93" cy="104"/>
            </a:xfrm>
            <a:custGeom>
              <a:avLst/>
              <a:gdLst>
                <a:gd name="T0" fmla="*/ 93 w 93"/>
                <a:gd name="T1" fmla="*/ 93 h 104"/>
                <a:gd name="T2" fmla="*/ 10 w 93"/>
                <a:gd name="T3" fmla="*/ 0 h 104"/>
                <a:gd name="T4" fmla="*/ 0 w 93"/>
                <a:gd name="T5" fmla="*/ 11 h 104"/>
                <a:gd name="T6" fmla="*/ 82 w 93"/>
                <a:gd name="T7" fmla="*/ 104 h 104"/>
                <a:gd name="T8" fmla="*/ 93 w 93"/>
                <a:gd name="T9" fmla="*/ 93 h 104"/>
                <a:gd name="T10" fmla="*/ 0 60000 65536"/>
                <a:gd name="T11" fmla="*/ 0 60000 65536"/>
                <a:gd name="T12" fmla="*/ 0 60000 65536"/>
                <a:gd name="T13" fmla="*/ 0 60000 65536"/>
                <a:gd name="T14" fmla="*/ 0 60000 65536"/>
                <a:gd name="T15" fmla="*/ 0 w 93"/>
                <a:gd name="T16" fmla="*/ 0 h 104"/>
                <a:gd name="T17" fmla="*/ 93 w 93"/>
                <a:gd name="T18" fmla="*/ 104 h 104"/>
              </a:gdLst>
              <a:ahLst/>
              <a:cxnLst>
                <a:cxn ang="T10">
                  <a:pos x="T0" y="T1"/>
                </a:cxn>
                <a:cxn ang="T11">
                  <a:pos x="T2" y="T3"/>
                </a:cxn>
                <a:cxn ang="T12">
                  <a:pos x="T4" y="T5"/>
                </a:cxn>
                <a:cxn ang="T13">
                  <a:pos x="T6" y="T7"/>
                </a:cxn>
                <a:cxn ang="T14">
                  <a:pos x="T8" y="T9"/>
                </a:cxn>
              </a:cxnLst>
              <a:rect l="T15" t="T16" r="T17" b="T18"/>
              <a:pathLst>
                <a:path w="93" h="104">
                  <a:moveTo>
                    <a:pt x="93" y="93"/>
                  </a:moveTo>
                  <a:lnTo>
                    <a:pt x="10" y="0"/>
                  </a:lnTo>
                  <a:lnTo>
                    <a:pt x="0" y="11"/>
                  </a:lnTo>
                  <a:lnTo>
                    <a:pt x="82"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31770" name="Freeform 20">
              <a:extLst>
                <a:ext uri="{FF2B5EF4-FFF2-40B4-BE49-F238E27FC236}">
                  <a16:creationId xmlns:a16="http://schemas.microsoft.com/office/drawing/2014/main" id="{990D3114-3BC9-E8A5-897D-7EE4DC1C93B4}"/>
                </a:ext>
              </a:extLst>
            </p:cNvPr>
            <p:cNvSpPr>
              <a:spLocks/>
            </p:cNvSpPr>
            <p:nvPr/>
          </p:nvSpPr>
          <p:spPr bwMode="auto">
            <a:xfrm>
              <a:off x="4303" y="2674"/>
              <a:ext cx="98" cy="104"/>
            </a:xfrm>
            <a:custGeom>
              <a:avLst/>
              <a:gdLst>
                <a:gd name="T0" fmla="*/ 98 w 98"/>
                <a:gd name="T1" fmla="*/ 93 h 104"/>
                <a:gd name="T2" fmla="*/ 10 w 98"/>
                <a:gd name="T3" fmla="*/ 0 h 104"/>
                <a:gd name="T4" fmla="*/ 0 w 98"/>
                <a:gd name="T5" fmla="*/ 11 h 104"/>
                <a:gd name="T6" fmla="*/ 88 w 98"/>
                <a:gd name="T7" fmla="*/ 104 h 104"/>
                <a:gd name="T8" fmla="*/ 98 w 98"/>
                <a:gd name="T9" fmla="*/ 93 h 104"/>
                <a:gd name="T10" fmla="*/ 0 60000 65536"/>
                <a:gd name="T11" fmla="*/ 0 60000 65536"/>
                <a:gd name="T12" fmla="*/ 0 60000 65536"/>
                <a:gd name="T13" fmla="*/ 0 60000 65536"/>
                <a:gd name="T14" fmla="*/ 0 60000 65536"/>
                <a:gd name="T15" fmla="*/ 0 w 98"/>
                <a:gd name="T16" fmla="*/ 0 h 104"/>
                <a:gd name="T17" fmla="*/ 98 w 98"/>
                <a:gd name="T18" fmla="*/ 104 h 104"/>
              </a:gdLst>
              <a:ahLst/>
              <a:cxnLst>
                <a:cxn ang="T10">
                  <a:pos x="T0" y="T1"/>
                </a:cxn>
                <a:cxn ang="T11">
                  <a:pos x="T2" y="T3"/>
                </a:cxn>
                <a:cxn ang="T12">
                  <a:pos x="T4" y="T5"/>
                </a:cxn>
                <a:cxn ang="T13">
                  <a:pos x="T6" y="T7"/>
                </a:cxn>
                <a:cxn ang="T14">
                  <a:pos x="T8" y="T9"/>
                </a:cxn>
              </a:cxnLst>
              <a:rect l="T15" t="T16" r="T17" b="T18"/>
              <a:pathLst>
                <a:path w="98" h="104">
                  <a:moveTo>
                    <a:pt x="98" y="93"/>
                  </a:moveTo>
                  <a:lnTo>
                    <a:pt x="10" y="0"/>
                  </a:lnTo>
                  <a:lnTo>
                    <a:pt x="0" y="11"/>
                  </a:lnTo>
                  <a:lnTo>
                    <a:pt x="88"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31771" name="Freeform 21">
              <a:extLst>
                <a:ext uri="{FF2B5EF4-FFF2-40B4-BE49-F238E27FC236}">
                  <a16:creationId xmlns:a16="http://schemas.microsoft.com/office/drawing/2014/main" id="{96FA129E-0635-FFF6-B402-F07042A2A392}"/>
                </a:ext>
              </a:extLst>
            </p:cNvPr>
            <p:cNvSpPr>
              <a:spLocks/>
            </p:cNvSpPr>
            <p:nvPr/>
          </p:nvSpPr>
          <p:spPr bwMode="auto">
            <a:xfrm>
              <a:off x="4484" y="2674"/>
              <a:ext cx="99" cy="104"/>
            </a:xfrm>
            <a:custGeom>
              <a:avLst/>
              <a:gdLst>
                <a:gd name="T0" fmla="*/ 99 w 99"/>
                <a:gd name="T1" fmla="*/ 93 h 104"/>
                <a:gd name="T2" fmla="*/ 11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1"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72" name="Freeform 22">
              <a:extLst>
                <a:ext uri="{FF2B5EF4-FFF2-40B4-BE49-F238E27FC236}">
                  <a16:creationId xmlns:a16="http://schemas.microsoft.com/office/drawing/2014/main" id="{0C39FF36-2076-24F9-946C-FFD3529BC2B8}"/>
                </a:ext>
              </a:extLst>
            </p:cNvPr>
            <p:cNvSpPr>
              <a:spLocks/>
            </p:cNvSpPr>
            <p:nvPr/>
          </p:nvSpPr>
          <p:spPr bwMode="auto">
            <a:xfrm>
              <a:off x="4396" y="2674"/>
              <a:ext cx="93" cy="104"/>
            </a:xfrm>
            <a:custGeom>
              <a:avLst/>
              <a:gdLst>
                <a:gd name="T0" fmla="*/ 93 w 93"/>
                <a:gd name="T1" fmla="*/ 93 h 104"/>
                <a:gd name="T2" fmla="*/ 10 w 93"/>
                <a:gd name="T3" fmla="*/ 0 h 104"/>
                <a:gd name="T4" fmla="*/ 0 w 93"/>
                <a:gd name="T5" fmla="*/ 11 h 104"/>
                <a:gd name="T6" fmla="*/ 83 w 93"/>
                <a:gd name="T7" fmla="*/ 104 h 104"/>
                <a:gd name="T8" fmla="*/ 93 w 93"/>
                <a:gd name="T9" fmla="*/ 93 h 104"/>
                <a:gd name="T10" fmla="*/ 0 60000 65536"/>
                <a:gd name="T11" fmla="*/ 0 60000 65536"/>
                <a:gd name="T12" fmla="*/ 0 60000 65536"/>
                <a:gd name="T13" fmla="*/ 0 60000 65536"/>
                <a:gd name="T14" fmla="*/ 0 60000 65536"/>
                <a:gd name="T15" fmla="*/ 0 w 93"/>
                <a:gd name="T16" fmla="*/ 0 h 104"/>
                <a:gd name="T17" fmla="*/ 93 w 93"/>
                <a:gd name="T18" fmla="*/ 104 h 104"/>
              </a:gdLst>
              <a:ahLst/>
              <a:cxnLst>
                <a:cxn ang="T10">
                  <a:pos x="T0" y="T1"/>
                </a:cxn>
                <a:cxn ang="T11">
                  <a:pos x="T2" y="T3"/>
                </a:cxn>
                <a:cxn ang="T12">
                  <a:pos x="T4" y="T5"/>
                </a:cxn>
                <a:cxn ang="T13">
                  <a:pos x="T6" y="T7"/>
                </a:cxn>
                <a:cxn ang="T14">
                  <a:pos x="T8" y="T9"/>
                </a:cxn>
              </a:cxnLst>
              <a:rect l="T15" t="T16" r="T17" b="T18"/>
              <a:pathLst>
                <a:path w="93" h="104">
                  <a:moveTo>
                    <a:pt x="93" y="93"/>
                  </a:moveTo>
                  <a:lnTo>
                    <a:pt x="10" y="0"/>
                  </a:lnTo>
                  <a:lnTo>
                    <a:pt x="0" y="11"/>
                  </a:lnTo>
                  <a:lnTo>
                    <a:pt x="83"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31773" name="Freeform 23">
              <a:extLst>
                <a:ext uri="{FF2B5EF4-FFF2-40B4-BE49-F238E27FC236}">
                  <a16:creationId xmlns:a16="http://schemas.microsoft.com/office/drawing/2014/main" id="{73B43C20-675C-C01D-B413-23A56DBD4285}"/>
                </a:ext>
              </a:extLst>
            </p:cNvPr>
            <p:cNvSpPr>
              <a:spLocks/>
            </p:cNvSpPr>
            <p:nvPr/>
          </p:nvSpPr>
          <p:spPr bwMode="auto">
            <a:xfrm>
              <a:off x="3940" y="2674"/>
              <a:ext cx="98" cy="104"/>
            </a:xfrm>
            <a:custGeom>
              <a:avLst/>
              <a:gdLst>
                <a:gd name="T0" fmla="*/ 98 w 98"/>
                <a:gd name="T1" fmla="*/ 93 h 104"/>
                <a:gd name="T2" fmla="*/ 15 w 98"/>
                <a:gd name="T3" fmla="*/ 0 h 104"/>
                <a:gd name="T4" fmla="*/ 0 w 98"/>
                <a:gd name="T5" fmla="*/ 11 h 104"/>
                <a:gd name="T6" fmla="*/ 88 w 98"/>
                <a:gd name="T7" fmla="*/ 104 h 104"/>
                <a:gd name="T8" fmla="*/ 98 w 98"/>
                <a:gd name="T9" fmla="*/ 93 h 104"/>
                <a:gd name="T10" fmla="*/ 0 60000 65536"/>
                <a:gd name="T11" fmla="*/ 0 60000 65536"/>
                <a:gd name="T12" fmla="*/ 0 60000 65536"/>
                <a:gd name="T13" fmla="*/ 0 60000 65536"/>
                <a:gd name="T14" fmla="*/ 0 60000 65536"/>
                <a:gd name="T15" fmla="*/ 0 w 98"/>
                <a:gd name="T16" fmla="*/ 0 h 104"/>
                <a:gd name="T17" fmla="*/ 98 w 98"/>
                <a:gd name="T18" fmla="*/ 104 h 104"/>
              </a:gdLst>
              <a:ahLst/>
              <a:cxnLst>
                <a:cxn ang="T10">
                  <a:pos x="T0" y="T1"/>
                </a:cxn>
                <a:cxn ang="T11">
                  <a:pos x="T2" y="T3"/>
                </a:cxn>
                <a:cxn ang="T12">
                  <a:pos x="T4" y="T5"/>
                </a:cxn>
                <a:cxn ang="T13">
                  <a:pos x="T6" y="T7"/>
                </a:cxn>
                <a:cxn ang="T14">
                  <a:pos x="T8" y="T9"/>
                </a:cxn>
              </a:cxnLst>
              <a:rect l="T15" t="T16" r="T17" b="T18"/>
              <a:pathLst>
                <a:path w="98" h="104">
                  <a:moveTo>
                    <a:pt x="98" y="93"/>
                  </a:moveTo>
                  <a:lnTo>
                    <a:pt x="15" y="0"/>
                  </a:lnTo>
                  <a:lnTo>
                    <a:pt x="0" y="11"/>
                  </a:lnTo>
                  <a:lnTo>
                    <a:pt x="88"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31774" name="Freeform 24">
              <a:extLst>
                <a:ext uri="{FF2B5EF4-FFF2-40B4-BE49-F238E27FC236}">
                  <a16:creationId xmlns:a16="http://schemas.microsoft.com/office/drawing/2014/main" id="{02907FC3-DC80-B5DE-37EE-BB9DB96B1DD8}"/>
                </a:ext>
              </a:extLst>
            </p:cNvPr>
            <p:cNvSpPr>
              <a:spLocks/>
            </p:cNvSpPr>
            <p:nvPr/>
          </p:nvSpPr>
          <p:spPr bwMode="auto">
            <a:xfrm>
              <a:off x="3986" y="2674"/>
              <a:ext cx="99" cy="104"/>
            </a:xfrm>
            <a:custGeom>
              <a:avLst/>
              <a:gdLst>
                <a:gd name="T0" fmla="*/ 99 w 99"/>
                <a:gd name="T1" fmla="*/ 93 h 104"/>
                <a:gd name="T2" fmla="*/ 11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1"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75" name="Freeform 25">
              <a:extLst>
                <a:ext uri="{FF2B5EF4-FFF2-40B4-BE49-F238E27FC236}">
                  <a16:creationId xmlns:a16="http://schemas.microsoft.com/office/drawing/2014/main" id="{E10BA7C8-B76F-31F8-F909-41C6D6D22A74}"/>
                </a:ext>
              </a:extLst>
            </p:cNvPr>
            <p:cNvSpPr>
              <a:spLocks/>
            </p:cNvSpPr>
            <p:nvPr/>
          </p:nvSpPr>
          <p:spPr bwMode="auto">
            <a:xfrm>
              <a:off x="4033" y="2674"/>
              <a:ext cx="99" cy="104"/>
            </a:xfrm>
            <a:custGeom>
              <a:avLst/>
              <a:gdLst>
                <a:gd name="T0" fmla="*/ 99 w 99"/>
                <a:gd name="T1" fmla="*/ 93 h 104"/>
                <a:gd name="T2" fmla="*/ 10 w 99"/>
                <a:gd name="T3" fmla="*/ 0 h 104"/>
                <a:gd name="T4" fmla="*/ 0 w 99"/>
                <a:gd name="T5" fmla="*/ 11 h 104"/>
                <a:gd name="T6" fmla="*/ 83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0" y="0"/>
                  </a:lnTo>
                  <a:lnTo>
                    <a:pt x="0" y="11"/>
                  </a:lnTo>
                  <a:lnTo>
                    <a:pt x="83"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76" name="Freeform 26">
              <a:extLst>
                <a:ext uri="{FF2B5EF4-FFF2-40B4-BE49-F238E27FC236}">
                  <a16:creationId xmlns:a16="http://schemas.microsoft.com/office/drawing/2014/main" id="{01EC5002-27BB-F58D-0213-E498174CE744}"/>
                </a:ext>
              </a:extLst>
            </p:cNvPr>
            <p:cNvSpPr>
              <a:spLocks/>
            </p:cNvSpPr>
            <p:nvPr/>
          </p:nvSpPr>
          <p:spPr bwMode="auto">
            <a:xfrm>
              <a:off x="4080" y="2674"/>
              <a:ext cx="93" cy="104"/>
            </a:xfrm>
            <a:custGeom>
              <a:avLst/>
              <a:gdLst>
                <a:gd name="T0" fmla="*/ 93 w 93"/>
                <a:gd name="T1" fmla="*/ 93 h 104"/>
                <a:gd name="T2" fmla="*/ 10 w 93"/>
                <a:gd name="T3" fmla="*/ 0 h 104"/>
                <a:gd name="T4" fmla="*/ 0 w 93"/>
                <a:gd name="T5" fmla="*/ 11 h 104"/>
                <a:gd name="T6" fmla="*/ 83 w 93"/>
                <a:gd name="T7" fmla="*/ 104 h 104"/>
                <a:gd name="T8" fmla="*/ 93 w 93"/>
                <a:gd name="T9" fmla="*/ 93 h 104"/>
                <a:gd name="T10" fmla="*/ 0 60000 65536"/>
                <a:gd name="T11" fmla="*/ 0 60000 65536"/>
                <a:gd name="T12" fmla="*/ 0 60000 65536"/>
                <a:gd name="T13" fmla="*/ 0 60000 65536"/>
                <a:gd name="T14" fmla="*/ 0 60000 65536"/>
                <a:gd name="T15" fmla="*/ 0 w 93"/>
                <a:gd name="T16" fmla="*/ 0 h 104"/>
                <a:gd name="T17" fmla="*/ 93 w 93"/>
                <a:gd name="T18" fmla="*/ 104 h 104"/>
              </a:gdLst>
              <a:ahLst/>
              <a:cxnLst>
                <a:cxn ang="T10">
                  <a:pos x="T0" y="T1"/>
                </a:cxn>
                <a:cxn ang="T11">
                  <a:pos x="T2" y="T3"/>
                </a:cxn>
                <a:cxn ang="T12">
                  <a:pos x="T4" y="T5"/>
                </a:cxn>
                <a:cxn ang="T13">
                  <a:pos x="T6" y="T7"/>
                </a:cxn>
                <a:cxn ang="T14">
                  <a:pos x="T8" y="T9"/>
                </a:cxn>
              </a:cxnLst>
              <a:rect l="T15" t="T16" r="T17" b="T18"/>
              <a:pathLst>
                <a:path w="93" h="104">
                  <a:moveTo>
                    <a:pt x="93" y="93"/>
                  </a:moveTo>
                  <a:lnTo>
                    <a:pt x="10" y="0"/>
                  </a:lnTo>
                  <a:lnTo>
                    <a:pt x="0" y="11"/>
                  </a:lnTo>
                  <a:lnTo>
                    <a:pt x="83"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31777" name="Freeform 27">
              <a:extLst>
                <a:ext uri="{FF2B5EF4-FFF2-40B4-BE49-F238E27FC236}">
                  <a16:creationId xmlns:a16="http://schemas.microsoft.com/office/drawing/2014/main" id="{1F72C2E4-CB13-B3D9-2263-3BE77DAD08AC}"/>
                </a:ext>
              </a:extLst>
            </p:cNvPr>
            <p:cNvSpPr>
              <a:spLocks/>
            </p:cNvSpPr>
            <p:nvPr/>
          </p:nvSpPr>
          <p:spPr bwMode="auto">
            <a:xfrm>
              <a:off x="4121" y="2674"/>
              <a:ext cx="99" cy="104"/>
            </a:xfrm>
            <a:custGeom>
              <a:avLst/>
              <a:gdLst>
                <a:gd name="T0" fmla="*/ 99 w 99"/>
                <a:gd name="T1" fmla="*/ 93 h 104"/>
                <a:gd name="T2" fmla="*/ 11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1"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78" name="Freeform 28">
              <a:extLst>
                <a:ext uri="{FF2B5EF4-FFF2-40B4-BE49-F238E27FC236}">
                  <a16:creationId xmlns:a16="http://schemas.microsoft.com/office/drawing/2014/main" id="{7479ED4A-BA4D-B388-7FA0-002BC7880320}"/>
                </a:ext>
              </a:extLst>
            </p:cNvPr>
            <p:cNvSpPr>
              <a:spLocks/>
            </p:cNvSpPr>
            <p:nvPr/>
          </p:nvSpPr>
          <p:spPr bwMode="auto">
            <a:xfrm>
              <a:off x="5661" y="2674"/>
              <a:ext cx="99" cy="104"/>
            </a:xfrm>
            <a:custGeom>
              <a:avLst/>
              <a:gdLst>
                <a:gd name="T0" fmla="*/ 99 w 99"/>
                <a:gd name="T1" fmla="*/ 93 h 104"/>
                <a:gd name="T2" fmla="*/ 16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 name="T15" fmla="*/ 0 w 99"/>
                <a:gd name="T16" fmla="*/ 0 h 104"/>
                <a:gd name="T17" fmla="*/ 99 w 99"/>
                <a:gd name="T18" fmla="*/ 104 h 104"/>
              </a:gdLst>
              <a:ahLst/>
              <a:cxnLst>
                <a:cxn ang="T10">
                  <a:pos x="T0" y="T1"/>
                </a:cxn>
                <a:cxn ang="T11">
                  <a:pos x="T2" y="T3"/>
                </a:cxn>
                <a:cxn ang="T12">
                  <a:pos x="T4" y="T5"/>
                </a:cxn>
                <a:cxn ang="T13">
                  <a:pos x="T6" y="T7"/>
                </a:cxn>
                <a:cxn ang="T14">
                  <a:pos x="T8" y="T9"/>
                </a:cxn>
              </a:cxnLst>
              <a:rect l="T15" t="T16" r="T17" b="T18"/>
              <a:pathLst>
                <a:path w="99" h="104">
                  <a:moveTo>
                    <a:pt x="99" y="93"/>
                  </a:moveTo>
                  <a:lnTo>
                    <a:pt x="16"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31779" name="Freeform 29">
              <a:extLst>
                <a:ext uri="{FF2B5EF4-FFF2-40B4-BE49-F238E27FC236}">
                  <a16:creationId xmlns:a16="http://schemas.microsoft.com/office/drawing/2014/main" id="{5770C077-C291-0277-1F2F-6DC81A4B4C48}"/>
                </a:ext>
              </a:extLst>
            </p:cNvPr>
            <p:cNvSpPr>
              <a:spLocks/>
            </p:cNvSpPr>
            <p:nvPr/>
          </p:nvSpPr>
          <p:spPr bwMode="auto">
            <a:xfrm>
              <a:off x="4805" y="1968"/>
              <a:ext cx="280" cy="83"/>
            </a:xfrm>
            <a:custGeom>
              <a:avLst/>
              <a:gdLst>
                <a:gd name="T0" fmla="*/ 151 w 280"/>
                <a:gd name="T1" fmla="*/ 0 h 83"/>
                <a:gd name="T2" fmla="*/ 0 w 280"/>
                <a:gd name="T3" fmla="*/ 0 h 83"/>
                <a:gd name="T4" fmla="*/ 0 w 280"/>
                <a:gd name="T5" fmla="*/ 83 h 83"/>
                <a:gd name="T6" fmla="*/ 151 w 280"/>
                <a:gd name="T7" fmla="*/ 83 h 83"/>
                <a:gd name="T8" fmla="*/ 203 w 280"/>
                <a:gd name="T9" fmla="*/ 77 h 83"/>
                <a:gd name="T10" fmla="*/ 244 w 280"/>
                <a:gd name="T11" fmla="*/ 72 h 83"/>
                <a:gd name="T12" fmla="*/ 270 w 280"/>
                <a:gd name="T13" fmla="*/ 57 h 83"/>
                <a:gd name="T14" fmla="*/ 280 w 280"/>
                <a:gd name="T15" fmla="*/ 51 h 83"/>
                <a:gd name="T16" fmla="*/ 280 w 280"/>
                <a:gd name="T17" fmla="*/ 41 h 83"/>
                <a:gd name="T18" fmla="*/ 280 w 280"/>
                <a:gd name="T19" fmla="*/ 36 h 83"/>
                <a:gd name="T20" fmla="*/ 270 w 280"/>
                <a:gd name="T21" fmla="*/ 26 h 83"/>
                <a:gd name="T22" fmla="*/ 244 w 280"/>
                <a:gd name="T23" fmla="*/ 15 h 83"/>
                <a:gd name="T24" fmla="*/ 203 w 280"/>
                <a:gd name="T25" fmla="*/ 5 h 83"/>
                <a:gd name="T26" fmla="*/ 151 w 280"/>
                <a:gd name="T27" fmla="*/ 0 h 83"/>
                <a:gd name="T28" fmla="*/ 151 w 280"/>
                <a:gd name="T29" fmla="*/ 0 h 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0"/>
                <a:gd name="T46" fmla="*/ 0 h 83"/>
                <a:gd name="T47" fmla="*/ 280 w 280"/>
                <a:gd name="T48" fmla="*/ 83 h 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0" h="83">
                  <a:moveTo>
                    <a:pt x="151" y="0"/>
                  </a:moveTo>
                  <a:lnTo>
                    <a:pt x="0" y="0"/>
                  </a:lnTo>
                  <a:lnTo>
                    <a:pt x="0" y="83"/>
                  </a:lnTo>
                  <a:lnTo>
                    <a:pt x="151" y="83"/>
                  </a:lnTo>
                  <a:lnTo>
                    <a:pt x="203" y="77"/>
                  </a:lnTo>
                  <a:lnTo>
                    <a:pt x="244" y="72"/>
                  </a:lnTo>
                  <a:lnTo>
                    <a:pt x="270" y="57"/>
                  </a:lnTo>
                  <a:lnTo>
                    <a:pt x="280" y="51"/>
                  </a:lnTo>
                  <a:lnTo>
                    <a:pt x="280" y="41"/>
                  </a:lnTo>
                  <a:lnTo>
                    <a:pt x="280" y="36"/>
                  </a:lnTo>
                  <a:lnTo>
                    <a:pt x="270" y="26"/>
                  </a:lnTo>
                  <a:lnTo>
                    <a:pt x="244" y="15"/>
                  </a:lnTo>
                  <a:lnTo>
                    <a:pt x="203" y="5"/>
                  </a:lnTo>
                  <a:lnTo>
                    <a:pt x="151"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0" name="Freeform 30">
              <a:extLst>
                <a:ext uri="{FF2B5EF4-FFF2-40B4-BE49-F238E27FC236}">
                  <a16:creationId xmlns:a16="http://schemas.microsoft.com/office/drawing/2014/main" id="{FA8EF7A2-6643-F0A3-89E7-321943EEF950}"/>
                </a:ext>
              </a:extLst>
            </p:cNvPr>
            <p:cNvSpPr>
              <a:spLocks/>
            </p:cNvSpPr>
            <p:nvPr/>
          </p:nvSpPr>
          <p:spPr bwMode="auto">
            <a:xfrm>
              <a:off x="4054" y="1996"/>
              <a:ext cx="1" cy="10"/>
            </a:xfrm>
            <a:custGeom>
              <a:avLst/>
              <a:gdLst>
                <a:gd name="T0" fmla="*/ 0 w 1"/>
                <a:gd name="T1" fmla="*/ 10 h 10"/>
                <a:gd name="T2" fmla="*/ 0 w 1"/>
                <a:gd name="T3" fmla="*/ 10 h 10"/>
                <a:gd name="T4" fmla="*/ 0 w 1"/>
                <a:gd name="T5" fmla="*/ 0 h 10"/>
                <a:gd name="T6" fmla="*/ 0 w 1"/>
                <a:gd name="T7" fmla="*/ 10 h 10"/>
                <a:gd name="T8" fmla="*/ 0 60000 65536"/>
                <a:gd name="T9" fmla="*/ 0 60000 65536"/>
                <a:gd name="T10" fmla="*/ 0 60000 65536"/>
                <a:gd name="T11" fmla="*/ 0 60000 65536"/>
                <a:gd name="T12" fmla="*/ 0 w 1"/>
                <a:gd name="T13" fmla="*/ 0 h 10"/>
                <a:gd name="T14" fmla="*/ 1 w 1"/>
                <a:gd name="T15" fmla="*/ 10 h 10"/>
              </a:gdLst>
              <a:ahLst/>
              <a:cxnLst>
                <a:cxn ang="T8">
                  <a:pos x="T0" y="T1"/>
                </a:cxn>
                <a:cxn ang="T9">
                  <a:pos x="T2" y="T3"/>
                </a:cxn>
                <a:cxn ang="T10">
                  <a:pos x="T4" y="T5"/>
                </a:cxn>
                <a:cxn ang="T11">
                  <a:pos x="T6" y="T7"/>
                </a:cxn>
              </a:cxnLst>
              <a:rect l="T12" t="T13" r="T14" b="T15"/>
              <a:pathLst>
                <a:path w="1" h="10">
                  <a:moveTo>
                    <a:pt x="0" y="10"/>
                  </a:moveTo>
                  <a:lnTo>
                    <a:pt x="0" y="10"/>
                  </a:lnTo>
                  <a:lnTo>
                    <a:pt x="0"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1" name="Freeform 31">
              <a:extLst>
                <a:ext uri="{FF2B5EF4-FFF2-40B4-BE49-F238E27FC236}">
                  <a16:creationId xmlns:a16="http://schemas.microsoft.com/office/drawing/2014/main" id="{604A7A0F-3D35-1E48-0B98-B44D0454F57E}"/>
                </a:ext>
              </a:extLst>
            </p:cNvPr>
            <p:cNvSpPr>
              <a:spLocks/>
            </p:cNvSpPr>
            <p:nvPr/>
          </p:nvSpPr>
          <p:spPr bwMode="auto">
            <a:xfrm>
              <a:off x="4047" y="1498"/>
              <a:ext cx="291" cy="1181"/>
            </a:xfrm>
            <a:custGeom>
              <a:avLst/>
              <a:gdLst>
                <a:gd name="T0" fmla="*/ 0 w 291"/>
                <a:gd name="T1" fmla="*/ 1181 h 1181"/>
                <a:gd name="T2" fmla="*/ 0 w 291"/>
                <a:gd name="T3" fmla="*/ 0 h 1181"/>
                <a:gd name="T4" fmla="*/ 291 w 291"/>
                <a:gd name="T5" fmla="*/ 0 h 1181"/>
                <a:gd name="T6" fmla="*/ 291 w 291"/>
                <a:gd name="T7" fmla="*/ 1181 h 1181"/>
                <a:gd name="T8" fmla="*/ 0 w 291"/>
                <a:gd name="T9" fmla="*/ 1181 h 1181"/>
                <a:gd name="T10" fmla="*/ 0 w 291"/>
                <a:gd name="T11" fmla="*/ 1181 h 1181"/>
                <a:gd name="T12" fmla="*/ 0 60000 65536"/>
                <a:gd name="T13" fmla="*/ 0 60000 65536"/>
                <a:gd name="T14" fmla="*/ 0 60000 65536"/>
                <a:gd name="T15" fmla="*/ 0 60000 65536"/>
                <a:gd name="T16" fmla="*/ 0 60000 65536"/>
                <a:gd name="T17" fmla="*/ 0 60000 65536"/>
                <a:gd name="T18" fmla="*/ 0 w 291"/>
                <a:gd name="T19" fmla="*/ 0 h 1181"/>
                <a:gd name="T20" fmla="*/ 291 w 291"/>
                <a:gd name="T21" fmla="*/ 1181 h 1181"/>
              </a:gdLst>
              <a:ahLst/>
              <a:cxnLst>
                <a:cxn ang="T12">
                  <a:pos x="T0" y="T1"/>
                </a:cxn>
                <a:cxn ang="T13">
                  <a:pos x="T2" y="T3"/>
                </a:cxn>
                <a:cxn ang="T14">
                  <a:pos x="T4" y="T5"/>
                </a:cxn>
                <a:cxn ang="T15">
                  <a:pos x="T6" y="T7"/>
                </a:cxn>
                <a:cxn ang="T16">
                  <a:pos x="T8" y="T9"/>
                </a:cxn>
                <a:cxn ang="T17">
                  <a:pos x="T10" y="T11"/>
                </a:cxn>
              </a:cxnLst>
              <a:rect l="T18" t="T19" r="T20" b="T21"/>
              <a:pathLst>
                <a:path w="291" h="1181">
                  <a:moveTo>
                    <a:pt x="0" y="1181"/>
                  </a:moveTo>
                  <a:lnTo>
                    <a:pt x="0" y="0"/>
                  </a:lnTo>
                  <a:lnTo>
                    <a:pt x="291" y="0"/>
                  </a:lnTo>
                  <a:lnTo>
                    <a:pt x="291" y="1181"/>
                  </a:lnTo>
                  <a:lnTo>
                    <a:pt x="0" y="1181"/>
                  </a:lnTo>
                  <a:close/>
                </a:path>
              </a:pathLst>
            </a:custGeom>
            <a:solidFill>
              <a:schemeClr val="accent1"/>
            </a:solidFill>
            <a:ln w="9525">
              <a:solidFill>
                <a:schemeClr val="accent1"/>
              </a:solidFill>
              <a:round/>
              <a:headEnd/>
              <a:tailEnd/>
            </a:ln>
          </p:spPr>
          <p:txBody>
            <a:bodyPr/>
            <a:lstStyle/>
            <a:p>
              <a:endParaRPr lang="zh-CN" altLang="en-US"/>
            </a:p>
          </p:txBody>
        </p:sp>
        <p:sp>
          <p:nvSpPr>
            <p:cNvPr id="31782" name="Rectangle 32">
              <a:extLst>
                <a:ext uri="{FF2B5EF4-FFF2-40B4-BE49-F238E27FC236}">
                  <a16:creationId xmlns:a16="http://schemas.microsoft.com/office/drawing/2014/main" id="{ECC51F1A-F03C-6499-991C-8EC635F23773}"/>
                </a:ext>
              </a:extLst>
            </p:cNvPr>
            <p:cNvSpPr>
              <a:spLocks noChangeArrowheads="1"/>
            </p:cNvSpPr>
            <p:nvPr/>
          </p:nvSpPr>
          <p:spPr bwMode="auto">
            <a:xfrm>
              <a:off x="4037" y="1498"/>
              <a:ext cx="16" cy="118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1783" name="Freeform 33">
              <a:extLst>
                <a:ext uri="{FF2B5EF4-FFF2-40B4-BE49-F238E27FC236}">
                  <a16:creationId xmlns:a16="http://schemas.microsoft.com/office/drawing/2014/main" id="{037B7A99-1C73-9789-309A-816BC420D4B1}"/>
                </a:ext>
              </a:extLst>
            </p:cNvPr>
            <p:cNvSpPr>
              <a:spLocks noEditPoints="1"/>
            </p:cNvSpPr>
            <p:nvPr/>
          </p:nvSpPr>
          <p:spPr bwMode="auto">
            <a:xfrm>
              <a:off x="4037" y="1488"/>
              <a:ext cx="301" cy="16"/>
            </a:xfrm>
            <a:custGeom>
              <a:avLst/>
              <a:gdLst>
                <a:gd name="T0" fmla="*/ 10 w 301"/>
                <a:gd name="T1" fmla="*/ 16 h 16"/>
                <a:gd name="T2" fmla="*/ 301 w 301"/>
                <a:gd name="T3" fmla="*/ 16 h 16"/>
                <a:gd name="T4" fmla="*/ 301 w 301"/>
                <a:gd name="T5" fmla="*/ 0 h 16"/>
                <a:gd name="T6" fmla="*/ 10 w 301"/>
                <a:gd name="T7" fmla="*/ 0 h 16"/>
                <a:gd name="T8" fmla="*/ 10 w 301"/>
                <a:gd name="T9" fmla="*/ 16 h 16"/>
                <a:gd name="T10" fmla="*/ 10 w 301"/>
                <a:gd name="T11" fmla="*/ 0 h 16"/>
                <a:gd name="T12" fmla="*/ 0 w 301"/>
                <a:gd name="T13" fmla="*/ 0 h 16"/>
                <a:gd name="T14" fmla="*/ 0 w 301"/>
                <a:gd name="T15" fmla="*/ 10 h 16"/>
                <a:gd name="T16" fmla="*/ 10 w 301"/>
                <a:gd name="T17" fmla="*/ 10 h 16"/>
                <a:gd name="T18" fmla="*/ 10 w 301"/>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1"/>
                <a:gd name="T31" fmla="*/ 0 h 16"/>
                <a:gd name="T32" fmla="*/ 301 w 301"/>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1" h="16">
                  <a:moveTo>
                    <a:pt x="10" y="16"/>
                  </a:moveTo>
                  <a:lnTo>
                    <a:pt x="301" y="16"/>
                  </a:lnTo>
                  <a:lnTo>
                    <a:pt x="301" y="0"/>
                  </a:lnTo>
                  <a:lnTo>
                    <a:pt x="10" y="0"/>
                  </a:lnTo>
                  <a:lnTo>
                    <a:pt x="10" y="16"/>
                  </a:lnTo>
                  <a:close/>
                  <a:moveTo>
                    <a:pt x="10" y="0"/>
                  </a:moveTo>
                  <a:lnTo>
                    <a:pt x="0" y="0"/>
                  </a:lnTo>
                  <a:lnTo>
                    <a:pt x="0" y="10"/>
                  </a:lnTo>
                  <a:lnTo>
                    <a:pt x="10" y="1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4" name="Freeform 34">
              <a:extLst>
                <a:ext uri="{FF2B5EF4-FFF2-40B4-BE49-F238E27FC236}">
                  <a16:creationId xmlns:a16="http://schemas.microsoft.com/office/drawing/2014/main" id="{ED5F4DB9-A2E1-DB7F-4C41-684AD1D9D84F}"/>
                </a:ext>
              </a:extLst>
            </p:cNvPr>
            <p:cNvSpPr>
              <a:spLocks noEditPoints="1"/>
            </p:cNvSpPr>
            <p:nvPr/>
          </p:nvSpPr>
          <p:spPr bwMode="auto">
            <a:xfrm>
              <a:off x="4327" y="1488"/>
              <a:ext cx="16" cy="1191"/>
            </a:xfrm>
            <a:custGeom>
              <a:avLst/>
              <a:gdLst>
                <a:gd name="T0" fmla="*/ 0 w 16"/>
                <a:gd name="T1" fmla="*/ 10 h 1191"/>
                <a:gd name="T2" fmla="*/ 0 w 16"/>
                <a:gd name="T3" fmla="*/ 1191 h 1191"/>
                <a:gd name="T4" fmla="*/ 16 w 16"/>
                <a:gd name="T5" fmla="*/ 1191 h 1191"/>
                <a:gd name="T6" fmla="*/ 16 w 16"/>
                <a:gd name="T7" fmla="*/ 10 h 1191"/>
                <a:gd name="T8" fmla="*/ 0 w 16"/>
                <a:gd name="T9" fmla="*/ 10 h 1191"/>
                <a:gd name="T10" fmla="*/ 16 w 16"/>
                <a:gd name="T11" fmla="*/ 10 h 1191"/>
                <a:gd name="T12" fmla="*/ 16 w 16"/>
                <a:gd name="T13" fmla="*/ 0 h 1191"/>
                <a:gd name="T14" fmla="*/ 11 w 16"/>
                <a:gd name="T15" fmla="*/ 0 h 1191"/>
                <a:gd name="T16" fmla="*/ 11 w 16"/>
                <a:gd name="T17" fmla="*/ 10 h 1191"/>
                <a:gd name="T18" fmla="*/ 16 w 16"/>
                <a:gd name="T19" fmla="*/ 10 h 119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1191"/>
                <a:gd name="T32" fmla="*/ 16 w 16"/>
                <a:gd name="T33" fmla="*/ 1191 h 119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1191">
                  <a:moveTo>
                    <a:pt x="0" y="10"/>
                  </a:moveTo>
                  <a:lnTo>
                    <a:pt x="0" y="1191"/>
                  </a:lnTo>
                  <a:lnTo>
                    <a:pt x="16" y="1191"/>
                  </a:lnTo>
                  <a:lnTo>
                    <a:pt x="16" y="10"/>
                  </a:lnTo>
                  <a:lnTo>
                    <a:pt x="0" y="10"/>
                  </a:lnTo>
                  <a:close/>
                  <a:moveTo>
                    <a:pt x="16" y="10"/>
                  </a:moveTo>
                  <a:lnTo>
                    <a:pt x="16" y="0"/>
                  </a:lnTo>
                  <a:lnTo>
                    <a:pt x="11" y="0"/>
                  </a:lnTo>
                  <a:lnTo>
                    <a:pt x="11" y="10"/>
                  </a:lnTo>
                  <a:lnTo>
                    <a:pt x="1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5" name="Freeform 35">
              <a:extLst>
                <a:ext uri="{FF2B5EF4-FFF2-40B4-BE49-F238E27FC236}">
                  <a16:creationId xmlns:a16="http://schemas.microsoft.com/office/drawing/2014/main" id="{E1ED9202-5C0D-CACA-5314-CF97E6C13657}"/>
                </a:ext>
              </a:extLst>
            </p:cNvPr>
            <p:cNvSpPr>
              <a:spLocks/>
            </p:cNvSpPr>
            <p:nvPr/>
          </p:nvSpPr>
          <p:spPr bwMode="auto">
            <a:xfrm>
              <a:off x="4338" y="1498"/>
              <a:ext cx="285" cy="1181"/>
            </a:xfrm>
            <a:custGeom>
              <a:avLst/>
              <a:gdLst>
                <a:gd name="T0" fmla="*/ 0 w 285"/>
                <a:gd name="T1" fmla="*/ 1181 h 1181"/>
                <a:gd name="T2" fmla="*/ 0 w 285"/>
                <a:gd name="T3" fmla="*/ 0 h 1181"/>
                <a:gd name="T4" fmla="*/ 285 w 285"/>
                <a:gd name="T5" fmla="*/ 0 h 1181"/>
                <a:gd name="T6" fmla="*/ 285 w 285"/>
                <a:gd name="T7" fmla="*/ 1181 h 1181"/>
                <a:gd name="T8" fmla="*/ 0 w 285"/>
                <a:gd name="T9" fmla="*/ 1181 h 1181"/>
                <a:gd name="T10" fmla="*/ 0 w 285"/>
                <a:gd name="T11" fmla="*/ 1181 h 1181"/>
                <a:gd name="T12" fmla="*/ 0 60000 65536"/>
                <a:gd name="T13" fmla="*/ 0 60000 65536"/>
                <a:gd name="T14" fmla="*/ 0 60000 65536"/>
                <a:gd name="T15" fmla="*/ 0 60000 65536"/>
                <a:gd name="T16" fmla="*/ 0 60000 65536"/>
                <a:gd name="T17" fmla="*/ 0 60000 65536"/>
                <a:gd name="T18" fmla="*/ 0 w 285"/>
                <a:gd name="T19" fmla="*/ 0 h 1181"/>
                <a:gd name="T20" fmla="*/ 285 w 285"/>
                <a:gd name="T21" fmla="*/ 1181 h 1181"/>
              </a:gdLst>
              <a:ahLst/>
              <a:cxnLst>
                <a:cxn ang="T12">
                  <a:pos x="T0" y="T1"/>
                </a:cxn>
                <a:cxn ang="T13">
                  <a:pos x="T2" y="T3"/>
                </a:cxn>
                <a:cxn ang="T14">
                  <a:pos x="T4" y="T5"/>
                </a:cxn>
                <a:cxn ang="T15">
                  <a:pos x="T6" y="T7"/>
                </a:cxn>
                <a:cxn ang="T16">
                  <a:pos x="T8" y="T9"/>
                </a:cxn>
                <a:cxn ang="T17">
                  <a:pos x="T10" y="T11"/>
                </a:cxn>
              </a:cxnLst>
              <a:rect l="T18" t="T19" r="T20" b="T21"/>
              <a:pathLst>
                <a:path w="285" h="1181">
                  <a:moveTo>
                    <a:pt x="0" y="1181"/>
                  </a:moveTo>
                  <a:lnTo>
                    <a:pt x="0" y="0"/>
                  </a:lnTo>
                  <a:lnTo>
                    <a:pt x="285" y="0"/>
                  </a:lnTo>
                  <a:lnTo>
                    <a:pt x="285" y="1181"/>
                  </a:lnTo>
                  <a:lnTo>
                    <a:pt x="0" y="1181"/>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6" name="Rectangle 36">
              <a:extLst>
                <a:ext uri="{FF2B5EF4-FFF2-40B4-BE49-F238E27FC236}">
                  <a16:creationId xmlns:a16="http://schemas.microsoft.com/office/drawing/2014/main" id="{741EC3C3-CD98-90C2-D5DE-9D5DE44EB8CC}"/>
                </a:ext>
              </a:extLst>
            </p:cNvPr>
            <p:cNvSpPr>
              <a:spLocks noChangeArrowheads="1"/>
            </p:cNvSpPr>
            <p:nvPr/>
          </p:nvSpPr>
          <p:spPr bwMode="auto">
            <a:xfrm>
              <a:off x="4327" y="1498"/>
              <a:ext cx="16" cy="118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1787" name="Freeform 37">
              <a:extLst>
                <a:ext uri="{FF2B5EF4-FFF2-40B4-BE49-F238E27FC236}">
                  <a16:creationId xmlns:a16="http://schemas.microsoft.com/office/drawing/2014/main" id="{BFA08FA3-EC1E-1005-A6D3-D989753B216B}"/>
                </a:ext>
              </a:extLst>
            </p:cNvPr>
            <p:cNvSpPr>
              <a:spLocks noEditPoints="1"/>
            </p:cNvSpPr>
            <p:nvPr/>
          </p:nvSpPr>
          <p:spPr bwMode="auto">
            <a:xfrm>
              <a:off x="4327" y="1488"/>
              <a:ext cx="296" cy="16"/>
            </a:xfrm>
            <a:custGeom>
              <a:avLst/>
              <a:gdLst>
                <a:gd name="T0" fmla="*/ 11 w 296"/>
                <a:gd name="T1" fmla="*/ 16 h 16"/>
                <a:gd name="T2" fmla="*/ 296 w 296"/>
                <a:gd name="T3" fmla="*/ 16 h 16"/>
                <a:gd name="T4" fmla="*/ 296 w 296"/>
                <a:gd name="T5" fmla="*/ 0 h 16"/>
                <a:gd name="T6" fmla="*/ 11 w 296"/>
                <a:gd name="T7" fmla="*/ 0 h 16"/>
                <a:gd name="T8" fmla="*/ 11 w 296"/>
                <a:gd name="T9" fmla="*/ 16 h 16"/>
                <a:gd name="T10" fmla="*/ 11 w 296"/>
                <a:gd name="T11" fmla="*/ 0 h 16"/>
                <a:gd name="T12" fmla="*/ 0 w 296"/>
                <a:gd name="T13" fmla="*/ 0 h 16"/>
                <a:gd name="T14" fmla="*/ 0 w 296"/>
                <a:gd name="T15" fmla="*/ 10 h 16"/>
                <a:gd name="T16" fmla="*/ 11 w 296"/>
                <a:gd name="T17" fmla="*/ 10 h 16"/>
                <a:gd name="T18" fmla="*/ 11 w 296"/>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6"/>
                <a:gd name="T31" fmla="*/ 0 h 16"/>
                <a:gd name="T32" fmla="*/ 296 w 296"/>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6" h="16">
                  <a:moveTo>
                    <a:pt x="11" y="16"/>
                  </a:moveTo>
                  <a:lnTo>
                    <a:pt x="296" y="16"/>
                  </a:lnTo>
                  <a:lnTo>
                    <a:pt x="296" y="0"/>
                  </a:lnTo>
                  <a:lnTo>
                    <a:pt x="11" y="0"/>
                  </a:lnTo>
                  <a:lnTo>
                    <a:pt x="11" y="16"/>
                  </a:lnTo>
                  <a:close/>
                  <a:moveTo>
                    <a:pt x="11" y="0"/>
                  </a:moveTo>
                  <a:lnTo>
                    <a:pt x="0" y="0"/>
                  </a:lnTo>
                  <a:lnTo>
                    <a:pt x="0" y="10"/>
                  </a:lnTo>
                  <a:lnTo>
                    <a:pt x="11" y="10"/>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8" name="Freeform 38">
              <a:extLst>
                <a:ext uri="{FF2B5EF4-FFF2-40B4-BE49-F238E27FC236}">
                  <a16:creationId xmlns:a16="http://schemas.microsoft.com/office/drawing/2014/main" id="{992A95B4-C48C-3688-62DF-9D90F257B4CC}"/>
                </a:ext>
              </a:extLst>
            </p:cNvPr>
            <p:cNvSpPr>
              <a:spLocks noEditPoints="1"/>
            </p:cNvSpPr>
            <p:nvPr/>
          </p:nvSpPr>
          <p:spPr bwMode="auto">
            <a:xfrm>
              <a:off x="4618" y="1488"/>
              <a:ext cx="15" cy="1191"/>
            </a:xfrm>
            <a:custGeom>
              <a:avLst/>
              <a:gdLst>
                <a:gd name="T0" fmla="*/ 0 w 15"/>
                <a:gd name="T1" fmla="*/ 10 h 1191"/>
                <a:gd name="T2" fmla="*/ 0 w 15"/>
                <a:gd name="T3" fmla="*/ 1191 h 1191"/>
                <a:gd name="T4" fmla="*/ 15 w 15"/>
                <a:gd name="T5" fmla="*/ 1191 h 1191"/>
                <a:gd name="T6" fmla="*/ 15 w 15"/>
                <a:gd name="T7" fmla="*/ 10 h 1191"/>
                <a:gd name="T8" fmla="*/ 0 w 15"/>
                <a:gd name="T9" fmla="*/ 10 h 1191"/>
                <a:gd name="T10" fmla="*/ 15 w 15"/>
                <a:gd name="T11" fmla="*/ 10 h 1191"/>
                <a:gd name="T12" fmla="*/ 15 w 15"/>
                <a:gd name="T13" fmla="*/ 0 h 1191"/>
                <a:gd name="T14" fmla="*/ 5 w 15"/>
                <a:gd name="T15" fmla="*/ 0 h 1191"/>
                <a:gd name="T16" fmla="*/ 5 w 15"/>
                <a:gd name="T17" fmla="*/ 10 h 1191"/>
                <a:gd name="T18" fmla="*/ 15 w 15"/>
                <a:gd name="T19" fmla="*/ 10 h 119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191"/>
                <a:gd name="T32" fmla="*/ 15 w 15"/>
                <a:gd name="T33" fmla="*/ 1191 h 119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191">
                  <a:moveTo>
                    <a:pt x="0" y="10"/>
                  </a:moveTo>
                  <a:lnTo>
                    <a:pt x="0" y="1191"/>
                  </a:lnTo>
                  <a:lnTo>
                    <a:pt x="15" y="1191"/>
                  </a:lnTo>
                  <a:lnTo>
                    <a:pt x="15" y="10"/>
                  </a:lnTo>
                  <a:lnTo>
                    <a:pt x="0" y="10"/>
                  </a:lnTo>
                  <a:close/>
                  <a:moveTo>
                    <a:pt x="15" y="10"/>
                  </a:moveTo>
                  <a:lnTo>
                    <a:pt x="15" y="0"/>
                  </a:lnTo>
                  <a:lnTo>
                    <a:pt x="5" y="0"/>
                  </a:lnTo>
                  <a:lnTo>
                    <a:pt x="5" y="10"/>
                  </a:lnTo>
                  <a:lnTo>
                    <a:pt x="15"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89" name="Freeform 39">
              <a:extLst>
                <a:ext uri="{FF2B5EF4-FFF2-40B4-BE49-F238E27FC236}">
                  <a16:creationId xmlns:a16="http://schemas.microsoft.com/office/drawing/2014/main" id="{892448F9-A1E1-5B0D-450F-6FFE92A71EB3}"/>
                </a:ext>
              </a:extLst>
            </p:cNvPr>
            <p:cNvSpPr>
              <a:spLocks/>
            </p:cNvSpPr>
            <p:nvPr/>
          </p:nvSpPr>
          <p:spPr bwMode="auto">
            <a:xfrm>
              <a:off x="4089" y="1674"/>
              <a:ext cx="161" cy="109"/>
            </a:xfrm>
            <a:custGeom>
              <a:avLst/>
              <a:gdLst>
                <a:gd name="T0" fmla="*/ 15 w 161"/>
                <a:gd name="T1" fmla="*/ 109 h 109"/>
                <a:gd name="T2" fmla="*/ 26 w 161"/>
                <a:gd name="T3" fmla="*/ 68 h 109"/>
                <a:gd name="T4" fmla="*/ 31 w 161"/>
                <a:gd name="T5" fmla="*/ 42 h 109"/>
                <a:gd name="T6" fmla="*/ 52 w 161"/>
                <a:gd name="T7" fmla="*/ 16 h 109"/>
                <a:gd name="T8" fmla="*/ 62 w 161"/>
                <a:gd name="T9" fmla="*/ 11 h 109"/>
                <a:gd name="T10" fmla="*/ 67 w 161"/>
                <a:gd name="T11" fmla="*/ 16 h 109"/>
                <a:gd name="T12" fmla="*/ 72 w 161"/>
                <a:gd name="T13" fmla="*/ 21 h 109"/>
                <a:gd name="T14" fmla="*/ 72 w 161"/>
                <a:gd name="T15" fmla="*/ 32 h 109"/>
                <a:gd name="T16" fmla="*/ 72 w 161"/>
                <a:gd name="T17" fmla="*/ 109 h 109"/>
                <a:gd name="T18" fmla="*/ 78 w 161"/>
                <a:gd name="T19" fmla="*/ 83 h 109"/>
                <a:gd name="T20" fmla="*/ 83 w 161"/>
                <a:gd name="T21" fmla="*/ 63 h 109"/>
                <a:gd name="T22" fmla="*/ 93 w 161"/>
                <a:gd name="T23" fmla="*/ 37 h 109"/>
                <a:gd name="T24" fmla="*/ 104 w 161"/>
                <a:gd name="T25" fmla="*/ 21 h 109"/>
                <a:gd name="T26" fmla="*/ 114 w 161"/>
                <a:gd name="T27" fmla="*/ 16 h 109"/>
                <a:gd name="T28" fmla="*/ 124 w 161"/>
                <a:gd name="T29" fmla="*/ 16 h 109"/>
                <a:gd name="T30" fmla="*/ 130 w 161"/>
                <a:gd name="T31" fmla="*/ 21 h 109"/>
                <a:gd name="T32" fmla="*/ 130 w 161"/>
                <a:gd name="T33" fmla="*/ 26 h 109"/>
                <a:gd name="T34" fmla="*/ 119 w 161"/>
                <a:gd name="T35" fmla="*/ 83 h 109"/>
                <a:gd name="T36" fmla="*/ 119 w 161"/>
                <a:gd name="T37" fmla="*/ 94 h 109"/>
                <a:gd name="T38" fmla="*/ 119 w 161"/>
                <a:gd name="T39" fmla="*/ 104 h 109"/>
                <a:gd name="T40" fmla="*/ 135 w 161"/>
                <a:gd name="T41" fmla="*/ 109 h 109"/>
                <a:gd name="T42" fmla="*/ 150 w 161"/>
                <a:gd name="T43" fmla="*/ 104 h 109"/>
                <a:gd name="T44" fmla="*/ 161 w 161"/>
                <a:gd name="T45" fmla="*/ 89 h 109"/>
                <a:gd name="T46" fmla="*/ 150 w 161"/>
                <a:gd name="T47" fmla="*/ 89 h 109"/>
                <a:gd name="T48" fmla="*/ 145 w 161"/>
                <a:gd name="T49" fmla="*/ 99 h 109"/>
                <a:gd name="T50" fmla="*/ 135 w 161"/>
                <a:gd name="T51" fmla="*/ 99 h 109"/>
                <a:gd name="T52" fmla="*/ 135 w 161"/>
                <a:gd name="T53" fmla="*/ 94 h 109"/>
                <a:gd name="T54" fmla="*/ 135 w 161"/>
                <a:gd name="T55" fmla="*/ 89 h 109"/>
                <a:gd name="T56" fmla="*/ 145 w 161"/>
                <a:gd name="T57" fmla="*/ 32 h 109"/>
                <a:gd name="T58" fmla="*/ 145 w 161"/>
                <a:gd name="T59" fmla="*/ 21 h 109"/>
                <a:gd name="T60" fmla="*/ 140 w 161"/>
                <a:gd name="T61" fmla="*/ 6 h 109"/>
                <a:gd name="T62" fmla="*/ 124 w 161"/>
                <a:gd name="T63" fmla="*/ 0 h 109"/>
                <a:gd name="T64" fmla="*/ 104 w 161"/>
                <a:gd name="T65" fmla="*/ 6 h 109"/>
                <a:gd name="T66" fmla="*/ 93 w 161"/>
                <a:gd name="T67" fmla="*/ 21 h 109"/>
                <a:gd name="T68" fmla="*/ 88 w 161"/>
                <a:gd name="T69" fmla="*/ 21 h 109"/>
                <a:gd name="T70" fmla="*/ 88 w 161"/>
                <a:gd name="T71" fmla="*/ 16 h 109"/>
                <a:gd name="T72" fmla="*/ 78 w 161"/>
                <a:gd name="T73" fmla="*/ 0 h 109"/>
                <a:gd name="T74" fmla="*/ 62 w 161"/>
                <a:gd name="T75" fmla="*/ 0 h 109"/>
                <a:gd name="T76" fmla="*/ 47 w 161"/>
                <a:gd name="T77" fmla="*/ 6 h 109"/>
                <a:gd name="T78" fmla="*/ 36 w 161"/>
                <a:gd name="T79" fmla="*/ 21 h 109"/>
                <a:gd name="T80" fmla="*/ 36 w 161"/>
                <a:gd name="T81" fmla="*/ 0 h 109"/>
                <a:gd name="T82" fmla="*/ 26 w 161"/>
                <a:gd name="T83" fmla="*/ 6 h 109"/>
                <a:gd name="T84" fmla="*/ 10 w 161"/>
                <a:gd name="T85" fmla="*/ 11 h 109"/>
                <a:gd name="T86" fmla="*/ 0 w 161"/>
                <a:gd name="T87" fmla="*/ 16 h 109"/>
                <a:gd name="T88" fmla="*/ 0 w 161"/>
                <a:gd name="T89" fmla="*/ 109 h 10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1"/>
                <a:gd name="T136" fmla="*/ 0 h 109"/>
                <a:gd name="T137" fmla="*/ 161 w 161"/>
                <a:gd name="T138" fmla="*/ 109 h 10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1" h="109">
                  <a:moveTo>
                    <a:pt x="0" y="109"/>
                  </a:moveTo>
                  <a:lnTo>
                    <a:pt x="15" y="109"/>
                  </a:lnTo>
                  <a:lnTo>
                    <a:pt x="21" y="78"/>
                  </a:lnTo>
                  <a:lnTo>
                    <a:pt x="26" y="68"/>
                  </a:lnTo>
                  <a:lnTo>
                    <a:pt x="26" y="52"/>
                  </a:lnTo>
                  <a:lnTo>
                    <a:pt x="31" y="42"/>
                  </a:lnTo>
                  <a:lnTo>
                    <a:pt x="36" y="32"/>
                  </a:lnTo>
                  <a:lnTo>
                    <a:pt x="52" y="16"/>
                  </a:lnTo>
                  <a:lnTo>
                    <a:pt x="57" y="16"/>
                  </a:lnTo>
                  <a:lnTo>
                    <a:pt x="62" y="11"/>
                  </a:lnTo>
                  <a:lnTo>
                    <a:pt x="67" y="16"/>
                  </a:lnTo>
                  <a:lnTo>
                    <a:pt x="72" y="21"/>
                  </a:lnTo>
                  <a:lnTo>
                    <a:pt x="72" y="26"/>
                  </a:lnTo>
                  <a:lnTo>
                    <a:pt x="72" y="32"/>
                  </a:lnTo>
                  <a:lnTo>
                    <a:pt x="57" y="109"/>
                  </a:lnTo>
                  <a:lnTo>
                    <a:pt x="72" y="109"/>
                  </a:lnTo>
                  <a:lnTo>
                    <a:pt x="78" y="89"/>
                  </a:lnTo>
                  <a:lnTo>
                    <a:pt x="78" y="83"/>
                  </a:lnTo>
                  <a:lnTo>
                    <a:pt x="83" y="63"/>
                  </a:lnTo>
                  <a:lnTo>
                    <a:pt x="88" y="47"/>
                  </a:lnTo>
                  <a:lnTo>
                    <a:pt x="93" y="37"/>
                  </a:lnTo>
                  <a:lnTo>
                    <a:pt x="98" y="26"/>
                  </a:lnTo>
                  <a:lnTo>
                    <a:pt x="104" y="21"/>
                  </a:lnTo>
                  <a:lnTo>
                    <a:pt x="109" y="16"/>
                  </a:lnTo>
                  <a:lnTo>
                    <a:pt x="114" y="16"/>
                  </a:lnTo>
                  <a:lnTo>
                    <a:pt x="119" y="11"/>
                  </a:lnTo>
                  <a:lnTo>
                    <a:pt x="124" y="16"/>
                  </a:lnTo>
                  <a:lnTo>
                    <a:pt x="130" y="21"/>
                  </a:lnTo>
                  <a:lnTo>
                    <a:pt x="130" y="26"/>
                  </a:lnTo>
                  <a:lnTo>
                    <a:pt x="130" y="32"/>
                  </a:lnTo>
                  <a:lnTo>
                    <a:pt x="119" y="83"/>
                  </a:lnTo>
                  <a:lnTo>
                    <a:pt x="119" y="89"/>
                  </a:lnTo>
                  <a:lnTo>
                    <a:pt x="119" y="94"/>
                  </a:lnTo>
                  <a:lnTo>
                    <a:pt x="119" y="99"/>
                  </a:lnTo>
                  <a:lnTo>
                    <a:pt x="119" y="104"/>
                  </a:lnTo>
                  <a:lnTo>
                    <a:pt x="130" y="109"/>
                  </a:lnTo>
                  <a:lnTo>
                    <a:pt x="135" y="109"/>
                  </a:lnTo>
                  <a:lnTo>
                    <a:pt x="145" y="109"/>
                  </a:lnTo>
                  <a:lnTo>
                    <a:pt x="150" y="104"/>
                  </a:lnTo>
                  <a:lnTo>
                    <a:pt x="155" y="99"/>
                  </a:lnTo>
                  <a:lnTo>
                    <a:pt x="161" y="89"/>
                  </a:lnTo>
                  <a:lnTo>
                    <a:pt x="155" y="83"/>
                  </a:lnTo>
                  <a:lnTo>
                    <a:pt x="150" y="89"/>
                  </a:lnTo>
                  <a:lnTo>
                    <a:pt x="145" y="94"/>
                  </a:lnTo>
                  <a:lnTo>
                    <a:pt x="145" y="99"/>
                  </a:lnTo>
                  <a:lnTo>
                    <a:pt x="140" y="99"/>
                  </a:lnTo>
                  <a:lnTo>
                    <a:pt x="135" y="99"/>
                  </a:lnTo>
                  <a:lnTo>
                    <a:pt x="135" y="94"/>
                  </a:lnTo>
                  <a:lnTo>
                    <a:pt x="135" y="89"/>
                  </a:lnTo>
                  <a:lnTo>
                    <a:pt x="135" y="83"/>
                  </a:lnTo>
                  <a:lnTo>
                    <a:pt x="145" y="32"/>
                  </a:lnTo>
                  <a:lnTo>
                    <a:pt x="145" y="26"/>
                  </a:lnTo>
                  <a:lnTo>
                    <a:pt x="145" y="21"/>
                  </a:lnTo>
                  <a:lnTo>
                    <a:pt x="145" y="16"/>
                  </a:lnTo>
                  <a:lnTo>
                    <a:pt x="140" y="6"/>
                  </a:lnTo>
                  <a:lnTo>
                    <a:pt x="135" y="0"/>
                  </a:lnTo>
                  <a:lnTo>
                    <a:pt x="124" y="0"/>
                  </a:lnTo>
                  <a:lnTo>
                    <a:pt x="109" y="0"/>
                  </a:lnTo>
                  <a:lnTo>
                    <a:pt x="104" y="6"/>
                  </a:lnTo>
                  <a:lnTo>
                    <a:pt x="98" y="11"/>
                  </a:lnTo>
                  <a:lnTo>
                    <a:pt x="93" y="21"/>
                  </a:lnTo>
                  <a:lnTo>
                    <a:pt x="88" y="26"/>
                  </a:lnTo>
                  <a:lnTo>
                    <a:pt x="88" y="21"/>
                  </a:lnTo>
                  <a:lnTo>
                    <a:pt x="88" y="16"/>
                  </a:lnTo>
                  <a:lnTo>
                    <a:pt x="83" y="6"/>
                  </a:lnTo>
                  <a:lnTo>
                    <a:pt x="78" y="0"/>
                  </a:lnTo>
                  <a:lnTo>
                    <a:pt x="67" y="0"/>
                  </a:lnTo>
                  <a:lnTo>
                    <a:pt x="62" y="0"/>
                  </a:lnTo>
                  <a:lnTo>
                    <a:pt x="52" y="6"/>
                  </a:lnTo>
                  <a:lnTo>
                    <a:pt x="47" y="6"/>
                  </a:lnTo>
                  <a:lnTo>
                    <a:pt x="41" y="11"/>
                  </a:lnTo>
                  <a:lnTo>
                    <a:pt x="36" y="21"/>
                  </a:lnTo>
                  <a:lnTo>
                    <a:pt x="31" y="26"/>
                  </a:lnTo>
                  <a:lnTo>
                    <a:pt x="36" y="0"/>
                  </a:lnTo>
                  <a:lnTo>
                    <a:pt x="31" y="0"/>
                  </a:lnTo>
                  <a:lnTo>
                    <a:pt x="26" y="6"/>
                  </a:lnTo>
                  <a:lnTo>
                    <a:pt x="15" y="6"/>
                  </a:lnTo>
                  <a:lnTo>
                    <a:pt x="10" y="11"/>
                  </a:lnTo>
                  <a:lnTo>
                    <a:pt x="0" y="11"/>
                  </a:lnTo>
                  <a:lnTo>
                    <a:pt x="0" y="16"/>
                  </a:lnTo>
                  <a:lnTo>
                    <a:pt x="15" y="16"/>
                  </a:lnTo>
                  <a:lnTo>
                    <a:pt x="0"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0" name="Freeform 40">
              <a:extLst>
                <a:ext uri="{FF2B5EF4-FFF2-40B4-BE49-F238E27FC236}">
                  <a16:creationId xmlns:a16="http://schemas.microsoft.com/office/drawing/2014/main" id="{A139ADC7-D261-C852-690C-D8566906DA2B}"/>
                </a:ext>
              </a:extLst>
            </p:cNvPr>
            <p:cNvSpPr>
              <a:spLocks/>
            </p:cNvSpPr>
            <p:nvPr/>
          </p:nvSpPr>
          <p:spPr bwMode="auto">
            <a:xfrm>
              <a:off x="4265" y="1716"/>
              <a:ext cx="42" cy="93"/>
            </a:xfrm>
            <a:custGeom>
              <a:avLst/>
              <a:gdLst>
                <a:gd name="T0" fmla="*/ 0 w 42"/>
                <a:gd name="T1" fmla="*/ 5 h 93"/>
                <a:gd name="T2" fmla="*/ 0 w 42"/>
                <a:gd name="T3" fmla="*/ 10 h 93"/>
                <a:gd name="T4" fmla="*/ 16 w 42"/>
                <a:gd name="T5" fmla="*/ 10 h 93"/>
                <a:gd name="T6" fmla="*/ 16 w 42"/>
                <a:gd name="T7" fmla="*/ 78 h 93"/>
                <a:gd name="T8" fmla="*/ 16 w 42"/>
                <a:gd name="T9" fmla="*/ 83 h 93"/>
                <a:gd name="T10" fmla="*/ 16 w 42"/>
                <a:gd name="T11" fmla="*/ 83 h 93"/>
                <a:gd name="T12" fmla="*/ 16 w 42"/>
                <a:gd name="T13" fmla="*/ 88 h 93"/>
                <a:gd name="T14" fmla="*/ 11 w 42"/>
                <a:gd name="T15" fmla="*/ 88 h 93"/>
                <a:gd name="T16" fmla="*/ 11 w 42"/>
                <a:gd name="T17" fmla="*/ 88 h 93"/>
                <a:gd name="T18" fmla="*/ 5 w 42"/>
                <a:gd name="T19" fmla="*/ 88 h 93"/>
                <a:gd name="T20" fmla="*/ 0 w 42"/>
                <a:gd name="T21" fmla="*/ 88 h 93"/>
                <a:gd name="T22" fmla="*/ 0 w 42"/>
                <a:gd name="T23" fmla="*/ 93 h 93"/>
                <a:gd name="T24" fmla="*/ 42 w 42"/>
                <a:gd name="T25" fmla="*/ 93 h 93"/>
                <a:gd name="T26" fmla="*/ 42 w 42"/>
                <a:gd name="T27" fmla="*/ 88 h 93"/>
                <a:gd name="T28" fmla="*/ 36 w 42"/>
                <a:gd name="T29" fmla="*/ 88 h 93"/>
                <a:gd name="T30" fmla="*/ 31 w 42"/>
                <a:gd name="T31" fmla="*/ 88 h 93"/>
                <a:gd name="T32" fmla="*/ 31 w 42"/>
                <a:gd name="T33" fmla="*/ 88 h 93"/>
                <a:gd name="T34" fmla="*/ 26 w 42"/>
                <a:gd name="T35" fmla="*/ 88 h 93"/>
                <a:gd name="T36" fmla="*/ 26 w 42"/>
                <a:gd name="T37" fmla="*/ 83 h 93"/>
                <a:gd name="T38" fmla="*/ 26 w 42"/>
                <a:gd name="T39" fmla="*/ 83 h 93"/>
                <a:gd name="T40" fmla="*/ 26 w 42"/>
                <a:gd name="T41" fmla="*/ 78 h 93"/>
                <a:gd name="T42" fmla="*/ 26 w 42"/>
                <a:gd name="T43" fmla="*/ 0 h 93"/>
                <a:gd name="T44" fmla="*/ 21 w 42"/>
                <a:gd name="T45" fmla="*/ 0 h 93"/>
                <a:gd name="T46" fmla="*/ 11 w 42"/>
                <a:gd name="T47" fmla="*/ 5 h 93"/>
                <a:gd name="T48" fmla="*/ 0 w 42"/>
                <a:gd name="T49" fmla="*/ 5 h 93"/>
                <a:gd name="T50" fmla="*/ 0 w 42"/>
                <a:gd name="T51" fmla="*/ 5 h 9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2"/>
                <a:gd name="T79" fmla="*/ 0 h 93"/>
                <a:gd name="T80" fmla="*/ 42 w 42"/>
                <a:gd name="T81" fmla="*/ 93 h 9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2" h="93">
                  <a:moveTo>
                    <a:pt x="0" y="5"/>
                  </a:moveTo>
                  <a:lnTo>
                    <a:pt x="0" y="10"/>
                  </a:lnTo>
                  <a:lnTo>
                    <a:pt x="16" y="10"/>
                  </a:lnTo>
                  <a:lnTo>
                    <a:pt x="16" y="78"/>
                  </a:lnTo>
                  <a:lnTo>
                    <a:pt x="16" y="83"/>
                  </a:lnTo>
                  <a:lnTo>
                    <a:pt x="16" y="88"/>
                  </a:lnTo>
                  <a:lnTo>
                    <a:pt x="11" y="88"/>
                  </a:lnTo>
                  <a:lnTo>
                    <a:pt x="5" y="88"/>
                  </a:lnTo>
                  <a:lnTo>
                    <a:pt x="0" y="88"/>
                  </a:lnTo>
                  <a:lnTo>
                    <a:pt x="0" y="93"/>
                  </a:lnTo>
                  <a:lnTo>
                    <a:pt x="42" y="93"/>
                  </a:lnTo>
                  <a:lnTo>
                    <a:pt x="42" y="88"/>
                  </a:lnTo>
                  <a:lnTo>
                    <a:pt x="36" y="88"/>
                  </a:lnTo>
                  <a:lnTo>
                    <a:pt x="31" y="88"/>
                  </a:lnTo>
                  <a:lnTo>
                    <a:pt x="26" y="88"/>
                  </a:lnTo>
                  <a:lnTo>
                    <a:pt x="26" y="83"/>
                  </a:lnTo>
                  <a:lnTo>
                    <a:pt x="26" y="78"/>
                  </a:lnTo>
                  <a:lnTo>
                    <a:pt x="26" y="0"/>
                  </a:lnTo>
                  <a:lnTo>
                    <a:pt x="21" y="0"/>
                  </a:lnTo>
                  <a:lnTo>
                    <a:pt x="11" y="5"/>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1" name="Freeform 41">
              <a:extLst>
                <a:ext uri="{FF2B5EF4-FFF2-40B4-BE49-F238E27FC236}">
                  <a16:creationId xmlns:a16="http://schemas.microsoft.com/office/drawing/2014/main" id="{89DC5CD2-EFFA-637F-11FD-54EBF641A7CB}"/>
                </a:ext>
              </a:extLst>
            </p:cNvPr>
            <p:cNvSpPr>
              <a:spLocks/>
            </p:cNvSpPr>
            <p:nvPr/>
          </p:nvSpPr>
          <p:spPr bwMode="auto">
            <a:xfrm>
              <a:off x="4379" y="1674"/>
              <a:ext cx="166" cy="109"/>
            </a:xfrm>
            <a:custGeom>
              <a:avLst/>
              <a:gdLst>
                <a:gd name="T0" fmla="*/ 21 w 166"/>
                <a:gd name="T1" fmla="*/ 109 h 109"/>
                <a:gd name="T2" fmla="*/ 26 w 166"/>
                <a:gd name="T3" fmla="*/ 68 h 109"/>
                <a:gd name="T4" fmla="*/ 37 w 166"/>
                <a:gd name="T5" fmla="*/ 42 h 109"/>
                <a:gd name="T6" fmla="*/ 47 w 166"/>
                <a:gd name="T7" fmla="*/ 26 h 109"/>
                <a:gd name="T8" fmla="*/ 62 w 166"/>
                <a:gd name="T9" fmla="*/ 16 h 109"/>
                <a:gd name="T10" fmla="*/ 73 w 166"/>
                <a:gd name="T11" fmla="*/ 16 h 109"/>
                <a:gd name="T12" fmla="*/ 78 w 166"/>
                <a:gd name="T13" fmla="*/ 21 h 109"/>
                <a:gd name="T14" fmla="*/ 78 w 166"/>
                <a:gd name="T15" fmla="*/ 26 h 109"/>
                <a:gd name="T16" fmla="*/ 57 w 166"/>
                <a:gd name="T17" fmla="*/ 109 h 109"/>
                <a:gd name="T18" fmla="*/ 78 w 166"/>
                <a:gd name="T19" fmla="*/ 89 h 109"/>
                <a:gd name="T20" fmla="*/ 83 w 166"/>
                <a:gd name="T21" fmla="*/ 83 h 109"/>
                <a:gd name="T22" fmla="*/ 88 w 166"/>
                <a:gd name="T23" fmla="*/ 47 h 109"/>
                <a:gd name="T24" fmla="*/ 99 w 166"/>
                <a:gd name="T25" fmla="*/ 26 h 109"/>
                <a:gd name="T26" fmla="*/ 114 w 166"/>
                <a:gd name="T27" fmla="*/ 16 h 109"/>
                <a:gd name="T28" fmla="*/ 125 w 166"/>
                <a:gd name="T29" fmla="*/ 11 h 109"/>
                <a:gd name="T30" fmla="*/ 130 w 166"/>
                <a:gd name="T31" fmla="*/ 16 h 109"/>
                <a:gd name="T32" fmla="*/ 135 w 166"/>
                <a:gd name="T33" fmla="*/ 21 h 109"/>
                <a:gd name="T34" fmla="*/ 130 w 166"/>
                <a:gd name="T35" fmla="*/ 32 h 109"/>
                <a:gd name="T36" fmla="*/ 120 w 166"/>
                <a:gd name="T37" fmla="*/ 89 h 109"/>
                <a:gd name="T38" fmla="*/ 125 w 166"/>
                <a:gd name="T39" fmla="*/ 99 h 109"/>
                <a:gd name="T40" fmla="*/ 135 w 166"/>
                <a:gd name="T41" fmla="*/ 109 h 109"/>
                <a:gd name="T42" fmla="*/ 145 w 166"/>
                <a:gd name="T43" fmla="*/ 109 h 109"/>
                <a:gd name="T44" fmla="*/ 161 w 166"/>
                <a:gd name="T45" fmla="*/ 99 h 109"/>
                <a:gd name="T46" fmla="*/ 161 w 166"/>
                <a:gd name="T47" fmla="*/ 83 h 109"/>
                <a:gd name="T48" fmla="*/ 151 w 166"/>
                <a:gd name="T49" fmla="*/ 94 h 109"/>
                <a:gd name="T50" fmla="*/ 140 w 166"/>
                <a:gd name="T51" fmla="*/ 99 h 109"/>
                <a:gd name="T52" fmla="*/ 135 w 166"/>
                <a:gd name="T53" fmla="*/ 94 h 109"/>
                <a:gd name="T54" fmla="*/ 135 w 166"/>
                <a:gd name="T55" fmla="*/ 89 h 109"/>
                <a:gd name="T56" fmla="*/ 151 w 166"/>
                <a:gd name="T57" fmla="*/ 32 h 109"/>
                <a:gd name="T58" fmla="*/ 151 w 166"/>
                <a:gd name="T59" fmla="*/ 21 h 109"/>
                <a:gd name="T60" fmla="*/ 145 w 166"/>
                <a:gd name="T61" fmla="*/ 6 h 109"/>
                <a:gd name="T62" fmla="*/ 130 w 166"/>
                <a:gd name="T63" fmla="*/ 0 h 109"/>
                <a:gd name="T64" fmla="*/ 109 w 166"/>
                <a:gd name="T65" fmla="*/ 6 h 109"/>
                <a:gd name="T66" fmla="*/ 99 w 166"/>
                <a:gd name="T67" fmla="*/ 21 h 109"/>
                <a:gd name="T68" fmla="*/ 94 w 166"/>
                <a:gd name="T69" fmla="*/ 21 h 109"/>
                <a:gd name="T70" fmla="*/ 94 w 166"/>
                <a:gd name="T71" fmla="*/ 16 h 109"/>
                <a:gd name="T72" fmla="*/ 83 w 166"/>
                <a:gd name="T73" fmla="*/ 0 h 109"/>
                <a:gd name="T74" fmla="*/ 68 w 166"/>
                <a:gd name="T75" fmla="*/ 0 h 109"/>
                <a:gd name="T76" fmla="*/ 52 w 166"/>
                <a:gd name="T77" fmla="*/ 6 h 109"/>
                <a:gd name="T78" fmla="*/ 42 w 166"/>
                <a:gd name="T79" fmla="*/ 21 h 109"/>
                <a:gd name="T80" fmla="*/ 42 w 166"/>
                <a:gd name="T81" fmla="*/ 0 h 109"/>
                <a:gd name="T82" fmla="*/ 26 w 166"/>
                <a:gd name="T83" fmla="*/ 6 h 109"/>
                <a:gd name="T84" fmla="*/ 16 w 166"/>
                <a:gd name="T85" fmla="*/ 11 h 109"/>
                <a:gd name="T86" fmla="*/ 0 w 166"/>
                <a:gd name="T87" fmla="*/ 16 h 109"/>
                <a:gd name="T88" fmla="*/ 0 w 166"/>
                <a:gd name="T89" fmla="*/ 109 h 10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6"/>
                <a:gd name="T136" fmla="*/ 0 h 109"/>
                <a:gd name="T137" fmla="*/ 166 w 166"/>
                <a:gd name="T138" fmla="*/ 109 h 10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6" h="109">
                  <a:moveTo>
                    <a:pt x="0" y="109"/>
                  </a:moveTo>
                  <a:lnTo>
                    <a:pt x="21" y="109"/>
                  </a:lnTo>
                  <a:lnTo>
                    <a:pt x="26" y="78"/>
                  </a:lnTo>
                  <a:lnTo>
                    <a:pt x="26" y="68"/>
                  </a:lnTo>
                  <a:lnTo>
                    <a:pt x="31" y="52"/>
                  </a:lnTo>
                  <a:lnTo>
                    <a:pt x="37" y="42"/>
                  </a:lnTo>
                  <a:lnTo>
                    <a:pt x="42" y="32"/>
                  </a:lnTo>
                  <a:lnTo>
                    <a:pt x="47" y="26"/>
                  </a:lnTo>
                  <a:lnTo>
                    <a:pt x="52" y="16"/>
                  </a:lnTo>
                  <a:lnTo>
                    <a:pt x="62" y="16"/>
                  </a:lnTo>
                  <a:lnTo>
                    <a:pt x="68" y="11"/>
                  </a:lnTo>
                  <a:lnTo>
                    <a:pt x="73" y="16"/>
                  </a:lnTo>
                  <a:lnTo>
                    <a:pt x="78" y="21"/>
                  </a:lnTo>
                  <a:lnTo>
                    <a:pt x="78" y="26"/>
                  </a:lnTo>
                  <a:lnTo>
                    <a:pt x="73" y="32"/>
                  </a:lnTo>
                  <a:lnTo>
                    <a:pt x="57" y="109"/>
                  </a:lnTo>
                  <a:lnTo>
                    <a:pt x="78" y="109"/>
                  </a:lnTo>
                  <a:lnTo>
                    <a:pt x="78" y="89"/>
                  </a:lnTo>
                  <a:lnTo>
                    <a:pt x="83" y="83"/>
                  </a:lnTo>
                  <a:lnTo>
                    <a:pt x="88" y="63"/>
                  </a:lnTo>
                  <a:lnTo>
                    <a:pt x="88" y="47"/>
                  </a:lnTo>
                  <a:lnTo>
                    <a:pt x="94" y="37"/>
                  </a:lnTo>
                  <a:lnTo>
                    <a:pt x="99" y="26"/>
                  </a:lnTo>
                  <a:lnTo>
                    <a:pt x="109" y="21"/>
                  </a:lnTo>
                  <a:lnTo>
                    <a:pt x="114" y="16"/>
                  </a:lnTo>
                  <a:lnTo>
                    <a:pt x="120" y="16"/>
                  </a:lnTo>
                  <a:lnTo>
                    <a:pt x="125" y="11"/>
                  </a:lnTo>
                  <a:lnTo>
                    <a:pt x="130" y="16"/>
                  </a:lnTo>
                  <a:lnTo>
                    <a:pt x="135" y="21"/>
                  </a:lnTo>
                  <a:lnTo>
                    <a:pt x="135" y="26"/>
                  </a:lnTo>
                  <a:lnTo>
                    <a:pt x="130" y="32"/>
                  </a:lnTo>
                  <a:lnTo>
                    <a:pt x="125" y="83"/>
                  </a:lnTo>
                  <a:lnTo>
                    <a:pt x="120" y="89"/>
                  </a:lnTo>
                  <a:lnTo>
                    <a:pt x="120" y="94"/>
                  </a:lnTo>
                  <a:lnTo>
                    <a:pt x="125" y="99"/>
                  </a:lnTo>
                  <a:lnTo>
                    <a:pt x="125" y="104"/>
                  </a:lnTo>
                  <a:lnTo>
                    <a:pt x="135" y="109"/>
                  </a:lnTo>
                  <a:lnTo>
                    <a:pt x="140" y="109"/>
                  </a:lnTo>
                  <a:lnTo>
                    <a:pt x="145" y="109"/>
                  </a:lnTo>
                  <a:lnTo>
                    <a:pt x="151" y="104"/>
                  </a:lnTo>
                  <a:lnTo>
                    <a:pt x="161" y="99"/>
                  </a:lnTo>
                  <a:lnTo>
                    <a:pt x="166" y="89"/>
                  </a:lnTo>
                  <a:lnTo>
                    <a:pt x="161" y="83"/>
                  </a:lnTo>
                  <a:lnTo>
                    <a:pt x="156" y="89"/>
                  </a:lnTo>
                  <a:lnTo>
                    <a:pt x="151" y="94"/>
                  </a:lnTo>
                  <a:lnTo>
                    <a:pt x="145" y="99"/>
                  </a:lnTo>
                  <a:lnTo>
                    <a:pt x="140" y="99"/>
                  </a:lnTo>
                  <a:lnTo>
                    <a:pt x="135" y="94"/>
                  </a:lnTo>
                  <a:lnTo>
                    <a:pt x="135" y="89"/>
                  </a:lnTo>
                  <a:lnTo>
                    <a:pt x="140" y="83"/>
                  </a:lnTo>
                  <a:lnTo>
                    <a:pt x="151" y="32"/>
                  </a:lnTo>
                  <a:lnTo>
                    <a:pt x="151" y="26"/>
                  </a:lnTo>
                  <a:lnTo>
                    <a:pt x="151" y="21"/>
                  </a:lnTo>
                  <a:lnTo>
                    <a:pt x="151" y="16"/>
                  </a:lnTo>
                  <a:lnTo>
                    <a:pt x="145" y="6"/>
                  </a:lnTo>
                  <a:lnTo>
                    <a:pt x="140" y="0"/>
                  </a:lnTo>
                  <a:lnTo>
                    <a:pt x="130" y="0"/>
                  </a:lnTo>
                  <a:lnTo>
                    <a:pt x="114" y="0"/>
                  </a:lnTo>
                  <a:lnTo>
                    <a:pt x="109" y="6"/>
                  </a:lnTo>
                  <a:lnTo>
                    <a:pt x="104" y="11"/>
                  </a:lnTo>
                  <a:lnTo>
                    <a:pt x="99" y="21"/>
                  </a:lnTo>
                  <a:lnTo>
                    <a:pt x="94" y="26"/>
                  </a:lnTo>
                  <a:lnTo>
                    <a:pt x="94" y="21"/>
                  </a:lnTo>
                  <a:lnTo>
                    <a:pt x="94" y="16"/>
                  </a:lnTo>
                  <a:lnTo>
                    <a:pt x="88" y="6"/>
                  </a:lnTo>
                  <a:lnTo>
                    <a:pt x="83" y="0"/>
                  </a:lnTo>
                  <a:lnTo>
                    <a:pt x="73" y="0"/>
                  </a:lnTo>
                  <a:lnTo>
                    <a:pt x="68" y="0"/>
                  </a:lnTo>
                  <a:lnTo>
                    <a:pt x="57" y="6"/>
                  </a:lnTo>
                  <a:lnTo>
                    <a:pt x="52" y="6"/>
                  </a:lnTo>
                  <a:lnTo>
                    <a:pt x="47" y="11"/>
                  </a:lnTo>
                  <a:lnTo>
                    <a:pt x="42" y="21"/>
                  </a:lnTo>
                  <a:lnTo>
                    <a:pt x="37" y="26"/>
                  </a:lnTo>
                  <a:lnTo>
                    <a:pt x="42" y="0"/>
                  </a:lnTo>
                  <a:lnTo>
                    <a:pt x="31" y="0"/>
                  </a:lnTo>
                  <a:lnTo>
                    <a:pt x="26" y="6"/>
                  </a:lnTo>
                  <a:lnTo>
                    <a:pt x="21" y="6"/>
                  </a:lnTo>
                  <a:lnTo>
                    <a:pt x="16" y="11"/>
                  </a:lnTo>
                  <a:lnTo>
                    <a:pt x="5" y="11"/>
                  </a:lnTo>
                  <a:lnTo>
                    <a:pt x="0" y="16"/>
                  </a:lnTo>
                  <a:lnTo>
                    <a:pt x="21" y="16"/>
                  </a:lnTo>
                  <a:lnTo>
                    <a:pt x="0"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2" name="Freeform 42">
              <a:extLst>
                <a:ext uri="{FF2B5EF4-FFF2-40B4-BE49-F238E27FC236}">
                  <a16:creationId xmlns:a16="http://schemas.microsoft.com/office/drawing/2014/main" id="{176C49B4-4D39-4CE3-3C81-9ECA926FECBA}"/>
                </a:ext>
              </a:extLst>
            </p:cNvPr>
            <p:cNvSpPr>
              <a:spLocks/>
            </p:cNvSpPr>
            <p:nvPr/>
          </p:nvSpPr>
          <p:spPr bwMode="auto">
            <a:xfrm>
              <a:off x="4545" y="1716"/>
              <a:ext cx="47" cy="93"/>
            </a:xfrm>
            <a:custGeom>
              <a:avLst/>
              <a:gdLst>
                <a:gd name="T0" fmla="*/ 36 w 47"/>
                <a:gd name="T1" fmla="*/ 36 h 93"/>
                <a:gd name="T2" fmla="*/ 21 w 47"/>
                <a:gd name="T3" fmla="*/ 52 h 93"/>
                <a:gd name="T4" fmla="*/ 16 w 47"/>
                <a:gd name="T5" fmla="*/ 62 h 93"/>
                <a:gd name="T6" fmla="*/ 5 w 47"/>
                <a:gd name="T7" fmla="*/ 72 h 93"/>
                <a:gd name="T8" fmla="*/ 5 w 47"/>
                <a:gd name="T9" fmla="*/ 78 h 93"/>
                <a:gd name="T10" fmla="*/ 0 w 47"/>
                <a:gd name="T11" fmla="*/ 83 h 93"/>
                <a:gd name="T12" fmla="*/ 0 w 47"/>
                <a:gd name="T13" fmla="*/ 93 h 93"/>
                <a:gd name="T14" fmla="*/ 47 w 47"/>
                <a:gd name="T15" fmla="*/ 93 h 93"/>
                <a:gd name="T16" fmla="*/ 47 w 47"/>
                <a:gd name="T17" fmla="*/ 67 h 93"/>
                <a:gd name="T18" fmla="*/ 47 w 47"/>
                <a:gd name="T19" fmla="*/ 67 h 93"/>
                <a:gd name="T20" fmla="*/ 47 w 47"/>
                <a:gd name="T21" fmla="*/ 72 h 93"/>
                <a:gd name="T22" fmla="*/ 42 w 47"/>
                <a:gd name="T23" fmla="*/ 78 h 93"/>
                <a:gd name="T24" fmla="*/ 36 w 47"/>
                <a:gd name="T25" fmla="*/ 83 h 93"/>
                <a:gd name="T26" fmla="*/ 31 w 47"/>
                <a:gd name="T27" fmla="*/ 83 h 93"/>
                <a:gd name="T28" fmla="*/ 5 w 47"/>
                <a:gd name="T29" fmla="*/ 83 h 93"/>
                <a:gd name="T30" fmla="*/ 11 w 47"/>
                <a:gd name="T31" fmla="*/ 78 h 93"/>
                <a:gd name="T32" fmla="*/ 16 w 47"/>
                <a:gd name="T33" fmla="*/ 72 h 93"/>
                <a:gd name="T34" fmla="*/ 26 w 47"/>
                <a:gd name="T35" fmla="*/ 62 h 93"/>
                <a:gd name="T36" fmla="*/ 36 w 47"/>
                <a:gd name="T37" fmla="*/ 47 h 93"/>
                <a:gd name="T38" fmla="*/ 42 w 47"/>
                <a:gd name="T39" fmla="*/ 41 h 93"/>
                <a:gd name="T40" fmla="*/ 47 w 47"/>
                <a:gd name="T41" fmla="*/ 31 h 93"/>
                <a:gd name="T42" fmla="*/ 47 w 47"/>
                <a:gd name="T43" fmla="*/ 26 h 93"/>
                <a:gd name="T44" fmla="*/ 47 w 47"/>
                <a:gd name="T45" fmla="*/ 21 h 93"/>
                <a:gd name="T46" fmla="*/ 47 w 47"/>
                <a:gd name="T47" fmla="*/ 15 h 93"/>
                <a:gd name="T48" fmla="*/ 42 w 47"/>
                <a:gd name="T49" fmla="*/ 5 h 93"/>
                <a:gd name="T50" fmla="*/ 36 w 47"/>
                <a:gd name="T51" fmla="*/ 0 h 93"/>
                <a:gd name="T52" fmla="*/ 26 w 47"/>
                <a:gd name="T53" fmla="*/ 0 h 93"/>
                <a:gd name="T54" fmla="*/ 21 w 47"/>
                <a:gd name="T55" fmla="*/ 0 h 93"/>
                <a:gd name="T56" fmla="*/ 11 w 47"/>
                <a:gd name="T57" fmla="*/ 5 h 93"/>
                <a:gd name="T58" fmla="*/ 5 w 47"/>
                <a:gd name="T59" fmla="*/ 10 h 93"/>
                <a:gd name="T60" fmla="*/ 0 w 47"/>
                <a:gd name="T61" fmla="*/ 21 h 93"/>
                <a:gd name="T62" fmla="*/ 0 w 47"/>
                <a:gd name="T63" fmla="*/ 26 h 93"/>
                <a:gd name="T64" fmla="*/ 5 w 47"/>
                <a:gd name="T65" fmla="*/ 26 h 93"/>
                <a:gd name="T66" fmla="*/ 5 w 47"/>
                <a:gd name="T67" fmla="*/ 31 h 93"/>
                <a:gd name="T68" fmla="*/ 5 w 47"/>
                <a:gd name="T69" fmla="*/ 31 h 93"/>
                <a:gd name="T70" fmla="*/ 11 w 47"/>
                <a:gd name="T71" fmla="*/ 31 h 93"/>
                <a:gd name="T72" fmla="*/ 11 w 47"/>
                <a:gd name="T73" fmla="*/ 26 h 93"/>
                <a:gd name="T74" fmla="*/ 11 w 47"/>
                <a:gd name="T75" fmla="*/ 26 h 93"/>
                <a:gd name="T76" fmla="*/ 11 w 47"/>
                <a:gd name="T77" fmla="*/ 21 h 93"/>
                <a:gd name="T78" fmla="*/ 11 w 47"/>
                <a:gd name="T79" fmla="*/ 21 h 93"/>
                <a:gd name="T80" fmla="*/ 11 w 47"/>
                <a:gd name="T81" fmla="*/ 15 h 93"/>
                <a:gd name="T82" fmla="*/ 11 w 47"/>
                <a:gd name="T83" fmla="*/ 15 h 93"/>
                <a:gd name="T84" fmla="*/ 11 w 47"/>
                <a:gd name="T85" fmla="*/ 10 h 93"/>
                <a:gd name="T86" fmla="*/ 11 w 47"/>
                <a:gd name="T87" fmla="*/ 5 h 93"/>
                <a:gd name="T88" fmla="*/ 16 w 47"/>
                <a:gd name="T89" fmla="*/ 0 h 93"/>
                <a:gd name="T90" fmla="*/ 21 w 47"/>
                <a:gd name="T91" fmla="*/ 0 h 93"/>
                <a:gd name="T92" fmla="*/ 31 w 47"/>
                <a:gd name="T93" fmla="*/ 5 h 93"/>
                <a:gd name="T94" fmla="*/ 36 w 47"/>
                <a:gd name="T95" fmla="*/ 5 h 93"/>
                <a:gd name="T96" fmla="*/ 36 w 47"/>
                <a:gd name="T97" fmla="*/ 21 h 93"/>
                <a:gd name="T98" fmla="*/ 36 w 47"/>
                <a:gd name="T99" fmla="*/ 36 h 93"/>
                <a:gd name="T100" fmla="*/ 36 w 47"/>
                <a:gd name="T101" fmla="*/ 36 h 9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7"/>
                <a:gd name="T154" fmla="*/ 0 h 93"/>
                <a:gd name="T155" fmla="*/ 47 w 47"/>
                <a:gd name="T156" fmla="*/ 93 h 9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7" h="93">
                  <a:moveTo>
                    <a:pt x="36" y="36"/>
                  </a:moveTo>
                  <a:lnTo>
                    <a:pt x="21" y="52"/>
                  </a:lnTo>
                  <a:lnTo>
                    <a:pt x="16" y="62"/>
                  </a:lnTo>
                  <a:lnTo>
                    <a:pt x="5" y="72"/>
                  </a:lnTo>
                  <a:lnTo>
                    <a:pt x="5" y="78"/>
                  </a:lnTo>
                  <a:lnTo>
                    <a:pt x="0" y="83"/>
                  </a:lnTo>
                  <a:lnTo>
                    <a:pt x="0" y="93"/>
                  </a:lnTo>
                  <a:lnTo>
                    <a:pt x="47" y="93"/>
                  </a:lnTo>
                  <a:lnTo>
                    <a:pt x="47" y="67"/>
                  </a:lnTo>
                  <a:lnTo>
                    <a:pt x="47" y="72"/>
                  </a:lnTo>
                  <a:lnTo>
                    <a:pt x="42" y="78"/>
                  </a:lnTo>
                  <a:lnTo>
                    <a:pt x="36" y="83"/>
                  </a:lnTo>
                  <a:lnTo>
                    <a:pt x="31" y="83"/>
                  </a:lnTo>
                  <a:lnTo>
                    <a:pt x="5" y="83"/>
                  </a:lnTo>
                  <a:lnTo>
                    <a:pt x="11" y="78"/>
                  </a:lnTo>
                  <a:lnTo>
                    <a:pt x="16" y="72"/>
                  </a:lnTo>
                  <a:lnTo>
                    <a:pt x="26" y="62"/>
                  </a:lnTo>
                  <a:lnTo>
                    <a:pt x="36" y="47"/>
                  </a:lnTo>
                  <a:lnTo>
                    <a:pt x="42" y="41"/>
                  </a:lnTo>
                  <a:lnTo>
                    <a:pt x="47" y="31"/>
                  </a:lnTo>
                  <a:lnTo>
                    <a:pt x="47" y="26"/>
                  </a:lnTo>
                  <a:lnTo>
                    <a:pt x="47" y="21"/>
                  </a:lnTo>
                  <a:lnTo>
                    <a:pt x="47" y="15"/>
                  </a:lnTo>
                  <a:lnTo>
                    <a:pt x="42" y="5"/>
                  </a:lnTo>
                  <a:lnTo>
                    <a:pt x="36" y="0"/>
                  </a:lnTo>
                  <a:lnTo>
                    <a:pt x="26" y="0"/>
                  </a:lnTo>
                  <a:lnTo>
                    <a:pt x="21" y="0"/>
                  </a:lnTo>
                  <a:lnTo>
                    <a:pt x="11" y="5"/>
                  </a:lnTo>
                  <a:lnTo>
                    <a:pt x="5" y="10"/>
                  </a:lnTo>
                  <a:lnTo>
                    <a:pt x="0" y="21"/>
                  </a:lnTo>
                  <a:lnTo>
                    <a:pt x="0" y="26"/>
                  </a:lnTo>
                  <a:lnTo>
                    <a:pt x="5" y="26"/>
                  </a:lnTo>
                  <a:lnTo>
                    <a:pt x="5" y="31"/>
                  </a:lnTo>
                  <a:lnTo>
                    <a:pt x="11" y="31"/>
                  </a:lnTo>
                  <a:lnTo>
                    <a:pt x="11" y="26"/>
                  </a:lnTo>
                  <a:lnTo>
                    <a:pt x="11" y="21"/>
                  </a:lnTo>
                  <a:lnTo>
                    <a:pt x="11" y="15"/>
                  </a:lnTo>
                  <a:lnTo>
                    <a:pt x="11" y="10"/>
                  </a:lnTo>
                  <a:lnTo>
                    <a:pt x="11" y="5"/>
                  </a:lnTo>
                  <a:lnTo>
                    <a:pt x="16" y="0"/>
                  </a:lnTo>
                  <a:lnTo>
                    <a:pt x="21" y="0"/>
                  </a:lnTo>
                  <a:lnTo>
                    <a:pt x="31" y="5"/>
                  </a:lnTo>
                  <a:lnTo>
                    <a:pt x="36" y="5"/>
                  </a:lnTo>
                  <a:lnTo>
                    <a:pt x="36" y="21"/>
                  </a:lnTo>
                  <a:lnTo>
                    <a:pt x="36"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93" name="Rectangle 43">
              <a:extLst>
                <a:ext uri="{FF2B5EF4-FFF2-40B4-BE49-F238E27FC236}">
                  <a16:creationId xmlns:a16="http://schemas.microsoft.com/office/drawing/2014/main" id="{E9630233-4DCD-F19F-FC3D-925BA049D4AF}"/>
                </a:ext>
              </a:extLst>
            </p:cNvPr>
            <p:cNvSpPr>
              <a:spLocks noChangeArrowheads="1"/>
            </p:cNvSpPr>
            <p:nvPr/>
          </p:nvSpPr>
          <p:spPr bwMode="auto">
            <a:xfrm>
              <a:off x="4039" y="1968"/>
              <a:ext cx="576" cy="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1794" name="Line 44">
              <a:extLst>
                <a:ext uri="{FF2B5EF4-FFF2-40B4-BE49-F238E27FC236}">
                  <a16:creationId xmlns:a16="http://schemas.microsoft.com/office/drawing/2014/main" id="{82ECD2D2-C1F1-BC24-DD15-72D4B496726A}"/>
                </a:ext>
              </a:extLst>
            </p:cNvPr>
            <p:cNvSpPr>
              <a:spLocks noChangeShapeType="1"/>
            </p:cNvSpPr>
            <p:nvPr/>
          </p:nvSpPr>
          <p:spPr bwMode="auto">
            <a:xfrm>
              <a:off x="5189" y="2016"/>
              <a:ext cx="336" cy="0"/>
            </a:xfrm>
            <a:prstGeom prst="line">
              <a:avLst/>
            </a:prstGeom>
            <a:noFill/>
            <a:ln w="38100">
              <a:solidFill>
                <a:srgbClr val="FFFF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2061" name="Text Box 45">
            <a:extLst>
              <a:ext uri="{FF2B5EF4-FFF2-40B4-BE49-F238E27FC236}">
                <a16:creationId xmlns:a16="http://schemas.microsoft.com/office/drawing/2014/main" id="{39F0813C-9128-A7C1-4E37-A5EA2AFF7A58}"/>
              </a:ext>
            </a:extLst>
          </p:cNvPr>
          <p:cNvSpPr txBox="1">
            <a:spLocks noChangeArrowheads="1"/>
          </p:cNvSpPr>
          <p:nvPr/>
        </p:nvSpPr>
        <p:spPr bwMode="auto">
          <a:xfrm>
            <a:off x="754063" y="2366963"/>
            <a:ext cx="4724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buClr>
                <a:schemeClr val="tx2"/>
              </a:buClr>
              <a:buFont typeface="Monotype Sorts" pitchFamily="2" charset="2"/>
              <a:buNone/>
            </a:pPr>
            <a:r>
              <a:rPr lang="zh-CN" altLang="en-US">
                <a:latin typeface="宋体" panose="02010600030101010101" pitchFamily="2" charset="-122"/>
              </a:rPr>
              <a:t>子弹穿过第一木块时，两木块速度相同，均为</a:t>
            </a:r>
            <a:r>
              <a:rPr lang="en-US" altLang="zh-CN" b="0" i="1">
                <a:solidFill>
                  <a:srgbClr val="66FFFF"/>
                </a:solidFill>
                <a:latin typeface="Bookman Old Style" panose="02050604050505020204" pitchFamily="18" charset="0"/>
              </a:rPr>
              <a:t>v</a:t>
            </a:r>
            <a:r>
              <a:rPr lang="en-US" altLang="zh-CN" baseline="-25000">
                <a:solidFill>
                  <a:srgbClr val="66FFFF"/>
                </a:solidFill>
                <a:latin typeface="Bookman Old Style" panose="02050604050505020204" pitchFamily="18" charset="0"/>
              </a:rPr>
              <a:t>1</a:t>
            </a:r>
            <a:r>
              <a:rPr lang="en-US" altLang="zh-CN">
                <a:solidFill>
                  <a:srgbClr val="66FFFF"/>
                </a:solidFill>
                <a:latin typeface="宋体" panose="02010600030101010101" pitchFamily="2" charset="-122"/>
              </a:rPr>
              <a:t> </a:t>
            </a:r>
          </a:p>
        </p:txBody>
      </p:sp>
      <p:sp>
        <p:nvSpPr>
          <p:cNvPr id="342062" name="Text Box 46">
            <a:extLst>
              <a:ext uri="{FF2B5EF4-FFF2-40B4-BE49-F238E27FC236}">
                <a16:creationId xmlns:a16="http://schemas.microsoft.com/office/drawing/2014/main" id="{9A38287B-D730-7C16-4AED-DE5B27DC7759}"/>
              </a:ext>
            </a:extLst>
          </p:cNvPr>
          <p:cNvSpPr txBox="1">
            <a:spLocks noChangeArrowheads="1"/>
          </p:cNvSpPr>
          <p:nvPr/>
        </p:nvSpPr>
        <p:spPr bwMode="auto">
          <a:xfrm>
            <a:off x="747713" y="4340225"/>
            <a:ext cx="67056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zh-CN" altLang="en-US"/>
              <a:t>子弹穿过第二木块后，第二木块速度变为</a:t>
            </a:r>
            <a:r>
              <a:rPr lang="en-US" altLang="zh-CN" b="0" i="1">
                <a:solidFill>
                  <a:srgbClr val="66FFFF"/>
                </a:solidFill>
                <a:latin typeface="Bookman Old Style" panose="02050604050505020204" pitchFamily="18" charset="0"/>
              </a:rPr>
              <a:t>v</a:t>
            </a:r>
            <a:r>
              <a:rPr lang="en-US" altLang="zh-CN" baseline="-25000">
                <a:solidFill>
                  <a:srgbClr val="66FFFF"/>
                </a:solidFill>
              </a:rPr>
              <a:t>2</a:t>
            </a:r>
          </a:p>
        </p:txBody>
      </p:sp>
      <p:sp>
        <p:nvSpPr>
          <p:cNvPr id="342063" name="Text Box 47">
            <a:extLst>
              <a:ext uri="{FF2B5EF4-FFF2-40B4-BE49-F238E27FC236}">
                <a16:creationId xmlns:a16="http://schemas.microsoft.com/office/drawing/2014/main" id="{29F6E121-A6F6-2F59-158E-1F500CF72A6B}"/>
              </a:ext>
            </a:extLst>
          </p:cNvPr>
          <p:cNvSpPr txBox="1">
            <a:spLocks noChangeArrowheads="1"/>
          </p:cNvSpPr>
          <p:nvPr/>
        </p:nvSpPr>
        <p:spPr bwMode="auto">
          <a:xfrm>
            <a:off x="261938" y="276225"/>
            <a:ext cx="82232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solidFill>
                  <a:srgbClr val="FFFF00"/>
                </a:solidFill>
              </a:rPr>
              <a:t>例</a:t>
            </a:r>
            <a:r>
              <a:rPr lang="en-US" altLang="zh-CN">
                <a:solidFill>
                  <a:srgbClr val="FFFF00"/>
                </a:solidFill>
              </a:rPr>
              <a:t>1</a:t>
            </a:r>
          </a:p>
        </p:txBody>
      </p:sp>
      <p:sp>
        <p:nvSpPr>
          <p:cNvPr id="342064" name="Text Box 48">
            <a:extLst>
              <a:ext uri="{FF2B5EF4-FFF2-40B4-BE49-F238E27FC236}">
                <a16:creationId xmlns:a16="http://schemas.microsoft.com/office/drawing/2014/main" id="{A27A75CA-367B-A184-39C9-8B6C570675EE}"/>
              </a:ext>
            </a:extLst>
          </p:cNvPr>
          <p:cNvSpPr txBox="1">
            <a:spLocks noChangeArrowheads="1"/>
          </p:cNvSpPr>
          <p:nvPr/>
        </p:nvSpPr>
        <p:spPr bwMode="auto">
          <a:xfrm>
            <a:off x="279400" y="2405063"/>
            <a:ext cx="822325"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solidFill>
                  <a:srgbClr val="FFFF00"/>
                </a:solidFill>
              </a:rPr>
              <a:t>解</a:t>
            </a:r>
          </a:p>
        </p:txBody>
      </p:sp>
      <p:sp>
        <p:nvSpPr>
          <p:cNvPr id="342065" name="Text Box 49">
            <a:extLst>
              <a:ext uri="{FF2B5EF4-FFF2-40B4-BE49-F238E27FC236}">
                <a16:creationId xmlns:a16="http://schemas.microsoft.com/office/drawing/2014/main" id="{5FF4FC3E-9B0A-13AC-6956-50FA18B9012B}"/>
              </a:ext>
            </a:extLst>
          </p:cNvPr>
          <p:cNvSpPr txBox="1">
            <a:spLocks noChangeArrowheads="1"/>
          </p:cNvSpPr>
          <p:nvPr/>
        </p:nvSpPr>
        <p:spPr bwMode="auto">
          <a:xfrm>
            <a:off x="279400" y="1812925"/>
            <a:ext cx="68580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solidFill>
                  <a:srgbClr val="FFFF00"/>
                </a:solidFill>
              </a:rPr>
              <a:t>求 </a:t>
            </a:r>
            <a:r>
              <a:rPr lang="zh-CN" altLang="en-US"/>
              <a:t> 子弹穿过后， 两木块各以多大速度运动</a:t>
            </a:r>
          </a:p>
        </p:txBody>
      </p:sp>
      <p:sp>
        <p:nvSpPr>
          <p:cNvPr id="342066" name="Text Box 50">
            <a:extLst>
              <a:ext uri="{FF2B5EF4-FFF2-40B4-BE49-F238E27FC236}">
                <a16:creationId xmlns:a16="http://schemas.microsoft.com/office/drawing/2014/main" id="{A0650A33-C460-2096-FE08-D7997ACB8700}"/>
              </a:ext>
            </a:extLst>
          </p:cNvPr>
          <p:cNvSpPr txBox="1">
            <a:spLocks noChangeArrowheads="1"/>
          </p:cNvSpPr>
          <p:nvPr/>
        </p:nvSpPr>
        <p:spPr bwMode="auto">
          <a:xfrm>
            <a:off x="735013" y="5707063"/>
            <a:ext cx="1108075"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t>解得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2063"/>
                                        </p:tgtEl>
                                        <p:attrNameLst>
                                          <p:attrName>style.visibility</p:attrName>
                                        </p:attrNameLst>
                                      </p:cBhvr>
                                      <p:to>
                                        <p:strVal val="visible"/>
                                      </p:to>
                                    </p:set>
                                    <p:animEffect transition="in" filter="wipe(left)">
                                      <p:cBhvr>
                                        <p:cTn id="7" dur="500"/>
                                        <p:tgtEl>
                                          <p:spTgt spid="3420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42018"/>
                                        </p:tgtEl>
                                        <p:attrNameLst>
                                          <p:attrName>style.visibility</p:attrName>
                                        </p:attrNameLst>
                                      </p:cBhvr>
                                      <p:to>
                                        <p:strVal val="visible"/>
                                      </p:to>
                                    </p:set>
                                    <p:animEffect transition="in" filter="wipe(left)">
                                      <p:cBhvr>
                                        <p:cTn id="12" dur="500"/>
                                        <p:tgtEl>
                                          <p:spTgt spid="3420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42065"/>
                                        </p:tgtEl>
                                        <p:attrNameLst>
                                          <p:attrName>style.visibility</p:attrName>
                                        </p:attrNameLst>
                                      </p:cBhvr>
                                      <p:to>
                                        <p:strVal val="visible"/>
                                      </p:to>
                                    </p:set>
                                    <p:animEffect transition="in" filter="wipe(left)">
                                      <p:cBhvr>
                                        <p:cTn id="17" dur="500"/>
                                        <p:tgtEl>
                                          <p:spTgt spid="3420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42064"/>
                                        </p:tgtEl>
                                        <p:attrNameLst>
                                          <p:attrName>style.visibility</p:attrName>
                                        </p:attrNameLst>
                                      </p:cBhvr>
                                      <p:to>
                                        <p:strVal val="visible"/>
                                      </p:to>
                                    </p:set>
                                    <p:animEffect transition="in" filter="wipe(left)">
                                      <p:cBhvr>
                                        <p:cTn id="27" dur="500"/>
                                        <p:tgtEl>
                                          <p:spTgt spid="3420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iterate type="wd">
                                    <p:tmPct val="100000"/>
                                  </p:iterate>
                                  <p:childTnLst>
                                    <p:set>
                                      <p:cBhvr>
                                        <p:cTn id="31" dur="1" fill="hold">
                                          <p:stCondLst>
                                            <p:cond delay="0"/>
                                          </p:stCondLst>
                                        </p:cTn>
                                        <p:tgtEl>
                                          <p:spTgt spid="342061"/>
                                        </p:tgtEl>
                                        <p:attrNameLst>
                                          <p:attrName>style.visibility</p:attrName>
                                        </p:attrNameLst>
                                      </p:cBhvr>
                                      <p:to>
                                        <p:strVal val="visible"/>
                                      </p:to>
                                    </p:set>
                                    <p:animEffect transition="in" filter="wipe(left)">
                                      <p:cBhvr>
                                        <p:cTn id="32" dur="500"/>
                                        <p:tgtEl>
                                          <p:spTgt spid="34206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42019"/>
                                        </p:tgtEl>
                                        <p:attrNameLst>
                                          <p:attrName>style.visibility</p:attrName>
                                        </p:attrNameLst>
                                      </p:cBhvr>
                                      <p:to>
                                        <p:strVal val="visible"/>
                                      </p:to>
                                    </p:set>
                                    <p:animEffect transition="in" filter="wipe(left)">
                                      <p:cBhvr>
                                        <p:cTn id="37" dur="500"/>
                                        <p:tgtEl>
                                          <p:spTgt spid="3420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iterate type="wd">
                                    <p:tmPct val="100000"/>
                                  </p:iterate>
                                  <p:childTnLst>
                                    <p:set>
                                      <p:cBhvr>
                                        <p:cTn id="41" dur="1" fill="hold">
                                          <p:stCondLst>
                                            <p:cond delay="0"/>
                                          </p:stCondLst>
                                        </p:cTn>
                                        <p:tgtEl>
                                          <p:spTgt spid="342062"/>
                                        </p:tgtEl>
                                        <p:attrNameLst>
                                          <p:attrName>style.visibility</p:attrName>
                                        </p:attrNameLst>
                                      </p:cBhvr>
                                      <p:to>
                                        <p:strVal val="visible"/>
                                      </p:to>
                                    </p:set>
                                    <p:animEffect transition="in" filter="wipe(left)">
                                      <p:cBhvr>
                                        <p:cTn id="42" dur="300"/>
                                        <p:tgtEl>
                                          <p:spTgt spid="3420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42020"/>
                                        </p:tgtEl>
                                        <p:attrNameLst>
                                          <p:attrName>style.visibility</p:attrName>
                                        </p:attrNameLst>
                                      </p:cBhvr>
                                      <p:to>
                                        <p:strVal val="visible"/>
                                      </p:to>
                                    </p:set>
                                    <p:animEffect transition="in" filter="wipe(left)">
                                      <p:cBhvr>
                                        <p:cTn id="47" dur="500"/>
                                        <p:tgtEl>
                                          <p:spTgt spid="34202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42066"/>
                                        </p:tgtEl>
                                        <p:attrNameLst>
                                          <p:attrName>style.visibility</p:attrName>
                                        </p:attrNameLst>
                                      </p:cBhvr>
                                      <p:to>
                                        <p:strVal val="visible"/>
                                      </p:to>
                                    </p:set>
                                    <p:animEffect transition="in" filter="wipe(left)">
                                      <p:cBhvr>
                                        <p:cTn id="52" dur="500"/>
                                        <p:tgtEl>
                                          <p:spTgt spid="34206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42021"/>
                                        </p:tgtEl>
                                        <p:attrNameLst>
                                          <p:attrName>style.visibility</p:attrName>
                                        </p:attrNameLst>
                                      </p:cBhvr>
                                      <p:to>
                                        <p:strVal val="visible"/>
                                      </p:to>
                                    </p:set>
                                    <p:animEffect transition="in" filter="wipe(left)">
                                      <p:cBhvr>
                                        <p:cTn id="57" dur="500"/>
                                        <p:tgtEl>
                                          <p:spTgt spid="34202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42022"/>
                                        </p:tgtEl>
                                        <p:attrNameLst>
                                          <p:attrName>style.visibility</p:attrName>
                                        </p:attrNameLst>
                                      </p:cBhvr>
                                      <p:to>
                                        <p:strVal val="visible"/>
                                      </p:to>
                                    </p:set>
                                    <p:animEffect transition="in" filter="wipe(left)">
                                      <p:cBhvr>
                                        <p:cTn id="62" dur="500"/>
                                        <p:tgtEl>
                                          <p:spTgt spid="342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8" grpId="0" autoUpdateAnimBg="0"/>
      <p:bldP spid="342061" grpId="0" autoUpdateAnimBg="0"/>
      <p:bldP spid="342062" grpId="0" autoUpdateAnimBg="0"/>
      <p:bldP spid="342063" grpId="0"/>
      <p:bldP spid="342064" grpId="0"/>
      <p:bldP spid="342065" grpId="0"/>
      <p:bldP spid="34206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Text Box 2">
            <a:extLst>
              <a:ext uri="{FF2B5EF4-FFF2-40B4-BE49-F238E27FC236}">
                <a16:creationId xmlns:a16="http://schemas.microsoft.com/office/drawing/2014/main" id="{3061EFCA-E373-1D1D-FE1A-64439179BC43}"/>
              </a:ext>
            </a:extLst>
          </p:cNvPr>
          <p:cNvSpPr txBox="1">
            <a:spLocks noChangeArrowheads="1"/>
          </p:cNvSpPr>
          <p:nvPr/>
        </p:nvSpPr>
        <p:spPr bwMode="auto">
          <a:xfrm>
            <a:off x="636588" y="841375"/>
            <a:ext cx="4572000" cy="457200"/>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a:effectLst>
                  <a:outerShdw blurRad="38100" dist="38100" dir="2700000" algn="tl">
                    <a:srgbClr val="000000"/>
                  </a:outerShdw>
                </a:effectLst>
              </a:rPr>
              <a:t>根据系统的动量定理可知：    </a:t>
            </a:r>
          </a:p>
        </p:txBody>
      </p:sp>
      <p:sp>
        <p:nvSpPr>
          <p:cNvPr id="641028" name="Text Box 4">
            <a:extLst>
              <a:ext uri="{FF2B5EF4-FFF2-40B4-BE49-F238E27FC236}">
                <a16:creationId xmlns:a16="http://schemas.microsoft.com/office/drawing/2014/main" id="{0DFA3269-0B59-D8BF-0905-9D52DCB0D0C3}"/>
              </a:ext>
            </a:extLst>
          </p:cNvPr>
          <p:cNvSpPr txBox="1">
            <a:spLocks noChangeArrowheads="1"/>
          </p:cNvSpPr>
          <p:nvPr/>
        </p:nvSpPr>
        <p:spPr bwMode="auto">
          <a:xfrm>
            <a:off x="635000" y="1593850"/>
            <a:ext cx="1828800" cy="457200"/>
          </a:xfrm>
          <a:prstGeom prst="rect">
            <a:avLst/>
          </a:prstGeom>
          <a:noFill/>
          <a:ln w="9525">
            <a:noFill/>
            <a:miter lim="800000"/>
            <a:headEnd/>
            <a:tailEnd/>
          </a:ln>
          <a:effectLst/>
        </p:spPr>
        <p:txBody>
          <a:bodyPr>
            <a:spAutoFit/>
          </a:bodyPr>
          <a:lstStyle/>
          <a:p>
            <a:pPr>
              <a:spcBef>
                <a:spcPct val="50000"/>
              </a:spcBef>
              <a:defRPr/>
            </a:pPr>
            <a:r>
              <a:rPr kumimoji="1" lang="zh-CN" altLang="en-US">
                <a:effectLst>
                  <a:outerShdw blurRad="38100" dist="38100" dir="2700000" algn="tl">
                    <a:srgbClr val="000000"/>
                  </a:outerShdw>
                </a:effectLst>
              </a:rPr>
              <a:t>当合外力</a:t>
            </a:r>
          </a:p>
        </p:txBody>
      </p:sp>
      <p:sp>
        <p:nvSpPr>
          <p:cNvPr id="641029" name="Text Box 5">
            <a:extLst>
              <a:ext uri="{FF2B5EF4-FFF2-40B4-BE49-F238E27FC236}">
                <a16:creationId xmlns:a16="http://schemas.microsoft.com/office/drawing/2014/main" id="{02B0079C-96C1-DDD0-CA5C-F9E2A52BC08E}"/>
              </a:ext>
            </a:extLst>
          </p:cNvPr>
          <p:cNvSpPr txBox="1">
            <a:spLocks noChangeArrowheads="1"/>
          </p:cNvSpPr>
          <p:nvPr/>
        </p:nvSpPr>
        <p:spPr bwMode="auto">
          <a:xfrm>
            <a:off x="3465513" y="1608138"/>
            <a:ext cx="1009650" cy="457200"/>
          </a:xfrm>
          <a:prstGeom prst="rect">
            <a:avLst/>
          </a:prstGeom>
          <a:noFill/>
          <a:ln w="9525">
            <a:noFill/>
            <a:miter lim="800000"/>
            <a:headEnd/>
            <a:tailEnd/>
          </a:ln>
          <a:effectLst/>
        </p:spPr>
        <p:txBody>
          <a:bodyPr>
            <a:spAutoFit/>
          </a:bodyPr>
          <a:lstStyle/>
          <a:p>
            <a:pPr>
              <a:defRPr/>
            </a:pPr>
            <a:r>
              <a:rPr lang="zh-CN" altLang="en-US">
                <a:effectLst>
                  <a:outerShdw blurRad="38100" dist="38100" dir="2700000" algn="tl">
                    <a:srgbClr val="000000"/>
                  </a:outerShdw>
                </a:effectLst>
              </a:rPr>
              <a:t>则</a:t>
            </a:r>
          </a:p>
        </p:txBody>
      </p:sp>
      <p:sp>
        <p:nvSpPr>
          <p:cNvPr id="641030" name="Text Box 6">
            <a:extLst>
              <a:ext uri="{FF2B5EF4-FFF2-40B4-BE49-F238E27FC236}">
                <a16:creationId xmlns:a16="http://schemas.microsoft.com/office/drawing/2014/main" id="{82238A38-6D5E-6A5A-C785-4F4A05B59B75}"/>
              </a:ext>
            </a:extLst>
          </p:cNvPr>
          <p:cNvSpPr txBox="1">
            <a:spLocks noChangeArrowheads="1"/>
          </p:cNvSpPr>
          <p:nvPr/>
        </p:nvSpPr>
        <p:spPr bwMode="auto">
          <a:xfrm>
            <a:off x="739775" y="2952750"/>
            <a:ext cx="7756525" cy="466725"/>
          </a:xfrm>
          <a:prstGeom prst="rect">
            <a:avLst/>
          </a:prstGeom>
          <a:solidFill>
            <a:srgbClr val="00CCFF">
              <a:alpha val="25000"/>
            </a:srgbClr>
          </a:solidFill>
          <a:ln w="9525">
            <a:solidFill>
              <a:srgbClr val="FFFFFF">
                <a:alpha val="22000"/>
              </a:srgbClr>
            </a:solidFill>
            <a:miter lim="800000"/>
            <a:headEnd/>
            <a:tailEnd/>
          </a:ln>
          <a:effectLst/>
        </p:spPr>
        <p:txBody>
          <a:bodyPr>
            <a:spAutoFit/>
          </a:bodyPr>
          <a:lstStyle/>
          <a:p>
            <a:pPr marL="457200" indent="-457200" algn="ctr">
              <a:buClr>
                <a:srgbClr val="00FFCC"/>
              </a:buClr>
              <a:buSzPct val="80000"/>
              <a:buFont typeface="Wingdings" pitchFamily="2" charset="2"/>
              <a:buNone/>
              <a:defRPr/>
            </a:pPr>
            <a:r>
              <a:rPr lang="zh-CN" altLang="en-US">
                <a:effectLst>
                  <a:outerShdw blurRad="38100" dist="38100" dir="2700000" algn="tl">
                    <a:srgbClr val="000000"/>
                  </a:outerShdw>
                </a:effectLst>
                <a:latin typeface="Times New Roman" pitchFamily="18" charset="0"/>
              </a:rPr>
              <a:t>质点系所受合外力为零时，质点系的总动量保持不变。</a:t>
            </a:r>
          </a:p>
        </p:txBody>
      </p:sp>
      <p:graphicFrame>
        <p:nvGraphicFramePr>
          <p:cNvPr id="641031" name="Object 2">
            <a:extLst>
              <a:ext uri="{FF2B5EF4-FFF2-40B4-BE49-F238E27FC236}">
                <a16:creationId xmlns:a16="http://schemas.microsoft.com/office/drawing/2014/main" id="{F28C29FE-5B0C-3A09-F0D5-95C69CDD3584}"/>
              </a:ext>
            </a:extLst>
          </p:cNvPr>
          <p:cNvGraphicFramePr>
            <a:graphicFrameLocks noChangeAspect="1"/>
          </p:cNvGraphicFramePr>
          <p:nvPr/>
        </p:nvGraphicFramePr>
        <p:xfrm>
          <a:off x="4618038" y="735013"/>
          <a:ext cx="1473200" cy="723900"/>
        </p:xfrm>
        <a:graphic>
          <a:graphicData uri="http://schemas.openxmlformats.org/presentationml/2006/ole">
            <mc:AlternateContent xmlns:mc="http://schemas.openxmlformats.org/markup-compatibility/2006">
              <mc:Choice xmlns:v="urn:schemas-microsoft-com:vml" Requires="v">
                <p:oleObj name="公式" r:id="rId2" imgW="1417258" imgH="670338" progId="Equation.3">
                  <p:embed/>
                </p:oleObj>
              </mc:Choice>
              <mc:Fallback>
                <p:oleObj name="公式" r:id="rId2" imgW="1417258" imgH="670338"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038" y="735013"/>
                        <a:ext cx="1473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1032" name="Object 3">
            <a:extLst>
              <a:ext uri="{FF2B5EF4-FFF2-40B4-BE49-F238E27FC236}">
                <a16:creationId xmlns:a16="http://schemas.microsoft.com/office/drawing/2014/main" id="{765E7B6D-246F-734C-9947-E9177A1724B9}"/>
              </a:ext>
            </a:extLst>
          </p:cNvPr>
          <p:cNvGraphicFramePr>
            <a:graphicFrameLocks noChangeAspect="1"/>
          </p:cNvGraphicFramePr>
          <p:nvPr/>
        </p:nvGraphicFramePr>
        <p:xfrm>
          <a:off x="2185988" y="1704975"/>
          <a:ext cx="914400" cy="393700"/>
        </p:xfrm>
        <a:graphic>
          <a:graphicData uri="http://schemas.openxmlformats.org/presentationml/2006/ole">
            <mc:AlternateContent xmlns:mc="http://schemas.openxmlformats.org/markup-compatibility/2006">
              <mc:Choice xmlns:v="urn:schemas-microsoft-com:vml" Requires="v">
                <p:oleObj name="公式" r:id="rId4" imgW="860904" imgH="343149" progId="Equation.3">
                  <p:embed/>
                </p:oleObj>
              </mc:Choice>
              <mc:Fallback>
                <p:oleObj name="公式" r:id="rId4" imgW="860904" imgH="34314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988" y="1704975"/>
                        <a:ext cx="914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1033" name="Object 4">
            <a:extLst>
              <a:ext uri="{FF2B5EF4-FFF2-40B4-BE49-F238E27FC236}">
                <a16:creationId xmlns:a16="http://schemas.microsoft.com/office/drawing/2014/main" id="{B3A3F211-866A-3363-0D2E-81D8B326757A}"/>
              </a:ext>
            </a:extLst>
          </p:cNvPr>
          <p:cNvGraphicFramePr>
            <a:graphicFrameLocks noChangeAspect="1"/>
          </p:cNvGraphicFramePr>
          <p:nvPr/>
        </p:nvGraphicFramePr>
        <p:xfrm>
          <a:off x="4710113" y="1495425"/>
          <a:ext cx="1219200" cy="723900"/>
        </p:xfrm>
        <a:graphic>
          <a:graphicData uri="http://schemas.openxmlformats.org/presentationml/2006/ole">
            <mc:AlternateContent xmlns:mc="http://schemas.openxmlformats.org/markup-compatibility/2006">
              <mc:Choice xmlns:v="urn:schemas-microsoft-com:vml" Requires="v">
                <p:oleObj name="公式" r:id="rId6" imgW="1165953" imgH="670338" progId="Equation.3">
                  <p:embed/>
                </p:oleObj>
              </mc:Choice>
              <mc:Fallback>
                <p:oleObj name="公式" r:id="rId6" imgW="1165953" imgH="670338"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0113" y="1495425"/>
                        <a:ext cx="1219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1034" name="Object 5">
            <a:extLst>
              <a:ext uri="{FF2B5EF4-FFF2-40B4-BE49-F238E27FC236}">
                <a16:creationId xmlns:a16="http://schemas.microsoft.com/office/drawing/2014/main" id="{9C752482-4E16-A478-E570-C36545420BAD}"/>
              </a:ext>
            </a:extLst>
          </p:cNvPr>
          <p:cNvGraphicFramePr>
            <a:graphicFrameLocks noChangeAspect="1"/>
          </p:cNvGraphicFramePr>
          <p:nvPr/>
        </p:nvGraphicFramePr>
        <p:xfrm>
          <a:off x="2232025" y="2349500"/>
          <a:ext cx="2619375" cy="409575"/>
        </p:xfrm>
        <a:graphic>
          <a:graphicData uri="http://schemas.openxmlformats.org/presentationml/2006/ole">
            <mc:AlternateContent xmlns:mc="http://schemas.openxmlformats.org/markup-compatibility/2006">
              <mc:Choice xmlns:v="urn:schemas-microsoft-com:vml" Requires="v">
                <p:oleObj name="公式" r:id="rId8" imgW="2865369" imgH="403999" progId="Equation.3">
                  <p:embed/>
                </p:oleObj>
              </mc:Choice>
              <mc:Fallback>
                <p:oleObj name="公式" r:id="rId8" imgW="2865369" imgH="403999"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32025" y="2349500"/>
                        <a:ext cx="2619375" cy="409575"/>
                      </a:xfrm>
                      <a:prstGeom prst="rect">
                        <a:avLst/>
                      </a:prstGeom>
                      <a:solidFill>
                        <a:srgbClr val="00FFFF">
                          <a:alpha val="25098"/>
                        </a:srgbClr>
                      </a:solidFill>
                      <a:ln w="9525">
                        <a:solidFill>
                          <a:srgbClr val="FFFFFF">
                            <a:alpha val="27058"/>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1035" name="Text Box 11">
            <a:extLst>
              <a:ext uri="{FF2B5EF4-FFF2-40B4-BE49-F238E27FC236}">
                <a16:creationId xmlns:a16="http://schemas.microsoft.com/office/drawing/2014/main" id="{9E4CDE5F-1547-2DBC-3F7E-D6DABD9AB2DF}"/>
              </a:ext>
            </a:extLst>
          </p:cNvPr>
          <p:cNvSpPr txBox="1">
            <a:spLocks noChangeArrowheads="1"/>
          </p:cNvSpPr>
          <p:nvPr/>
        </p:nvSpPr>
        <p:spPr bwMode="auto">
          <a:xfrm>
            <a:off x="4813300" y="2395538"/>
            <a:ext cx="3403600" cy="396875"/>
          </a:xfrm>
          <a:prstGeom prst="rect">
            <a:avLst/>
          </a:prstGeom>
          <a:noFill/>
          <a:ln w="12700">
            <a:noFill/>
            <a:miter lim="800000"/>
            <a:headEnd type="none" w="sm" len="sm"/>
            <a:tailEnd type="none" w="sm" len="sm"/>
          </a:ln>
          <a:effectLst/>
        </p:spPr>
        <p:txBody>
          <a:bodyPr>
            <a:spAutoFit/>
          </a:bodyPr>
          <a:lstStyle/>
          <a:p>
            <a:pPr algn="ctr">
              <a:spcBef>
                <a:spcPct val="50000"/>
              </a:spcBef>
              <a:buClr>
                <a:schemeClr val="hlink"/>
              </a:buClr>
              <a:buFont typeface="Monotype Sorts" pitchFamily="2" charset="2"/>
              <a:buNone/>
              <a:defRPr/>
            </a:pPr>
            <a:r>
              <a:rPr kumimoji="1" lang="en-US" altLang="zh-CN" sz="2000">
                <a:solidFill>
                  <a:srgbClr val="FF9900"/>
                </a:solidFill>
                <a:effectLst>
                  <a:outerShdw blurRad="38100" dist="38100" dir="2700000" algn="tl">
                    <a:srgbClr val="000000"/>
                  </a:outerShdw>
                </a:effectLst>
                <a:latin typeface="宋体" pitchFamily="2" charset="-122"/>
                <a:ea typeface="宋体" pitchFamily="2" charset="-122"/>
              </a:rPr>
              <a:t>(</a:t>
            </a:r>
            <a:r>
              <a:rPr kumimoji="1" lang="zh-CN" altLang="en-US" sz="2000">
                <a:solidFill>
                  <a:srgbClr val="FF9900"/>
                </a:solidFill>
                <a:effectLst>
                  <a:outerShdw blurRad="38100" dist="38100" dir="2700000" algn="tl">
                    <a:srgbClr val="000000"/>
                  </a:outerShdw>
                </a:effectLst>
                <a:latin typeface="宋体" pitchFamily="2" charset="-122"/>
                <a:ea typeface="宋体" pitchFamily="2" charset="-122"/>
              </a:rPr>
              <a:t>质点系的动量守恒定律</a:t>
            </a:r>
            <a:r>
              <a:rPr kumimoji="1" lang="en-US" altLang="zh-CN" sz="2000">
                <a:solidFill>
                  <a:srgbClr val="FF9900"/>
                </a:solidFill>
                <a:effectLst>
                  <a:outerShdw blurRad="38100" dist="38100" dir="2700000" algn="tl">
                    <a:srgbClr val="000000"/>
                  </a:outerShdw>
                </a:effectLst>
                <a:latin typeface="宋体" pitchFamily="2" charset="-122"/>
                <a:ea typeface="宋体" pitchFamily="2" charset="-122"/>
              </a:rPr>
              <a:t>)</a:t>
            </a:r>
            <a:endParaRPr kumimoji="1" lang="en-US" altLang="zh-CN" sz="2000" b="0">
              <a:solidFill>
                <a:srgbClr val="FF9900"/>
              </a:solidFill>
              <a:latin typeface="宋体" pitchFamily="2" charset="-122"/>
              <a:ea typeface="宋体" pitchFamily="2" charset="-122"/>
            </a:endParaRPr>
          </a:p>
        </p:txBody>
      </p:sp>
      <p:sp>
        <p:nvSpPr>
          <p:cNvPr id="641036" name="Text Box 12">
            <a:extLst>
              <a:ext uri="{FF2B5EF4-FFF2-40B4-BE49-F238E27FC236}">
                <a16:creationId xmlns:a16="http://schemas.microsoft.com/office/drawing/2014/main" id="{67AA323A-BD0C-7B2B-06F5-0285D19ABE5C}"/>
              </a:ext>
            </a:extLst>
          </p:cNvPr>
          <p:cNvSpPr txBox="1">
            <a:spLocks noChangeArrowheads="1"/>
          </p:cNvSpPr>
          <p:nvPr/>
        </p:nvSpPr>
        <p:spPr bwMode="auto">
          <a:xfrm>
            <a:off x="330200" y="3600450"/>
            <a:ext cx="1638300" cy="457200"/>
          </a:xfrm>
          <a:prstGeom prst="rect">
            <a:avLst/>
          </a:prstGeom>
          <a:noFill/>
          <a:ln w="9525">
            <a:noFill/>
            <a:miter lim="800000"/>
            <a:headEnd/>
            <a:tailEnd/>
          </a:ln>
          <a:effectLst/>
        </p:spPr>
        <p:txBody>
          <a:bodyPr>
            <a:spAutoFit/>
          </a:bodyPr>
          <a:lstStyle/>
          <a:p>
            <a:pPr eaLnBrk="1" hangingPunct="1">
              <a:spcBef>
                <a:spcPct val="50000"/>
              </a:spcBef>
              <a:buClr>
                <a:srgbClr val="FFFF00"/>
              </a:buClr>
              <a:buFont typeface="Wingdings" pitchFamily="2" charset="2"/>
              <a:buChar char="Ø"/>
              <a:defRPr/>
            </a:pPr>
            <a:r>
              <a:rPr kumimoji="1" lang="en-US" altLang="zh-CN">
                <a:solidFill>
                  <a:srgbClr val="00FFFF"/>
                </a:solidFill>
                <a:effectLst>
                  <a:outerShdw blurRad="38100" dist="38100" dir="2700000" algn="tl">
                    <a:srgbClr val="000000"/>
                  </a:outerShdw>
                </a:effectLst>
                <a:latin typeface="Times New Roman" pitchFamily="18" charset="0"/>
                <a:ea typeface="宋体" pitchFamily="2" charset="-122"/>
              </a:rPr>
              <a:t> </a:t>
            </a:r>
            <a:r>
              <a:rPr kumimoji="1" lang="zh-CN" altLang="en-US">
                <a:solidFill>
                  <a:srgbClr val="00FFFF"/>
                </a:solidFill>
                <a:effectLst>
                  <a:outerShdw blurRad="38100" dist="38100" dir="2700000" algn="tl">
                    <a:srgbClr val="000000"/>
                  </a:outerShdw>
                </a:effectLst>
                <a:latin typeface="Times New Roman" pitchFamily="18" charset="0"/>
                <a:ea typeface="宋体" pitchFamily="2" charset="-122"/>
              </a:rPr>
              <a:t>讨论</a:t>
            </a:r>
          </a:p>
        </p:txBody>
      </p:sp>
      <p:sp>
        <p:nvSpPr>
          <p:cNvPr id="641037" name="Text Box 13">
            <a:extLst>
              <a:ext uri="{FF2B5EF4-FFF2-40B4-BE49-F238E27FC236}">
                <a16:creationId xmlns:a16="http://schemas.microsoft.com/office/drawing/2014/main" id="{D2E5AE8F-F8F9-45D7-D060-C8C59EC00AE7}"/>
              </a:ext>
            </a:extLst>
          </p:cNvPr>
          <p:cNvSpPr txBox="1">
            <a:spLocks noChangeArrowheads="1"/>
          </p:cNvSpPr>
          <p:nvPr/>
        </p:nvSpPr>
        <p:spPr bwMode="auto">
          <a:xfrm>
            <a:off x="431800" y="4040188"/>
            <a:ext cx="8178800" cy="933450"/>
          </a:xfrm>
          <a:prstGeom prst="rect">
            <a:avLst/>
          </a:prstGeom>
          <a:noFill/>
          <a:ln w="12700">
            <a:noFill/>
            <a:miter lim="800000"/>
            <a:headEnd type="none" w="sm" len="sm"/>
            <a:tailEnd type="none" w="sm" len="sm"/>
          </a:ln>
          <a:effectLst/>
        </p:spPr>
        <p:txBody>
          <a:bodyPr>
            <a:spAutoFit/>
          </a:bodyPr>
          <a:lstStyle/>
          <a:p>
            <a:pPr>
              <a:lnSpc>
                <a:spcPct val="115000"/>
              </a:lnSpc>
              <a:buClr>
                <a:srgbClr val="FF99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若系统的合外力不为零，但可能合外力在某一方向的分量</a:t>
            </a:r>
          </a:p>
          <a:p>
            <a:pPr>
              <a:lnSpc>
                <a:spcPct val="115000"/>
              </a:lnSpc>
              <a:buClr>
                <a:srgbClr val="FF99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等于零，则该方向的总动量守恒。</a:t>
            </a:r>
          </a:p>
        </p:txBody>
      </p:sp>
      <p:sp>
        <p:nvSpPr>
          <p:cNvPr id="641038" name="Rectangle 14">
            <a:extLst>
              <a:ext uri="{FF2B5EF4-FFF2-40B4-BE49-F238E27FC236}">
                <a16:creationId xmlns:a16="http://schemas.microsoft.com/office/drawing/2014/main" id="{5A12A579-4359-446C-EF1C-E1373D266A01}"/>
              </a:ext>
            </a:extLst>
          </p:cNvPr>
          <p:cNvSpPr>
            <a:spLocks noChangeArrowheads="1"/>
          </p:cNvSpPr>
          <p:nvPr/>
        </p:nvSpPr>
        <p:spPr bwMode="auto">
          <a:xfrm>
            <a:off x="5715000" y="5237163"/>
            <a:ext cx="2857500" cy="822325"/>
          </a:xfrm>
          <a:prstGeom prst="rect">
            <a:avLst/>
          </a:prstGeom>
          <a:noFill/>
          <a:ln w="9525">
            <a:noFill/>
            <a:miter lim="800000"/>
            <a:headEnd/>
            <a:tailEnd/>
          </a:ln>
          <a:effectLst/>
        </p:spPr>
        <p:txBody>
          <a:bodyPr>
            <a:spAutoFit/>
          </a:bodyPr>
          <a:lstStyle/>
          <a:p>
            <a:pPr algn="ctr" eaLnBrk="1" hangingPunct="1">
              <a:lnSpc>
                <a:spcPct val="120000"/>
              </a:lnSpc>
              <a:defRPr/>
            </a:pPr>
            <a:r>
              <a:rPr kumimoji="1"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r>
              <a:rPr kumimoji="1" lang="zh-CN" altLang="en-US" sz="2000">
                <a:solidFill>
                  <a:srgbClr val="FF9900"/>
                </a:solidFill>
                <a:effectLst>
                  <a:outerShdw blurRad="38100" dist="38100" dir="2700000" algn="tl">
                    <a:srgbClr val="000000"/>
                  </a:outerShdw>
                </a:effectLst>
                <a:latin typeface="楷体_GB2312" pitchFamily="49" charset="-122"/>
                <a:ea typeface="楷体_GB2312" pitchFamily="49" charset="-122"/>
              </a:rPr>
              <a:t>动量守恒定律在直</a:t>
            </a:r>
          </a:p>
          <a:p>
            <a:pPr algn="ctr" eaLnBrk="1" hangingPunct="1">
              <a:lnSpc>
                <a:spcPct val="120000"/>
              </a:lnSpc>
              <a:defRPr/>
            </a:pPr>
            <a:r>
              <a:rPr kumimoji="1" lang="zh-CN" altLang="en-US" sz="2000">
                <a:solidFill>
                  <a:srgbClr val="FF9900"/>
                </a:solidFill>
                <a:effectLst>
                  <a:outerShdw blurRad="38100" dist="38100" dir="2700000" algn="tl">
                    <a:srgbClr val="000000"/>
                  </a:outerShdw>
                </a:effectLst>
                <a:latin typeface="楷体_GB2312" pitchFamily="49" charset="-122"/>
                <a:ea typeface="楷体_GB2312" pitchFamily="49" charset="-122"/>
              </a:rPr>
              <a:t> 角坐标系中的分量式</a:t>
            </a:r>
            <a:r>
              <a:rPr kumimoji="1" lang="en-US" altLang="zh-CN" sz="2000">
                <a:solidFill>
                  <a:srgbClr val="FF9900"/>
                </a:solidFill>
                <a:effectLst>
                  <a:outerShdw blurRad="38100" dist="38100" dir="2700000" algn="tl">
                    <a:srgbClr val="000000"/>
                  </a:outerShdw>
                </a:effectLst>
                <a:latin typeface="楷体_GB2312" pitchFamily="49" charset="-122"/>
                <a:ea typeface="楷体_GB2312" pitchFamily="49" charset="-122"/>
              </a:rPr>
              <a:t>)</a:t>
            </a:r>
          </a:p>
        </p:txBody>
      </p:sp>
      <p:sp>
        <p:nvSpPr>
          <p:cNvPr id="641039" name="Text Box 15">
            <a:extLst>
              <a:ext uri="{FF2B5EF4-FFF2-40B4-BE49-F238E27FC236}">
                <a16:creationId xmlns:a16="http://schemas.microsoft.com/office/drawing/2014/main" id="{A2D0CD8F-E868-DAC3-43D8-6CE5FF5CF792}"/>
              </a:ext>
            </a:extLst>
          </p:cNvPr>
          <p:cNvSpPr txBox="1">
            <a:spLocks noChangeArrowheads="1"/>
          </p:cNvSpPr>
          <p:nvPr/>
        </p:nvSpPr>
        <p:spPr bwMode="auto">
          <a:xfrm>
            <a:off x="4579938" y="4922838"/>
            <a:ext cx="1409700" cy="530225"/>
          </a:xfrm>
          <a:prstGeom prst="rect">
            <a:avLst/>
          </a:prstGeom>
          <a:noFill/>
          <a:ln w="9525">
            <a:noFill/>
            <a:miter lim="800000"/>
            <a:headEnd/>
            <a:tailEnd/>
          </a:ln>
          <a:effectLst/>
        </p:spPr>
        <p:txBody>
          <a:bodyPr>
            <a:spAutoFit/>
          </a:bodyPr>
          <a:lstStyle/>
          <a:p>
            <a:pPr>
              <a:lnSpc>
                <a:spcPct val="120000"/>
              </a:lnSpc>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rPr>
              <a:t>常量</a:t>
            </a:r>
          </a:p>
        </p:txBody>
      </p:sp>
      <p:graphicFrame>
        <p:nvGraphicFramePr>
          <p:cNvPr id="641040" name="Object 6">
            <a:extLst>
              <a:ext uri="{FF2B5EF4-FFF2-40B4-BE49-F238E27FC236}">
                <a16:creationId xmlns:a16="http://schemas.microsoft.com/office/drawing/2014/main" id="{A5956E24-F284-1A4D-7BA3-8B45A0FA5BEC}"/>
              </a:ext>
            </a:extLst>
          </p:cNvPr>
          <p:cNvGraphicFramePr>
            <a:graphicFrameLocks noChangeAspect="1"/>
          </p:cNvGraphicFramePr>
          <p:nvPr/>
        </p:nvGraphicFramePr>
        <p:xfrm>
          <a:off x="1943100" y="5059363"/>
          <a:ext cx="990600" cy="381000"/>
        </p:xfrm>
        <a:graphic>
          <a:graphicData uri="http://schemas.openxmlformats.org/presentationml/2006/ole">
            <mc:AlternateContent xmlns:mc="http://schemas.openxmlformats.org/markup-compatibility/2006">
              <mc:Choice xmlns:v="urn:schemas-microsoft-com:vml" Requires="v">
                <p:oleObj name="公式" r:id="rId10" imgW="937042" imgH="327688" progId="Equation.3">
                  <p:embed/>
                </p:oleObj>
              </mc:Choice>
              <mc:Fallback>
                <p:oleObj name="公式" r:id="rId10" imgW="937042" imgH="327688"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43100" y="5059363"/>
                        <a:ext cx="99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1041" name="Object 7">
            <a:extLst>
              <a:ext uri="{FF2B5EF4-FFF2-40B4-BE49-F238E27FC236}">
                <a16:creationId xmlns:a16="http://schemas.microsoft.com/office/drawing/2014/main" id="{68D069EC-B52F-416B-E8CB-AD8D127A058A}"/>
              </a:ext>
            </a:extLst>
          </p:cNvPr>
          <p:cNvGraphicFramePr>
            <a:graphicFrameLocks noChangeAspect="1"/>
          </p:cNvGraphicFramePr>
          <p:nvPr/>
        </p:nvGraphicFramePr>
        <p:xfrm>
          <a:off x="3797300" y="5059363"/>
          <a:ext cx="787400" cy="381000"/>
        </p:xfrm>
        <a:graphic>
          <a:graphicData uri="http://schemas.openxmlformats.org/presentationml/2006/ole">
            <mc:AlternateContent xmlns:mc="http://schemas.openxmlformats.org/markup-compatibility/2006">
              <mc:Choice xmlns:v="urn:schemas-microsoft-com:vml" Requires="v">
                <p:oleObj name="公式" r:id="rId12" imgW="731520" imgH="327688" progId="Equation.3">
                  <p:embed/>
                </p:oleObj>
              </mc:Choice>
              <mc:Fallback>
                <p:oleObj name="公式" r:id="rId12" imgW="731520" imgH="327688"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7300" y="5059363"/>
                        <a:ext cx="78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1042" name="Text Box 18">
            <a:extLst>
              <a:ext uri="{FF2B5EF4-FFF2-40B4-BE49-F238E27FC236}">
                <a16:creationId xmlns:a16="http://schemas.microsoft.com/office/drawing/2014/main" id="{929332E7-C652-448D-ACF4-38FF58B595CC}"/>
              </a:ext>
            </a:extLst>
          </p:cNvPr>
          <p:cNvSpPr txBox="1">
            <a:spLocks noChangeArrowheads="1"/>
          </p:cNvSpPr>
          <p:nvPr/>
        </p:nvSpPr>
        <p:spPr bwMode="auto">
          <a:xfrm>
            <a:off x="1409700" y="4910138"/>
            <a:ext cx="1828800" cy="530225"/>
          </a:xfrm>
          <a:prstGeom prst="rect">
            <a:avLst/>
          </a:prstGeom>
          <a:noFill/>
          <a:ln w="9525">
            <a:noFill/>
            <a:miter lim="800000"/>
            <a:headEnd/>
            <a:tailEnd/>
          </a:ln>
          <a:effectLst/>
        </p:spPr>
        <p:txBody>
          <a:bodyPr>
            <a:spAutoFit/>
          </a:bodyPr>
          <a:lstStyle/>
          <a:p>
            <a:pPr>
              <a:lnSpc>
                <a:spcPct val="120000"/>
              </a:lnSpc>
              <a:defRPr/>
            </a:pPr>
            <a:r>
              <a:rPr kumimoji="1" lang="zh-CN" altLang="en-US">
                <a:effectLst>
                  <a:outerShdw blurRad="38100" dist="38100" dir="2700000" algn="tl">
                    <a:srgbClr val="000000"/>
                  </a:outerShdw>
                </a:effectLst>
              </a:rPr>
              <a:t>当</a:t>
            </a:r>
          </a:p>
        </p:txBody>
      </p:sp>
      <p:sp>
        <p:nvSpPr>
          <p:cNvPr id="641043" name="Text Box 19">
            <a:extLst>
              <a:ext uri="{FF2B5EF4-FFF2-40B4-BE49-F238E27FC236}">
                <a16:creationId xmlns:a16="http://schemas.microsoft.com/office/drawing/2014/main" id="{86CC9B02-370E-6199-B140-8792CBD94537}"/>
              </a:ext>
            </a:extLst>
          </p:cNvPr>
          <p:cNvSpPr txBox="1">
            <a:spLocks noChangeArrowheads="1"/>
          </p:cNvSpPr>
          <p:nvPr/>
        </p:nvSpPr>
        <p:spPr bwMode="auto">
          <a:xfrm>
            <a:off x="4592638" y="5445125"/>
            <a:ext cx="1409700" cy="530225"/>
          </a:xfrm>
          <a:prstGeom prst="rect">
            <a:avLst/>
          </a:prstGeom>
          <a:noFill/>
          <a:ln w="9525">
            <a:noFill/>
            <a:miter lim="800000"/>
            <a:headEnd/>
            <a:tailEnd/>
          </a:ln>
          <a:effectLst/>
        </p:spPr>
        <p:txBody>
          <a:bodyPr>
            <a:spAutoFit/>
          </a:bodyPr>
          <a:lstStyle/>
          <a:p>
            <a:pPr>
              <a:lnSpc>
                <a:spcPct val="120000"/>
              </a:lnSpc>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rPr>
              <a:t>常量</a:t>
            </a:r>
          </a:p>
        </p:txBody>
      </p:sp>
      <p:graphicFrame>
        <p:nvGraphicFramePr>
          <p:cNvPr id="641044" name="Object 8">
            <a:extLst>
              <a:ext uri="{FF2B5EF4-FFF2-40B4-BE49-F238E27FC236}">
                <a16:creationId xmlns:a16="http://schemas.microsoft.com/office/drawing/2014/main" id="{E419C4E0-D696-6FA2-A098-9DAED77D0389}"/>
              </a:ext>
            </a:extLst>
          </p:cNvPr>
          <p:cNvGraphicFramePr>
            <a:graphicFrameLocks noChangeAspect="1"/>
          </p:cNvGraphicFramePr>
          <p:nvPr/>
        </p:nvGraphicFramePr>
        <p:xfrm>
          <a:off x="1949450" y="5530850"/>
          <a:ext cx="1003300" cy="419100"/>
        </p:xfrm>
        <a:graphic>
          <a:graphicData uri="http://schemas.openxmlformats.org/presentationml/2006/ole">
            <mc:AlternateContent xmlns:mc="http://schemas.openxmlformats.org/markup-compatibility/2006">
              <mc:Choice xmlns:v="urn:schemas-microsoft-com:vml" Requires="v">
                <p:oleObj name="公式" r:id="rId14" imgW="952469" imgH="365594" progId="Equation.3">
                  <p:embed/>
                </p:oleObj>
              </mc:Choice>
              <mc:Fallback>
                <p:oleObj name="公式" r:id="rId14" imgW="952469" imgH="365594"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49450" y="5530850"/>
                        <a:ext cx="10033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1045" name="Object 9">
            <a:extLst>
              <a:ext uri="{FF2B5EF4-FFF2-40B4-BE49-F238E27FC236}">
                <a16:creationId xmlns:a16="http://schemas.microsoft.com/office/drawing/2014/main" id="{60DEFC28-6ECA-9902-F458-6DD4BA437ADD}"/>
              </a:ext>
            </a:extLst>
          </p:cNvPr>
          <p:cNvGraphicFramePr>
            <a:graphicFrameLocks noChangeAspect="1"/>
          </p:cNvGraphicFramePr>
          <p:nvPr/>
        </p:nvGraphicFramePr>
        <p:xfrm>
          <a:off x="3822700" y="5556250"/>
          <a:ext cx="787400" cy="419100"/>
        </p:xfrm>
        <a:graphic>
          <a:graphicData uri="http://schemas.openxmlformats.org/presentationml/2006/ole">
            <mc:AlternateContent xmlns:mc="http://schemas.openxmlformats.org/markup-compatibility/2006">
              <mc:Choice xmlns:v="urn:schemas-microsoft-com:vml" Requires="v">
                <p:oleObj name="公式" r:id="rId16" imgW="731520" imgH="365594" progId="Equation.3">
                  <p:embed/>
                </p:oleObj>
              </mc:Choice>
              <mc:Fallback>
                <p:oleObj name="公式" r:id="rId16" imgW="731520" imgH="365594"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22700" y="5556250"/>
                        <a:ext cx="7874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1046" name="Text Box 22">
            <a:extLst>
              <a:ext uri="{FF2B5EF4-FFF2-40B4-BE49-F238E27FC236}">
                <a16:creationId xmlns:a16="http://schemas.microsoft.com/office/drawing/2014/main" id="{452EEA3F-D41A-FB3C-E10B-B2455A895548}"/>
              </a:ext>
            </a:extLst>
          </p:cNvPr>
          <p:cNvSpPr txBox="1">
            <a:spLocks noChangeArrowheads="1"/>
          </p:cNvSpPr>
          <p:nvPr/>
        </p:nvSpPr>
        <p:spPr bwMode="auto">
          <a:xfrm>
            <a:off x="1409700" y="5353050"/>
            <a:ext cx="1828800" cy="530225"/>
          </a:xfrm>
          <a:prstGeom prst="rect">
            <a:avLst/>
          </a:prstGeom>
          <a:noFill/>
          <a:ln w="9525">
            <a:noFill/>
            <a:miter lim="800000"/>
            <a:headEnd/>
            <a:tailEnd/>
          </a:ln>
          <a:effectLst/>
        </p:spPr>
        <p:txBody>
          <a:bodyPr>
            <a:spAutoFit/>
          </a:bodyPr>
          <a:lstStyle/>
          <a:p>
            <a:pPr>
              <a:lnSpc>
                <a:spcPct val="120000"/>
              </a:lnSpc>
              <a:defRPr/>
            </a:pPr>
            <a:r>
              <a:rPr kumimoji="1" lang="zh-CN" altLang="en-US">
                <a:effectLst>
                  <a:outerShdw blurRad="38100" dist="38100" dir="2700000" algn="tl">
                    <a:srgbClr val="000000"/>
                  </a:outerShdw>
                </a:effectLst>
              </a:rPr>
              <a:t>当</a:t>
            </a:r>
          </a:p>
        </p:txBody>
      </p:sp>
      <p:sp>
        <p:nvSpPr>
          <p:cNvPr id="641047" name="Text Box 23">
            <a:extLst>
              <a:ext uri="{FF2B5EF4-FFF2-40B4-BE49-F238E27FC236}">
                <a16:creationId xmlns:a16="http://schemas.microsoft.com/office/drawing/2014/main" id="{D6595DB7-8B2A-D1FB-E98B-A7D9DFC3E6D4}"/>
              </a:ext>
            </a:extLst>
          </p:cNvPr>
          <p:cNvSpPr txBox="1">
            <a:spLocks noChangeArrowheads="1"/>
          </p:cNvSpPr>
          <p:nvPr/>
        </p:nvSpPr>
        <p:spPr bwMode="auto">
          <a:xfrm>
            <a:off x="4656138" y="5940425"/>
            <a:ext cx="1409700" cy="530225"/>
          </a:xfrm>
          <a:prstGeom prst="rect">
            <a:avLst/>
          </a:prstGeom>
          <a:noFill/>
          <a:ln w="9525">
            <a:noFill/>
            <a:miter lim="800000"/>
            <a:headEnd/>
            <a:tailEnd/>
          </a:ln>
          <a:effectLst/>
        </p:spPr>
        <p:txBody>
          <a:bodyPr>
            <a:spAutoFit/>
          </a:bodyPr>
          <a:lstStyle/>
          <a:p>
            <a:pPr>
              <a:lnSpc>
                <a:spcPct val="120000"/>
              </a:lnSpc>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rPr>
              <a:t>常量</a:t>
            </a:r>
          </a:p>
        </p:txBody>
      </p:sp>
      <p:graphicFrame>
        <p:nvGraphicFramePr>
          <p:cNvPr id="641048" name="Object 10">
            <a:extLst>
              <a:ext uri="{FF2B5EF4-FFF2-40B4-BE49-F238E27FC236}">
                <a16:creationId xmlns:a16="http://schemas.microsoft.com/office/drawing/2014/main" id="{75EFC4C4-AC79-0706-1EED-9473B56F9184}"/>
              </a:ext>
            </a:extLst>
          </p:cNvPr>
          <p:cNvGraphicFramePr>
            <a:graphicFrameLocks noChangeAspect="1"/>
          </p:cNvGraphicFramePr>
          <p:nvPr/>
        </p:nvGraphicFramePr>
        <p:xfrm>
          <a:off x="1981200" y="6019800"/>
          <a:ext cx="990600" cy="381000"/>
        </p:xfrm>
        <a:graphic>
          <a:graphicData uri="http://schemas.openxmlformats.org/presentationml/2006/ole">
            <mc:AlternateContent xmlns:mc="http://schemas.openxmlformats.org/markup-compatibility/2006">
              <mc:Choice xmlns:v="urn:schemas-microsoft-com:vml" Requires="v">
                <p:oleObj name="公式" r:id="rId18" imgW="937042" imgH="327688" progId="Equation.3">
                  <p:embed/>
                </p:oleObj>
              </mc:Choice>
              <mc:Fallback>
                <p:oleObj name="公式" r:id="rId18" imgW="937042" imgH="327688"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81200" y="6019800"/>
                        <a:ext cx="99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1049" name="Object 11">
            <a:extLst>
              <a:ext uri="{FF2B5EF4-FFF2-40B4-BE49-F238E27FC236}">
                <a16:creationId xmlns:a16="http://schemas.microsoft.com/office/drawing/2014/main" id="{F355764A-76AA-04B4-515F-59CEE74B6E01}"/>
              </a:ext>
            </a:extLst>
          </p:cNvPr>
          <p:cNvGraphicFramePr>
            <a:graphicFrameLocks noChangeAspect="1"/>
          </p:cNvGraphicFramePr>
          <p:nvPr/>
        </p:nvGraphicFramePr>
        <p:xfrm>
          <a:off x="3860800" y="6019800"/>
          <a:ext cx="787400" cy="381000"/>
        </p:xfrm>
        <a:graphic>
          <a:graphicData uri="http://schemas.openxmlformats.org/presentationml/2006/ole">
            <mc:AlternateContent xmlns:mc="http://schemas.openxmlformats.org/markup-compatibility/2006">
              <mc:Choice xmlns:v="urn:schemas-microsoft-com:vml" Requires="v">
                <p:oleObj name="公式" r:id="rId20" imgW="731520" imgH="327688" progId="Equation.3">
                  <p:embed/>
                </p:oleObj>
              </mc:Choice>
              <mc:Fallback>
                <p:oleObj name="公式" r:id="rId20" imgW="731520" imgH="327688"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60800" y="6019800"/>
                        <a:ext cx="78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1050" name="Text Box 26">
            <a:extLst>
              <a:ext uri="{FF2B5EF4-FFF2-40B4-BE49-F238E27FC236}">
                <a16:creationId xmlns:a16="http://schemas.microsoft.com/office/drawing/2014/main" id="{3A221881-A1A7-0BAA-8D42-D220BEFEA054}"/>
              </a:ext>
            </a:extLst>
          </p:cNvPr>
          <p:cNvSpPr txBox="1">
            <a:spLocks noChangeArrowheads="1"/>
          </p:cNvSpPr>
          <p:nvPr/>
        </p:nvSpPr>
        <p:spPr bwMode="auto">
          <a:xfrm>
            <a:off x="1409700" y="5835650"/>
            <a:ext cx="1828800" cy="530225"/>
          </a:xfrm>
          <a:prstGeom prst="rect">
            <a:avLst/>
          </a:prstGeom>
          <a:noFill/>
          <a:ln w="9525">
            <a:noFill/>
            <a:miter lim="800000"/>
            <a:headEnd/>
            <a:tailEnd/>
          </a:ln>
          <a:effectLst/>
        </p:spPr>
        <p:txBody>
          <a:bodyPr>
            <a:spAutoFit/>
          </a:bodyPr>
          <a:lstStyle/>
          <a:p>
            <a:pPr>
              <a:lnSpc>
                <a:spcPct val="120000"/>
              </a:lnSpc>
              <a:defRPr/>
            </a:pPr>
            <a:r>
              <a:rPr kumimoji="1" lang="zh-CN" altLang="en-US">
                <a:effectLst>
                  <a:outerShdw blurRad="38100" dist="38100" dir="2700000" algn="tl">
                    <a:srgbClr val="000000"/>
                  </a:outerShdw>
                </a:effectLst>
              </a:rPr>
              <a:t>当</a:t>
            </a:r>
          </a:p>
        </p:txBody>
      </p:sp>
      <p:sp>
        <p:nvSpPr>
          <p:cNvPr id="641051" name="Rectangle 27">
            <a:extLst>
              <a:ext uri="{FF2B5EF4-FFF2-40B4-BE49-F238E27FC236}">
                <a16:creationId xmlns:a16="http://schemas.microsoft.com/office/drawing/2014/main" id="{FBE97ABA-1E38-A564-B0DB-7A272EC9FC41}"/>
              </a:ext>
            </a:extLst>
          </p:cNvPr>
          <p:cNvSpPr>
            <a:spLocks noChangeArrowheads="1"/>
          </p:cNvSpPr>
          <p:nvPr/>
        </p:nvSpPr>
        <p:spPr bwMode="auto">
          <a:xfrm>
            <a:off x="1658938" y="161925"/>
            <a:ext cx="5735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kumimoji="1" lang="en-US" altLang="zh-CN" sz="3200">
                <a:solidFill>
                  <a:srgbClr val="66FF33"/>
                </a:solidFill>
                <a:latin typeface="黑体" panose="02010609060101010101" pitchFamily="49" charset="-122"/>
                <a:ea typeface="黑体" panose="02010609060101010101" pitchFamily="49" charset="-122"/>
              </a:rPr>
              <a:t>§</a:t>
            </a:r>
            <a:r>
              <a:rPr kumimoji="1" lang="en-US" altLang="zh-CN" sz="3200">
                <a:solidFill>
                  <a:srgbClr val="66FF33"/>
                </a:solidFill>
                <a:latin typeface="Times New Roman" panose="02020603050405020304" pitchFamily="18" charset="0"/>
                <a:ea typeface="黑体" panose="02010609060101010101" pitchFamily="49" charset="-122"/>
              </a:rPr>
              <a:t>4.3</a:t>
            </a:r>
            <a:r>
              <a:rPr kumimoji="1" lang="en-US" altLang="zh-CN" sz="3200">
                <a:solidFill>
                  <a:srgbClr val="66FF33"/>
                </a:solidFill>
                <a:latin typeface="黑体" panose="02010609060101010101" pitchFamily="49" charset="-122"/>
                <a:ea typeface="黑体" panose="02010609060101010101" pitchFamily="49" charset="-122"/>
              </a:rPr>
              <a:t> </a:t>
            </a:r>
            <a:r>
              <a:rPr lang="zh-CN" altLang="en-US" sz="3200">
                <a:solidFill>
                  <a:srgbClr val="66FF33"/>
                </a:solidFill>
                <a:latin typeface="黑体" panose="02010609060101010101" pitchFamily="49" charset="-122"/>
                <a:ea typeface="黑体" panose="02010609060101010101" pitchFamily="49" charset="-122"/>
              </a:rPr>
              <a:t>质点系动量守恒定律</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1051"/>
                                        </p:tgtEl>
                                        <p:attrNameLst>
                                          <p:attrName>style.visibility</p:attrName>
                                        </p:attrNameLst>
                                      </p:cBhvr>
                                      <p:to>
                                        <p:strVal val="visible"/>
                                      </p:to>
                                    </p:set>
                                    <p:animEffect transition="in" filter="wipe(left)">
                                      <p:cBhvr>
                                        <p:cTn id="7" dur="500"/>
                                        <p:tgtEl>
                                          <p:spTgt spid="6410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41026"/>
                                        </p:tgtEl>
                                        <p:attrNameLst>
                                          <p:attrName>style.visibility</p:attrName>
                                        </p:attrNameLst>
                                      </p:cBhvr>
                                      <p:to>
                                        <p:strVal val="visible"/>
                                      </p:to>
                                    </p:set>
                                    <p:animEffect transition="in" filter="wipe(left)">
                                      <p:cBhvr>
                                        <p:cTn id="12" dur="500"/>
                                        <p:tgtEl>
                                          <p:spTgt spid="6410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41031"/>
                                        </p:tgtEl>
                                        <p:attrNameLst>
                                          <p:attrName>style.visibility</p:attrName>
                                        </p:attrNameLst>
                                      </p:cBhvr>
                                      <p:to>
                                        <p:strVal val="visible"/>
                                      </p:to>
                                    </p:set>
                                    <p:animEffect transition="in" filter="wipe(left)">
                                      <p:cBhvr>
                                        <p:cTn id="17" dur="500"/>
                                        <p:tgtEl>
                                          <p:spTgt spid="6410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41028"/>
                                        </p:tgtEl>
                                        <p:attrNameLst>
                                          <p:attrName>style.visibility</p:attrName>
                                        </p:attrNameLst>
                                      </p:cBhvr>
                                      <p:to>
                                        <p:strVal val="visible"/>
                                      </p:to>
                                    </p:set>
                                    <p:animEffect transition="in" filter="wipe(left)">
                                      <p:cBhvr>
                                        <p:cTn id="22" dur="500"/>
                                        <p:tgtEl>
                                          <p:spTgt spid="6410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41032"/>
                                        </p:tgtEl>
                                        <p:attrNameLst>
                                          <p:attrName>style.visibility</p:attrName>
                                        </p:attrNameLst>
                                      </p:cBhvr>
                                      <p:to>
                                        <p:strVal val="visible"/>
                                      </p:to>
                                    </p:set>
                                    <p:animEffect transition="in" filter="wipe(left)">
                                      <p:cBhvr>
                                        <p:cTn id="27" dur="500"/>
                                        <p:tgtEl>
                                          <p:spTgt spid="6410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41029"/>
                                        </p:tgtEl>
                                        <p:attrNameLst>
                                          <p:attrName>style.visibility</p:attrName>
                                        </p:attrNameLst>
                                      </p:cBhvr>
                                      <p:to>
                                        <p:strVal val="visible"/>
                                      </p:to>
                                    </p:set>
                                    <p:animEffect transition="in" filter="wipe(left)">
                                      <p:cBhvr>
                                        <p:cTn id="32" dur="500"/>
                                        <p:tgtEl>
                                          <p:spTgt spid="6410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41033"/>
                                        </p:tgtEl>
                                        <p:attrNameLst>
                                          <p:attrName>style.visibility</p:attrName>
                                        </p:attrNameLst>
                                      </p:cBhvr>
                                      <p:to>
                                        <p:strVal val="visible"/>
                                      </p:to>
                                    </p:set>
                                    <p:animEffect transition="in" filter="wipe(left)">
                                      <p:cBhvr>
                                        <p:cTn id="37" dur="500"/>
                                        <p:tgtEl>
                                          <p:spTgt spid="64103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41034"/>
                                        </p:tgtEl>
                                        <p:attrNameLst>
                                          <p:attrName>style.visibility</p:attrName>
                                        </p:attrNameLst>
                                      </p:cBhvr>
                                      <p:to>
                                        <p:strVal val="visible"/>
                                      </p:to>
                                    </p:set>
                                    <p:animEffect transition="in" filter="wipe(left)">
                                      <p:cBhvr>
                                        <p:cTn id="42" dur="500"/>
                                        <p:tgtEl>
                                          <p:spTgt spid="6410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41035"/>
                                        </p:tgtEl>
                                        <p:attrNameLst>
                                          <p:attrName>style.visibility</p:attrName>
                                        </p:attrNameLst>
                                      </p:cBhvr>
                                      <p:to>
                                        <p:strVal val="visible"/>
                                      </p:to>
                                    </p:set>
                                    <p:animEffect transition="in" filter="wipe(left)">
                                      <p:cBhvr>
                                        <p:cTn id="47" dur="500"/>
                                        <p:tgtEl>
                                          <p:spTgt spid="64103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41030"/>
                                        </p:tgtEl>
                                        <p:attrNameLst>
                                          <p:attrName>style.visibility</p:attrName>
                                        </p:attrNameLst>
                                      </p:cBhvr>
                                      <p:to>
                                        <p:strVal val="visible"/>
                                      </p:to>
                                    </p:set>
                                    <p:animEffect transition="in" filter="wipe(left)">
                                      <p:cBhvr>
                                        <p:cTn id="52" dur="500"/>
                                        <p:tgtEl>
                                          <p:spTgt spid="64103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41036"/>
                                        </p:tgtEl>
                                        <p:attrNameLst>
                                          <p:attrName>style.visibility</p:attrName>
                                        </p:attrNameLst>
                                      </p:cBhvr>
                                      <p:to>
                                        <p:strVal val="visible"/>
                                      </p:to>
                                    </p:set>
                                    <p:animEffect transition="in" filter="wipe(left)">
                                      <p:cBhvr>
                                        <p:cTn id="57" dur="500"/>
                                        <p:tgtEl>
                                          <p:spTgt spid="64103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41037"/>
                                        </p:tgtEl>
                                        <p:attrNameLst>
                                          <p:attrName>style.visibility</p:attrName>
                                        </p:attrNameLst>
                                      </p:cBhvr>
                                      <p:to>
                                        <p:strVal val="visible"/>
                                      </p:to>
                                    </p:set>
                                    <p:animEffect transition="in" filter="wipe(left)">
                                      <p:cBhvr>
                                        <p:cTn id="62" dur="500"/>
                                        <p:tgtEl>
                                          <p:spTgt spid="64103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41042"/>
                                        </p:tgtEl>
                                        <p:attrNameLst>
                                          <p:attrName>style.visibility</p:attrName>
                                        </p:attrNameLst>
                                      </p:cBhvr>
                                      <p:to>
                                        <p:strVal val="visible"/>
                                      </p:to>
                                    </p:set>
                                    <p:animEffect transition="in" filter="wipe(left)">
                                      <p:cBhvr>
                                        <p:cTn id="67" dur="500"/>
                                        <p:tgtEl>
                                          <p:spTgt spid="641042"/>
                                        </p:tgtEl>
                                      </p:cBhvr>
                                    </p:animEffect>
                                  </p:childTnLst>
                                </p:cTn>
                              </p:par>
                            </p:childTnLst>
                          </p:cTn>
                        </p:par>
                        <p:par>
                          <p:cTn id="68" fill="hold" nodeType="afterGroup">
                            <p:stCondLst>
                              <p:cond delay="500"/>
                            </p:stCondLst>
                            <p:childTnLst>
                              <p:par>
                                <p:cTn id="69" presetID="22" presetClass="entr" presetSubtype="8" fill="hold" nodeType="afterEffect">
                                  <p:stCondLst>
                                    <p:cond delay="0"/>
                                  </p:stCondLst>
                                  <p:childTnLst>
                                    <p:set>
                                      <p:cBhvr>
                                        <p:cTn id="70" dur="1" fill="hold">
                                          <p:stCondLst>
                                            <p:cond delay="0"/>
                                          </p:stCondLst>
                                        </p:cTn>
                                        <p:tgtEl>
                                          <p:spTgt spid="641040"/>
                                        </p:tgtEl>
                                        <p:attrNameLst>
                                          <p:attrName>style.visibility</p:attrName>
                                        </p:attrNameLst>
                                      </p:cBhvr>
                                      <p:to>
                                        <p:strVal val="visible"/>
                                      </p:to>
                                    </p:set>
                                    <p:animEffect transition="in" filter="wipe(left)">
                                      <p:cBhvr>
                                        <p:cTn id="71" dur="500"/>
                                        <p:tgtEl>
                                          <p:spTgt spid="64104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641041"/>
                                        </p:tgtEl>
                                        <p:attrNameLst>
                                          <p:attrName>style.visibility</p:attrName>
                                        </p:attrNameLst>
                                      </p:cBhvr>
                                      <p:to>
                                        <p:strVal val="visible"/>
                                      </p:to>
                                    </p:set>
                                    <p:animEffect transition="in" filter="wipe(left)">
                                      <p:cBhvr>
                                        <p:cTn id="76" dur="500"/>
                                        <p:tgtEl>
                                          <p:spTgt spid="641041"/>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641039"/>
                                        </p:tgtEl>
                                        <p:attrNameLst>
                                          <p:attrName>style.visibility</p:attrName>
                                        </p:attrNameLst>
                                      </p:cBhvr>
                                      <p:to>
                                        <p:strVal val="visible"/>
                                      </p:to>
                                    </p:set>
                                    <p:animEffect transition="in" filter="wipe(left)">
                                      <p:cBhvr>
                                        <p:cTn id="80" dur="500"/>
                                        <p:tgtEl>
                                          <p:spTgt spid="64103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641046"/>
                                        </p:tgtEl>
                                        <p:attrNameLst>
                                          <p:attrName>style.visibility</p:attrName>
                                        </p:attrNameLst>
                                      </p:cBhvr>
                                      <p:to>
                                        <p:strVal val="visible"/>
                                      </p:to>
                                    </p:set>
                                    <p:animEffect transition="in" filter="wipe(left)">
                                      <p:cBhvr>
                                        <p:cTn id="85" dur="500"/>
                                        <p:tgtEl>
                                          <p:spTgt spid="641046"/>
                                        </p:tgtEl>
                                      </p:cBhvr>
                                    </p:animEffect>
                                  </p:childTnLst>
                                </p:cTn>
                              </p:par>
                            </p:childTnLst>
                          </p:cTn>
                        </p:par>
                        <p:par>
                          <p:cTn id="86" fill="hold" nodeType="afterGroup">
                            <p:stCondLst>
                              <p:cond delay="500"/>
                            </p:stCondLst>
                            <p:childTnLst>
                              <p:par>
                                <p:cTn id="87" presetID="22" presetClass="entr" presetSubtype="8" fill="hold" nodeType="afterEffect">
                                  <p:stCondLst>
                                    <p:cond delay="0"/>
                                  </p:stCondLst>
                                  <p:childTnLst>
                                    <p:set>
                                      <p:cBhvr>
                                        <p:cTn id="88" dur="1" fill="hold">
                                          <p:stCondLst>
                                            <p:cond delay="0"/>
                                          </p:stCondLst>
                                        </p:cTn>
                                        <p:tgtEl>
                                          <p:spTgt spid="641044"/>
                                        </p:tgtEl>
                                        <p:attrNameLst>
                                          <p:attrName>style.visibility</p:attrName>
                                        </p:attrNameLst>
                                      </p:cBhvr>
                                      <p:to>
                                        <p:strVal val="visible"/>
                                      </p:to>
                                    </p:set>
                                    <p:animEffect transition="in" filter="wipe(left)">
                                      <p:cBhvr>
                                        <p:cTn id="89" dur="500"/>
                                        <p:tgtEl>
                                          <p:spTgt spid="641044"/>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641045"/>
                                        </p:tgtEl>
                                        <p:attrNameLst>
                                          <p:attrName>style.visibility</p:attrName>
                                        </p:attrNameLst>
                                      </p:cBhvr>
                                      <p:to>
                                        <p:strVal val="visible"/>
                                      </p:to>
                                    </p:set>
                                    <p:animEffect transition="in" filter="wipe(left)">
                                      <p:cBhvr>
                                        <p:cTn id="94" dur="500"/>
                                        <p:tgtEl>
                                          <p:spTgt spid="641045"/>
                                        </p:tgtEl>
                                      </p:cBhvr>
                                    </p:animEffect>
                                  </p:childTnLst>
                                </p:cTn>
                              </p:par>
                            </p:childTnLst>
                          </p:cTn>
                        </p:par>
                        <p:par>
                          <p:cTn id="95" fill="hold" nodeType="afterGroup">
                            <p:stCondLst>
                              <p:cond delay="500"/>
                            </p:stCondLst>
                            <p:childTnLst>
                              <p:par>
                                <p:cTn id="96" presetID="22" presetClass="entr" presetSubtype="8" fill="hold" nodeType="afterEffect">
                                  <p:stCondLst>
                                    <p:cond delay="0"/>
                                  </p:stCondLst>
                                  <p:childTnLst>
                                    <p:set>
                                      <p:cBhvr>
                                        <p:cTn id="97" dur="1" fill="hold">
                                          <p:stCondLst>
                                            <p:cond delay="0"/>
                                          </p:stCondLst>
                                        </p:cTn>
                                        <p:tgtEl>
                                          <p:spTgt spid="641043"/>
                                        </p:tgtEl>
                                        <p:attrNameLst>
                                          <p:attrName>style.visibility</p:attrName>
                                        </p:attrNameLst>
                                      </p:cBhvr>
                                      <p:to>
                                        <p:strVal val="visible"/>
                                      </p:to>
                                    </p:set>
                                    <p:animEffect transition="in" filter="wipe(left)">
                                      <p:cBhvr>
                                        <p:cTn id="98" dur="500"/>
                                        <p:tgtEl>
                                          <p:spTgt spid="64104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641050"/>
                                        </p:tgtEl>
                                        <p:attrNameLst>
                                          <p:attrName>style.visibility</p:attrName>
                                        </p:attrNameLst>
                                      </p:cBhvr>
                                      <p:to>
                                        <p:strVal val="visible"/>
                                      </p:to>
                                    </p:set>
                                    <p:animEffect transition="in" filter="wipe(left)">
                                      <p:cBhvr>
                                        <p:cTn id="103" dur="500"/>
                                        <p:tgtEl>
                                          <p:spTgt spid="641050"/>
                                        </p:tgtEl>
                                      </p:cBhvr>
                                    </p:animEffect>
                                  </p:childTnLst>
                                </p:cTn>
                              </p:par>
                            </p:childTnLst>
                          </p:cTn>
                        </p:par>
                        <p:par>
                          <p:cTn id="104" fill="hold" nodeType="afterGroup">
                            <p:stCondLst>
                              <p:cond delay="500"/>
                            </p:stCondLst>
                            <p:childTnLst>
                              <p:par>
                                <p:cTn id="105" presetID="22" presetClass="entr" presetSubtype="8" fill="hold" nodeType="afterEffect">
                                  <p:stCondLst>
                                    <p:cond delay="0"/>
                                  </p:stCondLst>
                                  <p:childTnLst>
                                    <p:set>
                                      <p:cBhvr>
                                        <p:cTn id="106" dur="1" fill="hold">
                                          <p:stCondLst>
                                            <p:cond delay="0"/>
                                          </p:stCondLst>
                                        </p:cTn>
                                        <p:tgtEl>
                                          <p:spTgt spid="641048"/>
                                        </p:tgtEl>
                                        <p:attrNameLst>
                                          <p:attrName>style.visibility</p:attrName>
                                        </p:attrNameLst>
                                      </p:cBhvr>
                                      <p:to>
                                        <p:strVal val="visible"/>
                                      </p:to>
                                    </p:set>
                                    <p:animEffect transition="in" filter="wipe(left)">
                                      <p:cBhvr>
                                        <p:cTn id="107" dur="500"/>
                                        <p:tgtEl>
                                          <p:spTgt spid="64104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641049"/>
                                        </p:tgtEl>
                                        <p:attrNameLst>
                                          <p:attrName>style.visibility</p:attrName>
                                        </p:attrNameLst>
                                      </p:cBhvr>
                                      <p:to>
                                        <p:strVal val="visible"/>
                                      </p:to>
                                    </p:set>
                                    <p:animEffect transition="in" filter="wipe(left)">
                                      <p:cBhvr>
                                        <p:cTn id="112" dur="500"/>
                                        <p:tgtEl>
                                          <p:spTgt spid="641049"/>
                                        </p:tgtEl>
                                      </p:cBhvr>
                                    </p:animEffect>
                                  </p:childTnLst>
                                </p:cTn>
                              </p:par>
                            </p:childTnLst>
                          </p:cTn>
                        </p:par>
                        <p:par>
                          <p:cTn id="113" fill="hold" nodeType="afterGroup">
                            <p:stCondLst>
                              <p:cond delay="500"/>
                            </p:stCondLst>
                            <p:childTnLst>
                              <p:par>
                                <p:cTn id="114" presetID="22" presetClass="entr" presetSubtype="8" fill="hold" nodeType="afterEffect">
                                  <p:stCondLst>
                                    <p:cond delay="0"/>
                                  </p:stCondLst>
                                  <p:childTnLst>
                                    <p:set>
                                      <p:cBhvr>
                                        <p:cTn id="115" dur="1" fill="hold">
                                          <p:stCondLst>
                                            <p:cond delay="0"/>
                                          </p:stCondLst>
                                        </p:cTn>
                                        <p:tgtEl>
                                          <p:spTgt spid="641047"/>
                                        </p:tgtEl>
                                        <p:attrNameLst>
                                          <p:attrName>style.visibility</p:attrName>
                                        </p:attrNameLst>
                                      </p:cBhvr>
                                      <p:to>
                                        <p:strVal val="visible"/>
                                      </p:to>
                                    </p:set>
                                    <p:animEffect transition="in" filter="wipe(left)">
                                      <p:cBhvr>
                                        <p:cTn id="116" dur="500"/>
                                        <p:tgtEl>
                                          <p:spTgt spid="641047"/>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641038"/>
                                        </p:tgtEl>
                                        <p:attrNameLst>
                                          <p:attrName>style.visibility</p:attrName>
                                        </p:attrNameLst>
                                      </p:cBhvr>
                                      <p:to>
                                        <p:strVal val="visible"/>
                                      </p:to>
                                    </p:set>
                                    <p:animEffect transition="in" filter="wipe(left)">
                                      <p:cBhvr>
                                        <p:cTn id="121" dur="500"/>
                                        <p:tgtEl>
                                          <p:spTgt spid="641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26" grpId="0"/>
      <p:bldP spid="641028" grpId="0"/>
      <p:bldP spid="641029" grpId="0"/>
      <p:bldP spid="641030" grpId="0" animBg="1"/>
      <p:bldP spid="641035" grpId="0"/>
      <p:bldP spid="641036" grpId="0"/>
      <p:bldP spid="641037" grpId="0"/>
      <p:bldP spid="641038" grpId="0"/>
      <p:bldP spid="641039" grpId="0"/>
      <p:bldP spid="641042" grpId="0"/>
      <p:bldP spid="641043" grpId="0"/>
      <p:bldP spid="641046" grpId="0"/>
      <p:bldP spid="641047" grpId="0"/>
      <p:bldP spid="641050" grpId="0"/>
      <p:bldP spid="6410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Text Box 2">
            <a:extLst>
              <a:ext uri="{FF2B5EF4-FFF2-40B4-BE49-F238E27FC236}">
                <a16:creationId xmlns:a16="http://schemas.microsoft.com/office/drawing/2014/main" id="{DB8C6EB0-F5E5-45B4-4FAE-396114CF5226}"/>
              </a:ext>
            </a:extLst>
          </p:cNvPr>
          <p:cNvSpPr txBox="1">
            <a:spLocks noChangeArrowheads="1"/>
          </p:cNvSpPr>
          <p:nvPr/>
        </p:nvSpPr>
        <p:spPr bwMode="auto">
          <a:xfrm>
            <a:off x="609600" y="623888"/>
            <a:ext cx="7835900" cy="968375"/>
          </a:xfrm>
          <a:prstGeom prst="rect">
            <a:avLst/>
          </a:prstGeom>
          <a:noFill/>
          <a:ln w="12700">
            <a:noFill/>
            <a:miter lim="800000"/>
            <a:headEnd type="none" w="sm" len="sm"/>
            <a:tailEnd type="none" w="sm" len="sm"/>
          </a:ln>
          <a:effectLst/>
        </p:spPr>
        <p:txBody>
          <a:bodyPr>
            <a:spAutoFit/>
          </a:bodyPr>
          <a:lstStyle/>
          <a:p>
            <a:pPr>
              <a:lnSpc>
                <a:spcPct val="120000"/>
              </a:lnSpc>
              <a:buClr>
                <a:srgbClr val="FF99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系统的总动量守恒并不意味着系统内各个质点的动量不</a:t>
            </a:r>
          </a:p>
          <a:p>
            <a:pPr>
              <a:lnSpc>
                <a:spcPct val="120000"/>
              </a:lnSpc>
              <a:buClr>
                <a:srgbClr val="FF99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变，而是指系统动量总和不变；</a:t>
            </a:r>
          </a:p>
        </p:txBody>
      </p:sp>
      <p:sp>
        <p:nvSpPr>
          <p:cNvPr id="642051" name="Text Box 3">
            <a:extLst>
              <a:ext uri="{FF2B5EF4-FFF2-40B4-BE49-F238E27FC236}">
                <a16:creationId xmlns:a16="http://schemas.microsoft.com/office/drawing/2014/main" id="{6F50551C-0D74-0535-7C10-3E56016E8728}"/>
              </a:ext>
            </a:extLst>
          </p:cNvPr>
          <p:cNvSpPr txBox="1">
            <a:spLocks noChangeArrowheads="1"/>
          </p:cNvSpPr>
          <p:nvPr/>
        </p:nvSpPr>
        <p:spPr bwMode="auto">
          <a:xfrm>
            <a:off x="635000" y="1754188"/>
            <a:ext cx="8140700" cy="1406525"/>
          </a:xfrm>
          <a:prstGeom prst="rect">
            <a:avLst/>
          </a:prstGeom>
          <a:noFill/>
          <a:ln w="12700">
            <a:noFill/>
            <a:miter lim="800000"/>
            <a:headEnd type="none" w="sm" len="sm"/>
            <a:tailEnd type="none" w="sm" len="sm"/>
          </a:ln>
          <a:effectLst/>
        </p:spPr>
        <p:txBody>
          <a:bodyPr>
            <a:spAutoFit/>
          </a:bodyPr>
          <a:lstStyle/>
          <a:p>
            <a:pPr>
              <a:lnSpc>
                <a:spcPct val="120000"/>
              </a:lnSpc>
              <a:buClr>
                <a:srgbClr val="FF99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内力的作用：内力不改变系统的总动量，但可以改变系统</a:t>
            </a:r>
          </a:p>
          <a:p>
            <a:pPr>
              <a:lnSpc>
                <a:spcPct val="120000"/>
              </a:lnSpc>
              <a:buClr>
                <a:srgbClr val="FF99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中各质点的动量，使系统的总动量在系统各质点间的分配 </a:t>
            </a:r>
          </a:p>
          <a:p>
            <a:pPr>
              <a:lnSpc>
                <a:spcPct val="120000"/>
              </a:lnSpc>
              <a:buClr>
                <a:srgbClr val="FF99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发生变化；</a:t>
            </a:r>
          </a:p>
        </p:txBody>
      </p:sp>
      <p:sp>
        <p:nvSpPr>
          <p:cNvPr id="642052" name="Text Box 4">
            <a:extLst>
              <a:ext uri="{FF2B5EF4-FFF2-40B4-BE49-F238E27FC236}">
                <a16:creationId xmlns:a16="http://schemas.microsoft.com/office/drawing/2014/main" id="{4EA65692-A971-F1C6-C533-5DDFEE3D89B8}"/>
              </a:ext>
            </a:extLst>
          </p:cNvPr>
          <p:cNvSpPr txBox="1">
            <a:spLocks noChangeArrowheads="1"/>
          </p:cNvSpPr>
          <p:nvPr/>
        </p:nvSpPr>
        <p:spPr bwMode="auto">
          <a:xfrm>
            <a:off x="635000" y="3367088"/>
            <a:ext cx="8204200" cy="968375"/>
          </a:xfrm>
          <a:prstGeom prst="rect">
            <a:avLst/>
          </a:prstGeom>
          <a:noFill/>
          <a:ln w="12700">
            <a:noFill/>
            <a:miter lim="800000"/>
            <a:headEnd type="none" w="sm" len="sm"/>
            <a:tailEnd type="none" w="sm" len="sm"/>
          </a:ln>
          <a:effectLst/>
        </p:spPr>
        <p:txBody>
          <a:bodyPr>
            <a:spAutoFit/>
          </a:bodyPr>
          <a:lstStyle/>
          <a:p>
            <a:pPr>
              <a:lnSpc>
                <a:spcPct val="120000"/>
              </a:lnSpc>
              <a:buClr>
                <a:srgbClr val="FF99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动量守恒定律是自然界的普遍定律之一，对于宏观物体和   </a:t>
            </a:r>
          </a:p>
          <a:p>
            <a:pPr>
              <a:lnSpc>
                <a:spcPct val="120000"/>
              </a:lnSpc>
              <a:buClr>
                <a:srgbClr val="FF9900"/>
              </a:buClr>
              <a:buSzPct val="80000"/>
              <a:buFont typeface="Wingdings" pitchFamily="2" charset="2"/>
              <a:buNone/>
              <a:defRPr/>
            </a:pPr>
            <a:r>
              <a:rPr kumimoji="1" lang="zh-CN" altLang="en-US">
                <a:effectLst>
                  <a:outerShdw blurRad="38100" dist="38100" dir="2700000" algn="tl">
                    <a:srgbClr val="000000"/>
                  </a:outerShdw>
                </a:effectLst>
                <a:latin typeface="Times New Roman" pitchFamily="18" charset="0"/>
              </a:rPr>
              <a:t>    微观粒子都适用。</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2050"/>
                                        </p:tgtEl>
                                        <p:attrNameLst>
                                          <p:attrName>style.visibility</p:attrName>
                                        </p:attrNameLst>
                                      </p:cBhvr>
                                      <p:to>
                                        <p:strVal val="visible"/>
                                      </p:to>
                                    </p:set>
                                    <p:animEffect transition="in" filter="wipe(left)">
                                      <p:cBhvr>
                                        <p:cTn id="7" dur="500"/>
                                        <p:tgtEl>
                                          <p:spTgt spid="64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42051"/>
                                        </p:tgtEl>
                                        <p:attrNameLst>
                                          <p:attrName>style.visibility</p:attrName>
                                        </p:attrNameLst>
                                      </p:cBhvr>
                                      <p:to>
                                        <p:strVal val="visible"/>
                                      </p:to>
                                    </p:set>
                                    <p:animEffect transition="in" filter="wipe(left)">
                                      <p:cBhvr>
                                        <p:cTn id="12" dur="500"/>
                                        <p:tgtEl>
                                          <p:spTgt spid="6420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42052"/>
                                        </p:tgtEl>
                                        <p:attrNameLst>
                                          <p:attrName>style.visibility</p:attrName>
                                        </p:attrNameLst>
                                      </p:cBhvr>
                                      <p:to>
                                        <p:strVal val="visible"/>
                                      </p:to>
                                    </p:set>
                                    <p:animEffect transition="in" filter="wipe(left)">
                                      <p:cBhvr>
                                        <p:cTn id="17" dur="500"/>
                                        <p:tgtEl>
                                          <p:spTgt spid="64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0" grpId="0"/>
      <p:bldP spid="642051" grpId="0"/>
      <p:bldP spid="6420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Text Box 2">
            <a:extLst>
              <a:ext uri="{FF2B5EF4-FFF2-40B4-BE49-F238E27FC236}">
                <a16:creationId xmlns:a16="http://schemas.microsoft.com/office/drawing/2014/main" id="{4F0A2EA9-7B09-F776-F759-85AD2D54C76E}"/>
              </a:ext>
            </a:extLst>
          </p:cNvPr>
          <p:cNvSpPr txBox="1">
            <a:spLocks noChangeArrowheads="1"/>
          </p:cNvSpPr>
          <p:nvPr/>
        </p:nvSpPr>
        <p:spPr bwMode="auto">
          <a:xfrm>
            <a:off x="746125" y="204788"/>
            <a:ext cx="8142288"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40000"/>
              </a:lnSpc>
              <a:buClr>
                <a:schemeClr val="tx2"/>
              </a:buClr>
              <a:buFont typeface="Monotype Sorts" pitchFamily="2" charset="2"/>
              <a:buNone/>
            </a:pPr>
            <a:r>
              <a:rPr lang="zh-CN" altLang="en-US"/>
              <a:t>在恒星系中，两个质量分别为 </a:t>
            </a:r>
            <a:r>
              <a:rPr lang="en-US" altLang="zh-CN" i="1">
                <a:solidFill>
                  <a:srgbClr val="66FFFF"/>
                </a:solidFill>
              </a:rPr>
              <a:t>m</a:t>
            </a:r>
            <a:r>
              <a:rPr lang="en-US" altLang="zh-CN" baseline="-25000">
                <a:solidFill>
                  <a:srgbClr val="66FFFF"/>
                </a:solidFill>
              </a:rPr>
              <a:t>1 </a:t>
            </a:r>
            <a:r>
              <a:rPr lang="zh-CN" altLang="en-US"/>
              <a:t>和 </a:t>
            </a:r>
            <a:r>
              <a:rPr lang="en-US" altLang="zh-CN" i="1">
                <a:solidFill>
                  <a:srgbClr val="66FFFF"/>
                </a:solidFill>
              </a:rPr>
              <a:t>m</a:t>
            </a:r>
            <a:r>
              <a:rPr lang="en-US" altLang="zh-CN" baseline="-25000">
                <a:solidFill>
                  <a:srgbClr val="66FFFF"/>
                </a:solidFill>
              </a:rPr>
              <a:t>2</a:t>
            </a:r>
            <a:r>
              <a:rPr lang="en-US" altLang="zh-CN"/>
              <a:t> </a:t>
            </a:r>
            <a:r>
              <a:rPr lang="zh-CN" altLang="en-US"/>
              <a:t>的星球，原来为静止，且相距为无穷远，后在引力的作用下，互相接近，到相距为 </a:t>
            </a:r>
            <a:r>
              <a:rPr lang="en-US" altLang="zh-CN" i="1">
                <a:solidFill>
                  <a:srgbClr val="66FFFF"/>
                </a:solidFill>
              </a:rPr>
              <a:t>r </a:t>
            </a:r>
            <a:r>
              <a:rPr lang="zh-CN" altLang="en-US"/>
              <a:t>时。</a:t>
            </a:r>
          </a:p>
        </p:txBody>
      </p:sp>
      <p:sp>
        <p:nvSpPr>
          <p:cNvPr id="370691" name="Oval 3">
            <a:extLst>
              <a:ext uri="{FF2B5EF4-FFF2-40B4-BE49-F238E27FC236}">
                <a16:creationId xmlns:a16="http://schemas.microsoft.com/office/drawing/2014/main" id="{D2A92217-4A39-4A0F-7324-741BFE40E27B}"/>
              </a:ext>
            </a:extLst>
          </p:cNvPr>
          <p:cNvSpPr>
            <a:spLocks noChangeArrowheads="1"/>
          </p:cNvSpPr>
          <p:nvPr/>
        </p:nvSpPr>
        <p:spPr bwMode="auto">
          <a:xfrm>
            <a:off x="5872163" y="2479675"/>
            <a:ext cx="304800" cy="304800"/>
          </a:xfrm>
          <a:prstGeom prst="ellipse">
            <a:avLst/>
          </a:prstGeom>
          <a:solidFill>
            <a:schemeClr val="accent1"/>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70692" name="Oval 4">
            <a:extLst>
              <a:ext uri="{FF2B5EF4-FFF2-40B4-BE49-F238E27FC236}">
                <a16:creationId xmlns:a16="http://schemas.microsoft.com/office/drawing/2014/main" id="{AA77201C-FEA6-51B9-F9A2-91C2E23A4066}"/>
              </a:ext>
            </a:extLst>
          </p:cNvPr>
          <p:cNvSpPr>
            <a:spLocks noChangeArrowheads="1"/>
          </p:cNvSpPr>
          <p:nvPr/>
        </p:nvSpPr>
        <p:spPr bwMode="auto">
          <a:xfrm>
            <a:off x="7986713" y="2479675"/>
            <a:ext cx="304800" cy="304800"/>
          </a:xfrm>
          <a:prstGeom prst="ellipse">
            <a:avLst/>
          </a:prstGeom>
          <a:solidFill>
            <a:schemeClr val="accent1"/>
          </a:solid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70693" name="Line 5">
            <a:extLst>
              <a:ext uri="{FF2B5EF4-FFF2-40B4-BE49-F238E27FC236}">
                <a16:creationId xmlns:a16="http://schemas.microsoft.com/office/drawing/2014/main" id="{A3AD7556-41DE-0624-61EB-38CFDAB3F6BE}"/>
              </a:ext>
            </a:extLst>
          </p:cNvPr>
          <p:cNvSpPr>
            <a:spLocks noChangeShapeType="1"/>
          </p:cNvSpPr>
          <p:nvPr/>
        </p:nvSpPr>
        <p:spPr bwMode="auto">
          <a:xfrm flipV="1">
            <a:off x="6176963" y="2632075"/>
            <a:ext cx="838200" cy="0"/>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0694" name="Line 6">
            <a:extLst>
              <a:ext uri="{FF2B5EF4-FFF2-40B4-BE49-F238E27FC236}">
                <a16:creationId xmlns:a16="http://schemas.microsoft.com/office/drawing/2014/main" id="{630C586C-D9D6-3D0A-A3CB-C8E1E5482DBB}"/>
              </a:ext>
            </a:extLst>
          </p:cNvPr>
          <p:cNvSpPr>
            <a:spLocks noChangeShapeType="1"/>
          </p:cNvSpPr>
          <p:nvPr/>
        </p:nvSpPr>
        <p:spPr bwMode="auto">
          <a:xfrm rot="10810340" flipV="1">
            <a:off x="7224713" y="2630488"/>
            <a:ext cx="760412" cy="1587"/>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70695" name="Object 2">
            <a:extLst>
              <a:ext uri="{FF2B5EF4-FFF2-40B4-BE49-F238E27FC236}">
                <a16:creationId xmlns:a16="http://schemas.microsoft.com/office/drawing/2014/main" id="{EC24F789-B016-147D-74AD-BC2203170868}"/>
              </a:ext>
            </a:extLst>
          </p:cNvPr>
          <p:cNvGraphicFramePr>
            <a:graphicFrameLocks noChangeAspect="1"/>
          </p:cNvGraphicFramePr>
          <p:nvPr/>
        </p:nvGraphicFramePr>
        <p:xfrm>
          <a:off x="5805488" y="2060575"/>
          <a:ext cx="403225" cy="419100"/>
        </p:xfrm>
        <a:graphic>
          <a:graphicData uri="http://schemas.openxmlformats.org/presentationml/2006/ole">
            <mc:AlternateContent xmlns:mc="http://schemas.openxmlformats.org/markup-compatibility/2006">
              <mc:Choice xmlns:v="urn:schemas-microsoft-com:vml" Requires="v">
                <p:oleObj name="Equation" r:id="rId2" imgW="305049" imgH="365594" progId="Equation.3">
                  <p:embed/>
                </p:oleObj>
              </mc:Choice>
              <mc:Fallback>
                <p:oleObj name="Equation" r:id="rId2" imgW="305049" imgH="365594"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488" y="2060575"/>
                        <a:ext cx="4032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696" name="Object 3">
            <a:extLst>
              <a:ext uri="{FF2B5EF4-FFF2-40B4-BE49-F238E27FC236}">
                <a16:creationId xmlns:a16="http://schemas.microsoft.com/office/drawing/2014/main" id="{4C96DF20-8F76-90A4-7C48-73A7CEE71B38}"/>
              </a:ext>
            </a:extLst>
          </p:cNvPr>
          <p:cNvGraphicFramePr>
            <a:graphicFrameLocks noChangeAspect="1"/>
          </p:cNvGraphicFramePr>
          <p:nvPr/>
        </p:nvGraphicFramePr>
        <p:xfrm>
          <a:off x="7993063" y="2079625"/>
          <a:ext cx="446087" cy="419100"/>
        </p:xfrm>
        <a:graphic>
          <a:graphicData uri="http://schemas.openxmlformats.org/presentationml/2006/ole">
            <mc:AlternateContent xmlns:mc="http://schemas.openxmlformats.org/markup-compatibility/2006">
              <mc:Choice xmlns:v="urn:schemas-microsoft-com:vml" Requires="v">
                <p:oleObj name="Equation" r:id="rId4" imgW="342869" imgH="365594" progId="Equation.3">
                  <p:embed/>
                </p:oleObj>
              </mc:Choice>
              <mc:Fallback>
                <p:oleObj name="Equation" r:id="rId4" imgW="342869" imgH="365594"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3063" y="2079625"/>
                        <a:ext cx="44608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697" name="Object 4">
            <a:extLst>
              <a:ext uri="{FF2B5EF4-FFF2-40B4-BE49-F238E27FC236}">
                <a16:creationId xmlns:a16="http://schemas.microsoft.com/office/drawing/2014/main" id="{18AC3C12-3EE6-78D3-9208-0D22CEE3C657}"/>
              </a:ext>
            </a:extLst>
          </p:cNvPr>
          <p:cNvGraphicFramePr>
            <a:graphicFrameLocks noChangeAspect="1"/>
          </p:cNvGraphicFramePr>
          <p:nvPr/>
        </p:nvGraphicFramePr>
        <p:xfrm>
          <a:off x="6251575" y="2667000"/>
          <a:ext cx="331788" cy="422275"/>
        </p:xfrm>
        <a:graphic>
          <a:graphicData uri="http://schemas.openxmlformats.org/presentationml/2006/ole">
            <mc:AlternateContent xmlns:mc="http://schemas.openxmlformats.org/markup-compatibility/2006">
              <mc:Choice xmlns:v="urn:schemas-microsoft-com:vml" Requires="v">
                <p:oleObj name="公式" r:id="rId6" imgW="236376" imgH="365594" progId="Equation.3">
                  <p:embed/>
                </p:oleObj>
              </mc:Choice>
              <mc:Fallback>
                <p:oleObj name="公式" r:id="rId6" imgW="236376" imgH="365594"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1575" y="2667000"/>
                        <a:ext cx="331788"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698" name="Object 5">
            <a:extLst>
              <a:ext uri="{FF2B5EF4-FFF2-40B4-BE49-F238E27FC236}">
                <a16:creationId xmlns:a16="http://schemas.microsoft.com/office/drawing/2014/main" id="{C4E52EE1-0A81-F51F-8B92-B14D3D5D2C63}"/>
              </a:ext>
            </a:extLst>
          </p:cNvPr>
          <p:cNvGraphicFramePr>
            <a:graphicFrameLocks noChangeAspect="1"/>
          </p:cNvGraphicFramePr>
          <p:nvPr/>
        </p:nvGraphicFramePr>
        <p:xfrm>
          <a:off x="7550150" y="2667000"/>
          <a:ext cx="374650" cy="422275"/>
        </p:xfrm>
        <a:graphic>
          <a:graphicData uri="http://schemas.openxmlformats.org/presentationml/2006/ole">
            <mc:AlternateContent xmlns:mc="http://schemas.openxmlformats.org/markup-compatibility/2006">
              <mc:Choice xmlns:v="urn:schemas-microsoft-com:vml" Requires="v">
                <p:oleObj name="公式" r:id="rId8" imgW="274196" imgH="365594" progId="Equation.3">
                  <p:embed/>
                </p:oleObj>
              </mc:Choice>
              <mc:Fallback>
                <p:oleObj name="公式" r:id="rId8" imgW="274196" imgH="365594"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0150" y="2667000"/>
                        <a:ext cx="374650"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0699" name="Text Box 11">
            <a:extLst>
              <a:ext uri="{FF2B5EF4-FFF2-40B4-BE49-F238E27FC236}">
                <a16:creationId xmlns:a16="http://schemas.microsoft.com/office/drawing/2014/main" id="{42500699-129B-7235-EBA6-19385FE5B81B}"/>
              </a:ext>
            </a:extLst>
          </p:cNvPr>
          <p:cNvSpPr txBox="1">
            <a:spLocks noChangeArrowheads="1"/>
          </p:cNvSpPr>
          <p:nvPr/>
        </p:nvSpPr>
        <p:spPr bwMode="auto">
          <a:xfrm>
            <a:off x="279400" y="2401888"/>
            <a:ext cx="4937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zh-CN" altLang="en-US">
                <a:solidFill>
                  <a:srgbClr val="FFFF00"/>
                </a:solidFill>
              </a:rPr>
              <a:t>解</a:t>
            </a:r>
            <a:endParaRPr lang="zh-CN" altLang="en-US" b="0">
              <a:solidFill>
                <a:srgbClr val="FFFF00"/>
              </a:solidFill>
            </a:endParaRPr>
          </a:p>
        </p:txBody>
      </p:sp>
      <p:graphicFrame>
        <p:nvGraphicFramePr>
          <p:cNvPr id="370700" name="Object 6">
            <a:extLst>
              <a:ext uri="{FF2B5EF4-FFF2-40B4-BE49-F238E27FC236}">
                <a16:creationId xmlns:a16="http://schemas.microsoft.com/office/drawing/2014/main" id="{7129576D-AA2A-466F-479E-3C1E9CA7A0A7}"/>
              </a:ext>
            </a:extLst>
          </p:cNvPr>
          <p:cNvGraphicFramePr>
            <a:graphicFrameLocks/>
          </p:cNvGraphicFramePr>
          <p:nvPr/>
        </p:nvGraphicFramePr>
        <p:xfrm>
          <a:off x="1290638" y="2997200"/>
          <a:ext cx="1884362" cy="376238"/>
        </p:xfrm>
        <a:graphic>
          <a:graphicData uri="http://schemas.openxmlformats.org/presentationml/2006/ole">
            <mc:AlternateContent xmlns:mc="http://schemas.openxmlformats.org/markup-compatibility/2006">
              <mc:Choice xmlns:v="urn:schemas-microsoft-com:vml" Requires="v">
                <p:oleObj name="公式" r:id="rId10" imgW="2042284" imgH="365594" progId="Equation.3">
                  <p:embed/>
                </p:oleObj>
              </mc:Choice>
              <mc:Fallback>
                <p:oleObj name="公式" r:id="rId10" imgW="2042284" imgH="365594"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90638" y="2997200"/>
                        <a:ext cx="1884362"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0701" name="Line 13">
            <a:extLst>
              <a:ext uri="{FF2B5EF4-FFF2-40B4-BE49-F238E27FC236}">
                <a16:creationId xmlns:a16="http://schemas.microsoft.com/office/drawing/2014/main" id="{29159753-271F-1A70-8E6F-41F678AE2D77}"/>
              </a:ext>
            </a:extLst>
          </p:cNvPr>
          <p:cNvSpPr>
            <a:spLocks noChangeShapeType="1"/>
          </p:cNvSpPr>
          <p:nvPr/>
        </p:nvSpPr>
        <p:spPr bwMode="auto">
          <a:xfrm>
            <a:off x="5824538" y="3371850"/>
            <a:ext cx="2597150" cy="4763"/>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70702" name="Object 7">
            <a:extLst>
              <a:ext uri="{FF2B5EF4-FFF2-40B4-BE49-F238E27FC236}">
                <a16:creationId xmlns:a16="http://schemas.microsoft.com/office/drawing/2014/main" id="{F9C1E045-32E6-799D-2529-494990218A94}"/>
              </a:ext>
            </a:extLst>
          </p:cNvPr>
          <p:cNvGraphicFramePr>
            <a:graphicFrameLocks noChangeAspect="1"/>
          </p:cNvGraphicFramePr>
          <p:nvPr/>
        </p:nvGraphicFramePr>
        <p:xfrm>
          <a:off x="8123238" y="3390900"/>
          <a:ext cx="376237" cy="369888"/>
        </p:xfrm>
        <a:graphic>
          <a:graphicData uri="http://schemas.openxmlformats.org/presentationml/2006/ole">
            <mc:AlternateContent xmlns:mc="http://schemas.openxmlformats.org/markup-compatibility/2006">
              <mc:Choice xmlns:v="urn:schemas-microsoft-com:vml" Requires="v">
                <p:oleObj name="Equation" r:id="rId12" imgW="76138" imgH="83792" progId="Equation.3">
                  <p:embed/>
                </p:oleObj>
              </mc:Choice>
              <mc:Fallback>
                <p:oleObj name="Equation" r:id="rId12" imgW="76138" imgH="83792"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23238" y="3390900"/>
                        <a:ext cx="3762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703" name="Object 8">
            <a:extLst>
              <a:ext uri="{FF2B5EF4-FFF2-40B4-BE49-F238E27FC236}">
                <a16:creationId xmlns:a16="http://schemas.microsoft.com/office/drawing/2014/main" id="{E5705C3B-D45B-B534-942B-1ABE26C80B42}"/>
              </a:ext>
            </a:extLst>
          </p:cNvPr>
          <p:cNvGraphicFramePr>
            <a:graphicFrameLocks/>
          </p:cNvGraphicFramePr>
          <p:nvPr/>
        </p:nvGraphicFramePr>
        <p:xfrm>
          <a:off x="1255713" y="3644900"/>
          <a:ext cx="3873500" cy="742950"/>
        </p:xfrm>
        <a:graphic>
          <a:graphicData uri="http://schemas.openxmlformats.org/presentationml/2006/ole">
            <mc:AlternateContent xmlns:mc="http://schemas.openxmlformats.org/markup-compatibility/2006">
              <mc:Choice xmlns:v="urn:schemas-microsoft-com:vml" Requires="v">
                <p:oleObj name="公式" r:id="rId14" imgW="4251773" imgH="769592" progId="Equation.3">
                  <p:embed/>
                </p:oleObj>
              </mc:Choice>
              <mc:Fallback>
                <p:oleObj name="公式" r:id="rId14" imgW="4251773" imgH="769592"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55713" y="3644900"/>
                        <a:ext cx="387350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0704" name="Text Box 16">
            <a:extLst>
              <a:ext uri="{FF2B5EF4-FFF2-40B4-BE49-F238E27FC236}">
                <a16:creationId xmlns:a16="http://schemas.microsoft.com/office/drawing/2014/main" id="{843AFE30-6983-1A35-5039-BAE8862E0F93}"/>
              </a:ext>
            </a:extLst>
          </p:cNvPr>
          <p:cNvSpPr txBox="1">
            <a:spLocks noChangeArrowheads="1"/>
          </p:cNvSpPr>
          <p:nvPr/>
        </p:nvSpPr>
        <p:spPr bwMode="auto">
          <a:xfrm>
            <a:off x="688975" y="2409825"/>
            <a:ext cx="39354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zh-CN" altLang="en-US"/>
              <a:t>由动量守恒，机械能守恒</a:t>
            </a:r>
          </a:p>
        </p:txBody>
      </p:sp>
      <p:graphicFrame>
        <p:nvGraphicFramePr>
          <p:cNvPr id="370705" name="Object 9">
            <a:extLst>
              <a:ext uri="{FF2B5EF4-FFF2-40B4-BE49-F238E27FC236}">
                <a16:creationId xmlns:a16="http://schemas.microsoft.com/office/drawing/2014/main" id="{11AB0B43-A07D-46C1-6609-1588042ED3F2}"/>
              </a:ext>
            </a:extLst>
          </p:cNvPr>
          <p:cNvGraphicFramePr>
            <a:graphicFrameLocks/>
          </p:cNvGraphicFramePr>
          <p:nvPr/>
        </p:nvGraphicFramePr>
        <p:xfrm>
          <a:off x="2214563" y="4608513"/>
          <a:ext cx="2559050" cy="868362"/>
        </p:xfrm>
        <a:graphic>
          <a:graphicData uri="http://schemas.openxmlformats.org/presentationml/2006/ole">
            <mc:AlternateContent xmlns:mc="http://schemas.openxmlformats.org/markup-compatibility/2006">
              <mc:Choice xmlns:v="urn:schemas-microsoft-com:vml" Requires="v">
                <p:oleObj name="公式" r:id="rId16" imgW="2788733" imgH="914234" progId="Equation.3">
                  <p:embed/>
                </p:oleObj>
              </mc:Choice>
              <mc:Fallback>
                <p:oleObj name="公式" r:id="rId16" imgW="2788733" imgH="914234" progId="Equation.3">
                  <p:embed/>
                  <p:pic>
                    <p:nvPicPr>
                      <p:cNvPr id="0" name="Object 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14563" y="4608513"/>
                        <a:ext cx="2559050"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706" name="Object 10">
            <a:extLst>
              <a:ext uri="{FF2B5EF4-FFF2-40B4-BE49-F238E27FC236}">
                <a16:creationId xmlns:a16="http://schemas.microsoft.com/office/drawing/2014/main" id="{80DC4643-2398-09BD-6B6D-295DEF2F1DD6}"/>
              </a:ext>
            </a:extLst>
          </p:cNvPr>
          <p:cNvGraphicFramePr>
            <a:graphicFrameLocks/>
          </p:cNvGraphicFramePr>
          <p:nvPr/>
        </p:nvGraphicFramePr>
        <p:xfrm>
          <a:off x="5815013" y="4608513"/>
          <a:ext cx="2559050" cy="868362"/>
        </p:xfrm>
        <a:graphic>
          <a:graphicData uri="http://schemas.openxmlformats.org/presentationml/2006/ole">
            <mc:AlternateContent xmlns:mc="http://schemas.openxmlformats.org/markup-compatibility/2006">
              <mc:Choice xmlns:v="urn:schemas-microsoft-com:vml" Requires="v">
                <p:oleObj name="公式" r:id="rId18" imgW="2788733" imgH="914234" progId="Equation.3">
                  <p:embed/>
                </p:oleObj>
              </mc:Choice>
              <mc:Fallback>
                <p:oleObj name="公式" r:id="rId18" imgW="2788733" imgH="914234" progId="Equation.3">
                  <p:embed/>
                  <p:pic>
                    <p:nvPicPr>
                      <p:cNvPr id="0" name="Object 1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15013" y="4608513"/>
                        <a:ext cx="2559050"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707" name="Object 11">
            <a:extLst>
              <a:ext uri="{FF2B5EF4-FFF2-40B4-BE49-F238E27FC236}">
                <a16:creationId xmlns:a16="http://schemas.microsoft.com/office/drawing/2014/main" id="{EC35E707-6E45-8F95-C1DE-9C66BCAC30F5}"/>
              </a:ext>
            </a:extLst>
          </p:cNvPr>
          <p:cNvGraphicFramePr>
            <a:graphicFrameLocks/>
          </p:cNvGraphicFramePr>
          <p:nvPr/>
        </p:nvGraphicFramePr>
        <p:xfrm>
          <a:off x="2185988" y="5684838"/>
          <a:ext cx="6056312" cy="868362"/>
        </p:xfrm>
        <a:graphic>
          <a:graphicData uri="http://schemas.openxmlformats.org/presentationml/2006/ole">
            <mc:AlternateContent xmlns:mc="http://schemas.openxmlformats.org/markup-compatibility/2006">
              <mc:Choice xmlns:v="urn:schemas-microsoft-com:vml" Requires="v">
                <p:oleObj name="公式" r:id="rId20" imgW="6675244" imgH="914234" progId="Equation.3">
                  <p:embed/>
                </p:oleObj>
              </mc:Choice>
              <mc:Fallback>
                <p:oleObj name="公式" r:id="rId20" imgW="6675244" imgH="914234" progId="Equation.3">
                  <p:embed/>
                  <p:pic>
                    <p:nvPicPr>
                      <p:cNvPr id="0" name="Object 1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85988" y="5684838"/>
                        <a:ext cx="6056312"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0709" name="Text Box 21">
            <a:extLst>
              <a:ext uri="{FF2B5EF4-FFF2-40B4-BE49-F238E27FC236}">
                <a16:creationId xmlns:a16="http://schemas.microsoft.com/office/drawing/2014/main" id="{22956703-8FCC-F426-EAF0-7D2B532084F5}"/>
              </a:ext>
            </a:extLst>
          </p:cNvPr>
          <p:cNvSpPr txBox="1">
            <a:spLocks noChangeArrowheads="1"/>
          </p:cNvSpPr>
          <p:nvPr/>
        </p:nvSpPr>
        <p:spPr bwMode="auto">
          <a:xfrm>
            <a:off x="266700" y="269875"/>
            <a:ext cx="776288"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solidFill>
                  <a:srgbClr val="FFFF00"/>
                </a:solidFill>
              </a:rPr>
              <a:t>例</a:t>
            </a:r>
            <a:endParaRPr lang="en-US" altLang="zh-CN">
              <a:solidFill>
                <a:srgbClr val="FFFF00"/>
              </a:solidFill>
            </a:endParaRPr>
          </a:p>
        </p:txBody>
      </p:sp>
      <p:sp>
        <p:nvSpPr>
          <p:cNvPr id="370710" name="AutoShape 22">
            <a:extLst>
              <a:ext uri="{FF2B5EF4-FFF2-40B4-BE49-F238E27FC236}">
                <a16:creationId xmlns:a16="http://schemas.microsoft.com/office/drawing/2014/main" id="{2C51E629-4D1B-1D24-CBAA-17872ABDDF9C}"/>
              </a:ext>
            </a:extLst>
          </p:cNvPr>
          <p:cNvSpPr>
            <a:spLocks/>
          </p:cNvSpPr>
          <p:nvPr/>
        </p:nvSpPr>
        <p:spPr bwMode="auto">
          <a:xfrm>
            <a:off x="765175" y="3141663"/>
            <a:ext cx="330200" cy="657225"/>
          </a:xfrm>
          <a:prstGeom prst="leftBrace">
            <a:avLst>
              <a:gd name="adj1" fmla="val 25423"/>
              <a:gd name="adj2" fmla="val 50000"/>
            </a:avLst>
          </a:prstGeom>
          <a:noFill/>
          <a:ln w="28575">
            <a:solidFill>
              <a:srgbClr val="66FFFF"/>
            </a:solidFill>
            <a:round/>
            <a:headEnd/>
            <a:tailEnd/>
          </a:ln>
          <a:extLst>
            <a:ext uri="{909E8E84-426E-40DD-AFC4-6F175D3DCCD1}">
              <a14:hiddenFill xmlns:a14="http://schemas.microsoft.com/office/drawing/2010/main">
                <a:solidFill>
                  <a:srgbClr val="FFFFFF"/>
                </a:solidFill>
              </a14:hiddenFill>
            </a:ext>
          </a:extLst>
        </p:spPr>
        <p:txBody>
          <a:bodyPr tIns="82800" bIns="82800"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lnSpc>
                <a:spcPct val="120000"/>
              </a:lnSpc>
              <a:buClr>
                <a:schemeClr val="tx2"/>
              </a:buClr>
              <a:buFont typeface="Monotype Sorts" pitchFamily="2" charset="2"/>
              <a:buNone/>
            </a:pPr>
            <a:endParaRPr lang="zh-CN" altLang="en-US"/>
          </a:p>
        </p:txBody>
      </p:sp>
      <p:sp>
        <p:nvSpPr>
          <p:cNvPr id="370711" name="Text Box 23">
            <a:extLst>
              <a:ext uri="{FF2B5EF4-FFF2-40B4-BE49-F238E27FC236}">
                <a16:creationId xmlns:a16="http://schemas.microsoft.com/office/drawing/2014/main" id="{E6199852-AFED-BE0E-49F4-E8B920BF4C68}"/>
              </a:ext>
            </a:extLst>
          </p:cNvPr>
          <p:cNvSpPr txBox="1">
            <a:spLocks noChangeArrowheads="1"/>
          </p:cNvSpPr>
          <p:nvPr/>
        </p:nvSpPr>
        <p:spPr bwMode="auto">
          <a:xfrm>
            <a:off x="746125" y="4724400"/>
            <a:ext cx="1108075"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t>解得</a:t>
            </a:r>
          </a:p>
        </p:txBody>
      </p:sp>
      <p:sp>
        <p:nvSpPr>
          <p:cNvPr id="370712" name="Text Box 24">
            <a:extLst>
              <a:ext uri="{FF2B5EF4-FFF2-40B4-BE49-F238E27FC236}">
                <a16:creationId xmlns:a16="http://schemas.microsoft.com/office/drawing/2014/main" id="{116965F6-B91A-077A-123C-162CCD1BFB45}"/>
              </a:ext>
            </a:extLst>
          </p:cNvPr>
          <p:cNvSpPr txBox="1">
            <a:spLocks noChangeArrowheads="1"/>
          </p:cNvSpPr>
          <p:nvPr/>
        </p:nvSpPr>
        <p:spPr bwMode="auto">
          <a:xfrm>
            <a:off x="727075" y="5791200"/>
            <a:ext cx="2049463"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t>相对速率</a:t>
            </a:r>
          </a:p>
        </p:txBody>
      </p:sp>
      <p:graphicFrame>
        <p:nvGraphicFramePr>
          <p:cNvPr id="370713" name="Object 12">
            <a:extLst>
              <a:ext uri="{FF2B5EF4-FFF2-40B4-BE49-F238E27FC236}">
                <a16:creationId xmlns:a16="http://schemas.microsoft.com/office/drawing/2014/main" id="{138E74B6-5A9B-B33C-772D-074841BE7653}"/>
              </a:ext>
            </a:extLst>
          </p:cNvPr>
          <p:cNvGraphicFramePr>
            <a:graphicFrameLocks noGrp="1"/>
          </p:cNvGraphicFramePr>
          <p:nvPr>
            <p:ph sz="half" idx="1"/>
          </p:nvPr>
        </p:nvGraphicFramePr>
        <p:xfrm>
          <a:off x="5795963" y="3267075"/>
          <a:ext cx="190500" cy="190500"/>
        </p:xfrm>
        <a:graphic>
          <a:graphicData uri="http://schemas.openxmlformats.org/presentationml/2006/ole">
            <mc:AlternateContent xmlns:mc="http://schemas.openxmlformats.org/markup-compatibility/2006">
              <mc:Choice xmlns:v="urn:schemas-microsoft-com:vml" Requires="v">
                <p:oleObj name="公式" r:id="rId22" imgW="137347" imgH="137160" progId="Equation.3">
                  <p:embed/>
                </p:oleObj>
              </mc:Choice>
              <mc:Fallback>
                <p:oleObj name="公式" r:id="rId22" imgW="137347" imgH="137160" progId="Equation.3">
                  <p:embed/>
                  <p:pic>
                    <p:nvPicPr>
                      <p:cNvPr id="0" name="Object 12"/>
                      <p:cNvPicPr>
                        <a:picLocks noGrp="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795963" y="3267075"/>
                        <a:ext cx="190500"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0714" name="Object 13">
            <a:extLst>
              <a:ext uri="{FF2B5EF4-FFF2-40B4-BE49-F238E27FC236}">
                <a16:creationId xmlns:a16="http://schemas.microsoft.com/office/drawing/2014/main" id="{74B42682-26D4-C80E-0B34-726FCA8487A3}"/>
              </a:ext>
            </a:extLst>
          </p:cNvPr>
          <p:cNvGraphicFramePr>
            <a:graphicFrameLocks noGrp="1"/>
          </p:cNvGraphicFramePr>
          <p:nvPr>
            <p:ph sz="half" idx="2"/>
          </p:nvPr>
        </p:nvGraphicFramePr>
        <p:xfrm>
          <a:off x="5743575" y="3468688"/>
          <a:ext cx="292100" cy="315912"/>
        </p:xfrm>
        <a:graphic>
          <a:graphicData uri="http://schemas.openxmlformats.org/presentationml/2006/ole">
            <mc:AlternateContent xmlns:mc="http://schemas.openxmlformats.org/markup-compatibility/2006">
              <mc:Choice xmlns:v="urn:schemas-microsoft-com:vml" Requires="v">
                <p:oleObj name="公式" r:id="rId24" imgW="236376" imgH="266839" progId="Equation.3">
                  <p:embed/>
                </p:oleObj>
              </mc:Choice>
              <mc:Fallback>
                <p:oleObj name="公式" r:id="rId24" imgW="236376" imgH="266839" progId="Equation.3">
                  <p:embed/>
                  <p:pic>
                    <p:nvPicPr>
                      <p:cNvPr id="0" name="Object 13"/>
                      <p:cNvPicPr>
                        <a:picLocks noGrp="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743575" y="3468688"/>
                        <a:ext cx="292100"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0715" name="Text Box 27">
            <a:extLst>
              <a:ext uri="{FF2B5EF4-FFF2-40B4-BE49-F238E27FC236}">
                <a16:creationId xmlns:a16="http://schemas.microsoft.com/office/drawing/2014/main" id="{F79EA8A0-B03B-BC3A-D2E6-5F29A094A814}"/>
              </a:ext>
            </a:extLst>
          </p:cNvPr>
          <p:cNvSpPr txBox="1">
            <a:spLocks noChangeArrowheads="1"/>
          </p:cNvSpPr>
          <p:nvPr/>
        </p:nvSpPr>
        <p:spPr bwMode="auto">
          <a:xfrm>
            <a:off x="276225" y="1835150"/>
            <a:ext cx="5113338"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just">
              <a:lnSpc>
                <a:spcPct val="120000"/>
              </a:lnSpc>
              <a:spcBef>
                <a:spcPct val="50000"/>
              </a:spcBef>
              <a:buClr>
                <a:schemeClr val="tx2"/>
              </a:buClr>
              <a:buFont typeface="Monotype Sorts" pitchFamily="2" charset="2"/>
              <a:buNone/>
            </a:pPr>
            <a:r>
              <a:rPr lang="zh-CN" altLang="en-US">
                <a:solidFill>
                  <a:srgbClr val="FFFF00"/>
                </a:solidFill>
              </a:rPr>
              <a:t>求</a:t>
            </a:r>
            <a:r>
              <a:rPr lang="zh-CN" altLang="en-US"/>
              <a:t> 它们之间的相对</a:t>
            </a:r>
            <a:r>
              <a:rPr lang="zh-CN" altLang="en-US">
                <a:solidFill>
                  <a:srgbClr val="66FFFF"/>
                </a:solidFill>
              </a:rPr>
              <a:t>速率</a:t>
            </a:r>
            <a:r>
              <a:rPr lang="zh-CN" altLang="en-US"/>
              <a:t>为多少？</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0709"/>
                                        </p:tgtEl>
                                        <p:attrNameLst>
                                          <p:attrName>style.visibility</p:attrName>
                                        </p:attrNameLst>
                                      </p:cBhvr>
                                      <p:to>
                                        <p:strVal val="visible"/>
                                      </p:to>
                                    </p:set>
                                    <p:animEffect transition="in" filter="wipe(left)">
                                      <p:cBhvr>
                                        <p:cTn id="7" dur="500"/>
                                        <p:tgtEl>
                                          <p:spTgt spid="3707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70690"/>
                                        </p:tgtEl>
                                        <p:attrNameLst>
                                          <p:attrName>style.visibility</p:attrName>
                                        </p:attrNameLst>
                                      </p:cBhvr>
                                      <p:to>
                                        <p:strVal val="visible"/>
                                      </p:to>
                                    </p:set>
                                    <p:animEffect transition="in" filter="wipe(left)">
                                      <p:cBhvr>
                                        <p:cTn id="12" dur="500"/>
                                        <p:tgtEl>
                                          <p:spTgt spid="3706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70691"/>
                                        </p:tgtEl>
                                        <p:attrNameLst>
                                          <p:attrName>style.visibility</p:attrName>
                                        </p:attrNameLst>
                                      </p:cBhvr>
                                      <p:to>
                                        <p:strVal val="visible"/>
                                      </p:to>
                                    </p:set>
                                    <p:animEffect transition="in" filter="wipe(left)">
                                      <p:cBhvr>
                                        <p:cTn id="17" dur="500"/>
                                        <p:tgtEl>
                                          <p:spTgt spid="3706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70695"/>
                                        </p:tgtEl>
                                        <p:attrNameLst>
                                          <p:attrName>style.visibility</p:attrName>
                                        </p:attrNameLst>
                                      </p:cBhvr>
                                      <p:to>
                                        <p:strVal val="visible"/>
                                      </p:to>
                                    </p:set>
                                    <p:animEffect transition="in" filter="wipe(left)">
                                      <p:cBhvr>
                                        <p:cTn id="22" dur="500"/>
                                        <p:tgtEl>
                                          <p:spTgt spid="3706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0692"/>
                                        </p:tgtEl>
                                        <p:attrNameLst>
                                          <p:attrName>style.visibility</p:attrName>
                                        </p:attrNameLst>
                                      </p:cBhvr>
                                      <p:to>
                                        <p:strVal val="visible"/>
                                      </p:to>
                                    </p:set>
                                    <p:animEffect transition="in" filter="wipe(left)">
                                      <p:cBhvr>
                                        <p:cTn id="27" dur="500"/>
                                        <p:tgtEl>
                                          <p:spTgt spid="3706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70696"/>
                                        </p:tgtEl>
                                        <p:attrNameLst>
                                          <p:attrName>style.visibility</p:attrName>
                                        </p:attrNameLst>
                                      </p:cBhvr>
                                      <p:to>
                                        <p:strVal val="visible"/>
                                      </p:to>
                                    </p:set>
                                    <p:animEffect transition="in" filter="wipe(left)">
                                      <p:cBhvr>
                                        <p:cTn id="32" dur="500"/>
                                        <p:tgtEl>
                                          <p:spTgt spid="3706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70693"/>
                                        </p:tgtEl>
                                        <p:attrNameLst>
                                          <p:attrName>style.visibility</p:attrName>
                                        </p:attrNameLst>
                                      </p:cBhvr>
                                      <p:to>
                                        <p:strVal val="visible"/>
                                      </p:to>
                                    </p:set>
                                    <p:animEffect transition="in" filter="wipe(left)">
                                      <p:cBhvr>
                                        <p:cTn id="37" dur="500"/>
                                        <p:tgtEl>
                                          <p:spTgt spid="3706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70697"/>
                                        </p:tgtEl>
                                        <p:attrNameLst>
                                          <p:attrName>style.visibility</p:attrName>
                                        </p:attrNameLst>
                                      </p:cBhvr>
                                      <p:to>
                                        <p:strVal val="visible"/>
                                      </p:to>
                                    </p:set>
                                    <p:animEffect transition="in" filter="wipe(left)">
                                      <p:cBhvr>
                                        <p:cTn id="42" dur="500"/>
                                        <p:tgtEl>
                                          <p:spTgt spid="37069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370694"/>
                                        </p:tgtEl>
                                        <p:attrNameLst>
                                          <p:attrName>style.visibility</p:attrName>
                                        </p:attrNameLst>
                                      </p:cBhvr>
                                      <p:to>
                                        <p:strVal val="visible"/>
                                      </p:to>
                                    </p:set>
                                    <p:animEffect transition="in" filter="wipe(right)">
                                      <p:cBhvr>
                                        <p:cTn id="47" dur="500"/>
                                        <p:tgtEl>
                                          <p:spTgt spid="3706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70698"/>
                                        </p:tgtEl>
                                        <p:attrNameLst>
                                          <p:attrName>style.visibility</p:attrName>
                                        </p:attrNameLst>
                                      </p:cBhvr>
                                      <p:to>
                                        <p:strVal val="visible"/>
                                      </p:to>
                                    </p:set>
                                    <p:animEffect transition="in" filter="wipe(left)">
                                      <p:cBhvr>
                                        <p:cTn id="52" dur="500"/>
                                        <p:tgtEl>
                                          <p:spTgt spid="37069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70715"/>
                                        </p:tgtEl>
                                        <p:attrNameLst>
                                          <p:attrName>style.visibility</p:attrName>
                                        </p:attrNameLst>
                                      </p:cBhvr>
                                      <p:to>
                                        <p:strVal val="visible"/>
                                      </p:to>
                                    </p:set>
                                    <p:animEffect transition="in" filter="wipe(left)">
                                      <p:cBhvr>
                                        <p:cTn id="57" dur="500"/>
                                        <p:tgtEl>
                                          <p:spTgt spid="37071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70699"/>
                                        </p:tgtEl>
                                        <p:attrNameLst>
                                          <p:attrName>style.visibility</p:attrName>
                                        </p:attrNameLst>
                                      </p:cBhvr>
                                      <p:to>
                                        <p:strVal val="visible"/>
                                      </p:to>
                                    </p:set>
                                    <p:animEffect transition="in" filter="wipe(left)">
                                      <p:cBhvr>
                                        <p:cTn id="62" dur="500"/>
                                        <p:tgtEl>
                                          <p:spTgt spid="37069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70701"/>
                                        </p:tgtEl>
                                        <p:attrNameLst>
                                          <p:attrName>style.visibility</p:attrName>
                                        </p:attrNameLst>
                                      </p:cBhvr>
                                      <p:to>
                                        <p:strVal val="visible"/>
                                      </p:to>
                                    </p:set>
                                    <p:animEffect transition="in" filter="wipe(left)">
                                      <p:cBhvr>
                                        <p:cTn id="67" dur="500"/>
                                        <p:tgtEl>
                                          <p:spTgt spid="370701"/>
                                        </p:tgtEl>
                                      </p:cBhvr>
                                    </p:animEffect>
                                  </p:childTnLst>
                                </p:cTn>
                              </p:par>
                              <p:par>
                                <p:cTn id="68" presetID="22" presetClass="entr" presetSubtype="8" fill="hold" nodeType="withEffect">
                                  <p:stCondLst>
                                    <p:cond delay="0"/>
                                  </p:stCondLst>
                                  <p:childTnLst>
                                    <p:set>
                                      <p:cBhvr>
                                        <p:cTn id="69" dur="1" fill="hold">
                                          <p:stCondLst>
                                            <p:cond delay="0"/>
                                          </p:stCondLst>
                                        </p:cTn>
                                        <p:tgtEl>
                                          <p:spTgt spid="370713"/>
                                        </p:tgtEl>
                                        <p:attrNameLst>
                                          <p:attrName>style.visibility</p:attrName>
                                        </p:attrNameLst>
                                      </p:cBhvr>
                                      <p:to>
                                        <p:strVal val="visible"/>
                                      </p:to>
                                    </p:set>
                                    <p:animEffect transition="in" filter="wipe(left)">
                                      <p:cBhvr>
                                        <p:cTn id="70" dur="500"/>
                                        <p:tgtEl>
                                          <p:spTgt spid="370713"/>
                                        </p:tgtEl>
                                      </p:cBhvr>
                                    </p:animEffect>
                                  </p:childTnLst>
                                </p:cTn>
                              </p:par>
                              <p:par>
                                <p:cTn id="71" presetID="22" presetClass="entr" presetSubtype="8" fill="hold" nodeType="withEffect">
                                  <p:stCondLst>
                                    <p:cond delay="0"/>
                                  </p:stCondLst>
                                  <p:childTnLst>
                                    <p:set>
                                      <p:cBhvr>
                                        <p:cTn id="72" dur="1" fill="hold">
                                          <p:stCondLst>
                                            <p:cond delay="0"/>
                                          </p:stCondLst>
                                        </p:cTn>
                                        <p:tgtEl>
                                          <p:spTgt spid="370714"/>
                                        </p:tgtEl>
                                        <p:attrNameLst>
                                          <p:attrName>style.visibility</p:attrName>
                                        </p:attrNameLst>
                                      </p:cBhvr>
                                      <p:to>
                                        <p:strVal val="visible"/>
                                      </p:to>
                                    </p:set>
                                    <p:animEffect transition="in" filter="wipe(left)">
                                      <p:cBhvr>
                                        <p:cTn id="73" dur="500"/>
                                        <p:tgtEl>
                                          <p:spTgt spid="370714"/>
                                        </p:tgtEl>
                                      </p:cBhvr>
                                    </p:animEffect>
                                  </p:childTnLst>
                                </p:cTn>
                              </p:par>
                              <p:par>
                                <p:cTn id="74" presetID="22" presetClass="entr" presetSubtype="8" fill="hold" nodeType="withEffect">
                                  <p:stCondLst>
                                    <p:cond delay="0"/>
                                  </p:stCondLst>
                                  <p:childTnLst>
                                    <p:set>
                                      <p:cBhvr>
                                        <p:cTn id="75" dur="1" fill="hold">
                                          <p:stCondLst>
                                            <p:cond delay="0"/>
                                          </p:stCondLst>
                                        </p:cTn>
                                        <p:tgtEl>
                                          <p:spTgt spid="370702"/>
                                        </p:tgtEl>
                                        <p:attrNameLst>
                                          <p:attrName>style.visibility</p:attrName>
                                        </p:attrNameLst>
                                      </p:cBhvr>
                                      <p:to>
                                        <p:strVal val="visible"/>
                                      </p:to>
                                    </p:set>
                                    <p:animEffect transition="in" filter="wipe(left)">
                                      <p:cBhvr>
                                        <p:cTn id="76" dur="500"/>
                                        <p:tgtEl>
                                          <p:spTgt spid="370702"/>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370704"/>
                                        </p:tgtEl>
                                        <p:attrNameLst>
                                          <p:attrName>style.visibility</p:attrName>
                                        </p:attrNameLst>
                                      </p:cBhvr>
                                      <p:to>
                                        <p:strVal val="visible"/>
                                      </p:to>
                                    </p:set>
                                    <p:animEffect transition="in" filter="wipe(left)">
                                      <p:cBhvr>
                                        <p:cTn id="81" dur="500"/>
                                        <p:tgtEl>
                                          <p:spTgt spid="37070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370700"/>
                                        </p:tgtEl>
                                        <p:attrNameLst>
                                          <p:attrName>style.visibility</p:attrName>
                                        </p:attrNameLst>
                                      </p:cBhvr>
                                      <p:to>
                                        <p:strVal val="visible"/>
                                      </p:to>
                                    </p:set>
                                    <p:animEffect transition="in" filter="wipe(left)">
                                      <p:cBhvr>
                                        <p:cTn id="86" dur="500"/>
                                        <p:tgtEl>
                                          <p:spTgt spid="37070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370703"/>
                                        </p:tgtEl>
                                        <p:attrNameLst>
                                          <p:attrName>style.visibility</p:attrName>
                                        </p:attrNameLst>
                                      </p:cBhvr>
                                      <p:to>
                                        <p:strVal val="visible"/>
                                      </p:to>
                                    </p:set>
                                    <p:animEffect transition="in" filter="wipe(left)">
                                      <p:cBhvr>
                                        <p:cTn id="91" dur="500"/>
                                        <p:tgtEl>
                                          <p:spTgt spid="37070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370710"/>
                                        </p:tgtEl>
                                        <p:attrNameLst>
                                          <p:attrName>style.visibility</p:attrName>
                                        </p:attrNameLst>
                                      </p:cBhvr>
                                      <p:to>
                                        <p:strVal val="visible"/>
                                      </p:to>
                                    </p:set>
                                    <p:animEffect transition="in" filter="wipe(left)">
                                      <p:cBhvr>
                                        <p:cTn id="96" dur="500"/>
                                        <p:tgtEl>
                                          <p:spTgt spid="37071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370711"/>
                                        </p:tgtEl>
                                        <p:attrNameLst>
                                          <p:attrName>style.visibility</p:attrName>
                                        </p:attrNameLst>
                                      </p:cBhvr>
                                      <p:to>
                                        <p:strVal val="visible"/>
                                      </p:to>
                                    </p:set>
                                    <p:animEffect transition="in" filter="wipe(left)">
                                      <p:cBhvr>
                                        <p:cTn id="101" dur="500"/>
                                        <p:tgtEl>
                                          <p:spTgt spid="370711"/>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370705"/>
                                        </p:tgtEl>
                                        <p:attrNameLst>
                                          <p:attrName>style.visibility</p:attrName>
                                        </p:attrNameLst>
                                      </p:cBhvr>
                                      <p:to>
                                        <p:strVal val="visible"/>
                                      </p:to>
                                    </p:set>
                                    <p:animEffect transition="in" filter="wipe(left)">
                                      <p:cBhvr>
                                        <p:cTn id="106" dur="500"/>
                                        <p:tgtEl>
                                          <p:spTgt spid="370705"/>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370706"/>
                                        </p:tgtEl>
                                        <p:attrNameLst>
                                          <p:attrName>style.visibility</p:attrName>
                                        </p:attrNameLst>
                                      </p:cBhvr>
                                      <p:to>
                                        <p:strVal val="visible"/>
                                      </p:to>
                                    </p:set>
                                    <p:animEffect transition="in" filter="wipe(left)">
                                      <p:cBhvr>
                                        <p:cTn id="111" dur="500"/>
                                        <p:tgtEl>
                                          <p:spTgt spid="370706"/>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370712"/>
                                        </p:tgtEl>
                                        <p:attrNameLst>
                                          <p:attrName>style.visibility</p:attrName>
                                        </p:attrNameLst>
                                      </p:cBhvr>
                                      <p:to>
                                        <p:strVal val="visible"/>
                                      </p:to>
                                    </p:set>
                                    <p:animEffect transition="in" filter="wipe(left)">
                                      <p:cBhvr>
                                        <p:cTn id="116" dur="500"/>
                                        <p:tgtEl>
                                          <p:spTgt spid="37071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370707"/>
                                        </p:tgtEl>
                                        <p:attrNameLst>
                                          <p:attrName>style.visibility</p:attrName>
                                        </p:attrNameLst>
                                      </p:cBhvr>
                                      <p:to>
                                        <p:strVal val="visible"/>
                                      </p:to>
                                    </p:set>
                                    <p:animEffect transition="in" filter="wipe(left)">
                                      <p:cBhvr>
                                        <p:cTn id="121" dur="500"/>
                                        <p:tgtEl>
                                          <p:spTgt spid="370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p:bldP spid="370691" grpId="0" animBg="1"/>
      <p:bldP spid="370692" grpId="0" animBg="1"/>
      <p:bldP spid="370699" grpId="0" autoUpdateAnimBg="0"/>
      <p:bldP spid="370704" grpId="0" autoUpdateAnimBg="0"/>
      <p:bldP spid="370709" grpId="0"/>
      <p:bldP spid="370710" grpId="0" animBg="1"/>
      <p:bldP spid="370711" grpId="0"/>
      <p:bldP spid="370712" grpId="0"/>
      <p:bldP spid="370715"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12901</TotalTime>
  <Words>1759</Words>
  <Application>Microsoft Office PowerPoint</Application>
  <PresentationFormat>全屏显示(4:3)</PresentationFormat>
  <Paragraphs>253</Paragraphs>
  <Slides>29</Slides>
  <Notes>2</Notes>
  <HiddenSlides>3</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29</vt:i4>
      </vt:variant>
    </vt:vector>
  </HeadingPairs>
  <TitlesOfParts>
    <vt:vector size="43" baseType="lpstr">
      <vt:lpstr>Monotype Sorts</vt:lpstr>
      <vt:lpstr>仿宋_GB2312</vt:lpstr>
      <vt:lpstr>黑体</vt:lpstr>
      <vt:lpstr>楷体_GB2312</vt:lpstr>
      <vt:lpstr>隶书</vt:lpstr>
      <vt:lpstr>宋体</vt:lpstr>
      <vt:lpstr>Arial</vt:lpstr>
      <vt:lpstr>Bookman Old Style</vt:lpstr>
      <vt:lpstr>Symbol</vt:lpstr>
      <vt:lpstr>Times New Roman</vt:lpstr>
      <vt:lpstr>Wingdings</vt:lpstr>
      <vt:lpstr>1_默认设计模板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功和能</dc:title>
  <dc:subject>大学物理电子教案</dc:subject>
  <dc:creator>zhaoshumin</dc:creator>
  <cp:lastModifiedBy>davidly .</cp:lastModifiedBy>
  <cp:revision>771</cp:revision>
  <dcterms:created xsi:type="dcterms:W3CDTF">2004-11-16T23:52:09Z</dcterms:created>
  <dcterms:modified xsi:type="dcterms:W3CDTF">2025-03-13T11:05:51Z</dcterms:modified>
</cp:coreProperties>
</file>