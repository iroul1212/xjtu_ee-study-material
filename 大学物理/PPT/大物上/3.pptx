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817F3-E359-4712-8027-0F7245709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6E0753-F4B1-DA59-1CB0-30D440943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F0163-3C4B-FCA7-BFF6-9AC636F5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BE9FA7-D67D-63DE-E5E9-C96B4846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85B29F-C138-15E9-7AA6-47DA7216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13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81192-8C78-E012-C41B-BF9FD9F0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764AE8-7AD4-2452-1AB7-E23CE79A6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BDFAB2-F5F2-8720-4246-8CB96F8DF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E23B6-0FDF-CC16-8BDD-B7701FF2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0C25F-F6E1-7EB0-4024-C57F2A5D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50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A2C16-F583-A589-E512-D6C2032B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22664E-F264-DDA6-03E7-59C95ED61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C9E775-65C7-BF62-0632-4B344D48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D9BB12-0F48-51F5-D5FF-F051C350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68E160-0124-3F95-93F6-1C5D602F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05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B6D17-7952-DE72-2D90-2C034989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43B735-09AA-5C30-D63D-646C32819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772465-5806-666D-CB2C-138A47156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EBE8FD-219E-92FB-C81E-1747F54A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F40DCC-88E6-8C0A-863C-DDEE83F5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ED107F-05E9-4D91-39AD-F745F060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33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F0538-E36D-303A-64A3-81FE5387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CBA1F0-B5CF-5FEB-8F0A-98BBD9B9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1550BA-98AC-6173-44FD-FD810669F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FE7D9D-691D-4E8F-D0A8-AF335F701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DA1968-A9D1-6A4B-7EFC-E637E95D6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7DE287-6124-AB85-3227-24DE607C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B007B9-E5CD-7D1F-2CFE-994F2E3D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DA75E4-91EB-53C9-4702-25F7D168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61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319E9-4F4A-E0B5-4326-65F73E9F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C54923-2648-CD5E-77BA-6D866FE75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3E2DB1-6188-B66F-BA84-171D1922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0EE16B-D318-5425-7E20-D3ADFD80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94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65EF69-0B5D-ACAF-EAE4-E5B1DF0E3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035FD4-D750-48D2-0A41-3403A56A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7B85C2-8E5A-B24A-54FD-28A965BDB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0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27851-1ADE-C5F5-06D9-E2E33A7F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CB7713-DC8E-1E87-78E1-8D1AFAF18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6DC53F-E960-96EE-144C-037B4176A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E3CF47-8646-5893-0739-4AC59F5F8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2BE215-A035-E4CC-F6FC-3568FC96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33D9CB-B7B2-66BF-94F2-9630CB95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19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3F074-318A-1B08-E7BC-1BE86AD4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8B17AF-4309-1B03-3C54-54A8B1814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7065A3-A30A-67A2-ADCC-42FDB13E1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ABC429-DF06-6CC0-08B3-E4D234BF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1C705B-9201-C537-899E-902703110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844274-90ED-65B4-F6C2-50656BD7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00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197F7-676D-5BA6-3E0E-9E096BB1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D64098-E774-726F-17DC-C6389C90B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AA8BDA-2218-B08F-8A11-F01337F6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E62E20-7F17-B05F-AE3E-260F7FE2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B912DE-AC96-4A29-D49B-135EF358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93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65DCFF-AD07-65B4-320B-C26C86415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AADE4E-77CA-AFEC-0C1C-89719279B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DEA2E-9845-4971-CFC2-A1AD65E9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3ECDEC-7038-872D-F090-48CE009D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F97D63-5E6B-E625-EB8E-05CC2C92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81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110F3F-D7C7-DC3B-4A01-0096A9A18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C4ABEF-71D0-0BC1-1DD9-153424872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0E8C83-053B-3605-DD35-BB68EF4E7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8C499-6579-4713-AC62-7FB8074303CF}" type="datetimeFigureOut">
              <a:rPr lang="zh-CN" altLang="en-US" smtClean="0"/>
              <a:t>2025/3/8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B096E0-843F-7D3B-81B5-EB3EA67F4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BBA9A-443D-3C35-73C9-482FC67AE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AEC69-1B2F-4FD8-90BF-303661E29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4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C0FD132-95EB-54CF-7F46-B966B3DE0475}"/>
              </a:ext>
            </a:extLst>
          </p:cNvPr>
          <p:cNvSpPr txBox="1"/>
          <p:nvPr/>
        </p:nvSpPr>
        <p:spPr>
          <a:xfrm>
            <a:off x="0" y="0"/>
            <a:ext cx="12192000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marR="0" lvl="0" indent="-360363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3.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以初速度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竖直向上抛出一质量为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的小球，小球除受重力外，还受一个大小为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αmv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的空气阻力。求当小球回到出发点时，它的速度大小为多少？</a:t>
            </a:r>
          </a:p>
          <a:p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C1BE788-5B3A-A59B-28F0-D6372431073F}"/>
              </a:ext>
            </a:extLst>
          </p:cNvPr>
          <p:cNvSpPr/>
          <p:nvPr/>
        </p:nvSpPr>
        <p:spPr>
          <a:xfrm>
            <a:off x="619432" y="3962400"/>
            <a:ext cx="403123" cy="40312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544C39C-0171-0834-ECFC-6EA42040F2B5}"/>
              </a:ext>
            </a:extLst>
          </p:cNvPr>
          <p:cNvCxnSpPr/>
          <p:nvPr/>
        </p:nvCxnSpPr>
        <p:spPr>
          <a:xfrm>
            <a:off x="245806" y="4365523"/>
            <a:ext cx="1296000" cy="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6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C0FD132-95EB-54CF-7F46-B966B3DE0475}"/>
              </a:ext>
            </a:extLst>
          </p:cNvPr>
          <p:cNvSpPr txBox="1"/>
          <p:nvPr/>
        </p:nvSpPr>
        <p:spPr>
          <a:xfrm>
            <a:off x="0" y="0"/>
            <a:ext cx="12192000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marR="0" lvl="0" indent="-360363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3.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以初速度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竖直向上抛出一质量为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的小球，小球除受重力外，还受一个大小为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αmv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的空气阻力。求当小球回到出发点时，它的速度大小为多少？</a:t>
            </a:r>
          </a:p>
          <a:p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B44F1AC-D750-A1DB-88E5-5EDD56600C1D}"/>
              </a:ext>
            </a:extLst>
          </p:cNvPr>
          <p:cNvSpPr/>
          <p:nvPr/>
        </p:nvSpPr>
        <p:spPr>
          <a:xfrm>
            <a:off x="619432" y="2279807"/>
            <a:ext cx="403123" cy="40312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8EABAF-8310-3CD2-5DA3-728B83283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66" y="2545618"/>
            <a:ext cx="3616206" cy="499608"/>
          </a:xfrm>
          <a:prstGeom prst="rect">
            <a:avLst/>
          </a:prstGeom>
        </p:spPr>
      </p:pic>
      <p:pic>
        <p:nvPicPr>
          <p:cNvPr id="5" name="图片 4" descr="形状&#10;&#10;AI-generated content may be incorrect.">
            <a:extLst>
              <a:ext uri="{FF2B5EF4-FFF2-40B4-BE49-F238E27FC236}">
                <a16:creationId xmlns:a16="http://schemas.microsoft.com/office/drawing/2014/main" id="{955277A2-3FBE-0011-D1A2-9BA3C7A60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66" y="3466790"/>
            <a:ext cx="2031988" cy="774910"/>
          </a:xfrm>
          <a:prstGeom prst="rect">
            <a:avLst/>
          </a:prstGeom>
        </p:spPr>
      </p:pic>
      <p:pic>
        <p:nvPicPr>
          <p:cNvPr id="6" name="图片 5" descr="形状&#10;&#10;AI-generated content may be incorrect.">
            <a:extLst>
              <a:ext uri="{FF2B5EF4-FFF2-40B4-BE49-F238E27FC236}">
                <a16:creationId xmlns:a16="http://schemas.microsoft.com/office/drawing/2014/main" id="{2DAEB2E4-39CE-08BC-37F7-8E50B85F8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029" y="3404591"/>
            <a:ext cx="4056006" cy="9415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CC7E31-E1EA-918C-72A9-43BE4A059A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472" y="4840407"/>
            <a:ext cx="3985661" cy="1068780"/>
          </a:xfrm>
          <a:prstGeom prst="rect">
            <a:avLst/>
          </a:prstGeom>
        </p:spPr>
      </p:pic>
      <p:sp>
        <p:nvSpPr>
          <p:cNvPr id="8" name="箭头: 右弧形 7">
            <a:extLst>
              <a:ext uri="{FF2B5EF4-FFF2-40B4-BE49-F238E27FC236}">
                <a16:creationId xmlns:a16="http://schemas.microsoft.com/office/drawing/2014/main" id="{3795F645-C510-636E-DECF-86364B844F5A}"/>
              </a:ext>
            </a:extLst>
          </p:cNvPr>
          <p:cNvSpPr/>
          <p:nvPr/>
        </p:nvSpPr>
        <p:spPr>
          <a:xfrm>
            <a:off x="6096000" y="1841633"/>
            <a:ext cx="491613" cy="1068715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636AE0D-668F-9591-1A9D-328DDC8656C3}"/>
              </a:ext>
            </a:extLst>
          </p:cNvPr>
          <p:cNvSpPr/>
          <p:nvPr/>
        </p:nvSpPr>
        <p:spPr>
          <a:xfrm>
            <a:off x="4156009" y="3761208"/>
            <a:ext cx="927268" cy="38745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D91F246-C7B2-D45A-B9DA-6B6BD5CB039C}"/>
              </a:ext>
            </a:extLst>
          </p:cNvPr>
          <p:cNvSpPr/>
          <p:nvPr/>
        </p:nvSpPr>
        <p:spPr>
          <a:xfrm>
            <a:off x="4156009" y="5157912"/>
            <a:ext cx="927268" cy="38745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3F2D8E7-06FC-BA24-AA0E-22EC17B174DD}"/>
              </a:ext>
            </a:extLst>
          </p:cNvPr>
          <p:cNvCxnSpPr/>
          <p:nvPr/>
        </p:nvCxnSpPr>
        <p:spPr>
          <a:xfrm>
            <a:off x="245806" y="4365523"/>
            <a:ext cx="1296000" cy="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形状&#10;&#10;AI-generated content may be incorrect.">
            <a:extLst>
              <a:ext uri="{FF2B5EF4-FFF2-40B4-BE49-F238E27FC236}">
                <a16:creationId xmlns:a16="http://schemas.microsoft.com/office/drawing/2014/main" id="{94003546-C47C-DBC3-94AE-9786978F03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66" y="1413888"/>
            <a:ext cx="4087646" cy="77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684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A95C31D-8DF4-801A-60CB-D718C975D048}"/>
              </a:ext>
            </a:extLst>
          </p:cNvPr>
          <p:cNvSpPr txBox="1"/>
          <p:nvPr/>
        </p:nvSpPr>
        <p:spPr>
          <a:xfrm>
            <a:off x="0" y="0"/>
            <a:ext cx="12192000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marR="0" lvl="0" indent="-360363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3.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以初速度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竖直向上抛出一质量为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的小球，小球除受重力外，还受一个大小为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αmv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的空气阻力。求当小球回到出发点时，它的速度大小为多少？</a:t>
            </a:r>
          </a:p>
          <a:p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E57F56E-69B8-6E87-B175-04DB9E1C4D0E}"/>
              </a:ext>
            </a:extLst>
          </p:cNvPr>
          <p:cNvSpPr/>
          <p:nvPr/>
        </p:nvSpPr>
        <p:spPr>
          <a:xfrm>
            <a:off x="619432" y="3962400"/>
            <a:ext cx="403123" cy="40312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C1CFCFF-3989-727B-BB30-A93C5306FE58}"/>
              </a:ext>
            </a:extLst>
          </p:cNvPr>
          <p:cNvCxnSpPr/>
          <p:nvPr/>
        </p:nvCxnSpPr>
        <p:spPr>
          <a:xfrm>
            <a:off x="245806" y="4365523"/>
            <a:ext cx="1296000" cy="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68A7FCC5-825F-8323-F29C-152C6214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66" y="2472755"/>
            <a:ext cx="4007961" cy="553732"/>
          </a:xfrm>
          <a:prstGeom prst="rect">
            <a:avLst/>
          </a:prstGeom>
        </p:spPr>
      </p:pic>
      <p:pic>
        <p:nvPicPr>
          <p:cNvPr id="10" name="图片 9" descr="形状&#10;&#10;AI-generated content may be incorrect.">
            <a:extLst>
              <a:ext uri="{FF2B5EF4-FFF2-40B4-BE49-F238E27FC236}">
                <a16:creationId xmlns:a16="http://schemas.microsoft.com/office/drawing/2014/main" id="{684F663D-D13D-254D-37DE-3743C4758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66" y="3180866"/>
            <a:ext cx="2577895" cy="983095"/>
          </a:xfrm>
          <a:prstGeom prst="rect">
            <a:avLst/>
          </a:prstGeom>
        </p:spPr>
      </p:pic>
      <p:pic>
        <p:nvPicPr>
          <p:cNvPr id="12" name="图片 11" descr="形状&#10;&#10;AI-generated content may be incorrect.">
            <a:extLst>
              <a:ext uri="{FF2B5EF4-FFF2-40B4-BE49-F238E27FC236}">
                <a16:creationId xmlns:a16="http://schemas.microsoft.com/office/drawing/2014/main" id="{C79A64C8-49C1-BA81-F5DB-3E031DF19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97" y="3247236"/>
            <a:ext cx="3751459" cy="802714"/>
          </a:xfrm>
          <a:prstGeom prst="rect">
            <a:avLst/>
          </a:prstGeom>
        </p:spPr>
      </p:pic>
      <p:pic>
        <p:nvPicPr>
          <p:cNvPr id="14" name="图片 13" descr="形状&#10;&#10;AI-generated content may be incorrect.">
            <a:extLst>
              <a:ext uri="{FF2B5EF4-FFF2-40B4-BE49-F238E27FC236}">
                <a16:creationId xmlns:a16="http://schemas.microsoft.com/office/drawing/2014/main" id="{F7996EC8-E6DD-FEAC-C727-6F6B7E58E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97" y="4590818"/>
            <a:ext cx="3057143" cy="802714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06C0C84D-1CA9-B997-A334-D44BEE85419F}"/>
              </a:ext>
            </a:extLst>
          </p:cNvPr>
          <p:cNvGrpSpPr/>
          <p:nvPr/>
        </p:nvGrpSpPr>
        <p:grpSpPr>
          <a:xfrm>
            <a:off x="511277" y="4681094"/>
            <a:ext cx="3301564" cy="1709873"/>
            <a:chOff x="511277" y="4681094"/>
            <a:chExt cx="3301564" cy="1709873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D236EEF-0ACE-1271-0CDD-FB9081582E03}"/>
                </a:ext>
              </a:extLst>
            </p:cNvPr>
            <p:cNvSpPr/>
            <p:nvPr/>
          </p:nvSpPr>
          <p:spPr>
            <a:xfrm>
              <a:off x="511277" y="4681094"/>
              <a:ext cx="3301564" cy="1709873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" name="图片 15" descr="形状&#10;&#10;AI-generated content may be incorrect.">
              <a:extLst>
                <a:ext uri="{FF2B5EF4-FFF2-40B4-BE49-F238E27FC236}">
                  <a16:creationId xmlns:a16="http://schemas.microsoft.com/office/drawing/2014/main" id="{03661608-894D-1C92-10E7-818BBC562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951" y="4986765"/>
              <a:ext cx="2800047" cy="1150704"/>
            </a:xfrm>
            <a:prstGeom prst="rect">
              <a:avLst/>
            </a:prstGeom>
          </p:spPr>
        </p:pic>
      </p:grpSp>
      <p:sp>
        <p:nvSpPr>
          <p:cNvPr id="18" name="箭头: 右弧形 17">
            <a:extLst>
              <a:ext uri="{FF2B5EF4-FFF2-40B4-BE49-F238E27FC236}">
                <a16:creationId xmlns:a16="http://schemas.microsoft.com/office/drawing/2014/main" id="{AB7F628E-2245-8DBB-9F18-B5D767207A53}"/>
              </a:ext>
            </a:extLst>
          </p:cNvPr>
          <p:cNvSpPr/>
          <p:nvPr/>
        </p:nvSpPr>
        <p:spPr>
          <a:xfrm>
            <a:off x="6096000" y="1841633"/>
            <a:ext cx="491613" cy="1068715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7510CD3F-C99D-14A6-158A-AE448A1E021F}"/>
              </a:ext>
            </a:extLst>
          </p:cNvPr>
          <p:cNvSpPr/>
          <p:nvPr/>
        </p:nvSpPr>
        <p:spPr>
          <a:xfrm>
            <a:off x="4924959" y="3454012"/>
            <a:ext cx="927268" cy="38745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9EF3EE01-7C0A-0632-97A2-83CB1D653EB4}"/>
              </a:ext>
            </a:extLst>
          </p:cNvPr>
          <p:cNvSpPr/>
          <p:nvPr/>
        </p:nvSpPr>
        <p:spPr>
          <a:xfrm>
            <a:off x="4924959" y="4798447"/>
            <a:ext cx="927268" cy="38745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4017A24-EED7-E5C1-CB2C-FE0B8DAA1C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98" y="5518832"/>
            <a:ext cx="2993456" cy="802714"/>
          </a:xfrm>
          <a:prstGeom prst="rect">
            <a:avLst/>
          </a:prstGeom>
        </p:spPr>
      </p:pic>
      <p:sp>
        <p:nvSpPr>
          <p:cNvPr id="22" name="左大括号 21">
            <a:extLst>
              <a:ext uri="{FF2B5EF4-FFF2-40B4-BE49-F238E27FC236}">
                <a16:creationId xmlns:a16="http://schemas.microsoft.com/office/drawing/2014/main" id="{33E50CB4-62D0-C082-D83A-3EFFCC6BA36A}"/>
              </a:ext>
            </a:extLst>
          </p:cNvPr>
          <p:cNvSpPr/>
          <p:nvPr/>
        </p:nvSpPr>
        <p:spPr>
          <a:xfrm>
            <a:off x="5852227" y="4906297"/>
            <a:ext cx="243773" cy="1236585"/>
          </a:xfrm>
          <a:prstGeom prst="leftBrac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标注: 左箭头 22">
            <a:extLst>
              <a:ext uri="{FF2B5EF4-FFF2-40B4-BE49-F238E27FC236}">
                <a16:creationId xmlns:a16="http://schemas.microsoft.com/office/drawing/2014/main" id="{E8A06958-1A96-025C-0133-9005385026BD}"/>
              </a:ext>
            </a:extLst>
          </p:cNvPr>
          <p:cNvSpPr/>
          <p:nvPr/>
        </p:nvSpPr>
        <p:spPr>
          <a:xfrm>
            <a:off x="3952568" y="4493342"/>
            <a:ext cx="5368413" cy="1828204"/>
          </a:xfrm>
          <a:prstGeom prst="leftArrowCallout">
            <a:avLst>
              <a:gd name="adj1" fmla="val 25000"/>
              <a:gd name="adj2" fmla="val 25000"/>
              <a:gd name="adj3" fmla="val 77168"/>
              <a:gd name="adj4" fmla="val 64977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形状&#10;&#10;AI-generated content may be incorrect.">
            <a:extLst>
              <a:ext uri="{FF2B5EF4-FFF2-40B4-BE49-F238E27FC236}">
                <a16:creationId xmlns:a16="http://schemas.microsoft.com/office/drawing/2014/main" id="{89D2DC9F-6437-254A-0BA2-209951FDE5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66" y="1413888"/>
            <a:ext cx="4087646" cy="77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63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138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世博 许</dc:creator>
  <cp:lastModifiedBy>世博 许</cp:lastModifiedBy>
  <cp:revision>4</cp:revision>
  <dcterms:created xsi:type="dcterms:W3CDTF">2025-03-08T06:05:29Z</dcterms:created>
  <dcterms:modified xsi:type="dcterms:W3CDTF">2025-03-08T07:40:05Z</dcterms:modified>
</cp:coreProperties>
</file>