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4"/>
  </p:notesMasterIdLst>
  <p:sldIdLst>
    <p:sldId id="647" r:id="rId2"/>
    <p:sldId id="652" r:id="rId3"/>
    <p:sldId id="651" r:id="rId4"/>
    <p:sldId id="380" r:id="rId5"/>
    <p:sldId id="653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654" r:id="rId14"/>
    <p:sldId id="655" r:id="rId15"/>
    <p:sldId id="602" r:id="rId16"/>
    <p:sldId id="603" r:id="rId17"/>
    <p:sldId id="582" r:id="rId18"/>
    <p:sldId id="570" r:id="rId19"/>
    <p:sldId id="583" r:id="rId20"/>
    <p:sldId id="586" r:id="rId21"/>
    <p:sldId id="587" r:id="rId22"/>
    <p:sldId id="626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仿宋_GB2312" pitchFamily="49" charset="-122"/>
        <a:ea typeface="仿宋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6666FF"/>
    <a:srgbClr val="FF66CC"/>
    <a:srgbClr val="FFCC00"/>
    <a:srgbClr val="33CCCC"/>
    <a:srgbClr val="FF9900"/>
    <a:srgbClr val="FFFF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7" autoAdjust="0"/>
    <p:restoredTop sz="94737" autoAdjust="0"/>
  </p:normalViewPr>
  <p:slideViewPr>
    <p:cSldViewPr snapToGrid="0" showGuides="1">
      <p:cViewPr varScale="1">
        <p:scale>
          <a:sx n="78" d="100"/>
          <a:sy n="78" d="100"/>
        </p:scale>
        <p:origin x="159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B47C89A7-2824-3BAC-D999-9D6AD5EB31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80F1970F-1AAB-0EB0-B6AB-F16D69A80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F936C23-4D14-3595-4C99-50AC4A95EAF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AF6A1AED-48AF-3AE4-42C7-EA7762F00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28FE8118-2980-182F-768F-4DD24A0D62E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8ED44FD7-542E-2451-91BC-14AA1A1121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E7C6C02-A27A-4ADB-A21B-73BEA04432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7C6C02-A27A-4ADB-A21B-73BEA0443249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39769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7C6C02-A27A-4ADB-A21B-73BEA0443249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0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3532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7543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59140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6714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8046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2236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35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5481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956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1802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4314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EC30C4E-728C-B70F-50C0-E273C6915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272212"/>
          </a:xfrm>
          <a:prstGeom prst="rect">
            <a:avLst/>
          </a:prstGeom>
          <a:noFill/>
          <a:ln w="19050">
            <a:solidFill>
              <a:srgbClr val="006699">
                <a:alpha val="35001"/>
              </a:srgb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3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3F96888-7A72-9405-BEC4-E315D0F28D6F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7239000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4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76C8AAA-F452-4460-71C3-CEF55D2DAD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91525" y="6602413"/>
            <a:ext cx="501650" cy="168275"/>
          </a:xfrm>
          <a:prstGeom prst="actionButtonForwardNext">
            <a:avLst/>
          </a:prstGeom>
          <a:solidFill>
            <a:srgbClr val="12607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5" name="AutoShape 9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8E671DC-9055-FBA5-589F-9837444D01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812088" y="6602413"/>
            <a:ext cx="504825" cy="161925"/>
          </a:xfrm>
          <a:prstGeom prst="actionButtonHome">
            <a:avLst/>
          </a:prstGeom>
          <a:solidFill>
            <a:srgbClr val="126072"/>
          </a:solidFill>
          <a:ln w="28575">
            <a:noFill/>
            <a:miter lim="800000"/>
            <a:headEnd/>
            <a:tailEnd type="none" w="med" len="lg"/>
          </a:ln>
          <a:effectLst/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2.emf"/><Relationship Id="rId21" Type="http://schemas.openxmlformats.org/officeDocument/2006/relationships/image" Target="../media/image11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5" Type="http://schemas.openxmlformats.org/officeDocument/2006/relationships/image" Target="../media/image13.wmf"/><Relationship Id="rId33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24" Type="http://schemas.openxmlformats.org/officeDocument/2006/relationships/oleObject" Target="../embeddings/oleObject12.bin"/><Relationship Id="rId32" Type="http://schemas.openxmlformats.org/officeDocument/2006/relationships/oleObject" Target="../embeddings/oleObject16.bin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23" Type="http://schemas.openxmlformats.org/officeDocument/2006/relationships/image" Target="../media/image12.e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0.emf"/><Relationship Id="rId31" Type="http://schemas.openxmlformats.org/officeDocument/2006/relationships/image" Target="../media/image1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4.emf"/><Relationship Id="rId30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0.e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5.emf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2.emf"/><Relationship Id="rId5" Type="http://schemas.openxmlformats.org/officeDocument/2006/relationships/image" Target="../media/image19.emf"/><Relationship Id="rId15" Type="http://schemas.openxmlformats.org/officeDocument/2006/relationships/image" Target="../media/image24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1.emf"/><Relationship Id="rId14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1.emf"/><Relationship Id="rId3" Type="http://schemas.openxmlformats.org/officeDocument/2006/relationships/image" Target="../media/image26.emf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5" Type="http://schemas.openxmlformats.org/officeDocument/2006/relationships/image" Target="../media/image32.e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9.emf"/><Relationship Id="rId14" Type="http://schemas.openxmlformats.org/officeDocument/2006/relationships/oleObject" Target="../embeddings/oleObject3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8.emf"/><Relationship Id="rId18" Type="http://schemas.openxmlformats.org/officeDocument/2006/relationships/oleObject" Target="../embeddings/oleObject40.bin"/><Relationship Id="rId3" Type="http://schemas.openxmlformats.org/officeDocument/2006/relationships/image" Target="../media/image33.emf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0.e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7.emf"/><Relationship Id="rId5" Type="http://schemas.openxmlformats.org/officeDocument/2006/relationships/image" Target="../media/image34.emf"/><Relationship Id="rId15" Type="http://schemas.openxmlformats.org/officeDocument/2006/relationships/image" Target="../media/image39.e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41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3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8.emf"/><Relationship Id="rId18" Type="http://schemas.openxmlformats.org/officeDocument/2006/relationships/oleObject" Target="../embeddings/oleObject49.bin"/><Relationship Id="rId26" Type="http://schemas.openxmlformats.org/officeDocument/2006/relationships/oleObject" Target="../embeddings/oleObject53.bin"/><Relationship Id="rId3" Type="http://schemas.openxmlformats.org/officeDocument/2006/relationships/image" Target="../media/image43.emf"/><Relationship Id="rId21" Type="http://schemas.openxmlformats.org/officeDocument/2006/relationships/image" Target="../media/image52.emf"/><Relationship Id="rId34" Type="http://schemas.openxmlformats.org/officeDocument/2006/relationships/image" Target="../media/image59.emf"/><Relationship Id="rId7" Type="http://schemas.openxmlformats.org/officeDocument/2006/relationships/image" Target="../media/image45.emf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50.emf"/><Relationship Id="rId25" Type="http://schemas.openxmlformats.org/officeDocument/2006/relationships/image" Target="../media/image54.emf"/><Relationship Id="rId33" Type="http://schemas.openxmlformats.org/officeDocument/2006/relationships/image" Target="../media/image58.emf"/><Relationship Id="rId2" Type="http://schemas.openxmlformats.org/officeDocument/2006/relationships/oleObject" Target="../embeddings/oleObject41.bin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29" Type="http://schemas.openxmlformats.org/officeDocument/2006/relationships/image" Target="../media/image5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7.emf"/><Relationship Id="rId24" Type="http://schemas.openxmlformats.org/officeDocument/2006/relationships/oleObject" Target="../embeddings/oleObject52.bin"/><Relationship Id="rId32" Type="http://schemas.openxmlformats.org/officeDocument/2006/relationships/oleObject" Target="../embeddings/oleObject56.bin"/><Relationship Id="rId5" Type="http://schemas.openxmlformats.org/officeDocument/2006/relationships/image" Target="../media/image44.emf"/><Relationship Id="rId15" Type="http://schemas.openxmlformats.org/officeDocument/2006/relationships/image" Target="../media/image49.emf"/><Relationship Id="rId23" Type="http://schemas.openxmlformats.org/officeDocument/2006/relationships/image" Target="../media/image53.emf"/><Relationship Id="rId28" Type="http://schemas.openxmlformats.org/officeDocument/2006/relationships/oleObject" Target="../embeddings/oleObject54.bin"/><Relationship Id="rId36" Type="http://schemas.openxmlformats.org/officeDocument/2006/relationships/image" Target="../media/image60.emf"/><Relationship Id="rId10" Type="http://schemas.openxmlformats.org/officeDocument/2006/relationships/oleObject" Target="../embeddings/oleObject45.bin"/><Relationship Id="rId19" Type="http://schemas.openxmlformats.org/officeDocument/2006/relationships/image" Target="../media/image51.emf"/><Relationship Id="rId31" Type="http://schemas.openxmlformats.org/officeDocument/2006/relationships/image" Target="../media/image57.e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6.emf"/><Relationship Id="rId14" Type="http://schemas.openxmlformats.org/officeDocument/2006/relationships/oleObject" Target="../embeddings/oleObject47.bin"/><Relationship Id="rId22" Type="http://schemas.openxmlformats.org/officeDocument/2006/relationships/oleObject" Target="../embeddings/oleObject51.bin"/><Relationship Id="rId27" Type="http://schemas.openxmlformats.org/officeDocument/2006/relationships/image" Target="../media/image55.emf"/><Relationship Id="rId30" Type="http://schemas.openxmlformats.org/officeDocument/2006/relationships/oleObject" Target="../embeddings/oleObject55.bin"/><Relationship Id="rId35" Type="http://schemas.openxmlformats.org/officeDocument/2006/relationships/oleObject" Target="../embeddings/oleObject57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6.emf"/><Relationship Id="rId3" Type="http://schemas.openxmlformats.org/officeDocument/2006/relationships/image" Target="../media/image61.emf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8.emf"/><Relationship Id="rId2" Type="http://schemas.openxmlformats.org/officeDocument/2006/relationships/oleObject" Target="../embeddings/oleObject58.bin"/><Relationship Id="rId16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5.emf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6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4.e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69.emf"/><Relationship Id="rId7" Type="http://schemas.openxmlformats.org/officeDocument/2006/relationships/image" Target="../media/image71.e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6.e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3.emf"/><Relationship Id="rId5" Type="http://schemas.openxmlformats.org/officeDocument/2006/relationships/image" Target="../media/image70.emf"/><Relationship Id="rId15" Type="http://schemas.openxmlformats.org/officeDocument/2006/relationships/image" Target="../media/image75.e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7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2.emf"/><Relationship Id="rId14" Type="http://schemas.openxmlformats.org/officeDocument/2006/relationships/oleObject" Target="../embeddings/oleObject7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3.emf"/><Relationship Id="rId18" Type="http://schemas.openxmlformats.org/officeDocument/2006/relationships/oleObject" Target="../embeddings/oleObject83.bin"/><Relationship Id="rId26" Type="http://schemas.openxmlformats.org/officeDocument/2006/relationships/oleObject" Target="../embeddings/oleObject87.bin"/><Relationship Id="rId3" Type="http://schemas.openxmlformats.org/officeDocument/2006/relationships/image" Target="../media/image78.emf"/><Relationship Id="rId21" Type="http://schemas.openxmlformats.org/officeDocument/2006/relationships/image" Target="../media/image87.emf"/><Relationship Id="rId7" Type="http://schemas.openxmlformats.org/officeDocument/2006/relationships/image" Target="../media/image80.e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5.emf"/><Relationship Id="rId25" Type="http://schemas.openxmlformats.org/officeDocument/2006/relationships/image" Target="../media/image89.e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2.bin"/><Relationship Id="rId20" Type="http://schemas.openxmlformats.org/officeDocument/2006/relationships/oleObject" Target="../embeddings/oleObject84.bin"/><Relationship Id="rId29" Type="http://schemas.openxmlformats.org/officeDocument/2006/relationships/image" Target="../media/image9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2.emf"/><Relationship Id="rId24" Type="http://schemas.openxmlformats.org/officeDocument/2006/relationships/oleObject" Target="../embeddings/oleObject86.bin"/><Relationship Id="rId5" Type="http://schemas.openxmlformats.org/officeDocument/2006/relationships/image" Target="../media/image79.emf"/><Relationship Id="rId15" Type="http://schemas.openxmlformats.org/officeDocument/2006/relationships/image" Target="../media/image84.emf"/><Relationship Id="rId23" Type="http://schemas.openxmlformats.org/officeDocument/2006/relationships/image" Target="../media/image88.emf"/><Relationship Id="rId28" Type="http://schemas.openxmlformats.org/officeDocument/2006/relationships/oleObject" Target="../embeddings/oleObject88.bin"/><Relationship Id="rId10" Type="http://schemas.openxmlformats.org/officeDocument/2006/relationships/oleObject" Target="../embeddings/oleObject79.bin"/><Relationship Id="rId19" Type="http://schemas.openxmlformats.org/officeDocument/2006/relationships/image" Target="../media/image86.emf"/><Relationship Id="rId31" Type="http://schemas.openxmlformats.org/officeDocument/2006/relationships/image" Target="../media/image92.emf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1.emf"/><Relationship Id="rId14" Type="http://schemas.openxmlformats.org/officeDocument/2006/relationships/oleObject" Target="../embeddings/oleObject81.bin"/><Relationship Id="rId22" Type="http://schemas.openxmlformats.org/officeDocument/2006/relationships/oleObject" Target="../embeddings/oleObject85.bin"/><Relationship Id="rId27" Type="http://schemas.openxmlformats.org/officeDocument/2006/relationships/image" Target="../media/image90.emf"/><Relationship Id="rId30" Type="http://schemas.openxmlformats.org/officeDocument/2006/relationships/oleObject" Target="../embeddings/oleObject8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98.emf"/><Relationship Id="rId18" Type="http://schemas.openxmlformats.org/officeDocument/2006/relationships/oleObject" Target="../embeddings/oleObject98.bin"/><Relationship Id="rId3" Type="http://schemas.openxmlformats.org/officeDocument/2006/relationships/image" Target="../media/image93.emf"/><Relationship Id="rId21" Type="http://schemas.openxmlformats.org/officeDocument/2006/relationships/image" Target="../media/image102.emf"/><Relationship Id="rId7" Type="http://schemas.openxmlformats.org/officeDocument/2006/relationships/image" Target="../media/image95.e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00.emf"/><Relationship Id="rId2" Type="http://schemas.openxmlformats.org/officeDocument/2006/relationships/oleObject" Target="../embeddings/oleObject90.bin"/><Relationship Id="rId16" Type="http://schemas.openxmlformats.org/officeDocument/2006/relationships/oleObject" Target="../embeddings/oleObject97.bin"/><Relationship Id="rId20" Type="http://schemas.openxmlformats.org/officeDocument/2006/relationships/oleObject" Target="../embeddings/oleObject9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7.emf"/><Relationship Id="rId5" Type="http://schemas.openxmlformats.org/officeDocument/2006/relationships/image" Target="../media/image94.emf"/><Relationship Id="rId15" Type="http://schemas.openxmlformats.org/officeDocument/2006/relationships/image" Target="../media/image99.emf"/><Relationship Id="rId23" Type="http://schemas.openxmlformats.org/officeDocument/2006/relationships/image" Target="../media/image103.emf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101.e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6.emf"/><Relationship Id="rId14" Type="http://schemas.openxmlformats.org/officeDocument/2006/relationships/oleObject" Target="../embeddings/oleObject96.bin"/><Relationship Id="rId22" Type="http://schemas.openxmlformats.org/officeDocument/2006/relationships/oleObject" Target="../embeddings/oleObject10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image" Target="../media/image108.emf"/><Relationship Id="rId7" Type="http://schemas.openxmlformats.org/officeDocument/2006/relationships/image" Target="../media/image110.emf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109.e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11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7.emf"/><Relationship Id="rId3" Type="http://schemas.openxmlformats.org/officeDocument/2006/relationships/image" Target="../media/image112.emf"/><Relationship Id="rId7" Type="http://schemas.openxmlformats.org/officeDocument/2006/relationships/image" Target="../media/image114.emf"/><Relationship Id="rId12" Type="http://schemas.openxmlformats.org/officeDocument/2006/relationships/oleObject" Target="../embeddings/oleObject110.bin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6.emf"/><Relationship Id="rId5" Type="http://schemas.openxmlformats.org/officeDocument/2006/relationships/image" Target="../media/image113.e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1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oleObject" Target="../embeddings/oleObject11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9.emf"/><Relationship Id="rId4" Type="http://schemas.openxmlformats.org/officeDocument/2006/relationships/oleObject" Target="../embeddings/oleObject11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25.emf"/><Relationship Id="rId18" Type="http://schemas.openxmlformats.org/officeDocument/2006/relationships/oleObject" Target="../embeddings/oleObject121.bin"/><Relationship Id="rId3" Type="http://schemas.openxmlformats.org/officeDocument/2006/relationships/image" Target="../media/image120.emf"/><Relationship Id="rId21" Type="http://schemas.openxmlformats.org/officeDocument/2006/relationships/image" Target="../media/image129.emf"/><Relationship Id="rId7" Type="http://schemas.openxmlformats.org/officeDocument/2006/relationships/image" Target="../media/image122.e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27.emf"/><Relationship Id="rId25" Type="http://schemas.openxmlformats.org/officeDocument/2006/relationships/image" Target="../media/image131.emf"/><Relationship Id="rId2" Type="http://schemas.openxmlformats.org/officeDocument/2006/relationships/oleObject" Target="../embeddings/oleObject113.bin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24.emf"/><Relationship Id="rId24" Type="http://schemas.openxmlformats.org/officeDocument/2006/relationships/oleObject" Target="../embeddings/oleObject124.bin"/><Relationship Id="rId5" Type="http://schemas.openxmlformats.org/officeDocument/2006/relationships/image" Target="../media/image121.emf"/><Relationship Id="rId15" Type="http://schemas.openxmlformats.org/officeDocument/2006/relationships/image" Target="../media/image126.emf"/><Relationship Id="rId23" Type="http://schemas.openxmlformats.org/officeDocument/2006/relationships/image" Target="../media/image130.emf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28.emf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23.emf"/><Relationship Id="rId14" Type="http://schemas.openxmlformats.org/officeDocument/2006/relationships/oleObject" Target="../embeddings/oleObject119.bin"/><Relationship Id="rId22" Type="http://schemas.openxmlformats.org/officeDocument/2006/relationships/oleObject" Target="../embeddings/oleObject12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39.emf"/><Relationship Id="rId26" Type="http://schemas.openxmlformats.org/officeDocument/2006/relationships/image" Target="../media/image143.emf"/><Relationship Id="rId39" Type="http://schemas.openxmlformats.org/officeDocument/2006/relationships/oleObject" Target="../embeddings/oleObject143.bin"/><Relationship Id="rId3" Type="http://schemas.openxmlformats.org/officeDocument/2006/relationships/oleObject" Target="../embeddings/oleObject125.bin"/><Relationship Id="rId21" Type="http://schemas.openxmlformats.org/officeDocument/2006/relationships/oleObject" Target="../embeddings/oleObject134.bin"/><Relationship Id="rId34" Type="http://schemas.openxmlformats.org/officeDocument/2006/relationships/image" Target="../media/image147.emf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36.emf"/><Relationship Id="rId17" Type="http://schemas.openxmlformats.org/officeDocument/2006/relationships/oleObject" Target="../embeddings/oleObject132.bin"/><Relationship Id="rId25" Type="http://schemas.openxmlformats.org/officeDocument/2006/relationships/oleObject" Target="../embeddings/oleObject136.bin"/><Relationship Id="rId33" Type="http://schemas.openxmlformats.org/officeDocument/2006/relationships/oleObject" Target="../embeddings/oleObject140.bin"/><Relationship Id="rId38" Type="http://schemas.openxmlformats.org/officeDocument/2006/relationships/image" Target="../media/image149.e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8.emf"/><Relationship Id="rId20" Type="http://schemas.openxmlformats.org/officeDocument/2006/relationships/image" Target="../media/image140.emf"/><Relationship Id="rId29" Type="http://schemas.openxmlformats.org/officeDocument/2006/relationships/oleObject" Target="../embeddings/oleObject13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3.emf"/><Relationship Id="rId11" Type="http://schemas.openxmlformats.org/officeDocument/2006/relationships/oleObject" Target="../embeddings/oleObject129.bin"/><Relationship Id="rId24" Type="http://schemas.openxmlformats.org/officeDocument/2006/relationships/image" Target="../media/image142.emf"/><Relationship Id="rId32" Type="http://schemas.openxmlformats.org/officeDocument/2006/relationships/image" Target="../media/image146.emf"/><Relationship Id="rId37" Type="http://schemas.openxmlformats.org/officeDocument/2006/relationships/oleObject" Target="../embeddings/oleObject142.bin"/><Relationship Id="rId40" Type="http://schemas.openxmlformats.org/officeDocument/2006/relationships/image" Target="../media/image150.emf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23" Type="http://schemas.openxmlformats.org/officeDocument/2006/relationships/oleObject" Target="../embeddings/oleObject135.bin"/><Relationship Id="rId28" Type="http://schemas.openxmlformats.org/officeDocument/2006/relationships/image" Target="../media/image144.emf"/><Relationship Id="rId36" Type="http://schemas.openxmlformats.org/officeDocument/2006/relationships/image" Target="../media/image148.emf"/><Relationship Id="rId10" Type="http://schemas.openxmlformats.org/officeDocument/2006/relationships/image" Target="../media/image135.emf"/><Relationship Id="rId19" Type="http://schemas.openxmlformats.org/officeDocument/2006/relationships/oleObject" Target="../embeddings/oleObject133.bin"/><Relationship Id="rId31" Type="http://schemas.openxmlformats.org/officeDocument/2006/relationships/oleObject" Target="../embeddings/oleObject139.bin"/><Relationship Id="rId4" Type="http://schemas.openxmlformats.org/officeDocument/2006/relationships/image" Target="../media/image132.e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37.emf"/><Relationship Id="rId22" Type="http://schemas.openxmlformats.org/officeDocument/2006/relationships/image" Target="../media/image141.emf"/><Relationship Id="rId27" Type="http://schemas.openxmlformats.org/officeDocument/2006/relationships/oleObject" Target="../embeddings/oleObject137.bin"/><Relationship Id="rId30" Type="http://schemas.openxmlformats.org/officeDocument/2006/relationships/image" Target="../media/image145.emf"/><Relationship Id="rId35" Type="http://schemas.openxmlformats.org/officeDocument/2006/relationships/oleObject" Target="../embeddings/oleObject14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7.bin"/><Relationship Id="rId13" Type="http://schemas.openxmlformats.org/officeDocument/2006/relationships/image" Target="../media/image156.emf"/><Relationship Id="rId18" Type="http://schemas.openxmlformats.org/officeDocument/2006/relationships/oleObject" Target="../embeddings/oleObject152.bin"/><Relationship Id="rId26" Type="http://schemas.openxmlformats.org/officeDocument/2006/relationships/oleObject" Target="../embeddings/oleObject156.bin"/><Relationship Id="rId3" Type="http://schemas.openxmlformats.org/officeDocument/2006/relationships/image" Target="../media/image151.emf"/><Relationship Id="rId21" Type="http://schemas.openxmlformats.org/officeDocument/2006/relationships/image" Target="../media/image160.emf"/><Relationship Id="rId34" Type="http://schemas.openxmlformats.org/officeDocument/2006/relationships/oleObject" Target="../embeddings/oleObject160.bin"/><Relationship Id="rId7" Type="http://schemas.openxmlformats.org/officeDocument/2006/relationships/image" Target="../media/image153.emf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58.emf"/><Relationship Id="rId25" Type="http://schemas.openxmlformats.org/officeDocument/2006/relationships/image" Target="../media/image162.emf"/><Relationship Id="rId33" Type="http://schemas.openxmlformats.org/officeDocument/2006/relationships/image" Target="../media/image166.emf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51.bin"/><Relationship Id="rId20" Type="http://schemas.openxmlformats.org/officeDocument/2006/relationships/oleObject" Target="../embeddings/oleObject153.bin"/><Relationship Id="rId29" Type="http://schemas.openxmlformats.org/officeDocument/2006/relationships/image" Target="../media/image16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55.emf"/><Relationship Id="rId24" Type="http://schemas.openxmlformats.org/officeDocument/2006/relationships/oleObject" Target="../embeddings/oleObject155.bin"/><Relationship Id="rId32" Type="http://schemas.openxmlformats.org/officeDocument/2006/relationships/oleObject" Target="../embeddings/oleObject159.bin"/><Relationship Id="rId5" Type="http://schemas.openxmlformats.org/officeDocument/2006/relationships/image" Target="../media/image152.emf"/><Relationship Id="rId15" Type="http://schemas.openxmlformats.org/officeDocument/2006/relationships/image" Target="../media/image157.emf"/><Relationship Id="rId23" Type="http://schemas.openxmlformats.org/officeDocument/2006/relationships/image" Target="../media/image161.emf"/><Relationship Id="rId28" Type="http://schemas.openxmlformats.org/officeDocument/2006/relationships/oleObject" Target="../embeddings/oleObject157.bin"/><Relationship Id="rId10" Type="http://schemas.openxmlformats.org/officeDocument/2006/relationships/oleObject" Target="../embeddings/oleObject148.bin"/><Relationship Id="rId19" Type="http://schemas.openxmlformats.org/officeDocument/2006/relationships/image" Target="../media/image159.emf"/><Relationship Id="rId31" Type="http://schemas.openxmlformats.org/officeDocument/2006/relationships/image" Target="../media/image165.emf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54.emf"/><Relationship Id="rId14" Type="http://schemas.openxmlformats.org/officeDocument/2006/relationships/oleObject" Target="../embeddings/oleObject150.bin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63.emf"/><Relationship Id="rId30" Type="http://schemas.openxmlformats.org/officeDocument/2006/relationships/oleObject" Target="../embeddings/oleObject158.bin"/><Relationship Id="rId35" Type="http://schemas.openxmlformats.org/officeDocument/2006/relationships/image" Target="../media/image16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73.emf"/><Relationship Id="rId18" Type="http://schemas.openxmlformats.org/officeDocument/2006/relationships/oleObject" Target="../embeddings/oleObject169.bin"/><Relationship Id="rId3" Type="http://schemas.openxmlformats.org/officeDocument/2006/relationships/image" Target="../media/image168.emf"/><Relationship Id="rId7" Type="http://schemas.openxmlformats.org/officeDocument/2006/relationships/image" Target="../media/image170.e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75.e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20" Type="http://schemas.openxmlformats.org/officeDocument/2006/relationships/image" Target="../media/image17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72.emf"/><Relationship Id="rId5" Type="http://schemas.openxmlformats.org/officeDocument/2006/relationships/image" Target="../media/image169.emf"/><Relationship Id="rId15" Type="http://schemas.openxmlformats.org/officeDocument/2006/relationships/image" Target="../media/image174.e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76.e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71.emf"/><Relationship Id="rId14" Type="http://schemas.openxmlformats.org/officeDocument/2006/relationships/oleObject" Target="../embeddings/oleObject1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BCA8880-EEF9-DE08-59D9-BDBA0F4ED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0" y="0"/>
            <a:ext cx="9290050" cy="696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B4C4D-9134-EA37-06D9-6BE3DE9A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Text Box 2">
            <a:extLst>
              <a:ext uri="{FF2B5EF4-FFF2-40B4-BE49-F238E27FC236}">
                <a16:creationId xmlns:a16="http://schemas.microsoft.com/office/drawing/2014/main" id="{74807C3E-B0EE-E882-87B0-3588F2DE2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346075"/>
            <a:ext cx="8686800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15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  有一条长为</a:t>
            </a:r>
            <a:r>
              <a:rPr kumimoji="1" lang="en-US" altLang="zh-CN" i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  <a:r>
              <a:rPr kumimoji="1" lang="zh-CN" altLang="en-US">
                <a:solidFill>
                  <a:srgbClr val="FFFF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，质量为</a:t>
            </a:r>
            <a:r>
              <a:rPr kumimoji="1" lang="en-US" altLang="zh-CN" i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 </a:t>
            </a:r>
            <a:r>
              <a:rPr kumimoji="1" lang="zh-CN" altLang="en-US">
                <a:solidFill>
                  <a:srgbClr val="FFFF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的均匀分布的链条，放在光滑水平桌面上，当链条的一端被推出桌子边缘，在重力作用下，链条从静止开始下落，求： </a:t>
            </a:r>
            <a:endParaRPr kumimoji="1" lang="zh-CN" altLang="en-US" b="0">
              <a:solidFill>
                <a:srgbClr val="FFFF9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5555" name="Text Box 3">
            <a:extLst>
              <a:ext uri="{FF2B5EF4-FFF2-40B4-BE49-F238E27FC236}">
                <a16:creationId xmlns:a16="http://schemas.microsoft.com/office/drawing/2014/main" id="{309C3E9F-D3E3-74C2-11E5-D1BF074A1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1927225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•  </a:t>
            </a:r>
            <a:r>
              <a:rPr kumimoji="1" lang="zh-CN" altLang="en-US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链条刚离开桌面时的速度？</a:t>
            </a:r>
            <a:endParaRPr kumimoji="1" lang="zh-CN" altLang="en-US" b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5560" name="Rectangle 8" descr="宽下对角线">
            <a:extLst>
              <a:ext uri="{FF2B5EF4-FFF2-40B4-BE49-F238E27FC236}">
                <a16:creationId xmlns:a16="http://schemas.microsoft.com/office/drawing/2014/main" id="{E3CBEA50-C679-1017-A8EB-1F40A4D07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828800"/>
            <a:ext cx="2362200" cy="1524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535561" name="Rectangle 9">
            <a:extLst>
              <a:ext uri="{FF2B5EF4-FFF2-40B4-BE49-F238E27FC236}">
                <a16:creationId xmlns:a16="http://schemas.microsoft.com/office/drawing/2014/main" id="{B412FDA5-6E8B-76A4-9C77-1100A1E99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752600"/>
            <a:ext cx="1981200" cy="76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535562" name="Rectangle 10">
            <a:extLst>
              <a:ext uri="{FF2B5EF4-FFF2-40B4-BE49-F238E27FC236}">
                <a16:creationId xmlns:a16="http://schemas.microsoft.com/office/drawing/2014/main" id="{647145B7-D18C-CD8B-D8C9-A15A885D7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198563"/>
            <a:ext cx="33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35563" name="Rectangle 11">
            <a:extLst>
              <a:ext uri="{FF2B5EF4-FFF2-40B4-BE49-F238E27FC236}">
                <a16:creationId xmlns:a16="http://schemas.microsoft.com/office/drawing/2014/main" id="{30B898C1-044B-86EE-43E7-FDBA35FFC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198563"/>
            <a:ext cx="33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</a:t>
            </a:r>
          </a:p>
        </p:txBody>
      </p:sp>
      <p:sp>
        <p:nvSpPr>
          <p:cNvPr id="535564" name="Rectangle 12" descr="宽下对角线">
            <a:extLst>
              <a:ext uri="{FF2B5EF4-FFF2-40B4-BE49-F238E27FC236}">
                <a16:creationId xmlns:a16="http://schemas.microsoft.com/office/drawing/2014/main" id="{0DB03337-E548-2C02-8786-A2D469BB2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819400"/>
            <a:ext cx="2362200" cy="1524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535565" name="Rectangle 13">
            <a:extLst>
              <a:ext uri="{FF2B5EF4-FFF2-40B4-BE49-F238E27FC236}">
                <a16:creationId xmlns:a16="http://schemas.microsoft.com/office/drawing/2014/main" id="{6FF6D457-E959-856D-6B86-7CE2BF503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2743200"/>
            <a:ext cx="1371600" cy="76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535566" name="Rectangle 14">
            <a:extLst>
              <a:ext uri="{FF2B5EF4-FFF2-40B4-BE49-F238E27FC236}">
                <a16:creationId xmlns:a16="http://schemas.microsoft.com/office/drawing/2014/main" id="{738A0D8F-456B-6383-C060-9C5BD3317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2743200"/>
            <a:ext cx="76200" cy="6858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kumimoji="1" lang="zh-CN" altLang="zh-CN" b="0">
              <a:solidFill>
                <a:srgbClr val="FFFF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5567" name="Line 15">
            <a:extLst>
              <a:ext uri="{FF2B5EF4-FFF2-40B4-BE49-F238E27FC236}">
                <a16:creationId xmlns:a16="http://schemas.microsoft.com/office/drawing/2014/main" id="{34C1961C-D321-A02F-2A4D-952B65B9C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2743200"/>
            <a:ext cx="6858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5568" name="Line 16">
            <a:extLst>
              <a:ext uri="{FF2B5EF4-FFF2-40B4-BE49-F238E27FC236}">
                <a16:creationId xmlns:a16="http://schemas.microsoft.com/office/drawing/2014/main" id="{B9D803EB-954D-A6A7-A9BE-EBF1F74E1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2743200"/>
            <a:ext cx="0" cy="15240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35569" name="Object 2">
            <a:extLst>
              <a:ext uri="{FF2B5EF4-FFF2-40B4-BE49-F238E27FC236}">
                <a16:creationId xmlns:a16="http://schemas.microsoft.com/office/drawing/2014/main" id="{5BABEF9B-A6EE-F18A-5555-AE6EAA0E7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9600" y="3048000"/>
          <a:ext cx="355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6720" imgH="139680" progId="Equation.3">
                  <p:embed/>
                </p:oleObj>
              </mc:Choice>
              <mc:Fallback>
                <p:oleObj name="公式" r:id="rId2" imgW="126720" imgH="139680" progId="Equation.3">
                  <p:embed/>
                  <p:pic>
                    <p:nvPicPr>
                      <p:cNvPr id="535569" name="Object 2">
                        <a:extLst>
                          <a:ext uri="{FF2B5EF4-FFF2-40B4-BE49-F238E27FC236}">
                            <a16:creationId xmlns:a16="http://schemas.microsoft.com/office/drawing/2014/main" id="{34B19B09-9273-6243-8074-20A80AD1BC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3048000"/>
                        <a:ext cx="3556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70" name="Object 3">
            <a:extLst>
              <a:ext uri="{FF2B5EF4-FFF2-40B4-BE49-F238E27FC236}">
                <a16:creationId xmlns:a16="http://schemas.microsoft.com/office/drawing/2014/main" id="{DCCC373C-01D5-87C1-584E-1A759D194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58200" y="2286000"/>
          <a:ext cx="3571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26720" imgH="139680" progId="Equation.3">
                  <p:embed/>
                </p:oleObj>
              </mc:Choice>
              <mc:Fallback>
                <p:oleObj name="公式" r:id="rId4" imgW="126720" imgH="139680" progId="Equation.3">
                  <p:embed/>
                  <p:pic>
                    <p:nvPicPr>
                      <p:cNvPr id="535570" name="Object 3">
                        <a:extLst>
                          <a:ext uri="{FF2B5EF4-FFF2-40B4-BE49-F238E27FC236}">
                            <a16:creationId xmlns:a16="http://schemas.microsoft.com/office/drawing/2014/main" id="{7222ED29-A2F9-4A48-BAEF-C057836EDF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2286000"/>
                        <a:ext cx="35718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71" name="Object 4">
            <a:extLst>
              <a:ext uri="{FF2B5EF4-FFF2-40B4-BE49-F238E27FC236}">
                <a16:creationId xmlns:a16="http://schemas.microsoft.com/office/drawing/2014/main" id="{5D9910F1-5F92-6F08-4C10-1EDEE89C84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2286000"/>
          <a:ext cx="35718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6720" imgH="139680" progId="Equation.3">
                  <p:embed/>
                </p:oleObj>
              </mc:Choice>
              <mc:Fallback>
                <p:oleObj name="公式" r:id="rId6" imgW="126720" imgH="139680" progId="Equation.3">
                  <p:embed/>
                  <p:pic>
                    <p:nvPicPr>
                      <p:cNvPr id="535571" name="Object 4">
                        <a:extLst>
                          <a:ext uri="{FF2B5EF4-FFF2-40B4-BE49-F238E27FC236}">
                            <a16:creationId xmlns:a16="http://schemas.microsoft.com/office/drawing/2014/main" id="{AAD413AB-BAAC-65CA-944F-73D34F8AA6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286000"/>
                        <a:ext cx="35718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72" name="Object 5">
            <a:extLst>
              <a:ext uri="{FF2B5EF4-FFF2-40B4-BE49-F238E27FC236}">
                <a16:creationId xmlns:a16="http://schemas.microsoft.com/office/drawing/2014/main" id="{6FC4AE10-A9FF-BB4C-6D2D-231AE26931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2209800"/>
          <a:ext cx="3571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6720" imgH="177480" progId="Equation.3">
                  <p:embed/>
                </p:oleObj>
              </mc:Choice>
              <mc:Fallback>
                <p:oleObj name="公式" r:id="rId8" imgW="126720" imgH="177480" progId="Equation.3">
                  <p:embed/>
                  <p:pic>
                    <p:nvPicPr>
                      <p:cNvPr id="535572" name="Object 5">
                        <a:extLst>
                          <a:ext uri="{FF2B5EF4-FFF2-40B4-BE49-F238E27FC236}">
                            <a16:creationId xmlns:a16="http://schemas.microsoft.com/office/drawing/2014/main" id="{8504CA39-B225-ACA7-62AC-DDD8201D9C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2209800"/>
                        <a:ext cx="3571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73" name="Object 6">
            <a:extLst>
              <a:ext uri="{FF2B5EF4-FFF2-40B4-BE49-F238E27FC236}">
                <a16:creationId xmlns:a16="http://schemas.microsoft.com/office/drawing/2014/main" id="{77C66DBD-15CA-FB55-162C-D02404A18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01000" y="3581400"/>
          <a:ext cx="3206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4120" imgH="139680" progId="Equation.3">
                  <p:embed/>
                </p:oleObj>
              </mc:Choice>
              <mc:Fallback>
                <p:oleObj name="公式" r:id="rId10" imgW="114120" imgH="139680" progId="Equation.3">
                  <p:embed/>
                  <p:pic>
                    <p:nvPicPr>
                      <p:cNvPr id="535573" name="Object 6">
                        <a:extLst>
                          <a:ext uri="{FF2B5EF4-FFF2-40B4-BE49-F238E27FC236}">
                            <a16:creationId xmlns:a16="http://schemas.microsoft.com/office/drawing/2014/main" id="{951B46C5-4C08-3D6E-4E94-7DC98A28AD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581400"/>
                        <a:ext cx="3206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74" name="Object 7">
            <a:extLst>
              <a:ext uri="{FF2B5EF4-FFF2-40B4-BE49-F238E27FC236}">
                <a16:creationId xmlns:a16="http://schemas.microsoft.com/office/drawing/2014/main" id="{8A77080C-CD46-A71E-D68C-460043BE0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88400" y="3962400"/>
          <a:ext cx="3556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6720" imgH="139680" progId="Equation.3">
                  <p:embed/>
                </p:oleObj>
              </mc:Choice>
              <mc:Fallback>
                <p:oleObj name="公式" r:id="rId12" imgW="126720" imgH="139680" progId="Equation.3">
                  <p:embed/>
                  <p:pic>
                    <p:nvPicPr>
                      <p:cNvPr id="535574" name="Object 7">
                        <a:extLst>
                          <a:ext uri="{FF2B5EF4-FFF2-40B4-BE49-F238E27FC236}">
                            <a16:creationId xmlns:a16="http://schemas.microsoft.com/office/drawing/2014/main" id="{D4C186A5-6232-CBDC-F744-32DF5CA740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8400" y="3962400"/>
                        <a:ext cx="3556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75" name="Object 8">
            <a:extLst>
              <a:ext uri="{FF2B5EF4-FFF2-40B4-BE49-F238E27FC236}">
                <a16:creationId xmlns:a16="http://schemas.microsoft.com/office/drawing/2014/main" id="{819084DB-8710-0B8A-DA62-5D9B638BB6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600200"/>
          <a:ext cx="8382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30120" imgH="177480" progId="Equation.3">
                  <p:embed/>
                </p:oleObj>
              </mc:Choice>
              <mc:Fallback>
                <p:oleObj name="公式" r:id="rId14" imgW="330120" imgH="177480" progId="Equation.3">
                  <p:embed/>
                  <p:pic>
                    <p:nvPicPr>
                      <p:cNvPr id="535575" name="Object 8">
                        <a:extLst>
                          <a:ext uri="{FF2B5EF4-FFF2-40B4-BE49-F238E27FC236}">
                            <a16:creationId xmlns:a16="http://schemas.microsoft.com/office/drawing/2014/main" id="{19DC16B9-67CB-1D08-0CD4-D31345C907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600200"/>
                        <a:ext cx="8382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76" name="Object 9">
            <a:extLst>
              <a:ext uri="{FF2B5EF4-FFF2-40B4-BE49-F238E27FC236}">
                <a16:creationId xmlns:a16="http://schemas.microsoft.com/office/drawing/2014/main" id="{3F420BF9-635E-9393-4D99-67B49D6F9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2667000"/>
          <a:ext cx="8588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4560" imgH="152280" progId="Equation.3">
                  <p:embed/>
                </p:oleObj>
              </mc:Choice>
              <mc:Fallback>
                <p:oleObj name="公式" r:id="rId16" imgW="304560" imgH="152280" progId="Equation.3">
                  <p:embed/>
                  <p:pic>
                    <p:nvPicPr>
                      <p:cNvPr id="535576" name="Object 9">
                        <a:extLst>
                          <a:ext uri="{FF2B5EF4-FFF2-40B4-BE49-F238E27FC236}">
                            <a16:creationId xmlns:a16="http://schemas.microsoft.com/office/drawing/2014/main" id="{EC2D3108-3933-1EF6-305D-5E90638B53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667000"/>
                        <a:ext cx="8588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77" name="Text Box 25">
            <a:extLst>
              <a:ext uri="{FF2B5EF4-FFF2-40B4-BE49-F238E27FC236}">
                <a16:creationId xmlns:a16="http://schemas.microsoft.com/office/drawing/2014/main" id="{A83DB591-EFCC-209C-5A1E-EE57563D5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352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解：</a:t>
            </a:r>
            <a:endParaRPr kumimoji="1" lang="zh-CN" altLang="en-US" b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35578" name="Object 10">
            <a:extLst>
              <a:ext uri="{FF2B5EF4-FFF2-40B4-BE49-F238E27FC236}">
                <a16:creationId xmlns:a16="http://schemas.microsoft.com/office/drawing/2014/main" id="{8D0F1D1D-B63E-58DD-5BFE-0187EDAB5D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3810000"/>
          <a:ext cx="33401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231560" imgH="406080" progId="Equation.3">
                  <p:embed/>
                </p:oleObj>
              </mc:Choice>
              <mc:Fallback>
                <p:oleObj name="公式" r:id="rId18" imgW="1231560" imgH="406080" progId="Equation.3">
                  <p:embed/>
                  <p:pic>
                    <p:nvPicPr>
                      <p:cNvPr id="535578" name="Object 10">
                        <a:extLst>
                          <a:ext uri="{FF2B5EF4-FFF2-40B4-BE49-F238E27FC236}">
                            <a16:creationId xmlns:a16="http://schemas.microsoft.com/office/drawing/2014/main" id="{5F80E4FF-B3A4-23CB-E53D-4355B7689E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810000"/>
                        <a:ext cx="33401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79" name="Text Box 27">
            <a:extLst>
              <a:ext uri="{FF2B5EF4-FFF2-40B4-BE49-F238E27FC236}">
                <a16:creationId xmlns:a16="http://schemas.microsoft.com/office/drawing/2014/main" id="{730CB44B-6C98-751D-AD27-2E3EB8449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352800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kumimoji="1" lang="en-US" altLang="zh-CN" i="1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 </a:t>
            </a:r>
            <a:r>
              <a:rPr kumimoji="1" lang="zh-CN" altLang="en-US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时刻，根据牛顿定律</a:t>
            </a:r>
            <a:endParaRPr kumimoji="1" lang="zh-CN" altLang="en-US" b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35580" name="Object 11">
            <a:extLst>
              <a:ext uri="{FF2B5EF4-FFF2-40B4-BE49-F238E27FC236}">
                <a16:creationId xmlns:a16="http://schemas.microsoft.com/office/drawing/2014/main" id="{D02FE5F7-22A2-4FFB-E628-6EE963DEAF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" y="4876800"/>
          <a:ext cx="338613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193760" imgH="406080" progId="Equation.3">
                  <p:embed/>
                </p:oleObj>
              </mc:Choice>
              <mc:Fallback>
                <p:oleObj name="公式" r:id="rId20" imgW="1193760" imgH="406080" progId="Equation.3">
                  <p:embed/>
                  <p:pic>
                    <p:nvPicPr>
                      <p:cNvPr id="535580" name="Object 11">
                        <a:extLst>
                          <a:ext uri="{FF2B5EF4-FFF2-40B4-BE49-F238E27FC236}">
                            <a16:creationId xmlns:a16="http://schemas.microsoft.com/office/drawing/2014/main" id="{CB33FC34-4936-D23E-3BF2-71908FD480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876800"/>
                        <a:ext cx="338613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83" name="AutoShape 31">
            <a:extLst>
              <a:ext uri="{FF2B5EF4-FFF2-40B4-BE49-F238E27FC236}">
                <a16:creationId xmlns:a16="http://schemas.microsoft.com/office/drawing/2014/main" id="{0D58FF0B-B57C-112F-86B5-3BEA63EFB3DE}"/>
              </a:ext>
            </a:extLst>
          </p:cNvPr>
          <p:cNvSpPr>
            <a:spLocks/>
          </p:cNvSpPr>
          <p:nvPr/>
        </p:nvSpPr>
        <p:spPr bwMode="auto">
          <a:xfrm>
            <a:off x="4267200" y="4114800"/>
            <a:ext cx="304800" cy="1600200"/>
          </a:xfrm>
          <a:prstGeom prst="rightBrace">
            <a:avLst>
              <a:gd name="adj1" fmla="val 4375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35584" name="Object 12">
            <a:extLst>
              <a:ext uri="{FF2B5EF4-FFF2-40B4-BE49-F238E27FC236}">
                <a16:creationId xmlns:a16="http://schemas.microsoft.com/office/drawing/2014/main" id="{3B9BB393-776D-41AE-8FEE-A093BB481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4495800"/>
          <a:ext cx="3616325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409400" imgH="444240" progId="Equation.3">
                  <p:embed/>
                </p:oleObj>
              </mc:Choice>
              <mc:Fallback>
                <p:oleObj name="公式" r:id="rId22" imgW="1409400" imgH="444240" progId="Equation.3">
                  <p:embed/>
                  <p:pic>
                    <p:nvPicPr>
                      <p:cNvPr id="535584" name="Object 12">
                        <a:extLst>
                          <a:ext uri="{FF2B5EF4-FFF2-40B4-BE49-F238E27FC236}">
                            <a16:creationId xmlns:a16="http://schemas.microsoft.com/office/drawing/2014/main" id="{8C49B8CE-579C-D5D9-967F-75C7E6A34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495800"/>
                        <a:ext cx="3616325" cy="1101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3">
            <a:extLst>
              <a:ext uri="{FF2B5EF4-FFF2-40B4-BE49-F238E27FC236}">
                <a16:creationId xmlns:a16="http://schemas.microsoft.com/office/drawing/2014/main" id="{5BD19D89-97A3-F81B-EDE3-44D85D7040F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3200400"/>
            <a:ext cx="1524000" cy="1066800"/>
            <a:chOff x="3072" y="1920"/>
            <a:chExt cx="1152" cy="816"/>
          </a:xfrm>
        </p:grpSpPr>
        <p:sp>
          <p:nvSpPr>
            <p:cNvPr id="15397" name="AutoShape 34">
              <a:extLst>
                <a:ext uri="{FF2B5EF4-FFF2-40B4-BE49-F238E27FC236}">
                  <a16:creationId xmlns:a16="http://schemas.microsoft.com/office/drawing/2014/main" id="{0F534AF3-9F63-267C-21E9-2EEA379A9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968"/>
              <a:ext cx="1152" cy="768"/>
            </a:xfrm>
            <a:prstGeom prst="wedgeRoundRectCallout">
              <a:avLst>
                <a:gd name="adj1" fmla="val -96875"/>
                <a:gd name="adj2" fmla="val 82032"/>
                <a:gd name="adj3" fmla="val 1666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kumimoji="1" lang="zh-CN" altLang="zh-CN" b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15377" name="Object 17">
              <a:extLst>
                <a:ext uri="{FF2B5EF4-FFF2-40B4-BE49-F238E27FC236}">
                  <a16:creationId xmlns:a16="http://schemas.microsoft.com/office/drawing/2014/main" id="{7712167C-E77F-6620-D2ED-C76330E325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1920"/>
            <a:ext cx="960" cy="8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482400" imgH="457200" progId="Equation.3">
                    <p:embed/>
                  </p:oleObj>
                </mc:Choice>
                <mc:Fallback>
                  <p:oleObj name="公式" r:id="rId24" imgW="482400" imgH="457200" progId="Equation.3">
                    <p:embed/>
                    <p:pic>
                      <p:nvPicPr>
                        <p:cNvPr id="15377" name="Object 17">
                          <a:extLst>
                            <a:ext uri="{FF2B5EF4-FFF2-40B4-BE49-F238E27FC236}">
                              <a16:creationId xmlns:a16="http://schemas.microsoft.com/office/drawing/2014/main" id="{9783D8DD-8180-3589-B719-3E7E1B5EC3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920"/>
                          <a:ext cx="960" cy="8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5588" name="Object 13">
            <a:extLst>
              <a:ext uri="{FF2B5EF4-FFF2-40B4-BE49-F238E27FC236}">
                <a16:creationId xmlns:a16="http://schemas.microsoft.com/office/drawing/2014/main" id="{68373EE4-D200-0C7B-318F-743B5D5481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715000"/>
          <a:ext cx="29718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66680" imgH="393480" progId="Equation.3">
                  <p:embed/>
                </p:oleObj>
              </mc:Choice>
              <mc:Fallback>
                <p:oleObj name="公式" r:id="rId26" imgW="1066680" imgH="393480" progId="Equation.3">
                  <p:embed/>
                  <p:pic>
                    <p:nvPicPr>
                      <p:cNvPr id="535588" name="Object 13">
                        <a:extLst>
                          <a:ext uri="{FF2B5EF4-FFF2-40B4-BE49-F238E27FC236}">
                            <a16:creationId xmlns:a16="http://schemas.microsoft.com/office/drawing/2014/main" id="{C505A933-FE8B-B39B-84A3-0BFF748FF9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715000"/>
                        <a:ext cx="297180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5589" name="AutoShape 37">
            <a:extLst>
              <a:ext uri="{FF2B5EF4-FFF2-40B4-BE49-F238E27FC236}">
                <a16:creationId xmlns:a16="http://schemas.microsoft.com/office/drawing/2014/main" id="{A9A9A2DB-CD67-CBCE-99F7-449D2573CA9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772400" y="5181600"/>
            <a:ext cx="949325" cy="896938"/>
          </a:xfrm>
          <a:prstGeom prst="curvedConnector3">
            <a:avLst>
              <a:gd name="adj1" fmla="val -24079"/>
            </a:avLst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5590" name="AutoShape 38">
            <a:extLst>
              <a:ext uri="{FF2B5EF4-FFF2-40B4-BE49-F238E27FC236}">
                <a16:creationId xmlns:a16="http://schemas.microsoft.com/office/drawing/2014/main" id="{1B7D9C34-00DD-9A45-2D52-6EE097CCD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6096000"/>
            <a:ext cx="1447800" cy="304800"/>
          </a:xfrm>
          <a:prstGeom prst="leftArrow">
            <a:avLst>
              <a:gd name="adj1" fmla="val 50000"/>
              <a:gd name="adj2" fmla="val 118750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535591" name="Object 14">
            <a:extLst>
              <a:ext uri="{FF2B5EF4-FFF2-40B4-BE49-F238E27FC236}">
                <a16:creationId xmlns:a16="http://schemas.microsoft.com/office/drawing/2014/main" id="{0404A4D4-A47B-F322-24F6-5F03FD2A2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5943600"/>
          <a:ext cx="162083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571320" imgH="253800" progId="Equation.3">
                  <p:embed/>
                </p:oleObj>
              </mc:Choice>
              <mc:Fallback>
                <p:oleObj name="公式" r:id="rId28" imgW="571320" imgH="253800" progId="Equation.3">
                  <p:embed/>
                  <p:pic>
                    <p:nvPicPr>
                      <p:cNvPr id="535591" name="Object 14">
                        <a:extLst>
                          <a:ext uri="{FF2B5EF4-FFF2-40B4-BE49-F238E27FC236}">
                            <a16:creationId xmlns:a16="http://schemas.microsoft.com/office/drawing/2014/main" id="{8ED2E741-A03E-7D6C-DFC6-8F3C26B734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943600"/>
                        <a:ext cx="1620838" cy="60960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FF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5593" name="Text Box 41">
            <a:extLst>
              <a:ext uri="{FF2B5EF4-FFF2-40B4-BE49-F238E27FC236}">
                <a16:creationId xmlns:a16="http://schemas.microsoft.com/office/drawing/2014/main" id="{4EB3C121-FA39-88AE-BF25-85B3BFDE4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17963"/>
            <a:ext cx="646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ab:</a:t>
            </a:r>
            <a:endParaRPr kumimoji="1" lang="en-US" altLang="zh-CN" b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35594" name="Text Box 42">
            <a:extLst>
              <a:ext uri="{FF2B5EF4-FFF2-40B4-BE49-F238E27FC236}">
                <a16:creationId xmlns:a16="http://schemas.microsoft.com/office/drawing/2014/main" id="{7FE3F323-0001-7D2B-F3CD-21EF5AB53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60963"/>
            <a:ext cx="646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chemeClr val="hlink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bc:</a:t>
            </a:r>
            <a:endParaRPr kumimoji="1" lang="en-US" altLang="zh-CN" b="0">
              <a:solidFill>
                <a:schemeClr val="hlink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35595" name="Object 15">
            <a:extLst>
              <a:ext uri="{FF2B5EF4-FFF2-40B4-BE49-F238E27FC236}">
                <a16:creationId xmlns:a16="http://schemas.microsoft.com/office/drawing/2014/main" id="{5A610548-0F3C-2D67-7A60-19B6E2ECB1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800" y="2209800"/>
          <a:ext cx="55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203040" imgH="215640" progId="Equation.3">
                  <p:embed/>
                </p:oleObj>
              </mc:Choice>
              <mc:Fallback>
                <p:oleObj name="公式" r:id="rId30" imgW="203040" imgH="215640" progId="Equation.3">
                  <p:embed/>
                  <p:pic>
                    <p:nvPicPr>
                      <p:cNvPr id="535595" name="Object 15">
                        <a:extLst>
                          <a:ext uri="{FF2B5EF4-FFF2-40B4-BE49-F238E27FC236}">
                            <a16:creationId xmlns:a16="http://schemas.microsoft.com/office/drawing/2014/main" id="{3179B128-C480-A4CF-1CED-A1AA92FE6A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09800"/>
                        <a:ext cx="558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5596" name="Object 16">
            <a:extLst>
              <a:ext uri="{FF2B5EF4-FFF2-40B4-BE49-F238E27FC236}">
                <a16:creationId xmlns:a16="http://schemas.microsoft.com/office/drawing/2014/main" id="{A8A891CB-E705-7DB9-9710-B19FD7E6F1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3800" y="2971800"/>
          <a:ext cx="5588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203040" imgH="215640" progId="Equation.3">
                  <p:embed/>
                </p:oleObj>
              </mc:Choice>
              <mc:Fallback>
                <p:oleObj name="公式" r:id="rId32" imgW="203040" imgH="215640" progId="Equation.3">
                  <p:embed/>
                  <p:pic>
                    <p:nvPicPr>
                      <p:cNvPr id="535596" name="Object 16">
                        <a:extLst>
                          <a:ext uri="{FF2B5EF4-FFF2-40B4-BE49-F238E27FC236}">
                            <a16:creationId xmlns:a16="http://schemas.microsoft.com/office/drawing/2014/main" id="{098BEF7F-249C-F6B1-6E9C-614DC92FCD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971800"/>
                        <a:ext cx="5588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06212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300"/>
                                        <p:tgtEl>
                                          <p:spTgt spid="53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300"/>
                                        <p:tgtEl>
                                          <p:spTgt spid="53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35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3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3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5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8" dur="500"/>
                                        <p:tgtEl>
                                          <p:spTgt spid="535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3" dur="500"/>
                                        <p:tgtEl>
                                          <p:spTgt spid="535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3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535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3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7" dur="500"/>
                                        <p:tgtEl>
                                          <p:spTgt spid="535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54" grpId="0" autoUpdateAnimBg="0"/>
      <p:bldP spid="535555" grpId="0" autoUpdateAnimBg="0"/>
      <p:bldP spid="535560" grpId="0" animBg="1"/>
      <p:bldP spid="535561" grpId="0" animBg="1"/>
      <p:bldP spid="535562" grpId="0" build="p" autoUpdateAnimBg="0" advAuto="0"/>
      <p:bldP spid="535563" grpId="0" build="p" autoUpdateAnimBg="0" advAuto="0"/>
      <p:bldP spid="535564" grpId="0" animBg="1"/>
      <p:bldP spid="535565" grpId="0" animBg="1"/>
      <p:bldP spid="535566" grpId="0" animBg="1" autoUpdateAnimBg="0"/>
      <p:bldP spid="535577" grpId="0" build="p" autoUpdateAnimBg="0"/>
      <p:bldP spid="535579" grpId="0" build="p" autoUpdateAnimBg="0"/>
      <p:bldP spid="535583" grpId="0" animBg="1"/>
      <p:bldP spid="535590" grpId="0" animBg="1"/>
      <p:bldP spid="535593" grpId="0" build="p" autoUpdateAnimBg="0"/>
      <p:bldP spid="53559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Line 2">
            <a:extLst>
              <a:ext uri="{FF2B5EF4-FFF2-40B4-BE49-F238E27FC236}">
                <a16:creationId xmlns:a16="http://schemas.microsoft.com/office/drawing/2014/main" id="{111F27DA-8321-B595-3129-7EA7534CE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27725" y="4648200"/>
            <a:ext cx="1909763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75" name="Rectangle 3">
            <a:extLst>
              <a:ext uri="{FF2B5EF4-FFF2-40B4-BE49-F238E27FC236}">
                <a16:creationId xmlns:a16="http://schemas.microsoft.com/office/drawing/2014/main" id="{0D456F78-EFC7-D9EF-2A56-CF1C44DD0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088" y="2514600"/>
            <a:ext cx="74612" cy="2149475"/>
          </a:xfrm>
          <a:prstGeom prst="rect">
            <a:avLst/>
          </a:prstGeom>
          <a:noFill/>
          <a:ln w="9525">
            <a:solidFill>
              <a:srgbClr val="FFFF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566276" name="Text Box 4">
            <a:extLst>
              <a:ext uri="{FF2B5EF4-FFF2-40B4-BE49-F238E27FC236}">
                <a16:creationId xmlns:a16="http://schemas.microsoft.com/office/drawing/2014/main" id="{D3B8B267-D4BE-014F-AF91-EB29224B2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7975"/>
            <a:ext cx="4921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566277" name="Text Box 5">
            <a:extLst>
              <a:ext uri="{FF2B5EF4-FFF2-40B4-BE49-F238E27FC236}">
                <a16:creationId xmlns:a16="http://schemas.microsoft.com/office/drawing/2014/main" id="{46E9D7EB-6A4A-4277-6776-530E8AB49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27163"/>
            <a:ext cx="6486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在竖直向上方向建坐标，地面为原点（如图）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kumimoji="1" lang="en-US" altLang="zh-CN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6278" name="Text Box 6">
            <a:extLst>
              <a:ext uri="{FF2B5EF4-FFF2-40B4-BE49-F238E27FC236}">
                <a16:creationId xmlns:a16="http://schemas.microsoft.com/office/drawing/2014/main" id="{D1C4552B-BD8A-D5CE-25F1-C023C0EA4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19431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设压力为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kumimoji="1" lang="en-US" altLang="zh-CN">
              <a:solidFill>
                <a:srgbClr val="66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66279" name="Object 2">
            <a:extLst>
              <a:ext uri="{FF2B5EF4-FFF2-40B4-BE49-F238E27FC236}">
                <a16:creationId xmlns:a16="http://schemas.microsoft.com/office/drawing/2014/main" id="{71E46A81-12A9-8B85-B860-401311D2FB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325" y="3284538"/>
          <a:ext cx="26701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6880" imgH="825480" progId="Equation.3">
                  <p:embed/>
                </p:oleObj>
              </mc:Choice>
              <mc:Fallback>
                <p:oleObj name="Equation" r:id="rId2" imgW="2666880" imgH="825480" progId="Equation.3">
                  <p:embed/>
                  <p:pic>
                    <p:nvPicPr>
                      <p:cNvPr id="566279" name="Object 2">
                        <a:extLst>
                          <a:ext uri="{FF2B5EF4-FFF2-40B4-BE49-F238E27FC236}">
                            <a16:creationId xmlns:a16="http://schemas.microsoft.com/office/drawing/2014/main" id="{71E46A81-12A9-8B85-B860-401311D2FB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3284538"/>
                        <a:ext cx="26701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80" name="Object 3">
            <a:extLst>
              <a:ext uri="{FF2B5EF4-FFF2-40B4-BE49-F238E27FC236}">
                <a16:creationId xmlns:a16="http://schemas.microsoft.com/office/drawing/2014/main" id="{AFF62817-040D-0E01-CE7E-1C3856BE4F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325" y="2349500"/>
          <a:ext cx="24828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89040" imgH="825480" progId="Equation.3">
                  <p:embed/>
                </p:oleObj>
              </mc:Choice>
              <mc:Fallback>
                <p:oleObj name="Equation" r:id="rId4" imgW="2489040" imgH="825480" progId="Equation.3">
                  <p:embed/>
                  <p:pic>
                    <p:nvPicPr>
                      <p:cNvPr id="566280" name="Object 3">
                        <a:extLst>
                          <a:ext uri="{FF2B5EF4-FFF2-40B4-BE49-F238E27FC236}">
                            <a16:creationId xmlns:a16="http://schemas.microsoft.com/office/drawing/2014/main" id="{AFF62817-040D-0E01-CE7E-1C3856BE4F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2349500"/>
                        <a:ext cx="24828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81" name="Object 4">
            <a:extLst>
              <a:ext uri="{FF2B5EF4-FFF2-40B4-BE49-F238E27FC236}">
                <a16:creationId xmlns:a16="http://schemas.microsoft.com/office/drawing/2014/main" id="{33E664E6-B00D-4036-408F-6F318646AC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6525" y="2636838"/>
          <a:ext cx="121602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317160" progId="Equation.3">
                  <p:embed/>
                </p:oleObj>
              </mc:Choice>
              <mc:Fallback>
                <p:oleObj name="Equation" r:id="rId6" imgW="1218960" imgH="317160" progId="Equation.3">
                  <p:embed/>
                  <p:pic>
                    <p:nvPicPr>
                      <p:cNvPr id="566281" name="Object 4">
                        <a:extLst>
                          <a:ext uri="{FF2B5EF4-FFF2-40B4-BE49-F238E27FC236}">
                            <a16:creationId xmlns:a16="http://schemas.microsoft.com/office/drawing/2014/main" id="{33E664E6-B00D-4036-408F-6F318646A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2636838"/>
                        <a:ext cx="121602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82" name="Text Box 10">
            <a:extLst>
              <a:ext uri="{FF2B5EF4-FFF2-40B4-BE49-F238E27FC236}">
                <a16:creationId xmlns:a16="http://schemas.microsoft.com/office/drawing/2014/main" id="{551458F5-E244-A46B-9449-07C4415B5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566283" name="Text Box 11">
            <a:extLst>
              <a:ext uri="{FF2B5EF4-FFF2-40B4-BE49-F238E27FC236}">
                <a16:creationId xmlns:a16="http://schemas.microsoft.com/office/drawing/2014/main" id="{5148079F-A6B0-6E2D-5991-A43E2FF62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938" y="42370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b="0" i="1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</a:t>
            </a:r>
            <a:endParaRPr kumimoji="1" lang="en-US" altLang="zh-CN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6284" name="Text Box 12">
            <a:extLst>
              <a:ext uri="{FF2B5EF4-FFF2-40B4-BE49-F238E27FC236}">
                <a16:creationId xmlns:a16="http://schemas.microsoft.com/office/drawing/2014/main" id="{04AE8895-C867-B5BE-A6A4-B9575AE9F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3138" y="2081213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kumimoji="1" lang="en-US" altLang="zh-CN" b="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6285" name="Rectangle 13">
            <a:extLst>
              <a:ext uri="{FF2B5EF4-FFF2-40B4-BE49-F238E27FC236}">
                <a16:creationId xmlns:a16="http://schemas.microsoft.com/office/drawing/2014/main" id="{1DE58CAD-717E-1FAC-B943-D572F2669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5975" y="2982913"/>
            <a:ext cx="80963" cy="1695450"/>
          </a:xfrm>
          <a:prstGeom prst="rect">
            <a:avLst/>
          </a:prstGeom>
          <a:solidFill>
            <a:srgbClr val="FFFF99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566286" name="Freeform 14">
            <a:extLst>
              <a:ext uri="{FF2B5EF4-FFF2-40B4-BE49-F238E27FC236}">
                <a16:creationId xmlns:a16="http://schemas.microsoft.com/office/drawing/2014/main" id="{BD5A0E41-EEA2-0750-47A6-3CFDDBBFA312}"/>
              </a:ext>
            </a:extLst>
          </p:cNvPr>
          <p:cNvSpPr>
            <a:spLocks/>
          </p:cNvSpPr>
          <p:nvPr/>
        </p:nvSpPr>
        <p:spPr bwMode="auto">
          <a:xfrm>
            <a:off x="6408738" y="4516438"/>
            <a:ext cx="1409700" cy="176212"/>
          </a:xfrm>
          <a:custGeom>
            <a:avLst/>
            <a:gdLst>
              <a:gd name="T0" fmla="*/ 2147483647 w 848"/>
              <a:gd name="T1" fmla="*/ 2147483647 h 104"/>
              <a:gd name="T2" fmla="*/ 2147483647 w 848"/>
              <a:gd name="T3" fmla="*/ 0 h 104"/>
              <a:gd name="T4" fmla="*/ 2147483647 w 848"/>
              <a:gd name="T5" fmla="*/ 2147483647 h 104"/>
              <a:gd name="T6" fmla="*/ 2147483647 w 848"/>
              <a:gd name="T7" fmla="*/ 2147483647 h 104"/>
              <a:gd name="T8" fmla="*/ 2147483647 w 848"/>
              <a:gd name="T9" fmla="*/ 2147483647 h 104"/>
              <a:gd name="T10" fmla="*/ 2147483647 w 848"/>
              <a:gd name="T11" fmla="*/ 2147483647 h 104"/>
              <a:gd name="T12" fmla="*/ 2147483647 w 848"/>
              <a:gd name="T13" fmla="*/ 2147483647 h 10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48"/>
              <a:gd name="T22" fmla="*/ 0 h 104"/>
              <a:gd name="T23" fmla="*/ 848 w 848"/>
              <a:gd name="T24" fmla="*/ 104 h 10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48" h="104">
                <a:moveTo>
                  <a:pt x="168" y="48"/>
                </a:moveTo>
                <a:cubicBezTo>
                  <a:pt x="256" y="32"/>
                  <a:pt x="512" y="0"/>
                  <a:pt x="600" y="0"/>
                </a:cubicBezTo>
                <a:cubicBezTo>
                  <a:pt x="688" y="0"/>
                  <a:pt x="656" y="32"/>
                  <a:pt x="696" y="48"/>
                </a:cubicBezTo>
                <a:cubicBezTo>
                  <a:pt x="736" y="64"/>
                  <a:pt x="848" y="88"/>
                  <a:pt x="840" y="96"/>
                </a:cubicBezTo>
                <a:cubicBezTo>
                  <a:pt x="832" y="104"/>
                  <a:pt x="776" y="96"/>
                  <a:pt x="648" y="96"/>
                </a:cubicBezTo>
                <a:cubicBezTo>
                  <a:pt x="520" y="96"/>
                  <a:pt x="144" y="104"/>
                  <a:pt x="72" y="96"/>
                </a:cubicBezTo>
                <a:cubicBezTo>
                  <a:pt x="0" y="88"/>
                  <a:pt x="80" y="64"/>
                  <a:pt x="168" y="48"/>
                </a:cubicBezTo>
                <a:close/>
              </a:path>
            </a:pathLst>
          </a:custGeom>
          <a:solidFill>
            <a:srgbClr val="FFFF99"/>
          </a:solidFill>
          <a:ln w="9525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87" name="Line 15">
            <a:extLst>
              <a:ext uri="{FF2B5EF4-FFF2-40B4-BE49-F238E27FC236}">
                <a16:creationId xmlns:a16="http://schemas.microsoft.com/office/drawing/2014/main" id="{CEB25E24-02F0-4B4F-39E7-69AB0372A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6525" y="2514600"/>
            <a:ext cx="0" cy="21336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88" name="Text Box 16">
            <a:extLst>
              <a:ext uri="{FF2B5EF4-FFF2-40B4-BE49-F238E27FC236}">
                <a16:creationId xmlns:a16="http://schemas.microsoft.com/office/drawing/2014/main" id="{FC5E4D73-EA52-7474-CB64-AA4A9B6A0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7650" y="3349625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b="0" i="1"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endParaRPr kumimoji="1" lang="en-US" altLang="zh-CN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6289" name="Line 17">
            <a:extLst>
              <a:ext uri="{FF2B5EF4-FFF2-40B4-BE49-F238E27FC236}">
                <a16:creationId xmlns:a16="http://schemas.microsoft.com/office/drawing/2014/main" id="{A1E99881-6B12-2A08-1AB6-09F0AFE77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13525" y="2971800"/>
            <a:ext cx="557213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90" name="Text Box 18">
            <a:extLst>
              <a:ext uri="{FF2B5EF4-FFF2-40B4-BE49-F238E27FC236}">
                <a16:creationId xmlns:a16="http://schemas.microsoft.com/office/drawing/2014/main" id="{8048B37F-ABEA-2992-E1A0-88E2C23A8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34671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kumimoji="1" lang="en-US" altLang="zh-CN" b="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66291" name="Line 19">
            <a:extLst>
              <a:ext uri="{FF2B5EF4-FFF2-40B4-BE49-F238E27FC236}">
                <a16:creationId xmlns:a16="http://schemas.microsoft.com/office/drawing/2014/main" id="{72AE7AB0-A510-B180-2C04-A1C24E1DE2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88138" y="2982913"/>
            <a:ext cx="0" cy="56515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92" name="Line 20">
            <a:extLst>
              <a:ext uri="{FF2B5EF4-FFF2-40B4-BE49-F238E27FC236}">
                <a16:creationId xmlns:a16="http://schemas.microsoft.com/office/drawing/2014/main" id="{0F8ADB77-C256-20CE-066A-AA59A95202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8138" y="4032250"/>
            <a:ext cx="0" cy="646113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93" name="Line 21">
            <a:extLst>
              <a:ext uri="{FF2B5EF4-FFF2-40B4-BE49-F238E27FC236}">
                <a16:creationId xmlns:a16="http://schemas.microsoft.com/office/drawing/2014/main" id="{43A8C0E8-6F5F-03CC-8AFC-1527453389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7325" y="2133600"/>
            <a:ext cx="0" cy="251460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6294" name="Line 22">
            <a:extLst>
              <a:ext uri="{FF2B5EF4-FFF2-40B4-BE49-F238E27FC236}">
                <a16:creationId xmlns:a16="http://schemas.microsoft.com/office/drawing/2014/main" id="{EF453174-0C59-7037-4CCB-71B54BEB01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488" y="2514600"/>
            <a:ext cx="9144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66295" name="Object 5">
            <a:extLst>
              <a:ext uri="{FF2B5EF4-FFF2-40B4-BE49-F238E27FC236}">
                <a16:creationId xmlns:a16="http://schemas.microsoft.com/office/drawing/2014/main" id="{470C819C-0C05-8169-A28C-86A77CC122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2325" y="4149725"/>
          <a:ext cx="42449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41520" imgH="825480" progId="Equation.3">
                  <p:embed/>
                </p:oleObj>
              </mc:Choice>
              <mc:Fallback>
                <p:oleObj name="Equation" r:id="rId8" imgW="4241520" imgH="825480" progId="Equation.3">
                  <p:embed/>
                  <p:pic>
                    <p:nvPicPr>
                      <p:cNvPr id="566295" name="Object 5">
                        <a:extLst>
                          <a:ext uri="{FF2B5EF4-FFF2-40B4-BE49-F238E27FC236}">
                            <a16:creationId xmlns:a16="http://schemas.microsoft.com/office/drawing/2014/main" id="{470C819C-0C05-8169-A28C-86A77CC122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4149725"/>
                        <a:ext cx="42449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96" name="Object 6">
            <a:extLst>
              <a:ext uri="{FF2B5EF4-FFF2-40B4-BE49-F238E27FC236}">
                <a16:creationId xmlns:a16="http://schemas.microsoft.com/office/drawing/2014/main" id="{62D0CEE9-3161-3A85-01DC-B1168B2DE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876925"/>
          <a:ext cx="21399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45960" imgH="393480" progId="Equation.3">
                  <p:embed/>
                </p:oleObj>
              </mc:Choice>
              <mc:Fallback>
                <p:oleObj name="Equation" r:id="rId10" imgW="2145960" imgH="393480" progId="Equation.3">
                  <p:embed/>
                  <p:pic>
                    <p:nvPicPr>
                      <p:cNvPr id="566296" name="Object 6">
                        <a:extLst>
                          <a:ext uri="{FF2B5EF4-FFF2-40B4-BE49-F238E27FC236}">
                            <a16:creationId xmlns:a16="http://schemas.microsoft.com/office/drawing/2014/main" id="{62D0CEE9-3161-3A85-01DC-B1168B2DE2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876925"/>
                        <a:ext cx="21399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97" name="Object 7">
            <a:extLst>
              <a:ext uri="{FF2B5EF4-FFF2-40B4-BE49-F238E27FC236}">
                <a16:creationId xmlns:a16="http://schemas.microsoft.com/office/drawing/2014/main" id="{E15D689B-9B76-9FC1-DBBF-3E36F9FEAC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5157788"/>
          <a:ext cx="34115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441600" imgH="469800" progId="Equation.3">
                  <p:embed/>
                </p:oleObj>
              </mc:Choice>
              <mc:Fallback>
                <p:oleObj name="Equation" r:id="rId12" imgW="3441600" imgH="469800" progId="Equation.3">
                  <p:embed/>
                  <p:pic>
                    <p:nvPicPr>
                      <p:cNvPr id="566297" name="Object 7">
                        <a:extLst>
                          <a:ext uri="{FF2B5EF4-FFF2-40B4-BE49-F238E27FC236}">
                            <a16:creationId xmlns:a16="http://schemas.microsoft.com/office/drawing/2014/main" id="{E15D689B-9B76-9FC1-DBBF-3E36F9FEAC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157788"/>
                        <a:ext cx="341153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98" name="Object 8">
            <a:extLst>
              <a:ext uri="{FF2B5EF4-FFF2-40B4-BE49-F238E27FC236}">
                <a16:creationId xmlns:a16="http://schemas.microsoft.com/office/drawing/2014/main" id="{0E1F95BC-D483-732E-02F0-FC468213FC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157788"/>
          <a:ext cx="2006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93680" imgH="469800" progId="Equation.3">
                  <p:embed/>
                </p:oleObj>
              </mc:Choice>
              <mc:Fallback>
                <p:oleObj name="Equation" r:id="rId14" imgW="1993680" imgH="469800" progId="Equation.3">
                  <p:embed/>
                  <p:pic>
                    <p:nvPicPr>
                      <p:cNvPr id="566298" name="Object 8">
                        <a:extLst>
                          <a:ext uri="{FF2B5EF4-FFF2-40B4-BE49-F238E27FC236}">
                            <a16:creationId xmlns:a16="http://schemas.microsoft.com/office/drawing/2014/main" id="{0E1F95BC-D483-732E-02F0-FC468213FC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157788"/>
                        <a:ext cx="2006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99" name="Object 9">
            <a:extLst>
              <a:ext uri="{FF2B5EF4-FFF2-40B4-BE49-F238E27FC236}">
                <a16:creationId xmlns:a16="http://schemas.microsoft.com/office/drawing/2014/main" id="{BD6FD63D-1A20-AA5E-6A3E-564654D1F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0175" y="3284538"/>
          <a:ext cx="18351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28800" imgH="825480" progId="Equation.3">
                  <p:embed/>
                </p:oleObj>
              </mc:Choice>
              <mc:Fallback>
                <p:oleObj name="Equation" r:id="rId16" imgW="1828800" imgH="825480" progId="Equation.3">
                  <p:embed/>
                  <p:pic>
                    <p:nvPicPr>
                      <p:cNvPr id="566299" name="Object 9">
                        <a:extLst>
                          <a:ext uri="{FF2B5EF4-FFF2-40B4-BE49-F238E27FC236}">
                            <a16:creationId xmlns:a16="http://schemas.microsoft.com/office/drawing/2014/main" id="{BD6FD63D-1A20-AA5E-6A3E-564654D1F9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3284538"/>
                        <a:ext cx="18351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300" name="Text Box 28">
            <a:extLst>
              <a:ext uri="{FF2B5EF4-FFF2-40B4-BE49-F238E27FC236}">
                <a16:creationId xmlns:a16="http://schemas.microsoft.com/office/drawing/2014/main" id="{656D4928-871C-83CF-47FF-E4DC2BA30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1905000"/>
            <a:ext cx="295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取整个绳为研究对象</a:t>
            </a:r>
            <a:endParaRPr kumimoji="1" lang="zh-CN" altLang="en-US" b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6301" name="Text Box 29">
            <a:extLst>
              <a:ext uri="{FF2B5EF4-FFF2-40B4-BE49-F238E27FC236}">
                <a16:creationId xmlns:a16="http://schemas.microsoft.com/office/drawing/2014/main" id="{58D4906E-C538-759B-20ED-8F494ACE4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30200"/>
            <a:ext cx="70088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一柔软绳长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，线密度</a:t>
            </a:r>
            <a:r>
              <a:rPr kumimoji="1" lang="el-GR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ρ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，一端着地开始自由下落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566302" name="Text Box 30">
            <a:extLst>
              <a:ext uri="{FF2B5EF4-FFF2-40B4-BE49-F238E27FC236}">
                <a16:creationId xmlns:a16="http://schemas.microsoft.com/office/drawing/2014/main" id="{1DCB582F-715F-1BFF-4643-DA03DF6A5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5175"/>
            <a:ext cx="49212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566303" name="Text Box 31">
            <a:extLst>
              <a:ext uri="{FF2B5EF4-FFF2-40B4-BE49-F238E27FC236}">
                <a16:creationId xmlns:a16="http://schemas.microsoft.com/office/drawing/2014/main" id="{675E472B-391D-7353-DA05-F22C32BEA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787400"/>
            <a:ext cx="663098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下落到任意长度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时刻，给地面的压力为多少？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6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6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6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6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6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66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6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6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6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6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6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66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66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66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66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66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66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6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566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75" grpId="0" animBg="1"/>
      <p:bldP spid="566276" grpId="0" autoUpdateAnimBg="0"/>
      <p:bldP spid="566277" grpId="0" autoUpdateAnimBg="0"/>
      <p:bldP spid="566278" grpId="0" autoUpdateAnimBg="0"/>
      <p:bldP spid="566282" grpId="0" autoUpdateAnimBg="0"/>
      <p:bldP spid="566283" grpId="0" autoUpdateAnimBg="0"/>
      <p:bldP spid="566284" grpId="0" autoUpdateAnimBg="0"/>
      <p:bldP spid="566285" grpId="0" animBg="1"/>
      <p:bldP spid="566288" grpId="0" autoUpdateAnimBg="0"/>
      <p:bldP spid="566290" grpId="0" autoUpdateAnimBg="0"/>
      <p:bldP spid="566300" grpId="0" autoUpdateAnimBg="0"/>
      <p:bldP spid="566301" grpId="0" autoUpdateAnimBg="0"/>
      <p:bldP spid="566302" grpId="0" autoUpdateAnimBg="0"/>
      <p:bldP spid="56630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Text Box 3">
            <a:extLst>
              <a:ext uri="{FF2B5EF4-FFF2-40B4-BE49-F238E27FC236}">
                <a16:creationId xmlns:a16="http://schemas.microsoft.com/office/drawing/2014/main" id="{2F0220D8-33F7-50E0-2B69-FAA149142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76200"/>
            <a:ext cx="662940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>
                <a:solidFill>
                  <a:srgbClr val="FFFF99"/>
                </a:solidFill>
                <a:ea typeface="楷体_GB2312" pitchFamily="49" charset="-122"/>
              </a:rPr>
              <a:t>   </a:t>
            </a: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长为 </a:t>
            </a:r>
            <a:r>
              <a:rPr lang="en-US" altLang="zh-CN" i="1">
                <a:solidFill>
                  <a:srgbClr val="FFFF99"/>
                </a:solidFill>
                <a:ea typeface="楷体_GB2312" pitchFamily="49" charset="-122"/>
              </a:rPr>
              <a:t>L</a:t>
            </a:r>
            <a:r>
              <a:rPr lang="zh-CN" altLang="en-US" i="1">
                <a:solidFill>
                  <a:srgbClr val="FFFF99"/>
                </a:solidFill>
                <a:ea typeface="楷体_GB2312" pitchFamily="49" charset="-122"/>
              </a:rPr>
              <a:t>、</a:t>
            </a: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质量为</a:t>
            </a:r>
            <a:r>
              <a:rPr lang="en-US" altLang="en-US" i="1">
                <a:solidFill>
                  <a:srgbClr val="FFFF99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FF99"/>
                </a:solidFill>
                <a:ea typeface="楷体_GB2312" pitchFamily="49" charset="-122"/>
              </a:rPr>
              <a:t>M </a:t>
            </a:r>
            <a:r>
              <a:rPr lang="zh-CN" altLang="en-US">
                <a:solidFill>
                  <a:srgbClr val="FFFF99"/>
                </a:solidFill>
                <a:ea typeface="楷体_GB2312" pitchFamily="49" charset="-122"/>
              </a:rPr>
              <a:t>的匀质细绳，盘绕在光滑水平面上。</a:t>
            </a:r>
            <a:endParaRPr lang="zh-CN" altLang="en-US" b="0">
              <a:solidFill>
                <a:srgbClr val="FFFF99"/>
              </a:solidFill>
              <a:ea typeface="楷体_GB2312" pitchFamily="49" charset="-122"/>
            </a:endParaRPr>
          </a:p>
        </p:txBody>
      </p:sp>
      <p:sp>
        <p:nvSpPr>
          <p:cNvPr id="210948" name="Text Box 4">
            <a:extLst>
              <a:ext uri="{FF2B5EF4-FFF2-40B4-BE49-F238E27FC236}">
                <a16:creationId xmlns:a16="http://schemas.microsoft.com/office/drawing/2014/main" id="{A4FC1AAD-4763-4ACE-3592-8565019E3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990600"/>
            <a:ext cx="67056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>
                <a:solidFill>
                  <a:srgbClr val="FFFF99"/>
                </a:solidFill>
                <a:ea typeface="楷体_GB2312" pitchFamily="49" charset="-122"/>
              </a:rPr>
              <a:t>     </a:t>
            </a:r>
            <a:r>
              <a:rPr lang="en-US" altLang="zh-CN">
                <a:solidFill>
                  <a:srgbClr val="CCECFF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从静止开始，以恒定加速度</a:t>
            </a:r>
            <a:r>
              <a:rPr lang="en-US" altLang="zh-CN" i="1">
                <a:solidFill>
                  <a:srgbClr val="CCECFF"/>
                </a:solidFill>
                <a:ea typeface="楷体_GB2312" pitchFamily="49" charset="-122"/>
              </a:rPr>
              <a:t>a </a:t>
            </a:r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竖直向上提绳</a:t>
            </a:r>
            <a:r>
              <a:rPr lang="en-US" altLang="zh-CN">
                <a:solidFill>
                  <a:srgbClr val="CCECFF"/>
                </a:solidFill>
                <a:ea typeface="楷体_GB2312" pitchFamily="49" charset="-122"/>
              </a:rPr>
              <a:t>, </a:t>
            </a:r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当提起 </a:t>
            </a:r>
            <a:r>
              <a:rPr lang="en-US" altLang="zh-CN" i="1">
                <a:solidFill>
                  <a:srgbClr val="CCECFF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l </a:t>
            </a:r>
            <a:r>
              <a:rPr lang="en-US" altLang="zh-CN" i="1">
                <a:solidFill>
                  <a:srgbClr val="CCECFF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时，求作用在绳端的力？</a:t>
            </a:r>
          </a:p>
        </p:txBody>
      </p:sp>
      <p:sp>
        <p:nvSpPr>
          <p:cNvPr id="210949" name="Text Box 5">
            <a:extLst>
              <a:ext uri="{FF2B5EF4-FFF2-40B4-BE49-F238E27FC236}">
                <a16:creationId xmlns:a16="http://schemas.microsoft.com/office/drawing/2014/main" id="{20654BA5-C238-4C2B-6357-0938B5E2A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574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解：</a:t>
            </a:r>
            <a:endParaRPr lang="zh-CN" altLang="en-US" b="0">
              <a:solidFill>
                <a:srgbClr val="CCECFF"/>
              </a:solidFill>
              <a:ea typeface="楷体_GB2312" pitchFamily="49" charset="-122"/>
            </a:endParaRPr>
          </a:p>
        </p:txBody>
      </p:sp>
      <p:sp>
        <p:nvSpPr>
          <p:cNvPr id="211091" name="Freeform 147">
            <a:extLst>
              <a:ext uri="{FF2B5EF4-FFF2-40B4-BE49-F238E27FC236}">
                <a16:creationId xmlns:a16="http://schemas.microsoft.com/office/drawing/2014/main" id="{1D0F10C3-018E-1F56-8520-D7E232CC1990}"/>
              </a:ext>
            </a:extLst>
          </p:cNvPr>
          <p:cNvSpPr>
            <a:spLocks/>
          </p:cNvSpPr>
          <p:nvPr/>
        </p:nvSpPr>
        <p:spPr bwMode="auto">
          <a:xfrm>
            <a:off x="6629400" y="2667000"/>
            <a:ext cx="1866900" cy="457200"/>
          </a:xfrm>
          <a:custGeom>
            <a:avLst/>
            <a:gdLst>
              <a:gd name="T0" fmla="*/ 2147483646 w 600"/>
              <a:gd name="T1" fmla="*/ 2147483646 h 320"/>
              <a:gd name="T2" fmla="*/ 2147483646 w 600"/>
              <a:gd name="T3" fmla="*/ 2147483646 h 320"/>
              <a:gd name="T4" fmla="*/ 2147483646 w 600"/>
              <a:gd name="T5" fmla="*/ 2147483646 h 320"/>
              <a:gd name="T6" fmla="*/ 2147483646 w 600"/>
              <a:gd name="T7" fmla="*/ 2147483646 h 320"/>
              <a:gd name="T8" fmla="*/ 2147483646 w 600"/>
              <a:gd name="T9" fmla="*/ 2147483646 h 320"/>
              <a:gd name="T10" fmla="*/ 2147483646 w 600"/>
              <a:gd name="T11" fmla="*/ 2147483646 h 320"/>
              <a:gd name="T12" fmla="*/ 2147483646 w 600"/>
              <a:gd name="T13" fmla="*/ 2147483646 h 320"/>
              <a:gd name="T14" fmla="*/ 2147483646 w 600"/>
              <a:gd name="T15" fmla="*/ 2147483646 h 320"/>
              <a:gd name="T16" fmla="*/ 2147483646 w 600"/>
              <a:gd name="T17" fmla="*/ 2147483646 h 320"/>
              <a:gd name="T18" fmla="*/ 2147483646 w 600"/>
              <a:gd name="T19" fmla="*/ 2147483646 h 320"/>
              <a:gd name="T20" fmla="*/ 2147483646 w 600"/>
              <a:gd name="T21" fmla="*/ 2147483646 h 320"/>
              <a:gd name="T22" fmla="*/ 2147483646 w 600"/>
              <a:gd name="T23" fmla="*/ 2147483646 h 32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600" h="320">
                <a:moveTo>
                  <a:pt x="600" y="168"/>
                </a:moveTo>
                <a:cubicBezTo>
                  <a:pt x="528" y="236"/>
                  <a:pt x="456" y="304"/>
                  <a:pt x="360" y="312"/>
                </a:cubicBezTo>
                <a:cubicBezTo>
                  <a:pt x="264" y="320"/>
                  <a:pt x="48" y="264"/>
                  <a:pt x="24" y="216"/>
                </a:cubicBezTo>
                <a:cubicBezTo>
                  <a:pt x="0" y="168"/>
                  <a:pt x="128" y="48"/>
                  <a:pt x="216" y="24"/>
                </a:cubicBezTo>
                <a:cubicBezTo>
                  <a:pt x="304" y="0"/>
                  <a:pt x="528" y="32"/>
                  <a:pt x="552" y="72"/>
                </a:cubicBezTo>
                <a:cubicBezTo>
                  <a:pt x="576" y="112"/>
                  <a:pt x="432" y="248"/>
                  <a:pt x="360" y="264"/>
                </a:cubicBezTo>
                <a:cubicBezTo>
                  <a:pt x="288" y="280"/>
                  <a:pt x="136" y="200"/>
                  <a:pt x="120" y="168"/>
                </a:cubicBezTo>
                <a:cubicBezTo>
                  <a:pt x="104" y="136"/>
                  <a:pt x="208" y="80"/>
                  <a:pt x="264" y="72"/>
                </a:cubicBezTo>
                <a:cubicBezTo>
                  <a:pt x="320" y="64"/>
                  <a:pt x="432" y="104"/>
                  <a:pt x="456" y="120"/>
                </a:cubicBezTo>
                <a:cubicBezTo>
                  <a:pt x="480" y="136"/>
                  <a:pt x="440" y="160"/>
                  <a:pt x="408" y="168"/>
                </a:cubicBezTo>
                <a:cubicBezTo>
                  <a:pt x="376" y="176"/>
                  <a:pt x="280" y="176"/>
                  <a:pt x="264" y="168"/>
                </a:cubicBezTo>
                <a:cubicBezTo>
                  <a:pt x="248" y="160"/>
                  <a:pt x="304" y="128"/>
                  <a:pt x="312" y="120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2" name="Line 148">
            <a:extLst>
              <a:ext uri="{FF2B5EF4-FFF2-40B4-BE49-F238E27FC236}">
                <a16:creationId xmlns:a16="http://schemas.microsoft.com/office/drawing/2014/main" id="{A5CB8E0D-31FE-6DCB-4FE6-B3E927E17C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838200"/>
            <a:ext cx="0" cy="1981200"/>
          </a:xfrm>
          <a:prstGeom prst="line">
            <a:avLst/>
          </a:prstGeom>
          <a:noFill/>
          <a:ln w="34925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3" name="Line 149">
            <a:extLst>
              <a:ext uri="{FF2B5EF4-FFF2-40B4-BE49-F238E27FC236}">
                <a16:creationId xmlns:a16="http://schemas.microsoft.com/office/drawing/2014/main" id="{7E7BA777-643A-894B-B2A1-746894D541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0600" y="228600"/>
            <a:ext cx="0" cy="2590800"/>
          </a:xfrm>
          <a:prstGeom prst="line">
            <a:avLst/>
          </a:prstGeom>
          <a:noFill/>
          <a:ln w="31750">
            <a:solidFill>
              <a:schemeClr val="bg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4" name="Line 150">
            <a:extLst>
              <a:ext uri="{FF2B5EF4-FFF2-40B4-BE49-F238E27FC236}">
                <a16:creationId xmlns:a16="http://schemas.microsoft.com/office/drawing/2014/main" id="{C9821E6B-7B9E-CB84-F18B-C95176A45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914400"/>
            <a:ext cx="1295400" cy="0"/>
          </a:xfrm>
          <a:prstGeom prst="line">
            <a:avLst/>
          </a:prstGeom>
          <a:noFill/>
          <a:ln w="15875">
            <a:solidFill>
              <a:srgbClr val="FFFF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5" name="Line 151">
            <a:extLst>
              <a:ext uri="{FF2B5EF4-FFF2-40B4-BE49-F238E27FC236}">
                <a16:creationId xmlns:a16="http://schemas.microsoft.com/office/drawing/2014/main" id="{92FA9FBA-9F28-3EEA-70EA-DD5074A89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2819400"/>
            <a:ext cx="990600" cy="0"/>
          </a:xfrm>
          <a:prstGeom prst="line">
            <a:avLst/>
          </a:prstGeom>
          <a:noFill/>
          <a:ln w="158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6" name="Line 152">
            <a:extLst>
              <a:ext uri="{FF2B5EF4-FFF2-40B4-BE49-F238E27FC236}">
                <a16:creationId xmlns:a16="http://schemas.microsoft.com/office/drawing/2014/main" id="{6396EF94-5F24-4479-E755-782465660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914400"/>
            <a:ext cx="0" cy="1905000"/>
          </a:xfrm>
          <a:prstGeom prst="line">
            <a:avLst/>
          </a:prstGeom>
          <a:noFill/>
          <a:ln w="222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097" name="Text Box 153">
            <a:extLst>
              <a:ext uri="{FF2B5EF4-FFF2-40B4-BE49-F238E27FC236}">
                <a16:creationId xmlns:a16="http://schemas.microsoft.com/office/drawing/2014/main" id="{D3FB1307-90AC-402A-7D15-E6A31E992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057400"/>
            <a:ext cx="45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M</a:t>
            </a:r>
            <a:endParaRPr lang="en-US" altLang="zh-CN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11098" name="Text Box 154">
            <a:extLst>
              <a:ext uri="{FF2B5EF4-FFF2-40B4-BE49-F238E27FC236}">
                <a16:creationId xmlns:a16="http://schemas.microsoft.com/office/drawing/2014/main" id="{0AC65EF5-43A9-F8B4-3F78-47E17CC94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4388" y="2743200"/>
            <a:ext cx="862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O</a:t>
            </a:r>
            <a:endParaRPr lang="en-US" altLang="zh-CN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11099" name="Text Box 155">
            <a:extLst>
              <a:ext uri="{FF2B5EF4-FFF2-40B4-BE49-F238E27FC236}">
                <a16:creationId xmlns:a16="http://schemas.microsoft.com/office/drawing/2014/main" id="{F4FEBB3E-2723-FC79-8DBC-D78DD6E72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1524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y</a:t>
            </a:r>
            <a:endParaRPr lang="en-US" altLang="zh-CN" b="0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211100" name="Text Box 156">
            <a:extLst>
              <a:ext uri="{FF2B5EF4-FFF2-40B4-BE49-F238E27FC236}">
                <a16:creationId xmlns:a16="http://schemas.microsoft.com/office/drawing/2014/main" id="{4BEB51E0-92D1-0C95-8032-1FCBB9E35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524000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y</a:t>
            </a:r>
            <a:endParaRPr lang="en-US" altLang="zh-CN" b="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211101" name="Object 157">
            <a:extLst>
              <a:ext uri="{FF2B5EF4-FFF2-40B4-BE49-F238E27FC236}">
                <a16:creationId xmlns:a16="http://schemas.microsoft.com/office/drawing/2014/main" id="{0AD98BC7-5469-036B-E0F6-59FCA7C8F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1863" y="1997075"/>
          <a:ext cx="2039937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1876" imgH="213471" progId="Equation.3">
                  <p:embed/>
                </p:oleObj>
              </mc:Choice>
              <mc:Fallback>
                <p:oleObj name="Equation" r:id="rId2" imgW="761876" imgH="213471" progId="Equation.3">
                  <p:embed/>
                  <p:pic>
                    <p:nvPicPr>
                      <p:cNvPr id="211101" name="Object 157">
                        <a:extLst>
                          <a:ext uri="{FF2B5EF4-FFF2-40B4-BE49-F238E27FC236}">
                            <a16:creationId xmlns:a16="http://schemas.microsoft.com/office/drawing/2014/main" id="{0AD98BC7-5469-036B-E0F6-59FCA7C8F5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1997075"/>
                        <a:ext cx="2039937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102" name="AutoShape 158">
            <a:extLst>
              <a:ext uri="{FF2B5EF4-FFF2-40B4-BE49-F238E27FC236}">
                <a16:creationId xmlns:a16="http://schemas.microsoft.com/office/drawing/2014/main" id="{59CD73E9-29A7-CD26-99E2-BB5A38645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133600"/>
            <a:ext cx="685800" cy="457200"/>
          </a:xfrm>
          <a:prstGeom prst="notched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211103" name="Object 159">
            <a:extLst>
              <a:ext uri="{FF2B5EF4-FFF2-40B4-BE49-F238E27FC236}">
                <a16:creationId xmlns:a16="http://schemas.microsoft.com/office/drawing/2014/main" id="{C240490B-71BE-4F18-C32A-8B7303C79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828800"/>
          <a:ext cx="234473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29578" imgH="358112" progId="Equation.3">
                  <p:embed/>
                </p:oleObj>
              </mc:Choice>
              <mc:Fallback>
                <p:oleObj name="Equation" r:id="rId4" imgW="929578" imgH="358112" progId="Equation.3">
                  <p:embed/>
                  <p:pic>
                    <p:nvPicPr>
                      <p:cNvPr id="211103" name="Object 159">
                        <a:extLst>
                          <a:ext uri="{FF2B5EF4-FFF2-40B4-BE49-F238E27FC236}">
                            <a16:creationId xmlns:a16="http://schemas.microsoft.com/office/drawing/2014/main" id="{C240490B-71BE-4F18-C32A-8B7303C79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828800"/>
                        <a:ext cx="234473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104" name="Object 160">
            <a:extLst>
              <a:ext uri="{FF2B5EF4-FFF2-40B4-BE49-F238E27FC236}">
                <a16:creationId xmlns:a16="http://schemas.microsoft.com/office/drawing/2014/main" id="{FFA95875-3A23-67DF-1A17-247805A179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743200"/>
          <a:ext cx="40386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09793" imgH="533178" progId="Equation.3">
                  <p:embed/>
                </p:oleObj>
              </mc:Choice>
              <mc:Fallback>
                <p:oleObj name="公式" r:id="rId6" imgW="1409793" imgH="533178" progId="Equation.3">
                  <p:embed/>
                  <p:pic>
                    <p:nvPicPr>
                      <p:cNvPr id="211104" name="Object 160">
                        <a:extLst>
                          <a:ext uri="{FF2B5EF4-FFF2-40B4-BE49-F238E27FC236}">
                            <a16:creationId xmlns:a16="http://schemas.microsoft.com/office/drawing/2014/main" id="{FFA95875-3A23-67DF-1A17-247805A179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743200"/>
                        <a:ext cx="40386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105" name="AutoShape 161">
            <a:extLst>
              <a:ext uri="{FF2B5EF4-FFF2-40B4-BE49-F238E27FC236}">
                <a16:creationId xmlns:a16="http://schemas.microsoft.com/office/drawing/2014/main" id="{C87C8E43-BD61-9379-F2DA-C69A1A12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276600"/>
            <a:ext cx="685800" cy="457200"/>
          </a:xfrm>
          <a:prstGeom prst="notched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11106" name="Line 162">
            <a:extLst>
              <a:ext uri="{FF2B5EF4-FFF2-40B4-BE49-F238E27FC236}">
                <a16:creationId xmlns:a16="http://schemas.microsoft.com/office/drawing/2014/main" id="{5AC5208B-E8CD-49B5-54F8-EF8B4E48C8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152400"/>
            <a:ext cx="0" cy="762000"/>
          </a:xfrm>
          <a:prstGeom prst="line">
            <a:avLst/>
          </a:prstGeom>
          <a:noFill/>
          <a:ln w="412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07" name="Text Box 163">
            <a:extLst>
              <a:ext uri="{FF2B5EF4-FFF2-40B4-BE49-F238E27FC236}">
                <a16:creationId xmlns:a16="http://schemas.microsoft.com/office/drawing/2014/main" id="{07A67599-98BF-97D7-5DE9-9D06B75AD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762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F</a:t>
            </a:r>
            <a:endParaRPr lang="en-US" altLang="zh-CN" b="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211108" name="Object 164">
            <a:extLst>
              <a:ext uri="{FF2B5EF4-FFF2-40B4-BE49-F238E27FC236}">
                <a16:creationId xmlns:a16="http://schemas.microsoft.com/office/drawing/2014/main" id="{676C6F28-2EF1-3FA5-52DA-15B8D8C65B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3124200"/>
          <a:ext cx="2514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90787" imgH="358112" progId="Equation.3">
                  <p:embed/>
                </p:oleObj>
              </mc:Choice>
              <mc:Fallback>
                <p:oleObj name="公式" r:id="rId8" imgW="990787" imgH="358112" progId="Equation.3">
                  <p:embed/>
                  <p:pic>
                    <p:nvPicPr>
                      <p:cNvPr id="211108" name="Object 164">
                        <a:extLst>
                          <a:ext uri="{FF2B5EF4-FFF2-40B4-BE49-F238E27FC236}">
                            <a16:creationId xmlns:a16="http://schemas.microsoft.com/office/drawing/2014/main" id="{676C6F28-2EF1-3FA5-52DA-15B8D8C65B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124200"/>
                        <a:ext cx="2514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109" name="Text Box 165">
            <a:extLst>
              <a:ext uri="{FF2B5EF4-FFF2-40B4-BE49-F238E27FC236}">
                <a16:creationId xmlns:a16="http://schemas.microsoft.com/office/drawing/2014/main" id="{803ACC12-0831-38D4-8D0C-3BE8DAE26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29088"/>
            <a:ext cx="297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已知：</a:t>
            </a:r>
            <a:r>
              <a:rPr lang="en-US" altLang="zh-CN" sz="2800" i="1">
                <a:solidFill>
                  <a:srgbClr val="FFFF00"/>
                </a:solidFill>
                <a:ea typeface="楷体_GB2312" pitchFamily="49" charset="-122"/>
              </a:rPr>
              <a:t>a = C</a:t>
            </a:r>
            <a:endParaRPr lang="en-US" altLang="zh-CN" sz="2800" b="0">
              <a:solidFill>
                <a:srgbClr val="FFFF00"/>
              </a:solidFill>
              <a:ea typeface="楷体_GB2312" pitchFamily="49" charset="-122"/>
            </a:endParaRPr>
          </a:p>
        </p:txBody>
      </p:sp>
      <p:graphicFrame>
        <p:nvGraphicFramePr>
          <p:cNvPr id="211110" name="Object 166">
            <a:extLst>
              <a:ext uri="{FF2B5EF4-FFF2-40B4-BE49-F238E27FC236}">
                <a16:creationId xmlns:a16="http://schemas.microsoft.com/office/drawing/2014/main" id="{DCA357CA-6696-5C5B-1963-A1729409B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114800"/>
          <a:ext cx="1641475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8889" imgH="190528" progId="Equation.3">
                  <p:embed/>
                </p:oleObj>
              </mc:Choice>
              <mc:Fallback>
                <p:oleObj name="公式" r:id="rId10" imgW="548889" imgH="190528" progId="Equation.3">
                  <p:embed/>
                  <p:pic>
                    <p:nvPicPr>
                      <p:cNvPr id="211110" name="Object 166">
                        <a:extLst>
                          <a:ext uri="{FF2B5EF4-FFF2-40B4-BE49-F238E27FC236}">
                            <a16:creationId xmlns:a16="http://schemas.microsoft.com/office/drawing/2014/main" id="{DCA357CA-6696-5C5B-1963-A1729409B5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114800"/>
                        <a:ext cx="1641475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111" name="AutoShape 167">
            <a:extLst>
              <a:ext uri="{FF2B5EF4-FFF2-40B4-BE49-F238E27FC236}">
                <a16:creationId xmlns:a16="http://schemas.microsoft.com/office/drawing/2014/main" id="{0A4CC7E3-85C0-9E04-A089-A917ACDED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191000"/>
            <a:ext cx="685800" cy="457200"/>
          </a:xfrm>
          <a:prstGeom prst="notchedRightArrow">
            <a:avLst>
              <a:gd name="adj1" fmla="val 50000"/>
              <a:gd name="adj2" fmla="val 375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11112" name="AutoShape 168">
            <a:extLst>
              <a:ext uri="{FF2B5EF4-FFF2-40B4-BE49-F238E27FC236}">
                <a16:creationId xmlns:a16="http://schemas.microsoft.com/office/drawing/2014/main" id="{2CC647E7-D5C4-E7EA-89D7-009CDC403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3886200"/>
            <a:ext cx="1524000" cy="6096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7927 h 21600"/>
              <a:gd name="T20" fmla="*/ 18525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950" y="0"/>
                </a:moveTo>
                <a:lnTo>
                  <a:pt x="12300" y="5490"/>
                </a:lnTo>
                <a:lnTo>
                  <a:pt x="15375" y="5490"/>
                </a:lnTo>
                <a:lnTo>
                  <a:pt x="15375" y="17927"/>
                </a:lnTo>
                <a:lnTo>
                  <a:pt x="0" y="17927"/>
                </a:lnTo>
                <a:lnTo>
                  <a:pt x="0" y="21600"/>
                </a:lnTo>
                <a:lnTo>
                  <a:pt x="18525" y="21600"/>
                </a:lnTo>
                <a:lnTo>
                  <a:pt x="18525" y="5490"/>
                </a:lnTo>
                <a:lnTo>
                  <a:pt x="21600" y="5490"/>
                </a:lnTo>
                <a:lnTo>
                  <a:pt x="16950" y="0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1113" name="Object 169">
            <a:extLst>
              <a:ext uri="{FF2B5EF4-FFF2-40B4-BE49-F238E27FC236}">
                <a16:creationId xmlns:a16="http://schemas.microsoft.com/office/drawing/2014/main" id="{C8F5C35E-17C4-0DB0-6E62-6081DD7222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5400" y="4800600"/>
          <a:ext cx="297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04744" imgH="358112" progId="Equation.3">
                  <p:embed/>
                </p:oleObj>
              </mc:Choice>
              <mc:Fallback>
                <p:oleObj name="公式" r:id="rId12" imgW="1104744" imgH="358112" progId="Equation.3">
                  <p:embed/>
                  <p:pic>
                    <p:nvPicPr>
                      <p:cNvPr id="211113" name="Object 169">
                        <a:extLst>
                          <a:ext uri="{FF2B5EF4-FFF2-40B4-BE49-F238E27FC236}">
                            <a16:creationId xmlns:a16="http://schemas.microsoft.com/office/drawing/2014/main" id="{C8F5C35E-17C4-0DB0-6E62-6081DD7222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4800600"/>
                        <a:ext cx="2971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114" name="Line 170">
            <a:extLst>
              <a:ext uri="{FF2B5EF4-FFF2-40B4-BE49-F238E27FC236}">
                <a16:creationId xmlns:a16="http://schemas.microsoft.com/office/drawing/2014/main" id="{C96A2930-D70C-6351-E3E5-E6672EEA804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3886200"/>
            <a:ext cx="0" cy="114300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115" name="Line 171">
            <a:extLst>
              <a:ext uri="{FF2B5EF4-FFF2-40B4-BE49-F238E27FC236}">
                <a16:creationId xmlns:a16="http://schemas.microsoft.com/office/drawing/2014/main" id="{AB84B3F1-A4BD-92C5-B697-7E326C15ED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5257800"/>
            <a:ext cx="1295400" cy="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1116" name="Object 172">
            <a:extLst>
              <a:ext uri="{FF2B5EF4-FFF2-40B4-BE49-F238E27FC236}">
                <a16:creationId xmlns:a16="http://schemas.microsoft.com/office/drawing/2014/main" id="{2D85D2C4-FA7D-84D5-1367-86BC048E88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4800600"/>
          <a:ext cx="27432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66924" imgH="358112" progId="Equation.3">
                  <p:embed/>
                </p:oleObj>
              </mc:Choice>
              <mc:Fallback>
                <p:oleObj name="公式" r:id="rId14" imgW="1066924" imgH="358112" progId="Equation.3">
                  <p:embed/>
                  <p:pic>
                    <p:nvPicPr>
                      <p:cNvPr id="211116" name="Object 172">
                        <a:extLst>
                          <a:ext uri="{FF2B5EF4-FFF2-40B4-BE49-F238E27FC236}">
                            <a16:creationId xmlns:a16="http://schemas.microsoft.com/office/drawing/2014/main" id="{2D85D2C4-FA7D-84D5-1367-86BC048E88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00600"/>
                        <a:ext cx="2743200" cy="938213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CCFF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118" name="Text Box 174">
            <a:extLst>
              <a:ext uri="{FF2B5EF4-FFF2-40B4-BE49-F238E27FC236}">
                <a16:creationId xmlns:a16="http://schemas.microsoft.com/office/drawing/2014/main" id="{64081522-8A6A-400A-BD46-F197FCBF6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848350"/>
            <a:ext cx="86868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zh-CN">
                <a:solidFill>
                  <a:srgbClr val="FFFF99"/>
                </a:solidFill>
                <a:ea typeface="楷体_GB2312" pitchFamily="49" charset="-122"/>
              </a:rPr>
              <a:t>     </a:t>
            </a:r>
            <a:r>
              <a:rPr lang="en-US" altLang="zh-CN">
                <a:solidFill>
                  <a:srgbClr val="CCECFF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从静止开始，以恒定速度</a:t>
            </a:r>
            <a:r>
              <a:rPr lang="en-US" altLang="en-US" i="1">
                <a:solidFill>
                  <a:srgbClr val="CCECFF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CCECFF"/>
                </a:solidFill>
                <a:ea typeface="楷体_GB2312" pitchFamily="49" charset="-122"/>
              </a:rPr>
              <a:t>v </a:t>
            </a:r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竖直向上提绳，当提起 </a:t>
            </a:r>
            <a:r>
              <a:rPr lang="en-US" altLang="zh-CN" i="1">
                <a:solidFill>
                  <a:srgbClr val="CCECFF"/>
                </a:solidFill>
                <a:ea typeface="楷体_GB2312" pitchFamily="49" charset="-122"/>
              </a:rPr>
              <a:t>l </a:t>
            </a:r>
            <a:r>
              <a:rPr lang="zh-CN" altLang="en-US">
                <a:solidFill>
                  <a:srgbClr val="CCECFF"/>
                </a:solidFill>
                <a:ea typeface="楷体_GB2312" pitchFamily="49" charset="-122"/>
              </a:rPr>
              <a:t>高度时，求作用在绳端的力？</a:t>
            </a:r>
            <a:endParaRPr lang="zh-CN" altLang="en-US">
              <a:solidFill>
                <a:srgbClr val="FFFF99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0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300"/>
                                        <p:tgtEl>
                                          <p:spTgt spid="21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 autoUpdateAnimBg="0"/>
      <p:bldP spid="210948" grpId="0" build="p" autoUpdateAnimBg="0"/>
      <p:bldP spid="210949" grpId="0" build="p" autoUpdateAnimBg="0"/>
      <p:bldP spid="211097" grpId="0" build="p" autoUpdateAnimBg="0"/>
      <p:bldP spid="211098" grpId="0" build="p" autoUpdateAnimBg="0" advAuto="0"/>
      <p:bldP spid="211099" grpId="0" build="p" autoUpdateAnimBg="0" advAuto="0"/>
      <p:bldP spid="211100" grpId="0" build="p" autoUpdateAnimBg="0" advAuto="0"/>
      <p:bldP spid="211107" grpId="0" build="p" autoUpdateAnimBg="0" advAuto="0"/>
      <p:bldP spid="211109" grpId="0" build="p" autoUpdateAnimBg="0"/>
      <p:bldP spid="21111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5DF68-715F-7BEE-7DBF-BDD291AE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599661-D0C4-715B-D282-C7C864ACAA68}"/>
              </a:ext>
            </a:extLst>
          </p:cNvPr>
          <p:cNvGrpSpPr>
            <a:grpSpLocks/>
          </p:cNvGrpSpPr>
          <p:nvPr/>
        </p:nvGrpSpPr>
        <p:grpSpPr bwMode="auto">
          <a:xfrm>
            <a:off x="5238750" y="2438400"/>
            <a:ext cx="3200400" cy="1219200"/>
            <a:chOff x="336" y="1296"/>
            <a:chExt cx="2016" cy="768"/>
          </a:xfrm>
        </p:grpSpPr>
        <p:sp>
          <p:nvSpPr>
            <p:cNvPr id="16412" name="Line 3">
              <a:extLst>
                <a:ext uri="{FF2B5EF4-FFF2-40B4-BE49-F238E27FC236}">
                  <a16:creationId xmlns:a16="http://schemas.microsoft.com/office/drawing/2014/main" id="{C30B3728-CEC9-5E52-1B5D-F9F494579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0" cy="576"/>
            </a:xfrm>
            <a:prstGeom prst="line">
              <a:avLst/>
            </a:prstGeom>
            <a:noFill/>
            <a:ln w="9525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3" name="Line 4">
              <a:extLst>
                <a:ext uri="{FF2B5EF4-FFF2-40B4-BE49-F238E27FC236}">
                  <a16:creationId xmlns:a16="http://schemas.microsoft.com/office/drawing/2014/main" id="{75BA32E5-51B5-C962-5C96-DCBFC8E90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296"/>
              <a:ext cx="1248" cy="0"/>
            </a:xfrm>
            <a:prstGeom prst="line">
              <a:avLst/>
            </a:prstGeom>
            <a:noFill/>
            <a:ln w="9525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4" name="Line 5">
              <a:extLst>
                <a:ext uri="{FF2B5EF4-FFF2-40B4-BE49-F238E27FC236}">
                  <a16:creationId xmlns:a16="http://schemas.microsoft.com/office/drawing/2014/main" id="{7D81E0F6-68AD-08A4-B688-5AC4BBB3D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296"/>
              <a:ext cx="0" cy="576"/>
            </a:xfrm>
            <a:prstGeom prst="line">
              <a:avLst/>
            </a:prstGeom>
            <a:noFill/>
            <a:ln w="9525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5" name="Line 6">
              <a:extLst>
                <a:ext uri="{FF2B5EF4-FFF2-40B4-BE49-F238E27FC236}">
                  <a16:creationId xmlns:a16="http://schemas.microsoft.com/office/drawing/2014/main" id="{6FD2232B-D2B9-145F-239C-BD6B948D60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872"/>
              <a:ext cx="576" cy="0"/>
            </a:xfrm>
            <a:prstGeom prst="line">
              <a:avLst/>
            </a:prstGeom>
            <a:noFill/>
            <a:ln w="57150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7">
              <a:extLst>
                <a:ext uri="{FF2B5EF4-FFF2-40B4-BE49-F238E27FC236}">
                  <a16:creationId xmlns:a16="http://schemas.microsoft.com/office/drawing/2014/main" id="{4CFDF5B4-B2DE-BFE3-7495-DCB9A4921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872"/>
              <a:ext cx="528" cy="0"/>
            </a:xfrm>
            <a:prstGeom prst="line">
              <a:avLst/>
            </a:prstGeom>
            <a:noFill/>
            <a:ln w="57150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7" name="Oval 8">
              <a:extLst>
                <a:ext uri="{FF2B5EF4-FFF2-40B4-BE49-F238E27FC236}">
                  <a16:creationId xmlns:a16="http://schemas.microsoft.com/office/drawing/2014/main" id="{7B960433-DE17-1BA5-4FB2-2FCEC47DB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872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9999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18" name="Oval 9">
              <a:extLst>
                <a:ext uri="{FF2B5EF4-FFF2-40B4-BE49-F238E27FC236}">
                  <a16:creationId xmlns:a16="http://schemas.microsoft.com/office/drawing/2014/main" id="{80252CAA-6BF8-D4BD-EBDE-9F4244E00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1872"/>
              <a:ext cx="240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9999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19" name="Line 10">
              <a:extLst>
                <a:ext uri="{FF2B5EF4-FFF2-40B4-BE49-F238E27FC236}">
                  <a16:creationId xmlns:a16="http://schemas.microsoft.com/office/drawing/2014/main" id="{73399141-0B20-2226-5B1B-111FFD720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064"/>
              <a:ext cx="2016" cy="0"/>
            </a:xfrm>
            <a:prstGeom prst="line">
              <a:avLst/>
            </a:prstGeom>
            <a:noFill/>
            <a:ln w="9525">
              <a:solidFill>
                <a:srgbClr val="FF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0507" name="Freeform 11" descr="25%">
            <a:extLst>
              <a:ext uri="{FF2B5EF4-FFF2-40B4-BE49-F238E27FC236}">
                <a16:creationId xmlns:a16="http://schemas.microsoft.com/office/drawing/2014/main" id="{5322C2B9-CE30-0EF6-1D04-7A25E7EB99FF}"/>
              </a:ext>
            </a:extLst>
          </p:cNvPr>
          <p:cNvSpPr>
            <a:spLocks/>
          </p:cNvSpPr>
          <p:nvPr/>
        </p:nvSpPr>
        <p:spPr bwMode="auto">
          <a:xfrm rot="-202909">
            <a:off x="6457950" y="3406775"/>
            <a:ext cx="687388" cy="279400"/>
          </a:xfrm>
          <a:custGeom>
            <a:avLst/>
            <a:gdLst>
              <a:gd name="T0" fmla="*/ 2147483647 w 433"/>
              <a:gd name="T1" fmla="*/ 2147483647 h 109"/>
              <a:gd name="T2" fmla="*/ 2147483647 w 433"/>
              <a:gd name="T3" fmla="*/ 2147483647 h 109"/>
              <a:gd name="T4" fmla="*/ 2147483647 w 433"/>
              <a:gd name="T5" fmla="*/ 2147483647 h 109"/>
              <a:gd name="T6" fmla="*/ 2147483647 w 433"/>
              <a:gd name="T7" fmla="*/ 2147483647 h 109"/>
              <a:gd name="T8" fmla="*/ 2147483647 w 433"/>
              <a:gd name="T9" fmla="*/ 2147483647 h 109"/>
              <a:gd name="T10" fmla="*/ 2147483647 w 433"/>
              <a:gd name="T11" fmla="*/ 2147483647 h 10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33"/>
              <a:gd name="T19" fmla="*/ 0 h 109"/>
              <a:gd name="T20" fmla="*/ 433 w 433"/>
              <a:gd name="T21" fmla="*/ 109 h 10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33" h="109">
                <a:moveTo>
                  <a:pt x="1" y="32"/>
                </a:moveTo>
                <a:cubicBezTo>
                  <a:pt x="136" y="10"/>
                  <a:pt x="277" y="0"/>
                  <a:pt x="409" y="44"/>
                </a:cubicBezTo>
                <a:cubicBezTo>
                  <a:pt x="413" y="60"/>
                  <a:pt x="433" y="80"/>
                  <a:pt x="421" y="92"/>
                </a:cubicBezTo>
                <a:cubicBezTo>
                  <a:pt x="404" y="109"/>
                  <a:pt x="373" y="105"/>
                  <a:pt x="349" y="104"/>
                </a:cubicBezTo>
                <a:cubicBezTo>
                  <a:pt x="237" y="101"/>
                  <a:pt x="13" y="80"/>
                  <a:pt x="13" y="80"/>
                </a:cubicBezTo>
                <a:cubicBezTo>
                  <a:pt x="0" y="40"/>
                  <a:pt x="1" y="57"/>
                  <a:pt x="1" y="32"/>
                </a:cubicBezTo>
                <a:close/>
              </a:path>
            </a:pathLst>
          </a:custGeom>
          <a:pattFill prst="pct25">
            <a:fgClr>
              <a:srgbClr val="FF6600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0508" name="Object 2">
            <a:extLst>
              <a:ext uri="{FF2B5EF4-FFF2-40B4-BE49-F238E27FC236}">
                <a16:creationId xmlns:a16="http://schemas.microsoft.com/office/drawing/2014/main" id="{990F2D58-092B-6DCE-4200-AA1E429D2D0C}"/>
              </a:ext>
            </a:extLst>
          </p:cNvPr>
          <p:cNvGraphicFramePr>
            <a:graphicFrameLocks/>
          </p:cNvGraphicFramePr>
          <p:nvPr/>
        </p:nvGraphicFramePr>
        <p:xfrm>
          <a:off x="774700" y="2146300"/>
          <a:ext cx="456406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559040" imgH="825480" progId="Equation.3">
                  <p:embed/>
                </p:oleObj>
              </mc:Choice>
              <mc:Fallback>
                <p:oleObj name="公式" r:id="rId2" imgW="4559040" imgH="825480" progId="Equation.3">
                  <p:embed/>
                  <p:pic>
                    <p:nvPicPr>
                      <p:cNvPr id="490508" name="Object 2">
                        <a:extLst>
                          <a:ext uri="{FF2B5EF4-FFF2-40B4-BE49-F238E27FC236}">
                            <a16:creationId xmlns:a16="http://schemas.microsoft.com/office/drawing/2014/main" id="{DF643B97-8EDE-3374-2C95-76041990EA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2146300"/>
                        <a:ext cx="456406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09" name="Object 3">
            <a:extLst>
              <a:ext uri="{FF2B5EF4-FFF2-40B4-BE49-F238E27FC236}">
                <a16:creationId xmlns:a16="http://schemas.microsoft.com/office/drawing/2014/main" id="{83BD80BC-45D4-6F02-0933-0AB65E1DEEDA}"/>
              </a:ext>
            </a:extLst>
          </p:cNvPr>
          <p:cNvGraphicFramePr>
            <a:graphicFrameLocks/>
          </p:cNvGraphicFramePr>
          <p:nvPr/>
        </p:nvGraphicFramePr>
        <p:xfrm>
          <a:off x="762000" y="3108325"/>
          <a:ext cx="41973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03360" imgH="825480" progId="Equation.3">
                  <p:embed/>
                </p:oleObj>
              </mc:Choice>
              <mc:Fallback>
                <p:oleObj name="Equation" r:id="rId4" imgW="4203360" imgH="825480" progId="Equation.3">
                  <p:embed/>
                  <p:pic>
                    <p:nvPicPr>
                      <p:cNvPr id="490509" name="Object 3">
                        <a:extLst>
                          <a:ext uri="{FF2B5EF4-FFF2-40B4-BE49-F238E27FC236}">
                            <a16:creationId xmlns:a16="http://schemas.microsoft.com/office/drawing/2014/main" id="{F44F8D65-BEA8-DB74-052D-3C80EC7921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108325"/>
                        <a:ext cx="41973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10" name="Object 4">
            <a:extLst>
              <a:ext uri="{FF2B5EF4-FFF2-40B4-BE49-F238E27FC236}">
                <a16:creationId xmlns:a16="http://schemas.microsoft.com/office/drawing/2014/main" id="{C3474335-602E-56C0-8CD6-6DBEB146A0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0950" y="4130675"/>
          <a:ext cx="17367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52480" imgH="380880" progId="Equation.3">
                  <p:embed/>
                </p:oleObj>
              </mc:Choice>
              <mc:Fallback>
                <p:oleObj name="Equation" r:id="rId6" imgW="1752480" imgH="380880" progId="Equation.3">
                  <p:embed/>
                  <p:pic>
                    <p:nvPicPr>
                      <p:cNvPr id="490510" name="Object 4">
                        <a:extLst>
                          <a:ext uri="{FF2B5EF4-FFF2-40B4-BE49-F238E27FC236}">
                            <a16:creationId xmlns:a16="http://schemas.microsoft.com/office/drawing/2014/main" id="{C050CBE5-9069-3D6B-7E02-FFAEAEB59E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4130675"/>
                        <a:ext cx="17367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11" name="Object 5">
            <a:extLst>
              <a:ext uri="{FF2B5EF4-FFF2-40B4-BE49-F238E27FC236}">
                <a16:creationId xmlns:a16="http://schemas.microsoft.com/office/drawing/2014/main" id="{D65B3E82-5403-6A5B-C5A0-486D2D9DAFA1}"/>
              </a:ext>
            </a:extLst>
          </p:cNvPr>
          <p:cNvGraphicFramePr>
            <a:graphicFrameLocks/>
          </p:cNvGraphicFramePr>
          <p:nvPr/>
        </p:nvGraphicFramePr>
        <p:xfrm>
          <a:off x="4500563" y="3898900"/>
          <a:ext cx="37242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33560" imgH="825480" progId="Equation.3">
                  <p:embed/>
                </p:oleObj>
              </mc:Choice>
              <mc:Fallback>
                <p:oleObj name="Equation" r:id="rId8" imgW="3733560" imgH="825480" progId="Equation.3">
                  <p:embed/>
                  <p:pic>
                    <p:nvPicPr>
                      <p:cNvPr id="490511" name="Object 5">
                        <a:extLst>
                          <a:ext uri="{FF2B5EF4-FFF2-40B4-BE49-F238E27FC236}">
                            <a16:creationId xmlns:a16="http://schemas.microsoft.com/office/drawing/2014/main" id="{6136E1DD-CF6B-8AE9-6508-2150ECC759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898900"/>
                        <a:ext cx="372427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12" name="Object 6">
            <a:extLst>
              <a:ext uri="{FF2B5EF4-FFF2-40B4-BE49-F238E27FC236}">
                <a16:creationId xmlns:a16="http://schemas.microsoft.com/office/drawing/2014/main" id="{E2955A9E-2691-6377-8D67-3500F1D68ADA}"/>
              </a:ext>
            </a:extLst>
          </p:cNvPr>
          <p:cNvGraphicFramePr>
            <a:graphicFrameLocks/>
          </p:cNvGraphicFramePr>
          <p:nvPr/>
        </p:nvGraphicFramePr>
        <p:xfrm>
          <a:off x="395288" y="4581525"/>
          <a:ext cx="26130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16120" imgH="901440" progId="Equation.3">
                  <p:embed/>
                </p:oleObj>
              </mc:Choice>
              <mc:Fallback>
                <p:oleObj name="Equation" r:id="rId10" imgW="2616120" imgH="901440" progId="Equation.3">
                  <p:embed/>
                  <p:pic>
                    <p:nvPicPr>
                      <p:cNvPr id="490512" name="Object 6">
                        <a:extLst>
                          <a:ext uri="{FF2B5EF4-FFF2-40B4-BE49-F238E27FC236}">
                            <a16:creationId xmlns:a16="http://schemas.microsoft.com/office/drawing/2014/main" id="{8AB1EE9E-4BCD-323B-A556-1704AE33EB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81525"/>
                        <a:ext cx="26130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13" name="Object 7">
            <a:extLst>
              <a:ext uri="{FF2B5EF4-FFF2-40B4-BE49-F238E27FC236}">
                <a16:creationId xmlns:a16="http://schemas.microsoft.com/office/drawing/2014/main" id="{F5FB3C8B-43EB-C06A-1CEC-01379119D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3325" y="4724400"/>
          <a:ext cx="50768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067000" imgH="685800" progId="Equation.3">
                  <p:embed/>
                </p:oleObj>
              </mc:Choice>
              <mc:Fallback>
                <p:oleObj name="Equation" r:id="rId12" imgW="5067000" imgH="685800" progId="Equation.3">
                  <p:embed/>
                  <p:pic>
                    <p:nvPicPr>
                      <p:cNvPr id="490513" name="Object 7">
                        <a:extLst>
                          <a:ext uri="{FF2B5EF4-FFF2-40B4-BE49-F238E27FC236}">
                            <a16:creationId xmlns:a16="http://schemas.microsoft.com/office/drawing/2014/main" id="{17450ACC-09E0-30DF-A77B-0FE7B5F45F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325" y="4724400"/>
                        <a:ext cx="50768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14" name="Object 8">
            <a:extLst>
              <a:ext uri="{FF2B5EF4-FFF2-40B4-BE49-F238E27FC236}">
                <a16:creationId xmlns:a16="http://schemas.microsoft.com/office/drawing/2014/main" id="{E8D14ACE-1619-717E-B84F-C5780F0389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5661025"/>
          <a:ext cx="33877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390840" imgH="901440" progId="Equation.3">
                  <p:embed/>
                </p:oleObj>
              </mc:Choice>
              <mc:Fallback>
                <p:oleObj name="Equation" r:id="rId14" imgW="3390840" imgH="901440" progId="Equation.3">
                  <p:embed/>
                  <p:pic>
                    <p:nvPicPr>
                      <p:cNvPr id="490514" name="Object 8">
                        <a:extLst>
                          <a:ext uri="{FF2B5EF4-FFF2-40B4-BE49-F238E27FC236}">
                            <a16:creationId xmlns:a16="http://schemas.microsoft.com/office/drawing/2014/main" id="{1E6FBC45-DC86-BAE2-0439-91820CD2C2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661025"/>
                        <a:ext cx="33877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0515" name="Object 9">
            <a:extLst>
              <a:ext uri="{FF2B5EF4-FFF2-40B4-BE49-F238E27FC236}">
                <a16:creationId xmlns:a16="http://schemas.microsoft.com/office/drawing/2014/main" id="{CC958517-4521-A908-1287-52260689F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5622925"/>
          <a:ext cx="27146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17640" imgH="901440" progId="Equation.3">
                  <p:embed/>
                </p:oleObj>
              </mc:Choice>
              <mc:Fallback>
                <p:oleObj name="Equation" r:id="rId16" imgW="2717640" imgH="901440" progId="Equation.3">
                  <p:embed/>
                  <p:pic>
                    <p:nvPicPr>
                      <p:cNvPr id="490515" name="Object 9">
                        <a:extLst>
                          <a:ext uri="{FF2B5EF4-FFF2-40B4-BE49-F238E27FC236}">
                            <a16:creationId xmlns:a16="http://schemas.microsoft.com/office/drawing/2014/main" id="{B94418FB-598A-9DA7-9248-15BE7B6EAF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622925"/>
                        <a:ext cx="27146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16" name="Text Box 20">
            <a:extLst>
              <a:ext uri="{FF2B5EF4-FFF2-40B4-BE49-F238E27FC236}">
                <a16:creationId xmlns:a16="http://schemas.microsoft.com/office/drawing/2014/main" id="{FABEB9F0-0534-8BAF-C9F1-9BCD7C468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04800"/>
            <a:ext cx="8077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装沙子后总质量为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的车由静止开始运动，运动过程中合外力始终为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，每秒漏沙量为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</a:t>
            </a:r>
            <a:r>
              <a:rPr kumimoji="1" lang="zh-CN" altLang="en-US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490517" name="Rectangle 21">
            <a:extLst>
              <a:ext uri="{FF2B5EF4-FFF2-40B4-BE49-F238E27FC236}">
                <a16:creationId xmlns:a16="http://schemas.microsoft.com/office/drawing/2014/main" id="{D11370C2-56D2-C3E9-2CF3-0E3C7FAB7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6764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90518" name="Text Box 22">
            <a:extLst>
              <a:ext uri="{FF2B5EF4-FFF2-40B4-BE49-F238E27FC236}">
                <a16:creationId xmlns:a16="http://schemas.microsoft.com/office/drawing/2014/main" id="{7529ABDC-DB03-0E29-67F4-A8A6B235F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764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取车和沙子为研究对象，地面参考系如图，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 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  <a:r>
              <a:rPr kumimoji="1" lang="en-US" altLang="zh-CN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Bookman Old Style" panose="02050604050505020204" pitchFamily="18" charset="0"/>
                <a:ea typeface="宋体" panose="02010600030101010101" pitchFamily="2" charset="-122"/>
              </a:rPr>
              <a:t>v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0</a:t>
            </a:r>
          </a:p>
        </p:txBody>
      </p:sp>
      <p:sp>
        <p:nvSpPr>
          <p:cNvPr id="490519" name="Text Box 23">
            <a:extLst>
              <a:ext uri="{FF2B5EF4-FFF2-40B4-BE49-F238E27FC236}">
                <a16:creationId xmlns:a16="http://schemas.microsoft.com/office/drawing/2014/main" id="{0F79CEA6-F012-682F-D125-1FF7E928B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04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grpSp>
        <p:nvGrpSpPr>
          <p:cNvPr id="3" name="Group 24">
            <a:extLst>
              <a:ext uri="{FF2B5EF4-FFF2-40B4-BE49-F238E27FC236}">
                <a16:creationId xmlns:a16="http://schemas.microsoft.com/office/drawing/2014/main" id="{4F284DA1-ACBF-4E19-FE8F-9E175AF07ED8}"/>
              </a:ext>
            </a:extLst>
          </p:cNvPr>
          <p:cNvGrpSpPr>
            <a:grpSpLocks/>
          </p:cNvGrpSpPr>
          <p:nvPr/>
        </p:nvGrpSpPr>
        <p:grpSpPr bwMode="auto">
          <a:xfrm>
            <a:off x="7829550" y="2514600"/>
            <a:ext cx="533400" cy="457200"/>
            <a:chOff x="2352" y="1488"/>
            <a:chExt cx="336" cy="288"/>
          </a:xfrm>
        </p:grpSpPr>
        <p:sp>
          <p:nvSpPr>
            <p:cNvPr id="16410" name="Line 25">
              <a:extLst>
                <a:ext uri="{FF2B5EF4-FFF2-40B4-BE49-F238E27FC236}">
                  <a16:creationId xmlns:a16="http://schemas.microsoft.com/office/drawing/2014/main" id="{DA1E3AF4-0AF4-1CBA-4559-26591F0D4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776"/>
              <a:ext cx="240" cy="0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1" name="Text Box 26">
              <a:extLst>
                <a:ext uri="{FF2B5EF4-FFF2-40B4-BE49-F238E27FC236}">
                  <a16:creationId xmlns:a16="http://schemas.microsoft.com/office/drawing/2014/main" id="{7CF46195-06CC-B40A-227E-20071C4EB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4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</a:p>
          </p:txBody>
        </p:sp>
      </p:grpSp>
      <p:sp>
        <p:nvSpPr>
          <p:cNvPr id="490523" name="Rectangle 27" descr="25%">
            <a:extLst>
              <a:ext uri="{FF2B5EF4-FFF2-40B4-BE49-F238E27FC236}">
                <a16:creationId xmlns:a16="http://schemas.microsoft.com/office/drawing/2014/main" id="{E86D2D74-7FD8-2998-CCC8-6ACC08A69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2636838"/>
            <a:ext cx="1943100" cy="706437"/>
          </a:xfrm>
          <a:prstGeom prst="rect">
            <a:avLst/>
          </a:prstGeom>
          <a:pattFill prst="pct25">
            <a:fgClr>
              <a:srgbClr val="FF6600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470A937E-F48F-248C-1C45-B7440049E08C}"/>
              </a:ext>
            </a:extLst>
          </p:cNvPr>
          <p:cNvGrpSpPr>
            <a:grpSpLocks/>
          </p:cNvGrpSpPr>
          <p:nvPr/>
        </p:nvGrpSpPr>
        <p:grpSpPr bwMode="auto">
          <a:xfrm>
            <a:off x="7448550" y="3276600"/>
            <a:ext cx="1371600" cy="457200"/>
            <a:chOff x="1680" y="2112"/>
            <a:chExt cx="864" cy="288"/>
          </a:xfrm>
        </p:grpSpPr>
        <p:sp>
          <p:nvSpPr>
            <p:cNvPr id="16408" name="Line 29">
              <a:extLst>
                <a:ext uri="{FF2B5EF4-FFF2-40B4-BE49-F238E27FC236}">
                  <a16:creationId xmlns:a16="http://schemas.microsoft.com/office/drawing/2014/main" id="{FDFA6A47-381F-7366-8C95-E0082304AF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52"/>
              <a:ext cx="864" cy="0"/>
            </a:xfrm>
            <a:prstGeom prst="line">
              <a:avLst/>
            </a:prstGeom>
            <a:noFill/>
            <a:ln w="952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9" name="Text Box 30">
              <a:extLst>
                <a:ext uri="{FF2B5EF4-FFF2-40B4-BE49-F238E27FC236}">
                  <a16:creationId xmlns:a16="http://schemas.microsoft.com/office/drawing/2014/main" id="{A84A85F0-BB21-A99C-E9AD-22A7808A58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1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</p:grpSp>
      <p:sp>
        <p:nvSpPr>
          <p:cNvPr id="490527" name="Freeform 31" descr="25%">
            <a:extLst>
              <a:ext uri="{FF2B5EF4-FFF2-40B4-BE49-F238E27FC236}">
                <a16:creationId xmlns:a16="http://schemas.microsoft.com/office/drawing/2014/main" id="{11374B42-2135-B6AE-3A4E-7AD36251E06C}"/>
              </a:ext>
            </a:extLst>
          </p:cNvPr>
          <p:cNvSpPr>
            <a:spLocks/>
          </p:cNvSpPr>
          <p:nvPr/>
        </p:nvSpPr>
        <p:spPr bwMode="auto">
          <a:xfrm>
            <a:off x="6726238" y="3314700"/>
            <a:ext cx="284162" cy="200025"/>
          </a:xfrm>
          <a:custGeom>
            <a:avLst/>
            <a:gdLst>
              <a:gd name="T0" fmla="*/ 2147483647 w 179"/>
              <a:gd name="T1" fmla="*/ 2147483647 h 126"/>
              <a:gd name="T2" fmla="*/ 2147483647 w 179"/>
              <a:gd name="T3" fmla="*/ 2147483647 h 126"/>
              <a:gd name="T4" fmla="*/ 2147483647 w 179"/>
              <a:gd name="T5" fmla="*/ 0 h 126"/>
              <a:gd name="T6" fmla="*/ 2147483647 w 179"/>
              <a:gd name="T7" fmla="*/ 2147483647 h 126"/>
              <a:gd name="T8" fmla="*/ 2147483647 w 179"/>
              <a:gd name="T9" fmla="*/ 2147483647 h 126"/>
              <a:gd name="T10" fmla="*/ 2147483647 w 179"/>
              <a:gd name="T11" fmla="*/ 2147483647 h 126"/>
              <a:gd name="T12" fmla="*/ 2147483647 w 179"/>
              <a:gd name="T13" fmla="*/ 2147483647 h 126"/>
              <a:gd name="T14" fmla="*/ 2147483647 w 179"/>
              <a:gd name="T15" fmla="*/ 2147483647 h 126"/>
              <a:gd name="T16" fmla="*/ 2147483647 w 179"/>
              <a:gd name="T17" fmla="*/ 2147483647 h 12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79"/>
              <a:gd name="T28" fmla="*/ 0 h 126"/>
              <a:gd name="T29" fmla="*/ 179 w 179"/>
              <a:gd name="T30" fmla="*/ 126 h 12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79" h="126">
                <a:moveTo>
                  <a:pt x="23" y="96"/>
                </a:moveTo>
                <a:cubicBezTo>
                  <a:pt x="22" y="87"/>
                  <a:pt x="9" y="41"/>
                  <a:pt x="23" y="24"/>
                </a:cubicBezTo>
                <a:cubicBezTo>
                  <a:pt x="35" y="9"/>
                  <a:pt x="77" y="0"/>
                  <a:pt x="77" y="0"/>
                </a:cubicBezTo>
                <a:cubicBezTo>
                  <a:pt x="93" y="2"/>
                  <a:pt x="110" y="1"/>
                  <a:pt x="125" y="6"/>
                </a:cubicBezTo>
                <a:cubicBezTo>
                  <a:pt x="139" y="11"/>
                  <a:pt x="149" y="22"/>
                  <a:pt x="161" y="30"/>
                </a:cubicBezTo>
                <a:cubicBezTo>
                  <a:pt x="167" y="34"/>
                  <a:pt x="179" y="42"/>
                  <a:pt x="179" y="42"/>
                </a:cubicBezTo>
                <a:cubicBezTo>
                  <a:pt x="118" y="57"/>
                  <a:pt x="151" y="97"/>
                  <a:pt x="107" y="126"/>
                </a:cubicBezTo>
                <a:cubicBezTo>
                  <a:pt x="91" y="124"/>
                  <a:pt x="75" y="124"/>
                  <a:pt x="59" y="120"/>
                </a:cubicBezTo>
                <a:cubicBezTo>
                  <a:pt x="59" y="120"/>
                  <a:pt x="0" y="96"/>
                  <a:pt x="23" y="96"/>
                </a:cubicBezTo>
                <a:close/>
              </a:path>
            </a:pathLst>
          </a:custGeom>
          <a:pattFill prst="pct25">
            <a:fgClr>
              <a:srgbClr val="FF3300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0528" name="Text Box 32">
            <a:extLst>
              <a:ext uri="{FF2B5EF4-FFF2-40B4-BE49-F238E27FC236}">
                <a16:creationId xmlns:a16="http://schemas.microsoft.com/office/drawing/2014/main" id="{BB2266C4-D7BB-51FC-2D02-47DB45A4A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490529" name="Text Box 33">
            <a:extLst>
              <a:ext uri="{FF2B5EF4-FFF2-40B4-BE49-F238E27FC236}">
                <a16:creationId xmlns:a16="http://schemas.microsoft.com/office/drawing/2014/main" id="{F6786982-657F-4D44-1355-BBE2878ED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3000"/>
            <a:ext cx="3449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800" i="1">
                <a:solidFill>
                  <a:srgbClr val="FF99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时刻车运动的速度。</a:t>
            </a:r>
          </a:p>
        </p:txBody>
      </p:sp>
      <p:graphicFrame>
        <p:nvGraphicFramePr>
          <p:cNvPr id="490530" name="Object 10">
            <a:extLst>
              <a:ext uri="{FF2B5EF4-FFF2-40B4-BE49-F238E27FC236}">
                <a16:creationId xmlns:a16="http://schemas.microsoft.com/office/drawing/2014/main" id="{F5650BE5-451A-A2FF-CE62-C6B0FB0446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5661025"/>
          <a:ext cx="16240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25400" imgH="838080" progId="Equation.3">
                  <p:embed/>
                </p:oleObj>
              </mc:Choice>
              <mc:Fallback>
                <p:oleObj name="公式" r:id="rId18" imgW="1625400" imgH="838080" progId="Equation.3">
                  <p:embed/>
                  <p:pic>
                    <p:nvPicPr>
                      <p:cNvPr id="490530" name="Object 10">
                        <a:extLst>
                          <a:ext uri="{FF2B5EF4-FFF2-40B4-BE49-F238E27FC236}">
                            <a16:creationId xmlns:a16="http://schemas.microsoft.com/office/drawing/2014/main" id="{0398FE6E-29B7-B80C-426F-4D0E47E344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661025"/>
                        <a:ext cx="16240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0531" name="Picture 35" descr="j0293240">
            <a:extLst>
              <a:ext uri="{FF2B5EF4-FFF2-40B4-BE49-F238E27FC236}">
                <a16:creationId xmlns:a16="http://schemas.microsoft.com/office/drawing/2014/main" id="{33384596-49C9-59F2-4DA3-821392FB6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65585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90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9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9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0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0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0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9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0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0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90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90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90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90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90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90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516" grpId="0" autoUpdateAnimBg="0"/>
      <p:bldP spid="490517" grpId="0" autoUpdateAnimBg="0"/>
      <p:bldP spid="490518" grpId="0" autoUpdateAnimBg="0"/>
      <p:bldP spid="490519" grpId="0" autoUpdateAnimBg="0"/>
      <p:bldP spid="490523" grpId="0" animBg="1"/>
      <p:bldP spid="490528" grpId="0" autoUpdateAnimBg="0"/>
      <p:bldP spid="490529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9" name="Rectangle 5">
            <a:extLst>
              <a:ext uri="{FF2B5EF4-FFF2-40B4-BE49-F238E27FC236}">
                <a16:creationId xmlns:a16="http://schemas.microsoft.com/office/drawing/2014/main" id="{CEB30B3E-7358-BAF2-BBC4-675A6A7BB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8938" y="234950"/>
            <a:ext cx="58943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§2.4</a:t>
            </a:r>
            <a:r>
              <a:rPr kumimoji="1" lang="en-US" altLang="zh-CN" sz="3200">
                <a:solidFill>
                  <a:srgbClr val="66FF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3200">
                <a:solidFill>
                  <a:srgbClr val="66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牛顿运动定律的适用范围</a:t>
            </a:r>
          </a:p>
        </p:txBody>
      </p:sp>
      <p:sp>
        <p:nvSpPr>
          <p:cNvPr id="523319" name="Text Box 55">
            <a:extLst>
              <a:ext uri="{FF2B5EF4-FFF2-40B4-BE49-F238E27FC236}">
                <a16:creationId xmlns:a16="http://schemas.microsoft.com/office/drawing/2014/main" id="{6A8DB490-3D1A-0E9F-58B3-E8802E4C4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717550"/>
            <a:ext cx="5267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一、惯性系和非惯性系</a:t>
            </a:r>
            <a:endParaRPr kumimoji="1" lang="zh-CN" altLang="en-US" b="0">
              <a:solidFill>
                <a:srgbClr val="66FF33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" name="Group 56">
            <a:extLst>
              <a:ext uri="{FF2B5EF4-FFF2-40B4-BE49-F238E27FC236}">
                <a16:creationId xmlns:a16="http://schemas.microsoft.com/office/drawing/2014/main" id="{BB686220-2B36-4A6E-346E-C2FD3699F0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00675" y="3201988"/>
            <a:ext cx="3190875" cy="1619250"/>
            <a:chOff x="1615" y="1092"/>
            <a:chExt cx="2233" cy="1133"/>
          </a:xfrm>
        </p:grpSpPr>
        <p:sp>
          <p:nvSpPr>
            <p:cNvPr id="10354" name="AutoShape 57">
              <a:extLst>
                <a:ext uri="{FF2B5EF4-FFF2-40B4-BE49-F238E27FC236}">
                  <a16:creationId xmlns:a16="http://schemas.microsoft.com/office/drawing/2014/main" id="{EB1CA2F2-5949-381F-C881-DF85E1FBF42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24" y="1102"/>
              <a:ext cx="2215" cy="1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5" name="Freeform 58">
              <a:extLst>
                <a:ext uri="{FF2B5EF4-FFF2-40B4-BE49-F238E27FC236}">
                  <a16:creationId xmlns:a16="http://schemas.microsoft.com/office/drawing/2014/main" id="{4493B47B-2AD1-4882-30EE-407218C5572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24" y="1102"/>
              <a:ext cx="2215" cy="957"/>
            </a:xfrm>
            <a:custGeom>
              <a:avLst/>
              <a:gdLst>
                <a:gd name="T0" fmla="*/ 43 w 2215"/>
                <a:gd name="T1" fmla="*/ 140 h 957"/>
                <a:gd name="T2" fmla="*/ 143 w 2215"/>
                <a:gd name="T3" fmla="*/ 29 h 957"/>
                <a:gd name="T4" fmla="*/ 1775 w 2215"/>
                <a:gd name="T5" fmla="*/ 29 h 957"/>
                <a:gd name="T6" fmla="*/ 1775 w 2215"/>
                <a:gd name="T7" fmla="*/ 0 h 957"/>
                <a:gd name="T8" fmla="*/ 2070 w 2215"/>
                <a:gd name="T9" fmla="*/ 0 h 957"/>
                <a:gd name="T10" fmla="*/ 2070 w 2215"/>
                <a:gd name="T11" fmla="*/ 106 h 957"/>
                <a:gd name="T12" fmla="*/ 1864 w 2215"/>
                <a:gd name="T13" fmla="*/ 106 h 957"/>
                <a:gd name="T14" fmla="*/ 1926 w 2215"/>
                <a:gd name="T15" fmla="*/ 578 h 957"/>
                <a:gd name="T16" fmla="*/ 2133 w 2215"/>
                <a:gd name="T17" fmla="*/ 578 h 957"/>
                <a:gd name="T18" fmla="*/ 2133 w 2215"/>
                <a:gd name="T19" fmla="*/ 487 h 957"/>
                <a:gd name="T20" fmla="*/ 2135 w 2215"/>
                <a:gd name="T21" fmla="*/ 487 h 957"/>
                <a:gd name="T22" fmla="*/ 2143 w 2215"/>
                <a:gd name="T23" fmla="*/ 484 h 957"/>
                <a:gd name="T24" fmla="*/ 2154 w 2215"/>
                <a:gd name="T25" fmla="*/ 482 h 957"/>
                <a:gd name="T26" fmla="*/ 2167 w 2215"/>
                <a:gd name="T27" fmla="*/ 484 h 957"/>
                <a:gd name="T28" fmla="*/ 2185 w 2215"/>
                <a:gd name="T29" fmla="*/ 494 h 957"/>
                <a:gd name="T30" fmla="*/ 2200 w 2215"/>
                <a:gd name="T31" fmla="*/ 513 h 957"/>
                <a:gd name="T32" fmla="*/ 2211 w 2215"/>
                <a:gd name="T33" fmla="*/ 545 h 957"/>
                <a:gd name="T34" fmla="*/ 2215 w 2215"/>
                <a:gd name="T35" fmla="*/ 595 h 957"/>
                <a:gd name="T36" fmla="*/ 2215 w 2215"/>
                <a:gd name="T37" fmla="*/ 701 h 957"/>
                <a:gd name="T38" fmla="*/ 2215 w 2215"/>
                <a:gd name="T39" fmla="*/ 795 h 957"/>
                <a:gd name="T40" fmla="*/ 2215 w 2215"/>
                <a:gd name="T41" fmla="*/ 863 h 957"/>
                <a:gd name="T42" fmla="*/ 2215 w 2215"/>
                <a:gd name="T43" fmla="*/ 889 h 957"/>
                <a:gd name="T44" fmla="*/ 2200 w 2215"/>
                <a:gd name="T45" fmla="*/ 935 h 957"/>
                <a:gd name="T46" fmla="*/ 362 w 2215"/>
                <a:gd name="T47" fmla="*/ 935 h 957"/>
                <a:gd name="T48" fmla="*/ 321 w 2215"/>
                <a:gd name="T49" fmla="*/ 957 h 957"/>
                <a:gd name="T50" fmla="*/ 0 w 2215"/>
                <a:gd name="T51" fmla="*/ 957 h 957"/>
                <a:gd name="T52" fmla="*/ 0 w 2215"/>
                <a:gd name="T53" fmla="*/ 882 h 957"/>
                <a:gd name="T54" fmla="*/ 43 w 2215"/>
                <a:gd name="T55" fmla="*/ 831 h 957"/>
                <a:gd name="T56" fmla="*/ 43 w 2215"/>
                <a:gd name="T57" fmla="*/ 140 h 95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15"/>
                <a:gd name="T88" fmla="*/ 0 h 957"/>
                <a:gd name="T89" fmla="*/ 2215 w 2215"/>
                <a:gd name="T90" fmla="*/ 957 h 95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15" h="957">
                  <a:moveTo>
                    <a:pt x="43" y="140"/>
                  </a:moveTo>
                  <a:lnTo>
                    <a:pt x="143" y="29"/>
                  </a:lnTo>
                  <a:lnTo>
                    <a:pt x="1775" y="29"/>
                  </a:lnTo>
                  <a:lnTo>
                    <a:pt x="1775" y="0"/>
                  </a:lnTo>
                  <a:lnTo>
                    <a:pt x="2070" y="0"/>
                  </a:lnTo>
                  <a:lnTo>
                    <a:pt x="2070" y="106"/>
                  </a:lnTo>
                  <a:lnTo>
                    <a:pt x="1864" y="106"/>
                  </a:lnTo>
                  <a:lnTo>
                    <a:pt x="1926" y="578"/>
                  </a:lnTo>
                  <a:lnTo>
                    <a:pt x="2133" y="578"/>
                  </a:lnTo>
                  <a:lnTo>
                    <a:pt x="2133" y="487"/>
                  </a:lnTo>
                  <a:lnTo>
                    <a:pt x="2135" y="487"/>
                  </a:lnTo>
                  <a:lnTo>
                    <a:pt x="2143" y="484"/>
                  </a:lnTo>
                  <a:lnTo>
                    <a:pt x="2154" y="482"/>
                  </a:lnTo>
                  <a:lnTo>
                    <a:pt x="2167" y="484"/>
                  </a:lnTo>
                  <a:lnTo>
                    <a:pt x="2185" y="494"/>
                  </a:lnTo>
                  <a:lnTo>
                    <a:pt x="2200" y="513"/>
                  </a:lnTo>
                  <a:lnTo>
                    <a:pt x="2211" y="545"/>
                  </a:lnTo>
                  <a:lnTo>
                    <a:pt x="2215" y="595"/>
                  </a:lnTo>
                  <a:lnTo>
                    <a:pt x="2215" y="701"/>
                  </a:lnTo>
                  <a:lnTo>
                    <a:pt x="2215" y="795"/>
                  </a:lnTo>
                  <a:lnTo>
                    <a:pt x="2215" y="863"/>
                  </a:lnTo>
                  <a:lnTo>
                    <a:pt x="2215" y="889"/>
                  </a:lnTo>
                  <a:lnTo>
                    <a:pt x="2200" y="935"/>
                  </a:lnTo>
                  <a:lnTo>
                    <a:pt x="362" y="935"/>
                  </a:lnTo>
                  <a:lnTo>
                    <a:pt x="321" y="957"/>
                  </a:lnTo>
                  <a:lnTo>
                    <a:pt x="0" y="957"/>
                  </a:lnTo>
                  <a:lnTo>
                    <a:pt x="0" y="882"/>
                  </a:lnTo>
                  <a:lnTo>
                    <a:pt x="43" y="831"/>
                  </a:lnTo>
                  <a:lnTo>
                    <a:pt x="43" y="140"/>
                  </a:lnTo>
                  <a:close/>
                </a:path>
              </a:pathLst>
            </a:custGeom>
            <a:solidFill>
              <a:srgbClr val="00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6" name="Freeform 59">
              <a:extLst>
                <a:ext uri="{FF2B5EF4-FFF2-40B4-BE49-F238E27FC236}">
                  <a16:creationId xmlns:a16="http://schemas.microsoft.com/office/drawing/2014/main" id="{D9408C93-658D-D99B-22FF-11A7DF2B0B2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61" y="1121"/>
              <a:ext cx="113" cy="128"/>
            </a:xfrm>
            <a:custGeom>
              <a:avLst/>
              <a:gdLst>
                <a:gd name="T0" fmla="*/ 106 w 113"/>
                <a:gd name="T1" fmla="*/ 0 h 128"/>
                <a:gd name="T2" fmla="*/ 100 w 113"/>
                <a:gd name="T3" fmla="*/ 3 h 128"/>
                <a:gd name="T4" fmla="*/ 0 w 113"/>
                <a:gd name="T5" fmla="*/ 114 h 128"/>
                <a:gd name="T6" fmla="*/ 13 w 113"/>
                <a:gd name="T7" fmla="*/ 128 h 128"/>
                <a:gd name="T8" fmla="*/ 113 w 113"/>
                <a:gd name="T9" fmla="*/ 17 h 128"/>
                <a:gd name="T10" fmla="*/ 106 w 113"/>
                <a:gd name="T11" fmla="*/ 20 h 128"/>
                <a:gd name="T12" fmla="*/ 106 w 113"/>
                <a:gd name="T13" fmla="*/ 0 h 128"/>
                <a:gd name="T14" fmla="*/ 104 w 113"/>
                <a:gd name="T15" fmla="*/ 0 h 128"/>
                <a:gd name="T16" fmla="*/ 100 w 113"/>
                <a:gd name="T17" fmla="*/ 3 h 128"/>
                <a:gd name="T18" fmla="*/ 106 w 113"/>
                <a:gd name="T19" fmla="*/ 0 h 1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3"/>
                <a:gd name="T31" fmla="*/ 0 h 128"/>
                <a:gd name="T32" fmla="*/ 113 w 113"/>
                <a:gd name="T33" fmla="*/ 128 h 1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3" h="128">
                  <a:moveTo>
                    <a:pt x="106" y="0"/>
                  </a:moveTo>
                  <a:lnTo>
                    <a:pt x="100" y="3"/>
                  </a:lnTo>
                  <a:lnTo>
                    <a:pt x="0" y="114"/>
                  </a:lnTo>
                  <a:lnTo>
                    <a:pt x="13" y="128"/>
                  </a:lnTo>
                  <a:lnTo>
                    <a:pt x="113" y="17"/>
                  </a:lnTo>
                  <a:lnTo>
                    <a:pt x="106" y="20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0" y="3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7" name="Freeform 60">
              <a:extLst>
                <a:ext uri="{FF2B5EF4-FFF2-40B4-BE49-F238E27FC236}">
                  <a16:creationId xmlns:a16="http://schemas.microsoft.com/office/drawing/2014/main" id="{E1E85481-08CB-4F05-F3A4-F4B735A322E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67" y="1121"/>
              <a:ext cx="1640" cy="20"/>
            </a:xfrm>
            <a:custGeom>
              <a:avLst/>
              <a:gdLst>
                <a:gd name="T0" fmla="*/ 1623 w 1640"/>
                <a:gd name="T1" fmla="*/ 10 h 20"/>
                <a:gd name="T2" fmla="*/ 1632 w 1640"/>
                <a:gd name="T3" fmla="*/ 0 h 20"/>
                <a:gd name="T4" fmla="*/ 0 w 1640"/>
                <a:gd name="T5" fmla="*/ 0 h 20"/>
                <a:gd name="T6" fmla="*/ 0 w 1640"/>
                <a:gd name="T7" fmla="*/ 20 h 20"/>
                <a:gd name="T8" fmla="*/ 1632 w 1640"/>
                <a:gd name="T9" fmla="*/ 20 h 20"/>
                <a:gd name="T10" fmla="*/ 1640 w 1640"/>
                <a:gd name="T11" fmla="*/ 10 h 20"/>
                <a:gd name="T12" fmla="*/ 1632 w 1640"/>
                <a:gd name="T13" fmla="*/ 20 h 20"/>
                <a:gd name="T14" fmla="*/ 1640 w 1640"/>
                <a:gd name="T15" fmla="*/ 20 h 20"/>
                <a:gd name="T16" fmla="*/ 1640 w 1640"/>
                <a:gd name="T17" fmla="*/ 10 h 20"/>
                <a:gd name="T18" fmla="*/ 1623 w 1640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40"/>
                <a:gd name="T31" fmla="*/ 0 h 20"/>
                <a:gd name="T32" fmla="*/ 1640 w 1640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40" h="20">
                  <a:moveTo>
                    <a:pt x="1623" y="10"/>
                  </a:moveTo>
                  <a:lnTo>
                    <a:pt x="1632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1632" y="20"/>
                  </a:lnTo>
                  <a:lnTo>
                    <a:pt x="1640" y="10"/>
                  </a:lnTo>
                  <a:lnTo>
                    <a:pt x="1632" y="20"/>
                  </a:lnTo>
                  <a:lnTo>
                    <a:pt x="1640" y="20"/>
                  </a:lnTo>
                  <a:lnTo>
                    <a:pt x="1640" y="10"/>
                  </a:lnTo>
                  <a:lnTo>
                    <a:pt x="1623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8" name="Freeform 61">
              <a:extLst>
                <a:ext uri="{FF2B5EF4-FFF2-40B4-BE49-F238E27FC236}">
                  <a16:creationId xmlns:a16="http://schemas.microsoft.com/office/drawing/2014/main" id="{53202853-682E-E7A6-2745-119D9262D11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90" y="1092"/>
              <a:ext cx="17" cy="39"/>
            </a:xfrm>
            <a:custGeom>
              <a:avLst/>
              <a:gdLst>
                <a:gd name="T0" fmla="*/ 9 w 17"/>
                <a:gd name="T1" fmla="*/ 0 h 39"/>
                <a:gd name="T2" fmla="*/ 0 w 17"/>
                <a:gd name="T3" fmla="*/ 10 h 39"/>
                <a:gd name="T4" fmla="*/ 0 w 17"/>
                <a:gd name="T5" fmla="*/ 39 h 39"/>
                <a:gd name="T6" fmla="*/ 17 w 17"/>
                <a:gd name="T7" fmla="*/ 39 h 39"/>
                <a:gd name="T8" fmla="*/ 17 w 17"/>
                <a:gd name="T9" fmla="*/ 10 h 39"/>
                <a:gd name="T10" fmla="*/ 9 w 17"/>
                <a:gd name="T11" fmla="*/ 20 h 39"/>
                <a:gd name="T12" fmla="*/ 9 w 17"/>
                <a:gd name="T13" fmla="*/ 0 h 39"/>
                <a:gd name="T14" fmla="*/ 0 w 17"/>
                <a:gd name="T15" fmla="*/ 0 h 39"/>
                <a:gd name="T16" fmla="*/ 0 w 17"/>
                <a:gd name="T17" fmla="*/ 10 h 39"/>
                <a:gd name="T18" fmla="*/ 9 w 17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39"/>
                <a:gd name="T32" fmla="*/ 17 w 17"/>
                <a:gd name="T33" fmla="*/ 39 h 3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39">
                  <a:moveTo>
                    <a:pt x="9" y="0"/>
                  </a:moveTo>
                  <a:lnTo>
                    <a:pt x="0" y="10"/>
                  </a:lnTo>
                  <a:lnTo>
                    <a:pt x="0" y="39"/>
                  </a:lnTo>
                  <a:lnTo>
                    <a:pt x="17" y="39"/>
                  </a:lnTo>
                  <a:lnTo>
                    <a:pt x="17" y="10"/>
                  </a:lnTo>
                  <a:lnTo>
                    <a:pt x="9" y="20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9" name="Freeform 62">
              <a:extLst>
                <a:ext uri="{FF2B5EF4-FFF2-40B4-BE49-F238E27FC236}">
                  <a16:creationId xmlns:a16="http://schemas.microsoft.com/office/drawing/2014/main" id="{3A63D538-1FF3-D6F1-396E-79422FC0BB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99" y="1092"/>
              <a:ext cx="303" cy="20"/>
            </a:xfrm>
            <a:custGeom>
              <a:avLst/>
              <a:gdLst>
                <a:gd name="T0" fmla="*/ 303 w 303"/>
                <a:gd name="T1" fmla="*/ 10 h 20"/>
                <a:gd name="T2" fmla="*/ 295 w 303"/>
                <a:gd name="T3" fmla="*/ 0 h 20"/>
                <a:gd name="T4" fmla="*/ 0 w 303"/>
                <a:gd name="T5" fmla="*/ 0 h 20"/>
                <a:gd name="T6" fmla="*/ 0 w 303"/>
                <a:gd name="T7" fmla="*/ 20 h 20"/>
                <a:gd name="T8" fmla="*/ 295 w 303"/>
                <a:gd name="T9" fmla="*/ 20 h 20"/>
                <a:gd name="T10" fmla="*/ 286 w 303"/>
                <a:gd name="T11" fmla="*/ 10 h 20"/>
                <a:gd name="T12" fmla="*/ 303 w 303"/>
                <a:gd name="T13" fmla="*/ 10 h 20"/>
                <a:gd name="T14" fmla="*/ 303 w 303"/>
                <a:gd name="T15" fmla="*/ 0 h 20"/>
                <a:gd name="T16" fmla="*/ 295 w 303"/>
                <a:gd name="T17" fmla="*/ 0 h 20"/>
                <a:gd name="T18" fmla="*/ 303 w 303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3"/>
                <a:gd name="T31" fmla="*/ 0 h 20"/>
                <a:gd name="T32" fmla="*/ 303 w 303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3" h="20">
                  <a:moveTo>
                    <a:pt x="303" y="10"/>
                  </a:moveTo>
                  <a:lnTo>
                    <a:pt x="295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295" y="20"/>
                  </a:lnTo>
                  <a:lnTo>
                    <a:pt x="286" y="10"/>
                  </a:lnTo>
                  <a:lnTo>
                    <a:pt x="303" y="10"/>
                  </a:lnTo>
                  <a:lnTo>
                    <a:pt x="303" y="0"/>
                  </a:lnTo>
                  <a:lnTo>
                    <a:pt x="295" y="0"/>
                  </a:lnTo>
                  <a:lnTo>
                    <a:pt x="303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0" name="Freeform 63">
              <a:extLst>
                <a:ext uri="{FF2B5EF4-FFF2-40B4-BE49-F238E27FC236}">
                  <a16:creationId xmlns:a16="http://schemas.microsoft.com/office/drawing/2014/main" id="{5A45BB2E-BB0D-7806-2421-53EA8DE3E73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85" y="1102"/>
              <a:ext cx="17" cy="116"/>
            </a:xfrm>
            <a:custGeom>
              <a:avLst/>
              <a:gdLst>
                <a:gd name="T0" fmla="*/ 9 w 17"/>
                <a:gd name="T1" fmla="*/ 116 h 116"/>
                <a:gd name="T2" fmla="*/ 17 w 17"/>
                <a:gd name="T3" fmla="*/ 106 h 116"/>
                <a:gd name="T4" fmla="*/ 17 w 17"/>
                <a:gd name="T5" fmla="*/ 0 h 116"/>
                <a:gd name="T6" fmla="*/ 0 w 17"/>
                <a:gd name="T7" fmla="*/ 0 h 116"/>
                <a:gd name="T8" fmla="*/ 0 w 17"/>
                <a:gd name="T9" fmla="*/ 106 h 116"/>
                <a:gd name="T10" fmla="*/ 9 w 17"/>
                <a:gd name="T11" fmla="*/ 96 h 116"/>
                <a:gd name="T12" fmla="*/ 9 w 17"/>
                <a:gd name="T13" fmla="*/ 116 h 116"/>
                <a:gd name="T14" fmla="*/ 17 w 17"/>
                <a:gd name="T15" fmla="*/ 116 h 116"/>
                <a:gd name="T16" fmla="*/ 17 w 17"/>
                <a:gd name="T17" fmla="*/ 106 h 116"/>
                <a:gd name="T18" fmla="*/ 9 w 17"/>
                <a:gd name="T19" fmla="*/ 116 h 1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116"/>
                <a:gd name="T32" fmla="*/ 17 w 17"/>
                <a:gd name="T33" fmla="*/ 116 h 11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116">
                  <a:moveTo>
                    <a:pt x="9" y="116"/>
                  </a:moveTo>
                  <a:lnTo>
                    <a:pt x="17" y="10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9" y="96"/>
                  </a:lnTo>
                  <a:lnTo>
                    <a:pt x="9" y="116"/>
                  </a:lnTo>
                  <a:lnTo>
                    <a:pt x="17" y="116"/>
                  </a:lnTo>
                  <a:lnTo>
                    <a:pt x="17" y="106"/>
                  </a:lnTo>
                  <a:lnTo>
                    <a:pt x="9" y="1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1" name="Freeform 64">
              <a:extLst>
                <a:ext uri="{FF2B5EF4-FFF2-40B4-BE49-F238E27FC236}">
                  <a16:creationId xmlns:a16="http://schemas.microsoft.com/office/drawing/2014/main" id="{87B45DDC-0167-F6B7-29BE-2D5AC4E62C7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7" y="1198"/>
              <a:ext cx="217" cy="20"/>
            </a:xfrm>
            <a:custGeom>
              <a:avLst/>
              <a:gdLst>
                <a:gd name="T0" fmla="*/ 19 w 217"/>
                <a:gd name="T1" fmla="*/ 10 h 20"/>
                <a:gd name="T2" fmla="*/ 11 w 217"/>
                <a:gd name="T3" fmla="*/ 20 h 20"/>
                <a:gd name="T4" fmla="*/ 217 w 217"/>
                <a:gd name="T5" fmla="*/ 20 h 20"/>
                <a:gd name="T6" fmla="*/ 217 w 217"/>
                <a:gd name="T7" fmla="*/ 0 h 20"/>
                <a:gd name="T8" fmla="*/ 11 w 217"/>
                <a:gd name="T9" fmla="*/ 0 h 20"/>
                <a:gd name="T10" fmla="*/ 2 w 217"/>
                <a:gd name="T11" fmla="*/ 10 h 20"/>
                <a:gd name="T12" fmla="*/ 11 w 217"/>
                <a:gd name="T13" fmla="*/ 0 h 20"/>
                <a:gd name="T14" fmla="*/ 0 w 217"/>
                <a:gd name="T15" fmla="*/ 0 h 20"/>
                <a:gd name="T16" fmla="*/ 2 w 217"/>
                <a:gd name="T17" fmla="*/ 10 h 20"/>
                <a:gd name="T18" fmla="*/ 19 w 217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7"/>
                <a:gd name="T31" fmla="*/ 0 h 20"/>
                <a:gd name="T32" fmla="*/ 217 w 217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7" h="20">
                  <a:moveTo>
                    <a:pt x="19" y="10"/>
                  </a:moveTo>
                  <a:lnTo>
                    <a:pt x="11" y="20"/>
                  </a:lnTo>
                  <a:lnTo>
                    <a:pt x="217" y="20"/>
                  </a:lnTo>
                  <a:lnTo>
                    <a:pt x="217" y="0"/>
                  </a:lnTo>
                  <a:lnTo>
                    <a:pt x="11" y="0"/>
                  </a:lnTo>
                  <a:lnTo>
                    <a:pt x="2" y="1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2" y="10"/>
                  </a:lnTo>
                  <a:lnTo>
                    <a:pt x="19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2" name="Freeform 65">
              <a:extLst>
                <a:ext uri="{FF2B5EF4-FFF2-40B4-BE49-F238E27FC236}">
                  <a16:creationId xmlns:a16="http://schemas.microsoft.com/office/drawing/2014/main" id="{E9EDD226-3FE5-787F-166D-617DA28FDFB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9" y="1208"/>
              <a:ext cx="80" cy="482"/>
            </a:xfrm>
            <a:custGeom>
              <a:avLst/>
              <a:gdLst>
                <a:gd name="T0" fmla="*/ 71 w 80"/>
                <a:gd name="T1" fmla="*/ 463 h 482"/>
                <a:gd name="T2" fmla="*/ 80 w 80"/>
                <a:gd name="T3" fmla="*/ 472 h 482"/>
                <a:gd name="T4" fmla="*/ 17 w 80"/>
                <a:gd name="T5" fmla="*/ 0 h 482"/>
                <a:gd name="T6" fmla="*/ 0 w 80"/>
                <a:gd name="T7" fmla="*/ 0 h 482"/>
                <a:gd name="T8" fmla="*/ 63 w 80"/>
                <a:gd name="T9" fmla="*/ 472 h 482"/>
                <a:gd name="T10" fmla="*/ 71 w 80"/>
                <a:gd name="T11" fmla="*/ 482 h 482"/>
                <a:gd name="T12" fmla="*/ 63 w 80"/>
                <a:gd name="T13" fmla="*/ 472 h 482"/>
                <a:gd name="T14" fmla="*/ 65 w 80"/>
                <a:gd name="T15" fmla="*/ 482 h 482"/>
                <a:gd name="T16" fmla="*/ 71 w 80"/>
                <a:gd name="T17" fmla="*/ 482 h 482"/>
                <a:gd name="T18" fmla="*/ 71 w 80"/>
                <a:gd name="T19" fmla="*/ 463 h 4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0"/>
                <a:gd name="T31" fmla="*/ 0 h 482"/>
                <a:gd name="T32" fmla="*/ 80 w 80"/>
                <a:gd name="T33" fmla="*/ 482 h 4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0" h="482">
                  <a:moveTo>
                    <a:pt x="71" y="463"/>
                  </a:moveTo>
                  <a:lnTo>
                    <a:pt x="80" y="47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63" y="472"/>
                  </a:lnTo>
                  <a:lnTo>
                    <a:pt x="71" y="482"/>
                  </a:lnTo>
                  <a:lnTo>
                    <a:pt x="63" y="472"/>
                  </a:lnTo>
                  <a:lnTo>
                    <a:pt x="65" y="482"/>
                  </a:lnTo>
                  <a:lnTo>
                    <a:pt x="71" y="482"/>
                  </a:lnTo>
                  <a:lnTo>
                    <a:pt x="71" y="4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3" name="Freeform 66">
              <a:extLst>
                <a:ext uri="{FF2B5EF4-FFF2-40B4-BE49-F238E27FC236}">
                  <a16:creationId xmlns:a16="http://schemas.microsoft.com/office/drawing/2014/main" id="{ECC2A2DC-C4FB-9630-99E4-6964C4BFEA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50" y="1671"/>
              <a:ext cx="215" cy="19"/>
            </a:xfrm>
            <a:custGeom>
              <a:avLst/>
              <a:gdLst>
                <a:gd name="T0" fmla="*/ 198 w 215"/>
                <a:gd name="T1" fmla="*/ 9 h 19"/>
                <a:gd name="T2" fmla="*/ 207 w 215"/>
                <a:gd name="T3" fmla="*/ 0 h 19"/>
                <a:gd name="T4" fmla="*/ 0 w 215"/>
                <a:gd name="T5" fmla="*/ 0 h 19"/>
                <a:gd name="T6" fmla="*/ 0 w 215"/>
                <a:gd name="T7" fmla="*/ 19 h 19"/>
                <a:gd name="T8" fmla="*/ 207 w 215"/>
                <a:gd name="T9" fmla="*/ 19 h 19"/>
                <a:gd name="T10" fmla="*/ 215 w 215"/>
                <a:gd name="T11" fmla="*/ 9 h 19"/>
                <a:gd name="T12" fmla="*/ 207 w 215"/>
                <a:gd name="T13" fmla="*/ 19 h 19"/>
                <a:gd name="T14" fmla="*/ 215 w 215"/>
                <a:gd name="T15" fmla="*/ 19 h 19"/>
                <a:gd name="T16" fmla="*/ 215 w 215"/>
                <a:gd name="T17" fmla="*/ 9 h 19"/>
                <a:gd name="T18" fmla="*/ 198 w 215"/>
                <a:gd name="T19" fmla="*/ 9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5"/>
                <a:gd name="T31" fmla="*/ 0 h 19"/>
                <a:gd name="T32" fmla="*/ 215 w 215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5" h="19">
                  <a:moveTo>
                    <a:pt x="198" y="9"/>
                  </a:moveTo>
                  <a:lnTo>
                    <a:pt x="207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207" y="19"/>
                  </a:lnTo>
                  <a:lnTo>
                    <a:pt x="215" y="9"/>
                  </a:lnTo>
                  <a:lnTo>
                    <a:pt x="207" y="19"/>
                  </a:lnTo>
                  <a:lnTo>
                    <a:pt x="215" y="19"/>
                  </a:lnTo>
                  <a:lnTo>
                    <a:pt x="215" y="9"/>
                  </a:lnTo>
                  <a:lnTo>
                    <a:pt x="19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4" name="Freeform 67">
              <a:extLst>
                <a:ext uri="{FF2B5EF4-FFF2-40B4-BE49-F238E27FC236}">
                  <a16:creationId xmlns:a16="http://schemas.microsoft.com/office/drawing/2014/main" id="{2AA83DE3-F338-979B-7CE3-0EEE9157EA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48" y="1579"/>
              <a:ext cx="17" cy="101"/>
            </a:xfrm>
            <a:custGeom>
              <a:avLst/>
              <a:gdLst>
                <a:gd name="T0" fmla="*/ 6 w 17"/>
                <a:gd name="T1" fmla="*/ 0 h 101"/>
                <a:gd name="T2" fmla="*/ 0 w 17"/>
                <a:gd name="T3" fmla="*/ 10 h 101"/>
                <a:gd name="T4" fmla="*/ 0 w 17"/>
                <a:gd name="T5" fmla="*/ 101 h 101"/>
                <a:gd name="T6" fmla="*/ 17 w 17"/>
                <a:gd name="T7" fmla="*/ 101 h 101"/>
                <a:gd name="T8" fmla="*/ 17 w 17"/>
                <a:gd name="T9" fmla="*/ 10 h 101"/>
                <a:gd name="T10" fmla="*/ 11 w 17"/>
                <a:gd name="T11" fmla="*/ 19 h 101"/>
                <a:gd name="T12" fmla="*/ 6 w 17"/>
                <a:gd name="T13" fmla="*/ 0 h 101"/>
                <a:gd name="T14" fmla="*/ 0 w 17"/>
                <a:gd name="T15" fmla="*/ 5 h 101"/>
                <a:gd name="T16" fmla="*/ 0 w 17"/>
                <a:gd name="T17" fmla="*/ 10 h 101"/>
                <a:gd name="T18" fmla="*/ 6 w 17"/>
                <a:gd name="T19" fmla="*/ 0 h 1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101"/>
                <a:gd name="T32" fmla="*/ 17 w 17"/>
                <a:gd name="T33" fmla="*/ 101 h 1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101">
                  <a:moveTo>
                    <a:pt x="6" y="0"/>
                  </a:moveTo>
                  <a:lnTo>
                    <a:pt x="0" y="10"/>
                  </a:lnTo>
                  <a:lnTo>
                    <a:pt x="0" y="101"/>
                  </a:lnTo>
                  <a:lnTo>
                    <a:pt x="17" y="101"/>
                  </a:lnTo>
                  <a:lnTo>
                    <a:pt x="17" y="10"/>
                  </a:lnTo>
                  <a:lnTo>
                    <a:pt x="11" y="19"/>
                  </a:lnTo>
                  <a:lnTo>
                    <a:pt x="6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5" name="Freeform 68">
              <a:extLst>
                <a:ext uri="{FF2B5EF4-FFF2-40B4-BE49-F238E27FC236}">
                  <a16:creationId xmlns:a16="http://schemas.microsoft.com/office/drawing/2014/main" id="{9030CA1D-DCC0-64C5-18CA-06974DC0AE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54" y="1574"/>
              <a:ext cx="39" cy="24"/>
            </a:xfrm>
            <a:custGeom>
              <a:avLst/>
              <a:gdLst>
                <a:gd name="T0" fmla="*/ 39 w 39"/>
                <a:gd name="T1" fmla="*/ 3 h 24"/>
                <a:gd name="T2" fmla="*/ 37 w 39"/>
                <a:gd name="T3" fmla="*/ 3 h 24"/>
                <a:gd name="T4" fmla="*/ 24 w 39"/>
                <a:gd name="T5" fmla="*/ 0 h 24"/>
                <a:gd name="T6" fmla="*/ 13 w 39"/>
                <a:gd name="T7" fmla="*/ 3 h 24"/>
                <a:gd name="T8" fmla="*/ 5 w 39"/>
                <a:gd name="T9" fmla="*/ 5 h 24"/>
                <a:gd name="T10" fmla="*/ 0 w 39"/>
                <a:gd name="T11" fmla="*/ 5 h 24"/>
                <a:gd name="T12" fmla="*/ 5 w 39"/>
                <a:gd name="T13" fmla="*/ 24 h 24"/>
                <a:gd name="T14" fmla="*/ 5 w 39"/>
                <a:gd name="T15" fmla="*/ 24 h 24"/>
                <a:gd name="T16" fmla="*/ 13 w 39"/>
                <a:gd name="T17" fmla="*/ 22 h 24"/>
                <a:gd name="T18" fmla="*/ 24 w 39"/>
                <a:gd name="T19" fmla="*/ 20 h 24"/>
                <a:gd name="T20" fmla="*/ 37 w 39"/>
                <a:gd name="T21" fmla="*/ 22 h 24"/>
                <a:gd name="T22" fmla="*/ 35 w 39"/>
                <a:gd name="T23" fmla="*/ 22 h 24"/>
                <a:gd name="T24" fmla="*/ 39 w 39"/>
                <a:gd name="T25" fmla="*/ 3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"/>
                <a:gd name="T40" fmla="*/ 0 h 24"/>
                <a:gd name="T41" fmla="*/ 39 w 39"/>
                <a:gd name="T42" fmla="*/ 24 h 2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" h="24">
                  <a:moveTo>
                    <a:pt x="39" y="3"/>
                  </a:moveTo>
                  <a:lnTo>
                    <a:pt x="37" y="3"/>
                  </a:lnTo>
                  <a:lnTo>
                    <a:pt x="24" y="0"/>
                  </a:lnTo>
                  <a:lnTo>
                    <a:pt x="13" y="3"/>
                  </a:lnTo>
                  <a:lnTo>
                    <a:pt x="5" y="5"/>
                  </a:lnTo>
                  <a:lnTo>
                    <a:pt x="0" y="5"/>
                  </a:lnTo>
                  <a:lnTo>
                    <a:pt x="5" y="24"/>
                  </a:lnTo>
                  <a:lnTo>
                    <a:pt x="13" y="22"/>
                  </a:lnTo>
                  <a:lnTo>
                    <a:pt x="24" y="20"/>
                  </a:lnTo>
                  <a:lnTo>
                    <a:pt x="37" y="22"/>
                  </a:lnTo>
                  <a:lnTo>
                    <a:pt x="35" y="22"/>
                  </a:lnTo>
                  <a:lnTo>
                    <a:pt x="39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6" name="Freeform 69">
              <a:extLst>
                <a:ext uri="{FF2B5EF4-FFF2-40B4-BE49-F238E27FC236}">
                  <a16:creationId xmlns:a16="http://schemas.microsoft.com/office/drawing/2014/main" id="{753BA437-3135-8234-D635-11CA24DC038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89" y="1577"/>
              <a:ext cx="59" cy="120"/>
            </a:xfrm>
            <a:custGeom>
              <a:avLst/>
              <a:gdLst>
                <a:gd name="T0" fmla="*/ 59 w 59"/>
                <a:gd name="T1" fmla="*/ 120 h 120"/>
                <a:gd name="T2" fmla="*/ 59 w 59"/>
                <a:gd name="T3" fmla="*/ 120 h 120"/>
                <a:gd name="T4" fmla="*/ 54 w 59"/>
                <a:gd name="T5" fmla="*/ 70 h 120"/>
                <a:gd name="T6" fmla="*/ 41 w 59"/>
                <a:gd name="T7" fmla="*/ 33 h 120"/>
                <a:gd name="T8" fmla="*/ 24 w 59"/>
                <a:gd name="T9" fmla="*/ 12 h 120"/>
                <a:gd name="T10" fmla="*/ 4 w 59"/>
                <a:gd name="T11" fmla="*/ 0 h 120"/>
                <a:gd name="T12" fmla="*/ 0 w 59"/>
                <a:gd name="T13" fmla="*/ 19 h 120"/>
                <a:gd name="T14" fmla="*/ 15 w 59"/>
                <a:gd name="T15" fmla="*/ 26 h 120"/>
                <a:gd name="T16" fmla="*/ 28 w 59"/>
                <a:gd name="T17" fmla="*/ 43 h 120"/>
                <a:gd name="T18" fmla="*/ 37 w 59"/>
                <a:gd name="T19" fmla="*/ 70 h 120"/>
                <a:gd name="T20" fmla="*/ 41 w 59"/>
                <a:gd name="T21" fmla="*/ 120 h 120"/>
                <a:gd name="T22" fmla="*/ 41 w 59"/>
                <a:gd name="T23" fmla="*/ 120 h 120"/>
                <a:gd name="T24" fmla="*/ 59 w 59"/>
                <a:gd name="T25" fmla="*/ 120 h 1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9"/>
                <a:gd name="T40" fmla="*/ 0 h 120"/>
                <a:gd name="T41" fmla="*/ 59 w 59"/>
                <a:gd name="T42" fmla="*/ 120 h 12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9" h="120">
                  <a:moveTo>
                    <a:pt x="59" y="120"/>
                  </a:moveTo>
                  <a:lnTo>
                    <a:pt x="59" y="120"/>
                  </a:lnTo>
                  <a:lnTo>
                    <a:pt x="54" y="70"/>
                  </a:lnTo>
                  <a:lnTo>
                    <a:pt x="41" y="33"/>
                  </a:lnTo>
                  <a:lnTo>
                    <a:pt x="24" y="12"/>
                  </a:lnTo>
                  <a:lnTo>
                    <a:pt x="4" y="0"/>
                  </a:lnTo>
                  <a:lnTo>
                    <a:pt x="0" y="19"/>
                  </a:lnTo>
                  <a:lnTo>
                    <a:pt x="15" y="26"/>
                  </a:lnTo>
                  <a:lnTo>
                    <a:pt x="28" y="43"/>
                  </a:lnTo>
                  <a:lnTo>
                    <a:pt x="37" y="70"/>
                  </a:lnTo>
                  <a:lnTo>
                    <a:pt x="41" y="120"/>
                  </a:lnTo>
                  <a:lnTo>
                    <a:pt x="59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7" name="Freeform 70">
              <a:extLst>
                <a:ext uri="{FF2B5EF4-FFF2-40B4-BE49-F238E27FC236}">
                  <a16:creationId xmlns:a16="http://schemas.microsoft.com/office/drawing/2014/main" id="{9B7B45CA-15B6-E33A-3F1A-B25286CA3D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30" y="1697"/>
              <a:ext cx="18" cy="297"/>
            </a:xfrm>
            <a:custGeom>
              <a:avLst/>
              <a:gdLst>
                <a:gd name="T0" fmla="*/ 18 w 18"/>
                <a:gd name="T1" fmla="*/ 297 h 297"/>
                <a:gd name="T2" fmla="*/ 18 w 18"/>
                <a:gd name="T3" fmla="*/ 294 h 297"/>
                <a:gd name="T4" fmla="*/ 18 w 18"/>
                <a:gd name="T5" fmla="*/ 268 h 297"/>
                <a:gd name="T6" fmla="*/ 18 w 18"/>
                <a:gd name="T7" fmla="*/ 200 h 297"/>
                <a:gd name="T8" fmla="*/ 18 w 18"/>
                <a:gd name="T9" fmla="*/ 106 h 297"/>
                <a:gd name="T10" fmla="*/ 18 w 18"/>
                <a:gd name="T11" fmla="*/ 0 h 297"/>
                <a:gd name="T12" fmla="*/ 0 w 18"/>
                <a:gd name="T13" fmla="*/ 0 h 297"/>
                <a:gd name="T14" fmla="*/ 0 w 18"/>
                <a:gd name="T15" fmla="*/ 106 h 297"/>
                <a:gd name="T16" fmla="*/ 0 w 18"/>
                <a:gd name="T17" fmla="*/ 200 h 297"/>
                <a:gd name="T18" fmla="*/ 0 w 18"/>
                <a:gd name="T19" fmla="*/ 268 h 297"/>
                <a:gd name="T20" fmla="*/ 0 w 18"/>
                <a:gd name="T21" fmla="*/ 294 h 297"/>
                <a:gd name="T22" fmla="*/ 0 w 18"/>
                <a:gd name="T23" fmla="*/ 292 h 297"/>
                <a:gd name="T24" fmla="*/ 18 w 18"/>
                <a:gd name="T25" fmla="*/ 297 h 297"/>
                <a:gd name="T26" fmla="*/ 18 w 18"/>
                <a:gd name="T27" fmla="*/ 294 h 297"/>
                <a:gd name="T28" fmla="*/ 18 w 18"/>
                <a:gd name="T29" fmla="*/ 294 h 297"/>
                <a:gd name="T30" fmla="*/ 18 w 18"/>
                <a:gd name="T31" fmla="*/ 297 h 29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"/>
                <a:gd name="T49" fmla="*/ 0 h 297"/>
                <a:gd name="T50" fmla="*/ 18 w 18"/>
                <a:gd name="T51" fmla="*/ 297 h 29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" h="297">
                  <a:moveTo>
                    <a:pt x="18" y="297"/>
                  </a:moveTo>
                  <a:lnTo>
                    <a:pt x="18" y="294"/>
                  </a:lnTo>
                  <a:lnTo>
                    <a:pt x="18" y="268"/>
                  </a:lnTo>
                  <a:lnTo>
                    <a:pt x="18" y="200"/>
                  </a:lnTo>
                  <a:lnTo>
                    <a:pt x="18" y="10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0" y="200"/>
                  </a:lnTo>
                  <a:lnTo>
                    <a:pt x="0" y="268"/>
                  </a:lnTo>
                  <a:lnTo>
                    <a:pt x="0" y="294"/>
                  </a:lnTo>
                  <a:lnTo>
                    <a:pt x="0" y="292"/>
                  </a:lnTo>
                  <a:lnTo>
                    <a:pt x="18" y="297"/>
                  </a:lnTo>
                  <a:lnTo>
                    <a:pt x="18" y="294"/>
                  </a:lnTo>
                  <a:lnTo>
                    <a:pt x="18" y="2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8" name="Freeform 71">
              <a:extLst>
                <a:ext uri="{FF2B5EF4-FFF2-40B4-BE49-F238E27FC236}">
                  <a16:creationId xmlns:a16="http://schemas.microsoft.com/office/drawing/2014/main" id="{EB1332E0-E4C1-AED2-7C0F-D703ED1FBF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15" y="1989"/>
              <a:ext cx="33" cy="58"/>
            </a:xfrm>
            <a:custGeom>
              <a:avLst/>
              <a:gdLst>
                <a:gd name="T0" fmla="*/ 9 w 33"/>
                <a:gd name="T1" fmla="*/ 58 h 58"/>
                <a:gd name="T2" fmla="*/ 17 w 33"/>
                <a:gd name="T3" fmla="*/ 50 h 58"/>
                <a:gd name="T4" fmla="*/ 33 w 33"/>
                <a:gd name="T5" fmla="*/ 5 h 58"/>
                <a:gd name="T6" fmla="*/ 15 w 33"/>
                <a:gd name="T7" fmla="*/ 0 h 58"/>
                <a:gd name="T8" fmla="*/ 0 w 33"/>
                <a:gd name="T9" fmla="*/ 46 h 58"/>
                <a:gd name="T10" fmla="*/ 9 w 33"/>
                <a:gd name="T11" fmla="*/ 38 h 58"/>
                <a:gd name="T12" fmla="*/ 9 w 33"/>
                <a:gd name="T13" fmla="*/ 58 h 58"/>
                <a:gd name="T14" fmla="*/ 15 w 33"/>
                <a:gd name="T15" fmla="*/ 58 h 58"/>
                <a:gd name="T16" fmla="*/ 17 w 33"/>
                <a:gd name="T17" fmla="*/ 50 h 58"/>
                <a:gd name="T18" fmla="*/ 9 w 33"/>
                <a:gd name="T19" fmla="*/ 58 h 5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"/>
                <a:gd name="T31" fmla="*/ 0 h 58"/>
                <a:gd name="T32" fmla="*/ 33 w 33"/>
                <a:gd name="T33" fmla="*/ 58 h 5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" h="58">
                  <a:moveTo>
                    <a:pt x="9" y="58"/>
                  </a:moveTo>
                  <a:lnTo>
                    <a:pt x="17" y="50"/>
                  </a:lnTo>
                  <a:lnTo>
                    <a:pt x="33" y="5"/>
                  </a:lnTo>
                  <a:lnTo>
                    <a:pt x="15" y="0"/>
                  </a:lnTo>
                  <a:lnTo>
                    <a:pt x="0" y="46"/>
                  </a:lnTo>
                  <a:lnTo>
                    <a:pt x="9" y="38"/>
                  </a:lnTo>
                  <a:lnTo>
                    <a:pt x="9" y="58"/>
                  </a:lnTo>
                  <a:lnTo>
                    <a:pt x="15" y="58"/>
                  </a:lnTo>
                  <a:lnTo>
                    <a:pt x="17" y="50"/>
                  </a:lnTo>
                  <a:lnTo>
                    <a:pt x="9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9" name="Freeform 72">
              <a:extLst>
                <a:ext uri="{FF2B5EF4-FFF2-40B4-BE49-F238E27FC236}">
                  <a16:creationId xmlns:a16="http://schemas.microsoft.com/office/drawing/2014/main" id="{98F63F58-CD66-76F5-540F-1C66856C9CB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4" y="2027"/>
              <a:ext cx="1840" cy="20"/>
            </a:xfrm>
            <a:custGeom>
              <a:avLst/>
              <a:gdLst>
                <a:gd name="T0" fmla="*/ 4 w 1840"/>
                <a:gd name="T1" fmla="*/ 20 h 20"/>
                <a:gd name="T2" fmla="*/ 2 w 1840"/>
                <a:gd name="T3" fmla="*/ 20 h 20"/>
                <a:gd name="T4" fmla="*/ 1840 w 1840"/>
                <a:gd name="T5" fmla="*/ 20 h 20"/>
                <a:gd name="T6" fmla="*/ 1840 w 1840"/>
                <a:gd name="T7" fmla="*/ 0 h 20"/>
                <a:gd name="T8" fmla="*/ 2 w 1840"/>
                <a:gd name="T9" fmla="*/ 0 h 20"/>
                <a:gd name="T10" fmla="*/ 0 w 1840"/>
                <a:gd name="T11" fmla="*/ 0 h 20"/>
                <a:gd name="T12" fmla="*/ 2 w 1840"/>
                <a:gd name="T13" fmla="*/ 0 h 20"/>
                <a:gd name="T14" fmla="*/ 0 w 1840"/>
                <a:gd name="T15" fmla="*/ 0 h 20"/>
                <a:gd name="T16" fmla="*/ 0 w 1840"/>
                <a:gd name="T17" fmla="*/ 0 h 20"/>
                <a:gd name="T18" fmla="*/ 4 w 1840"/>
                <a:gd name="T19" fmla="*/ 2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40"/>
                <a:gd name="T31" fmla="*/ 0 h 20"/>
                <a:gd name="T32" fmla="*/ 1840 w 1840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40" h="20">
                  <a:moveTo>
                    <a:pt x="4" y="20"/>
                  </a:moveTo>
                  <a:lnTo>
                    <a:pt x="2" y="20"/>
                  </a:lnTo>
                  <a:lnTo>
                    <a:pt x="1840" y="20"/>
                  </a:lnTo>
                  <a:lnTo>
                    <a:pt x="184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4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0" name="Freeform 73">
              <a:extLst>
                <a:ext uri="{FF2B5EF4-FFF2-40B4-BE49-F238E27FC236}">
                  <a16:creationId xmlns:a16="http://schemas.microsoft.com/office/drawing/2014/main" id="{E1A6187E-C3EF-730D-FFAB-86E3CF3D14F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3" y="2027"/>
              <a:ext cx="45" cy="41"/>
            </a:xfrm>
            <a:custGeom>
              <a:avLst/>
              <a:gdLst>
                <a:gd name="T0" fmla="*/ 2 w 45"/>
                <a:gd name="T1" fmla="*/ 41 h 41"/>
                <a:gd name="T2" fmla="*/ 4 w 45"/>
                <a:gd name="T3" fmla="*/ 41 h 41"/>
                <a:gd name="T4" fmla="*/ 45 w 45"/>
                <a:gd name="T5" fmla="*/ 20 h 41"/>
                <a:gd name="T6" fmla="*/ 41 w 45"/>
                <a:gd name="T7" fmla="*/ 0 h 41"/>
                <a:gd name="T8" fmla="*/ 0 w 45"/>
                <a:gd name="T9" fmla="*/ 22 h 41"/>
                <a:gd name="T10" fmla="*/ 2 w 45"/>
                <a:gd name="T11" fmla="*/ 22 h 41"/>
                <a:gd name="T12" fmla="*/ 2 w 45"/>
                <a:gd name="T13" fmla="*/ 41 h 41"/>
                <a:gd name="T14" fmla="*/ 4 w 45"/>
                <a:gd name="T15" fmla="*/ 41 h 41"/>
                <a:gd name="T16" fmla="*/ 4 w 45"/>
                <a:gd name="T17" fmla="*/ 41 h 41"/>
                <a:gd name="T18" fmla="*/ 2 w 45"/>
                <a:gd name="T19" fmla="*/ 41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5"/>
                <a:gd name="T31" fmla="*/ 0 h 41"/>
                <a:gd name="T32" fmla="*/ 45 w 45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5" h="41">
                  <a:moveTo>
                    <a:pt x="2" y="41"/>
                  </a:moveTo>
                  <a:lnTo>
                    <a:pt x="4" y="41"/>
                  </a:lnTo>
                  <a:lnTo>
                    <a:pt x="45" y="20"/>
                  </a:lnTo>
                  <a:lnTo>
                    <a:pt x="41" y="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2" y="41"/>
                  </a:lnTo>
                  <a:lnTo>
                    <a:pt x="4" y="41"/>
                  </a:lnTo>
                  <a:lnTo>
                    <a:pt x="2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1" name="Freeform 74">
              <a:extLst>
                <a:ext uri="{FF2B5EF4-FFF2-40B4-BE49-F238E27FC236}">
                  <a16:creationId xmlns:a16="http://schemas.microsoft.com/office/drawing/2014/main" id="{DED75CF7-E4C5-0644-0673-7508502E4BD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15" y="2049"/>
              <a:ext cx="330" cy="19"/>
            </a:xfrm>
            <a:custGeom>
              <a:avLst/>
              <a:gdLst>
                <a:gd name="T0" fmla="*/ 0 w 330"/>
                <a:gd name="T1" fmla="*/ 10 h 19"/>
                <a:gd name="T2" fmla="*/ 9 w 330"/>
                <a:gd name="T3" fmla="*/ 19 h 19"/>
                <a:gd name="T4" fmla="*/ 330 w 330"/>
                <a:gd name="T5" fmla="*/ 19 h 19"/>
                <a:gd name="T6" fmla="*/ 330 w 330"/>
                <a:gd name="T7" fmla="*/ 0 h 19"/>
                <a:gd name="T8" fmla="*/ 9 w 330"/>
                <a:gd name="T9" fmla="*/ 0 h 19"/>
                <a:gd name="T10" fmla="*/ 18 w 330"/>
                <a:gd name="T11" fmla="*/ 10 h 19"/>
                <a:gd name="T12" fmla="*/ 0 w 330"/>
                <a:gd name="T13" fmla="*/ 10 h 19"/>
                <a:gd name="T14" fmla="*/ 0 w 330"/>
                <a:gd name="T15" fmla="*/ 19 h 19"/>
                <a:gd name="T16" fmla="*/ 9 w 330"/>
                <a:gd name="T17" fmla="*/ 19 h 19"/>
                <a:gd name="T18" fmla="*/ 0 w 330"/>
                <a:gd name="T19" fmla="*/ 10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0"/>
                <a:gd name="T31" fmla="*/ 0 h 19"/>
                <a:gd name="T32" fmla="*/ 330 w 330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0" h="19">
                  <a:moveTo>
                    <a:pt x="0" y="10"/>
                  </a:moveTo>
                  <a:lnTo>
                    <a:pt x="9" y="19"/>
                  </a:lnTo>
                  <a:lnTo>
                    <a:pt x="330" y="19"/>
                  </a:lnTo>
                  <a:lnTo>
                    <a:pt x="330" y="0"/>
                  </a:lnTo>
                  <a:lnTo>
                    <a:pt x="9" y="0"/>
                  </a:lnTo>
                  <a:lnTo>
                    <a:pt x="18" y="1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9" y="1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2" name="Freeform 75">
              <a:extLst>
                <a:ext uri="{FF2B5EF4-FFF2-40B4-BE49-F238E27FC236}">
                  <a16:creationId xmlns:a16="http://schemas.microsoft.com/office/drawing/2014/main" id="{3AAE79F7-B6EC-500D-0723-45E3E7777B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15" y="1977"/>
              <a:ext cx="18" cy="82"/>
            </a:xfrm>
            <a:custGeom>
              <a:avLst/>
              <a:gdLst>
                <a:gd name="T0" fmla="*/ 2 w 18"/>
                <a:gd name="T1" fmla="*/ 0 h 82"/>
                <a:gd name="T2" fmla="*/ 0 w 18"/>
                <a:gd name="T3" fmla="*/ 7 h 82"/>
                <a:gd name="T4" fmla="*/ 0 w 18"/>
                <a:gd name="T5" fmla="*/ 82 h 82"/>
                <a:gd name="T6" fmla="*/ 18 w 18"/>
                <a:gd name="T7" fmla="*/ 82 h 82"/>
                <a:gd name="T8" fmla="*/ 18 w 18"/>
                <a:gd name="T9" fmla="*/ 7 h 82"/>
                <a:gd name="T10" fmla="*/ 16 w 18"/>
                <a:gd name="T11" fmla="*/ 14 h 82"/>
                <a:gd name="T12" fmla="*/ 2 w 18"/>
                <a:gd name="T13" fmla="*/ 0 h 82"/>
                <a:gd name="T14" fmla="*/ 0 w 18"/>
                <a:gd name="T15" fmla="*/ 5 h 82"/>
                <a:gd name="T16" fmla="*/ 0 w 18"/>
                <a:gd name="T17" fmla="*/ 7 h 82"/>
                <a:gd name="T18" fmla="*/ 2 w 18"/>
                <a:gd name="T19" fmla="*/ 0 h 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"/>
                <a:gd name="T31" fmla="*/ 0 h 82"/>
                <a:gd name="T32" fmla="*/ 18 w 18"/>
                <a:gd name="T33" fmla="*/ 82 h 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" h="82">
                  <a:moveTo>
                    <a:pt x="2" y="0"/>
                  </a:moveTo>
                  <a:lnTo>
                    <a:pt x="0" y="7"/>
                  </a:lnTo>
                  <a:lnTo>
                    <a:pt x="0" y="82"/>
                  </a:lnTo>
                  <a:lnTo>
                    <a:pt x="18" y="82"/>
                  </a:lnTo>
                  <a:lnTo>
                    <a:pt x="18" y="7"/>
                  </a:lnTo>
                  <a:lnTo>
                    <a:pt x="16" y="14"/>
                  </a:lnTo>
                  <a:lnTo>
                    <a:pt x="2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3" name="Freeform 76">
              <a:extLst>
                <a:ext uri="{FF2B5EF4-FFF2-40B4-BE49-F238E27FC236}">
                  <a16:creationId xmlns:a16="http://schemas.microsoft.com/office/drawing/2014/main" id="{EF61B702-BEEE-4AE4-D032-A953E904EAA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17" y="1926"/>
              <a:ext cx="59" cy="65"/>
            </a:xfrm>
            <a:custGeom>
              <a:avLst/>
              <a:gdLst>
                <a:gd name="T0" fmla="*/ 42 w 59"/>
                <a:gd name="T1" fmla="*/ 7 h 65"/>
                <a:gd name="T2" fmla="*/ 44 w 59"/>
                <a:gd name="T3" fmla="*/ 0 h 65"/>
                <a:gd name="T4" fmla="*/ 0 w 59"/>
                <a:gd name="T5" fmla="*/ 51 h 65"/>
                <a:gd name="T6" fmla="*/ 14 w 59"/>
                <a:gd name="T7" fmla="*/ 65 h 65"/>
                <a:gd name="T8" fmla="*/ 57 w 59"/>
                <a:gd name="T9" fmla="*/ 15 h 65"/>
                <a:gd name="T10" fmla="*/ 59 w 59"/>
                <a:gd name="T11" fmla="*/ 7 h 65"/>
                <a:gd name="T12" fmla="*/ 57 w 59"/>
                <a:gd name="T13" fmla="*/ 15 h 65"/>
                <a:gd name="T14" fmla="*/ 59 w 59"/>
                <a:gd name="T15" fmla="*/ 10 h 65"/>
                <a:gd name="T16" fmla="*/ 59 w 59"/>
                <a:gd name="T17" fmla="*/ 7 h 65"/>
                <a:gd name="T18" fmla="*/ 42 w 59"/>
                <a:gd name="T19" fmla="*/ 7 h 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9"/>
                <a:gd name="T31" fmla="*/ 0 h 65"/>
                <a:gd name="T32" fmla="*/ 59 w 59"/>
                <a:gd name="T33" fmla="*/ 65 h 6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9" h="65">
                  <a:moveTo>
                    <a:pt x="42" y="7"/>
                  </a:moveTo>
                  <a:lnTo>
                    <a:pt x="44" y="0"/>
                  </a:lnTo>
                  <a:lnTo>
                    <a:pt x="0" y="51"/>
                  </a:lnTo>
                  <a:lnTo>
                    <a:pt x="14" y="65"/>
                  </a:lnTo>
                  <a:lnTo>
                    <a:pt x="57" y="15"/>
                  </a:lnTo>
                  <a:lnTo>
                    <a:pt x="59" y="7"/>
                  </a:lnTo>
                  <a:lnTo>
                    <a:pt x="57" y="15"/>
                  </a:lnTo>
                  <a:lnTo>
                    <a:pt x="59" y="10"/>
                  </a:lnTo>
                  <a:lnTo>
                    <a:pt x="59" y="7"/>
                  </a:lnTo>
                  <a:lnTo>
                    <a:pt x="42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4" name="Freeform 77">
              <a:extLst>
                <a:ext uri="{FF2B5EF4-FFF2-40B4-BE49-F238E27FC236}">
                  <a16:creationId xmlns:a16="http://schemas.microsoft.com/office/drawing/2014/main" id="{7438BC08-5D1E-3980-8F8A-5D5182FBBD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59" y="1235"/>
              <a:ext cx="17" cy="698"/>
            </a:xfrm>
            <a:custGeom>
              <a:avLst/>
              <a:gdLst>
                <a:gd name="T0" fmla="*/ 2 w 17"/>
                <a:gd name="T1" fmla="*/ 0 h 698"/>
                <a:gd name="T2" fmla="*/ 0 w 17"/>
                <a:gd name="T3" fmla="*/ 7 h 698"/>
                <a:gd name="T4" fmla="*/ 0 w 17"/>
                <a:gd name="T5" fmla="*/ 698 h 698"/>
                <a:gd name="T6" fmla="*/ 17 w 17"/>
                <a:gd name="T7" fmla="*/ 698 h 698"/>
                <a:gd name="T8" fmla="*/ 17 w 17"/>
                <a:gd name="T9" fmla="*/ 7 h 698"/>
                <a:gd name="T10" fmla="*/ 15 w 17"/>
                <a:gd name="T11" fmla="*/ 14 h 698"/>
                <a:gd name="T12" fmla="*/ 2 w 17"/>
                <a:gd name="T13" fmla="*/ 0 h 698"/>
                <a:gd name="T14" fmla="*/ 0 w 17"/>
                <a:gd name="T15" fmla="*/ 4 h 698"/>
                <a:gd name="T16" fmla="*/ 0 w 17"/>
                <a:gd name="T17" fmla="*/ 7 h 698"/>
                <a:gd name="T18" fmla="*/ 2 w 17"/>
                <a:gd name="T19" fmla="*/ 0 h 6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698"/>
                <a:gd name="T32" fmla="*/ 17 w 17"/>
                <a:gd name="T33" fmla="*/ 698 h 6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698">
                  <a:moveTo>
                    <a:pt x="2" y="0"/>
                  </a:moveTo>
                  <a:lnTo>
                    <a:pt x="0" y="7"/>
                  </a:lnTo>
                  <a:lnTo>
                    <a:pt x="0" y="698"/>
                  </a:lnTo>
                  <a:lnTo>
                    <a:pt x="17" y="698"/>
                  </a:lnTo>
                  <a:lnTo>
                    <a:pt x="17" y="7"/>
                  </a:lnTo>
                  <a:lnTo>
                    <a:pt x="15" y="14"/>
                  </a:lnTo>
                  <a:lnTo>
                    <a:pt x="2" y="0"/>
                  </a:lnTo>
                  <a:lnTo>
                    <a:pt x="0" y="4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5" name="Freeform 78">
              <a:extLst>
                <a:ext uri="{FF2B5EF4-FFF2-40B4-BE49-F238E27FC236}">
                  <a16:creationId xmlns:a16="http://schemas.microsoft.com/office/drawing/2014/main" id="{B026A228-8144-B80A-E32E-7D681B3D1D9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99" y="1953"/>
              <a:ext cx="427" cy="272"/>
            </a:xfrm>
            <a:custGeom>
              <a:avLst/>
              <a:gdLst>
                <a:gd name="T0" fmla="*/ 425 w 427"/>
                <a:gd name="T1" fmla="*/ 0 h 272"/>
                <a:gd name="T2" fmla="*/ 427 w 427"/>
                <a:gd name="T3" fmla="*/ 9 h 272"/>
                <a:gd name="T4" fmla="*/ 427 w 427"/>
                <a:gd name="T5" fmla="*/ 17 h 272"/>
                <a:gd name="T6" fmla="*/ 427 w 427"/>
                <a:gd name="T7" fmla="*/ 26 h 272"/>
                <a:gd name="T8" fmla="*/ 427 w 427"/>
                <a:gd name="T9" fmla="*/ 33 h 272"/>
                <a:gd name="T10" fmla="*/ 423 w 427"/>
                <a:gd name="T11" fmla="*/ 82 h 272"/>
                <a:gd name="T12" fmla="*/ 410 w 427"/>
                <a:gd name="T13" fmla="*/ 127 h 272"/>
                <a:gd name="T14" fmla="*/ 391 w 427"/>
                <a:gd name="T15" fmla="*/ 166 h 272"/>
                <a:gd name="T16" fmla="*/ 364 w 427"/>
                <a:gd name="T17" fmla="*/ 202 h 272"/>
                <a:gd name="T18" fmla="*/ 332 w 427"/>
                <a:gd name="T19" fmla="*/ 231 h 272"/>
                <a:gd name="T20" fmla="*/ 297 w 427"/>
                <a:gd name="T21" fmla="*/ 253 h 272"/>
                <a:gd name="T22" fmla="*/ 256 w 427"/>
                <a:gd name="T23" fmla="*/ 267 h 272"/>
                <a:gd name="T24" fmla="*/ 213 w 427"/>
                <a:gd name="T25" fmla="*/ 272 h 272"/>
                <a:gd name="T26" fmla="*/ 169 w 427"/>
                <a:gd name="T27" fmla="*/ 267 h 272"/>
                <a:gd name="T28" fmla="*/ 130 w 427"/>
                <a:gd name="T29" fmla="*/ 253 h 272"/>
                <a:gd name="T30" fmla="*/ 93 w 427"/>
                <a:gd name="T31" fmla="*/ 231 h 272"/>
                <a:gd name="T32" fmla="*/ 63 w 427"/>
                <a:gd name="T33" fmla="*/ 202 h 272"/>
                <a:gd name="T34" fmla="*/ 37 w 427"/>
                <a:gd name="T35" fmla="*/ 166 h 272"/>
                <a:gd name="T36" fmla="*/ 17 w 427"/>
                <a:gd name="T37" fmla="*/ 127 h 272"/>
                <a:gd name="T38" fmla="*/ 4 w 427"/>
                <a:gd name="T39" fmla="*/ 82 h 272"/>
                <a:gd name="T40" fmla="*/ 0 w 427"/>
                <a:gd name="T41" fmla="*/ 33 h 272"/>
                <a:gd name="T42" fmla="*/ 0 w 427"/>
                <a:gd name="T43" fmla="*/ 26 h 272"/>
                <a:gd name="T44" fmla="*/ 0 w 427"/>
                <a:gd name="T45" fmla="*/ 17 h 272"/>
                <a:gd name="T46" fmla="*/ 0 w 427"/>
                <a:gd name="T47" fmla="*/ 9 h 272"/>
                <a:gd name="T48" fmla="*/ 2 w 427"/>
                <a:gd name="T49" fmla="*/ 0 h 272"/>
                <a:gd name="T50" fmla="*/ 425 w 427"/>
                <a:gd name="T51" fmla="*/ 0 h 2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27"/>
                <a:gd name="T79" fmla="*/ 0 h 272"/>
                <a:gd name="T80" fmla="*/ 427 w 427"/>
                <a:gd name="T81" fmla="*/ 272 h 2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27" h="272">
                  <a:moveTo>
                    <a:pt x="425" y="0"/>
                  </a:moveTo>
                  <a:lnTo>
                    <a:pt x="427" y="9"/>
                  </a:lnTo>
                  <a:lnTo>
                    <a:pt x="427" y="17"/>
                  </a:lnTo>
                  <a:lnTo>
                    <a:pt x="427" y="26"/>
                  </a:lnTo>
                  <a:lnTo>
                    <a:pt x="427" y="33"/>
                  </a:lnTo>
                  <a:lnTo>
                    <a:pt x="423" y="82"/>
                  </a:lnTo>
                  <a:lnTo>
                    <a:pt x="410" y="127"/>
                  </a:lnTo>
                  <a:lnTo>
                    <a:pt x="391" y="166"/>
                  </a:lnTo>
                  <a:lnTo>
                    <a:pt x="364" y="202"/>
                  </a:lnTo>
                  <a:lnTo>
                    <a:pt x="332" y="231"/>
                  </a:lnTo>
                  <a:lnTo>
                    <a:pt x="297" y="253"/>
                  </a:lnTo>
                  <a:lnTo>
                    <a:pt x="256" y="267"/>
                  </a:lnTo>
                  <a:lnTo>
                    <a:pt x="213" y="272"/>
                  </a:lnTo>
                  <a:lnTo>
                    <a:pt x="169" y="267"/>
                  </a:lnTo>
                  <a:lnTo>
                    <a:pt x="130" y="253"/>
                  </a:lnTo>
                  <a:lnTo>
                    <a:pt x="93" y="231"/>
                  </a:lnTo>
                  <a:lnTo>
                    <a:pt x="63" y="202"/>
                  </a:lnTo>
                  <a:lnTo>
                    <a:pt x="37" y="166"/>
                  </a:lnTo>
                  <a:lnTo>
                    <a:pt x="17" y="127"/>
                  </a:lnTo>
                  <a:lnTo>
                    <a:pt x="4" y="82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0" y="9"/>
                  </a:lnTo>
                  <a:lnTo>
                    <a:pt x="2" y="0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6" name="Freeform 79">
              <a:extLst>
                <a:ext uri="{FF2B5EF4-FFF2-40B4-BE49-F238E27FC236}">
                  <a16:creationId xmlns:a16="http://schemas.microsoft.com/office/drawing/2014/main" id="{B360546F-E70A-C166-4039-208476D226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286" y="1953"/>
              <a:ext cx="260" cy="168"/>
            </a:xfrm>
            <a:custGeom>
              <a:avLst/>
              <a:gdLst>
                <a:gd name="T0" fmla="*/ 0 w 260"/>
                <a:gd name="T1" fmla="*/ 0 h 168"/>
                <a:gd name="T2" fmla="*/ 0 w 260"/>
                <a:gd name="T3" fmla="*/ 5 h 168"/>
                <a:gd name="T4" fmla="*/ 0 w 260"/>
                <a:gd name="T5" fmla="*/ 12 h 168"/>
                <a:gd name="T6" fmla="*/ 0 w 260"/>
                <a:gd name="T7" fmla="*/ 17 h 168"/>
                <a:gd name="T8" fmla="*/ 0 w 260"/>
                <a:gd name="T9" fmla="*/ 24 h 168"/>
                <a:gd name="T10" fmla="*/ 2 w 260"/>
                <a:gd name="T11" fmla="*/ 53 h 168"/>
                <a:gd name="T12" fmla="*/ 11 w 260"/>
                <a:gd name="T13" fmla="*/ 79 h 168"/>
                <a:gd name="T14" fmla="*/ 21 w 260"/>
                <a:gd name="T15" fmla="*/ 103 h 168"/>
                <a:gd name="T16" fmla="*/ 39 w 260"/>
                <a:gd name="T17" fmla="*/ 125 h 168"/>
                <a:gd name="T18" fmla="*/ 58 w 260"/>
                <a:gd name="T19" fmla="*/ 144 h 168"/>
                <a:gd name="T20" fmla="*/ 80 w 260"/>
                <a:gd name="T21" fmla="*/ 156 h 168"/>
                <a:gd name="T22" fmla="*/ 104 w 260"/>
                <a:gd name="T23" fmla="*/ 166 h 168"/>
                <a:gd name="T24" fmla="*/ 130 w 260"/>
                <a:gd name="T25" fmla="*/ 168 h 168"/>
                <a:gd name="T26" fmla="*/ 156 w 260"/>
                <a:gd name="T27" fmla="*/ 166 h 168"/>
                <a:gd name="T28" fmla="*/ 180 w 260"/>
                <a:gd name="T29" fmla="*/ 156 h 168"/>
                <a:gd name="T30" fmla="*/ 202 w 260"/>
                <a:gd name="T31" fmla="*/ 144 h 168"/>
                <a:gd name="T32" fmla="*/ 221 w 260"/>
                <a:gd name="T33" fmla="*/ 125 h 168"/>
                <a:gd name="T34" fmla="*/ 238 w 260"/>
                <a:gd name="T35" fmla="*/ 103 h 168"/>
                <a:gd name="T36" fmla="*/ 249 w 260"/>
                <a:gd name="T37" fmla="*/ 79 h 168"/>
                <a:gd name="T38" fmla="*/ 258 w 260"/>
                <a:gd name="T39" fmla="*/ 53 h 168"/>
                <a:gd name="T40" fmla="*/ 260 w 260"/>
                <a:gd name="T41" fmla="*/ 24 h 168"/>
                <a:gd name="T42" fmla="*/ 260 w 260"/>
                <a:gd name="T43" fmla="*/ 17 h 168"/>
                <a:gd name="T44" fmla="*/ 260 w 260"/>
                <a:gd name="T45" fmla="*/ 12 h 168"/>
                <a:gd name="T46" fmla="*/ 260 w 260"/>
                <a:gd name="T47" fmla="*/ 5 h 168"/>
                <a:gd name="T48" fmla="*/ 260 w 260"/>
                <a:gd name="T49" fmla="*/ 0 h 168"/>
                <a:gd name="T50" fmla="*/ 0 w 260"/>
                <a:gd name="T51" fmla="*/ 0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60"/>
                <a:gd name="T79" fmla="*/ 0 h 168"/>
                <a:gd name="T80" fmla="*/ 260 w 260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60" h="168">
                  <a:moveTo>
                    <a:pt x="0" y="0"/>
                  </a:moveTo>
                  <a:lnTo>
                    <a:pt x="0" y="5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2" y="53"/>
                  </a:lnTo>
                  <a:lnTo>
                    <a:pt x="11" y="79"/>
                  </a:lnTo>
                  <a:lnTo>
                    <a:pt x="21" y="103"/>
                  </a:lnTo>
                  <a:lnTo>
                    <a:pt x="39" y="125"/>
                  </a:lnTo>
                  <a:lnTo>
                    <a:pt x="58" y="144"/>
                  </a:lnTo>
                  <a:lnTo>
                    <a:pt x="80" y="156"/>
                  </a:lnTo>
                  <a:lnTo>
                    <a:pt x="104" y="166"/>
                  </a:lnTo>
                  <a:lnTo>
                    <a:pt x="130" y="168"/>
                  </a:lnTo>
                  <a:lnTo>
                    <a:pt x="156" y="166"/>
                  </a:lnTo>
                  <a:lnTo>
                    <a:pt x="180" y="156"/>
                  </a:lnTo>
                  <a:lnTo>
                    <a:pt x="202" y="144"/>
                  </a:lnTo>
                  <a:lnTo>
                    <a:pt x="221" y="125"/>
                  </a:lnTo>
                  <a:lnTo>
                    <a:pt x="238" y="103"/>
                  </a:lnTo>
                  <a:lnTo>
                    <a:pt x="249" y="79"/>
                  </a:lnTo>
                  <a:lnTo>
                    <a:pt x="258" y="53"/>
                  </a:lnTo>
                  <a:lnTo>
                    <a:pt x="260" y="24"/>
                  </a:lnTo>
                  <a:lnTo>
                    <a:pt x="260" y="17"/>
                  </a:lnTo>
                  <a:lnTo>
                    <a:pt x="260" y="12"/>
                  </a:lnTo>
                  <a:lnTo>
                    <a:pt x="260" y="5"/>
                  </a:lnTo>
                  <a:lnTo>
                    <a:pt x="2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7" name="Freeform 80">
              <a:extLst>
                <a:ext uri="{FF2B5EF4-FFF2-40B4-BE49-F238E27FC236}">
                  <a16:creationId xmlns:a16="http://schemas.microsoft.com/office/drawing/2014/main" id="{C2B4A53F-DBB6-7096-E230-838211558FE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56" y="1953"/>
              <a:ext cx="427" cy="272"/>
            </a:xfrm>
            <a:custGeom>
              <a:avLst/>
              <a:gdLst>
                <a:gd name="T0" fmla="*/ 425 w 427"/>
                <a:gd name="T1" fmla="*/ 0 h 272"/>
                <a:gd name="T2" fmla="*/ 425 w 427"/>
                <a:gd name="T3" fmla="*/ 9 h 272"/>
                <a:gd name="T4" fmla="*/ 427 w 427"/>
                <a:gd name="T5" fmla="*/ 17 h 272"/>
                <a:gd name="T6" fmla="*/ 427 w 427"/>
                <a:gd name="T7" fmla="*/ 26 h 272"/>
                <a:gd name="T8" fmla="*/ 427 w 427"/>
                <a:gd name="T9" fmla="*/ 33 h 272"/>
                <a:gd name="T10" fmla="*/ 423 w 427"/>
                <a:gd name="T11" fmla="*/ 82 h 272"/>
                <a:gd name="T12" fmla="*/ 410 w 427"/>
                <a:gd name="T13" fmla="*/ 127 h 272"/>
                <a:gd name="T14" fmla="*/ 390 w 427"/>
                <a:gd name="T15" fmla="*/ 166 h 272"/>
                <a:gd name="T16" fmla="*/ 364 w 427"/>
                <a:gd name="T17" fmla="*/ 202 h 272"/>
                <a:gd name="T18" fmla="*/ 332 w 427"/>
                <a:gd name="T19" fmla="*/ 231 h 272"/>
                <a:gd name="T20" fmla="*/ 297 w 427"/>
                <a:gd name="T21" fmla="*/ 253 h 272"/>
                <a:gd name="T22" fmla="*/ 256 w 427"/>
                <a:gd name="T23" fmla="*/ 267 h 272"/>
                <a:gd name="T24" fmla="*/ 213 w 427"/>
                <a:gd name="T25" fmla="*/ 272 h 272"/>
                <a:gd name="T26" fmla="*/ 169 w 427"/>
                <a:gd name="T27" fmla="*/ 267 h 272"/>
                <a:gd name="T28" fmla="*/ 130 w 427"/>
                <a:gd name="T29" fmla="*/ 253 h 272"/>
                <a:gd name="T30" fmla="*/ 93 w 427"/>
                <a:gd name="T31" fmla="*/ 231 h 272"/>
                <a:gd name="T32" fmla="*/ 63 w 427"/>
                <a:gd name="T33" fmla="*/ 202 h 272"/>
                <a:gd name="T34" fmla="*/ 37 w 427"/>
                <a:gd name="T35" fmla="*/ 166 h 272"/>
                <a:gd name="T36" fmla="*/ 17 w 427"/>
                <a:gd name="T37" fmla="*/ 127 h 272"/>
                <a:gd name="T38" fmla="*/ 4 w 427"/>
                <a:gd name="T39" fmla="*/ 82 h 272"/>
                <a:gd name="T40" fmla="*/ 0 w 427"/>
                <a:gd name="T41" fmla="*/ 33 h 272"/>
                <a:gd name="T42" fmla="*/ 0 w 427"/>
                <a:gd name="T43" fmla="*/ 26 h 272"/>
                <a:gd name="T44" fmla="*/ 0 w 427"/>
                <a:gd name="T45" fmla="*/ 17 h 272"/>
                <a:gd name="T46" fmla="*/ 0 w 427"/>
                <a:gd name="T47" fmla="*/ 9 h 272"/>
                <a:gd name="T48" fmla="*/ 2 w 427"/>
                <a:gd name="T49" fmla="*/ 0 h 272"/>
                <a:gd name="T50" fmla="*/ 425 w 427"/>
                <a:gd name="T51" fmla="*/ 0 h 2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27"/>
                <a:gd name="T79" fmla="*/ 0 h 272"/>
                <a:gd name="T80" fmla="*/ 427 w 427"/>
                <a:gd name="T81" fmla="*/ 272 h 2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27" h="272">
                  <a:moveTo>
                    <a:pt x="425" y="0"/>
                  </a:moveTo>
                  <a:lnTo>
                    <a:pt x="425" y="9"/>
                  </a:lnTo>
                  <a:lnTo>
                    <a:pt x="427" y="17"/>
                  </a:lnTo>
                  <a:lnTo>
                    <a:pt x="427" y="26"/>
                  </a:lnTo>
                  <a:lnTo>
                    <a:pt x="427" y="33"/>
                  </a:lnTo>
                  <a:lnTo>
                    <a:pt x="423" y="82"/>
                  </a:lnTo>
                  <a:lnTo>
                    <a:pt x="410" y="127"/>
                  </a:lnTo>
                  <a:lnTo>
                    <a:pt x="390" y="166"/>
                  </a:lnTo>
                  <a:lnTo>
                    <a:pt x="364" y="202"/>
                  </a:lnTo>
                  <a:lnTo>
                    <a:pt x="332" y="231"/>
                  </a:lnTo>
                  <a:lnTo>
                    <a:pt x="297" y="253"/>
                  </a:lnTo>
                  <a:lnTo>
                    <a:pt x="256" y="267"/>
                  </a:lnTo>
                  <a:lnTo>
                    <a:pt x="213" y="272"/>
                  </a:lnTo>
                  <a:lnTo>
                    <a:pt x="169" y="267"/>
                  </a:lnTo>
                  <a:lnTo>
                    <a:pt x="130" y="253"/>
                  </a:lnTo>
                  <a:lnTo>
                    <a:pt x="93" y="231"/>
                  </a:lnTo>
                  <a:lnTo>
                    <a:pt x="63" y="202"/>
                  </a:lnTo>
                  <a:lnTo>
                    <a:pt x="37" y="166"/>
                  </a:lnTo>
                  <a:lnTo>
                    <a:pt x="17" y="127"/>
                  </a:lnTo>
                  <a:lnTo>
                    <a:pt x="4" y="82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0" y="9"/>
                  </a:lnTo>
                  <a:lnTo>
                    <a:pt x="2" y="0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8" name="Freeform 81">
              <a:extLst>
                <a:ext uri="{FF2B5EF4-FFF2-40B4-BE49-F238E27FC236}">
                  <a16:creationId xmlns:a16="http://schemas.microsoft.com/office/drawing/2014/main" id="{603035DE-6BFC-2050-1A16-6298EB490D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41" y="1953"/>
              <a:ext cx="262" cy="168"/>
            </a:xfrm>
            <a:custGeom>
              <a:avLst/>
              <a:gdLst>
                <a:gd name="T0" fmla="*/ 2 w 262"/>
                <a:gd name="T1" fmla="*/ 0 h 168"/>
                <a:gd name="T2" fmla="*/ 2 w 262"/>
                <a:gd name="T3" fmla="*/ 5 h 168"/>
                <a:gd name="T4" fmla="*/ 2 w 262"/>
                <a:gd name="T5" fmla="*/ 12 h 168"/>
                <a:gd name="T6" fmla="*/ 0 w 262"/>
                <a:gd name="T7" fmla="*/ 17 h 168"/>
                <a:gd name="T8" fmla="*/ 0 w 262"/>
                <a:gd name="T9" fmla="*/ 24 h 168"/>
                <a:gd name="T10" fmla="*/ 2 w 262"/>
                <a:gd name="T11" fmla="*/ 53 h 168"/>
                <a:gd name="T12" fmla="*/ 10 w 262"/>
                <a:gd name="T13" fmla="*/ 79 h 168"/>
                <a:gd name="T14" fmla="*/ 21 w 262"/>
                <a:gd name="T15" fmla="*/ 103 h 168"/>
                <a:gd name="T16" fmla="*/ 39 w 262"/>
                <a:gd name="T17" fmla="*/ 125 h 168"/>
                <a:gd name="T18" fmla="*/ 58 w 262"/>
                <a:gd name="T19" fmla="*/ 144 h 168"/>
                <a:gd name="T20" fmla="*/ 80 w 262"/>
                <a:gd name="T21" fmla="*/ 156 h 168"/>
                <a:gd name="T22" fmla="*/ 106 w 262"/>
                <a:gd name="T23" fmla="*/ 166 h 168"/>
                <a:gd name="T24" fmla="*/ 132 w 262"/>
                <a:gd name="T25" fmla="*/ 168 h 168"/>
                <a:gd name="T26" fmla="*/ 158 w 262"/>
                <a:gd name="T27" fmla="*/ 166 h 168"/>
                <a:gd name="T28" fmla="*/ 182 w 262"/>
                <a:gd name="T29" fmla="*/ 156 h 168"/>
                <a:gd name="T30" fmla="*/ 203 w 262"/>
                <a:gd name="T31" fmla="*/ 144 h 168"/>
                <a:gd name="T32" fmla="*/ 223 w 262"/>
                <a:gd name="T33" fmla="*/ 125 h 168"/>
                <a:gd name="T34" fmla="*/ 240 w 262"/>
                <a:gd name="T35" fmla="*/ 103 h 168"/>
                <a:gd name="T36" fmla="*/ 251 w 262"/>
                <a:gd name="T37" fmla="*/ 79 h 168"/>
                <a:gd name="T38" fmla="*/ 260 w 262"/>
                <a:gd name="T39" fmla="*/ 53 h 168"/>
                <a:gd name="T40" fmla="*/ 262 w 262"/>
                <a:gd name="T41" fmla="*/ 24 h 168"/>
                <a:gd name="T42" fmla="*/ 262 w 262"/>
                <a:gd name="T43" fmla="*/ 17 h 168"/>
                <a:gd name="T44" fmla="*/ 262 w 262"/>
                <a:gd name="T45" fmla="*/ 12 h 168"/>
                <a:gd name="T46" fmla="*/ 262 w 262"/>
                <a:gd name="T47" fmla="*/ 5 h 168"/>
                <a:gd name="T48" fmla="*/ 260 w 262"/>
                <a:gd name="T49" fmla="*/ 0 h 168"/>
                <a:gd name="T50" fmla="*/ 2 w 262"/>
                <a:gd name="T51" fmla="*/ 0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62"/>
                <a:gd name="T79" fmla="*/ 0 h 168"/>
                <a:gd name="T80" fmla="*/ 262 w 262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62" h="168">
                  <a:moveTo>
                    <a:pt x="2" y="0"/>
                  </a:moveTo>
                  <a:lnTo>
                    <a:pt x="2" y="5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2" y="53"/>
                  </a:lnTo>
                  <a:lnTo>
                    <a:pt x="10" y="79"/>
                  </a:lnTo>
                  <a:lnTo>
                    <a:pt x="21" y="103"/>
                  </a:lnTo>
                  <a:lnTo>
                    <a:pt x="39" y="125"/>
                  </a:lnTo>
                  <a:lnTo>
                    <a:pt x="58" y="144"/>
                  </a:lnTo>
                  <a:lnTo>
                    <a:pt x="80" y="156"/>
                  </a:lnTo>
                  <a:lnTo>
                    <a:pt x="106" y="166"/>
                  </a:lnTo>
                  <a:lnTo>
                    <a:pt x="132" y="168"/>
                  </a:lnTo>
                  <a:lnTo>
                    <a:pt x="158" y="166"/>
                  </a:lnTo>
                  <a:lnTo>
                    <a:pt x="182" y="156"/>
                  </a:lnTo>
                  <a:lnTo>
                    <a:pt x="203" y="144"/>
                  </a:lnTo>
                  <a:lnTo>
                    <a:pt x="223" y="125"/>
                  </a:lnTo>
                  <a:lnTo>
                    <a:pt x="240" y="103"/>
                  </a:lnTo>
                  <a:lnTo>
                    <a:pt x="251" y="79"/>
                  </a:lnTo>
                  <a:lnTo>
                    <a:pt x="260" y="53"/>
                  </a:lnTo>
                  <a:lnTo>
                    <a:pt x="262" y="24"/>
                  </a:lnTo>
                  <a:lnTo>
                    <a:pt x="262" y="17"/>
                  </a:lnTo>
                  <a:lnTo>
                    <a:pt x="262" y="12"/>
                  </a:lnTo>
                  <a:lnTo>
                    <a:pt x="262" y="5"/>
                  </a:lnTo>
                  <a:lnTo>
                    <a:pt x="26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79" name="Freeform 82">
              <a:extLst>
                <a:ext uri="{FF2B5EF4-FFF2-40B4-BE49-F238E27FC236}">
                  <a16:creationId xmlns:a16="http://schemas.microsoft.com/office/drawing/2014/main" id="{A8E570DC-44F8-4E8E-B67B-C6FCD71D29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48" y="1177"/>
              <a:ext cx="1761" cy="436"/>
            </a:xfrm>
            <a:custGeom>
              <a:avLst/>
              <a:gdLst>
                <a:gd name="T0" fmla="*/ 0 w 1761"/>
                <a:gd name="T1" fmla="*/ 84 h 436"/>
                <a:gd name="T2" fmla="*/ 60 w 1761"/>
                <a:gd name="T3" fmla="*/ 0 h 436"/>
                <a:gd name="T4" fmla="*/ 1705 w 1761"/>
                <a:gd name="T5" fmla="*/ 0 h 436"/>
                <a:gd name="T6" fmla="*/ 1761 w 1761"/>
                <a:gd name="T7" fmla="*/ 436 h 436"/>
                <a:gd name="T8" fmla="*/ 0 w 1761"/>
                <a:gd name="T9" fmla="*/ 436 h 436"/>
                <a:gd name="T10" fmla="*/ 0 w 1761"/>
                <a:gd name="T11" fmla="*/ 84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61"/>
                <a:gd name="T19" fmla="*/ 0 h 436"/>
                <a:gd name="T20" fmla="*/ 1761 w 1761"/>
                <a:gd name="T21" fmla="*/ 436 h 4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61" h="436">
                  <a:moveTo>
                    <a:pt x="0" y="84"/>
                  </a:moveTo>
                  <a:lnTo>
                    <a:pt x="60" y="0"/>
                  </a:lnTo>
                  <a:lnTo>
                    <a:pt x="1705" y="0"/>
                  </a:lnTo>
                  <a:lnTo>
                    <a:pt x="1761" y="436"/>
                  </a:lnTo>
                  <a:lnTo>
                    <a:pt x="0" y="436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0" name="Freeform 83">
              <a:extLst>
                <a:ext uri="{FF2B5EF4-FFF2-40B4-BE49-F238E27FC236}">
                  <a16:creationId xmlns:a16="http://schemas.microsoft.com/office/drawing/2014/main" id="{0FAE0D87-81CE-13C7-386C-B442D3C2A13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41" y="1167"/>
              <a:ext cx="74" cy="99"/>
            </a:xfrm>
            <a:custGeom>
              <a:avLst/>
              <a:gdLst>
                <a:gd name="T0" fmla="*/ 67 w 74"/>
                <a:gd name="T1" fmla="*/ 0 h 99"/>
                <a:gd name="T2" fmla="*/ 61 w 74"/>
                <a:gd name="T3" fmla="*/ 5 h 99"/>
                <a:gd name="T4" fmla="*/ 0 w 74"/>
                <a:gd name="T5" fmla="*/ 89 h 99"/>
                <a:gd name="T6" fmla="*/ 13 w 74"/>
                <a:gd name="T7" fmla="*/ 99 h 99"/>
                <a:gd name="T8" fmla="*/ 74 w 74"/>
                <a:gd name="T9" fmla="*/ 15 h 99"/>
                <a:gd name="T10" fmla="*/ 67 w 74"/>
                <a:gd name="T11" fmla="*/ 19 h 99"/>
                <a:gd name="T12" fmla="*/ 67 w 74"/>
                <a:gd name="T13" fmla="*/ 0 h 99"/>
                <a:gd name="T14" fmla="*/ 63 w 74"/>
                <a:gd name="T15" fmla="*/ 0 h 99"/>
                <a:gd name="T16" fmla="*/ 61 w 74"/>
                <a:gd name="T17" fmla="*/ 5 h 99"/>
                <a:gd name="T18" fmla="*/ 67 w 74"/>
                <a:gd name="T19" fmla="*/ 0 h 9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4"/>
                <a:gd name="T31" fmla="*/ 0 h 99"/>
                <a:gd name="T32" fmla="*/ 74 w 74"/>
                <a:gd name="T33" fmla="*/ 99 h 9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4" h="99">
                  <a:moveTo>
                    <a:pt x="67" y="0"/>
                  </a:moveTo>
                  <a:lnTo>
                    <a:pt x="61" y="5"/>
                  </a:lnTo>
                  <a:lnTo>
                    <a:pt x="0" y="89"/>
                  </a:lnTo>
                  <a:lnTo>
                    <a:pt x="13" y="99"/>
                  </a:lnTo>
                  <a:lnTo>
                    <a:pt x="74" y="15"/>
                  </a:lnTo>
                  <a:lnTo>
                    <a:pt x="67" y="19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61" y="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1" name="Freeform 84">
              <a:extLst>
                <a:ext uri="{FF2B5EF4-FFF2-40B4-BE49-F238E27FC236}">
                  <a16:creationId xmlns:a16="http://schemas.microsoft.com/office/drawing/2014/main" id="{00412649-1A4C-C796-556A-A8366806AC7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08" y="1167"/>
              <a:ext cx="1654" cy="19"/>
            </a:xfrm>
            <a:custGeom>
              <a:avLst/>
              <a:gdLst>
                <a:gd name="T0" fmla="*/ 1654 w 1654"/>
                <a:gd name="T1" fmla="*/ 10 h 19"/>
                <a:gd name="T2" fmla="*/ 1645 w 1654"/>
                <a:gd name="T3" fmla="*/ 0 h 19"/>
                <a:gd name="T4" fmla="*/ 0 w 1654"/>
                <a:gd name="T5" fmla="*/ 0 h 19"/>
                <a:gd name="T6" fmla="*/ 0 w 1654"/>
                <a:gd name="T7" fmla="*/ 19 h 19"/>
                <a:gd name="T8" fmla="*/ 1645 w 1654"/>
                <a:gd name="T9" fmla="*/ 19 h 19"/>
                <a:gd name="T10" fmla="*/ 1636 w 1654"/>
                <a:gd name="T11" fmla="*/ 10 h 19"/>
                <a:gd name="T12" fmla="*/ 1654 w 1654"/>
                <a:gd name="T13" fmla="*/ 10 h 19"/>
                <a:gd name="T14" fmla="*/ 1651 w 1654"/>
                <a:gd name="T15" fmla="*/ 0 h 19"/>
                <a:gd name="T16" fmla="*/ 1645 w 1654"/>
                <a:gd name="T17" fmla="*/ 0 h 19"/>
                <a:gd name="T18" fmla="*/ 1654 w 1654"/>
                <a:gd name="T19" fmla="*/ 10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54"/>
                <a:gd name="T31" fmla="*/ 0 h 19"/>
                <a:gd name="T32" fmla="*/ 1654 w 1654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54" h="19">
                  <a:moveTo>
                    <a:pt x="1654" y="10"/>
                  </a:moveTo>
                  <a:lnTo>
                    <a:pt x="1645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645" y="19"/>
                  </a:lnTo>
                  <a:lnTo>
                    <a:pt x="1636" y="10"/>
                  </a:lnTo>
                  <a:lnTo>
                    <a:pt x="1654" y="10"/>
                  </a:lnTo>
                  <a:lnTo>
                    <a:pt x="1651" y="0"/>
                  </a:lnTo>
                  <a:lnTo>
                    <a:pt x="1645" y="0"/>
                  </a:lnTo>
                  <a:lnTo>
                    <a:pt x="1654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2" name="Freeform 85">
              <a:extLst>
                <a:ext uri="{FF2B5EF4-FFF2-40B4-BE49-F238E27FC236}">
                  <a16:creationId xmlns:a16="http://schemas.microsoft.com/office/drawing/2014/main" id="{231F7E4D-B1BC-DBDB-1395-56B9971942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44" y="1177"/>
              <a:ext cx="76" cy="446"/>
            </a:xfrm>
            <a:custGeom>
              <a:avLst/>
              <a:gdLst>
                <a:gd name="T0" fmla="*/ 65 w 76"/>
                <a:gd name="T1" fmla="*/ 446 h 446"/>
                <a:gd name="T2" fmla="*/ 74 w 76"/>
                <a:gd name="T3" fmla="*/ 436 h 446"/>
                <a:gd name="T4" fmla="*/ 18 w 76"/>
                <a:gd name="T5" fmla="*/ 0 h 446"/>
                <a:gd name="T6" fmla="*/ 0 w 76"/>
                <a:gd name="T7" fmla="*/ 0 h 446"/>
                <a:gd name="T8" fmla="*/ 57 w 76"/>
                <a:gd name="T9" fmla="*/ 436 h 446"/>
                <a:gd name="T10" fmla="*/ 65 w 76"/>
                <a:gd name="T11" fmla="*/ 426 h 446"/>
                <a:gd name="T12" fmla="*/ 65 w 76"/>
                <a:gd name="T13" fmla="*/ 446 h 446"/>
                <a:gd name="T14" fmla="*/ 76 w 76"/>
                <a:gd name="T15" fmla="*/ 446 h 446"/>
                <a:gd name="T16" fmla="*/ 74 w 76"/>
                <a:gd name="T17" fmla="*/ 436 h 446"/>
                <a:gd name="T18" fmla="*/ 65 w 76"/>
                <a:gd name="T19" fmla="*/ 446 h 4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"/>
                <a:gd name="T31" fmla="*/ 0 h 446"/>
                <a:gd name="T32" fmla="*/ 76 w 76"/>
                <a:gd name="T33" fmla="*/ 446 h 44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" h="446">
                  <a:moveTo>
                    <a:pt x="65" y="446"/>
                  </a:moveTo>
                  <a:lnTo>
                    <a:pt x="74" y="43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57" y="436"/>
                  </a:lnTo>
                  <a:lnTo>
                    <a:pt x="65" y="426"/>
                  </a:lnTo>
                  <a:lnTo>
                    <a:pt x="65" y="446"/>
                  </a:lnTo>
                  <a:lnTo>
                    <a:pt x="76" y="446"/>
                  </a:lnTo>
                  <a:lnTo>
                    <a:pt x="74" y="436"/>
                  </a:lnTo>
                  <a:lnTo>
                    <a:pt x="65" y="4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3" name="Freeform 86">
              <a:extLst>
                <a:ext uri="{FF2B5EF4-FFF2-40B4-BE49-F238E27FC236}">
                  <a16:creationId xmlns:a16="http://schemas.microsoft.com/office/drawing/2014/main" id="{4C7E284E-44DD-1285-32D3-B69E32C2E79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39" y="1603"/>
              <a:ext cx="1770" cy="20"/>
            </a:xfrm>
            <a:custGeom>
              <a:avLst/>
              <a:gdLst>
                <a:gd name="T0" fmla="*/ 0 w 1770"/>
                <a:gd name="T1" fmla="*/ 10 h 20"/>
                <a:gd name="T2" fmla="*/ 9 w 1770"/>
                <a:gd name="T3" fmla="*/ 20 h 20"/>
                <a:gd name="T4" fmla="*/ 1770 w 1770"/>
                <a:gd name="T5" fmla="*/ 20 h 20"/>
                <a:gd name="T6" fmla="*/ 1770 w 1770"/>
                <a:gd name="T7" fmla="*/ 0 h 20"/>
                <a:gd name="T8" fmla="*/ 9 w 1770"/>
                <a:gd name="T9" fmla="*/ 0 h 20"/>
                <a:gd name="T10" fmla="*/ 17 w 1770"/>
                <a:gd name="T11" fmla="*/ 10 h 20"/>
                <a:gd name="T12" fmla="*/ 0 w 1770"/>
                <a:gd name="T13" fmla="*/ 10 h 20"/>
                <a:gd name="T14" fmla="*/ 0 w 1770"/>
                <a:gd name="T15" fmla="*/ 20 h 20"/>
                <a:gd name="T16" fmla="*/ 9 w 1770"/>
                <a:gd name="T17" fmla="*/ 20 h 20"/>
                <a:gd name="T18" fmla="*/ 0 w 1770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70"/>
                <a:gd name="T31" fmla="*/ 0 h 20"/>
                <a:gd name="T32" fmla="*/ 1770 w 1770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70" h="20">
                  <a:moveTo>
                    <a:pt x="0" y="10"/>
                  </a:moveTo>
                  <a:lnTo>
                    <a:pt x="9" y="20"/>
                  </a:lnTo>
                  <a:lnTo>
                    <a:pt x="1770" y="20"/>
                  </a:lnTo>
                  <a:lnTo>
                    <a:pt x="1770" y="0"/>
                  </a:lnTo>
                  <a:lnTo>
                    <a:pt x="9" y="0"/>
                  </a:lnTo>
                  <a:lnTo>
                    <a:pt x="17" y="1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9" y="2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4" name="Freeform 87">
              <a:extLst>
                <a:ext uri="{FF2B5EF4-FFF2-40B4-BE49-F238E27FC236}">
                  <a16:creationId xmlns:a16="http://schemas.microsoft.com/office/drawing/2014/main" id="{9BF873E6-7E3E-4767-611C-720840D58E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39" y="1256"/>
              <a:ext cx="17" cy="357"/>
            </a:xfrm>
            <a:custGeom>
              <a:avLst/>
              <a:gdLst>
                <a:gd name="T0" fmla="*/ 2 w 17"/>
                <a:gd name="T1" fmla="*/ 0 h 357"/>
                <a:gd name="T2" fmla="*/ 0 w 17"/>
                <a:gd name="T3" fmla="*/ 5 h 357"/>
                <a:gd name="T4" fmla="*/ 0 w 17"/>
                <a:gd name="T5" fmla="*/ 357 h 357"/>
                <a:gd name="T6" fmla="*/ 17 w 17"/>
                <a:gd name="T7" fmla="*/ 357 h 357"/>
                <a:gd name="T8" fmla="*/ 17 w 17"/>
                <a:gd name="T9" fmla="*/ 5 h 357"/>
                <a:gd name="T10" fmla="*/ 15 w 17"/>
                <a:gd name="T11" fmla="*/ 10 h 357"/>
                <a:gd name="T12" fmla="*/ 2 w 17"/>
                <a:gd name="T13" fmla="*/ 0 h 357"/>
                <a:gd name="T14" fmla="*/ 0 w 17"/>
                <a:gd name="T15" fmla="*/ 3 h 357"/>
                <a:gd name="T16" fmla="*/ 0 w 17"/>
                <a:gd name="T17" fmla="*/ 5 h 357"/>
                <a:gd name="T18" fmla="*/ 2 w 17"/>
                <a:gd name="T19" fmla="*/ 0 h 35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357"/>
                <a:gd name="T32" fmla="*/ 17 w 17"/>
                <a:gd name="T33" fmla="*/ 357 h 35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357">
                  <a:moveTo>
                    <a:pt x="2" y="0"/>
                  </a:moveTo>
                  <a:lnTo>
                    <a:pt x="0" y="5"/>
                  </a:lnTo>
                  <a:lnTo>
                    <a:pt x="0" y="357"/>
                  </a:lnTo>
                  <a:lnTo>
                    <a:pt x="17" y="357"/>
                  </a:lnTo>
                  <a:lnTo>
                    <a:pt x="17" y="5"/>
                  </a:lnTo>
                  <a:lnTo>
                    <a:pt x="15" y="1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5" name="Freeform 88">
              <a:extLst>
                <a:ext uri="{FF2B5EF4-FFF2-40B4-BE49-F238E27FC236}">
                  <a16:creationId xmlns:a16="http://schemas.microsoft.com/office/drawing/2014/main" id="{28DCC0C4-B374-0BA1-969F-316C0C004B9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8" y="1208"/>
              <a:ext cx="303" cy="472"/>
            </a:xfrm>
            <a:custGeom>
              <a:avLst/>
              <a:gdLst>
                <a:gd name="T0" fmla="*/ 206 w 303"/>
                <a:gd name="T1" fmla="*/ 0 h 472"/>
                <a:gd name="T2" fmla="*/ 301 w 303"/>
                <a:gd name="T3" fmla="*/ 374 h 472"/>
                <a:gd name="T4" fmla="*/ 301 w 303"/>
                <a:gd name="T5" fmla="*/ 374 h 472"/>
                <a:gd name="T6" fmla="*/ 303 w 303"/>
                <a:gd name="T7" fmla="*/ 378 h 472"/>
                <a:gd name="T8" fmla="*/ 290 w 303"/>
                <a:gd name="T9" fmla="*/ 376 h 472"/>
                <a:gd name="T10" fmla="*/ 279 w 303"/>
                <a:gd name="T11" fmla="*/ 378 h 472"/>
                <a:gd name="T12" fmla="*/ 271 w 303"/>
                <a:gd name="T13" fmla="*/ 381 h 472"/>
                <a:gd name="T14" fmla="*/ 269 w 303"/>
                <a:gd name="T15" fmla="*/ 381 h 472"/>
                <a:gd name="T16" fmla="*/ 269 w 303"/>
                <a:gd name="T17" fmla="*/ 472 h 472"/>
                <a:gd name="T18" fmla="*/ 62 w 303"/>
                <a:gd name="T19" fmla="*/ 472 h 472"/>
                <a:gd name="T20" fmla="*/ 0 w 303"/>
                <a:gd name="T21" fmla="*/ 0 h 472"/>
                <a:gd name="T22" fmla="*/ 206 w 303"/>
                <a:gd name="T23" fmla="*/ 0 h 4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3"/>
                <a:gd name="T37" fmla="*/ 0 h 472"/>
                <a:gd name="T38" fmla="*/ 303 w 303"/>
                <a:gd name="T39" fmla="*/ 472 h 4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3" h="472">
                  <a:moveTo>
                    <a:pt x="206" y="0"/>
                  </a:moveTo>
                  <a:lnTo>
                    <a:pt x="301" y="374"/>
                  </a:lnTo>
                  <a:lnTo>
                    <a:pt x="303" y="378"/>
                  </a:lnTo>
                  <a:lnTo>
                    <a:pt x="290" y="376"/>
                  </a:lnTo>
                  <a:lnTo>
                    <a:pt x="279" y="378"/>
                  </a:lnTo>
                  <a:lnTo>
                    <a:pt x="271" y="381"/>
                  </a:lnTo>
                  <a:lnTo>
                    <a:pt x="269" y="381"/>
                  </a:lnTo>
                  <a:lnTo>
                    <a:pt x="269" y="472"/>
                  </a:lnTo>
                  <a:lnTo>
                    <a:pt x="62" y="472"/>
                  </a:lnTo>
                  <a:lnTo>
                    <a:pt x="0" y="0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6" name="Freeform 89">
              <a:extLst>
                <a:ext uri="{FF2B5EF4-FFF2-40B4-BE49-F238E27FC236}">
                  <a16:creationId xmlns:a16="http://schemas.microsoft.com/office/drawing/2014/main" id="{68C879EE-1F7E-F42C-4DA1-A4548B6C491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85" y="1206"/>
              <a:ext cx="113" cy="380"/>
            </a:xfrm>
            <a:custGeom>
              <a:avLst/>
              <a:gdLst>
                <a:gd name="T0" fmla="*/ 113 w 113"/>
                <a:gd name="T1" fmla="*/ 371 h 380"/>
                <a:gd name="T2" fmla="*/ 113 w 113"/>
                <a:gd name="T3" fmla="*/ 373 h 380"/>
                <a:gd name="T4" fmla="*/ 17 w 113"/>
                <a:gd name="T5" fmla="*/ 0 h 380"/>
                <a:gd name="T6" fmla="*/ 0 w 113"/>
                <a:gd name="T7" fmla="*/ 4 h 380"/>
                <a:gd name="T8" fmla="*/ 95 w 113"/>
                <a:gd name="T9" fmla="*/ 378 h 380"/>
                <a:gd name="T10" fmla="*/ 95 w 113"/>
                <a:gd name="T11" fmla="*/ 380 h 380"/>
                <a:gd name="T12" fmla="*/ 95 w 113"/>
                <a:gd name="T13" fmla="*/ 378 h 380"/>
                <a:gd name="T14" fmla="*/ 95 w 113"/>
                <a:gd name="T15" fmla="*/ 378 h 380"/>
                <a:gd name="T16" fmla="*/ 98 w 113"/>
                <a:gd name="T17" fmla="*/ 378 h 380"/>
                <a:gd name="T18" fmla="*/ 113 w 113"/>
                <a:gd name="T19" fmla="*/ 371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3"/>
                <a:gd name="T31" fmla="*/ 0 h 380"/>
                <a:gd name="T32" fmla="*/ 113 w 113"/>
                <a:gd name="T33" fmla="*/ 380 h 3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3" h="380">
                  <a:moveTo>
                    <a:pt x="113" y="371"/>
                  </a:moveTo>
                  <a:lnTo>
                    <a:pt x="113" y="373"/>
                  </a:lnTo>
                  <a:lnTo>
                    <a:pt x="17" y="0"/>
                  </a:lnTo>
                  <a:lnTo>
                    <a:pt x="0" y="4"/>
                  </a:lnTo>
                  <a:lnTo>
                    <a:pt x="95" y="378"/>
                  </a:lnTo>
                  <a:lnTo>
                    <a:pt x="95" y="380"/>
                  </a:lnTo>
                  <a:lnTo>
                    <a:pt x="95" y="378"/>
                  </a:lnTo>
                  <a:lnTo>
                    <a:pt x="98" y="378"/>
                  </a:lnTo>
                  <a:lnTo>
                    <a:pt x="113" y="3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7" name="Freeform 90">
              <a:extLst>
                <a:ext uri="{FF2B5EF4-FFF2-40B4-BE49-F238E27FC236}">
                  <a16:creationId xmlns:a16="http://schemas.microsoft.com/office/drawing/2014/main" id="{CD287975-308B-C7F9-CA27-8A339784E8E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80" y="1577"/>
              <a:ext cx="18" cy="9"/>
            </a:xfrm>
            <a:custGeom>
              <a:avLst/>
              <a:gdLst>
                <a:gd name="T0" fmla="*/ 18 w 18"/>
                <a:gd name="T1" fmla="*/ 0 h 9"/>
                <a:gd name="T2" fmla="*/ 9 w 18"/>
                <a:gd name="T3" fmla="*/ 5 h 9"/>
                <a:gd name="T4" fmla="*/ 9 w 18"/>
                <a:gd name="T5" fmla="*/ 5 h 9"/>
                <a:gd name="T6" fmla="*/ 9 w 18"/>
                <a:gd name="T7" fmla="*/ 5 h 9"/>
                <a:gd name="T8" fmla="*/ 9 w 18"/>
                <a:gd name="T9" fmla="*/ 5 h 9"/>
                <a:gd name="T10" fmla="*/ 0 w 18"/>
                <a:gd name="T11" fmla="*/ 9 h 9"/>
                <a:gd name="T12" fmla="*/ 0 w 18"/>
                <a:gd name="T13" fmla="*/ 7 h 9"/>
                <a:gd name="T14" fmla="*/ 0 w 18"/>
                <a:gd name="T15" fmla="*/ 7 h 9"/>
                <a:gd name="T16" fmla="*/ 3 w 18"/>
                <a:gd name="T17" fmla="*/ 7 h 9"/>
                <a:gd name="T18" fmla="*/ 18 w 18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"/>
                <a:gd name="T31" fmla="*/ 0 h 9"/>
                <a:gd name="T32" fmla="*/ 18 w 18"/>
                <a:gd name="T33" fmla="*/ 9 h 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" h="9">
                  <a:moveTo>
                    <a:pt x="18" y="0"/>
                  </a:moveTo>
                  <a:lnTo>
                    <a:pt x="9" y="5"/>
                  </a:lnTo>
                  <a:lnTo>
                    <a:pt x="0" y="9"/>
                  </a:lnTo>
                  <a:lnTo>
                    <a:pt x="0" y="7"/>
                  </a:lnTo>
                  <a:lnTo>
                    <a:pt x="3" y="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8" name="Freeform 91">
              <a:extLst>
                <a:ext uri="{FF2B5EF4-FFF2-40B4-BE49-F238E27FC236}">
                  <a16:creationId xmlns:a16="http://schemas.microsoft.com/office/drawing/2014/main" id="{E911F156-2E1D-6D32-F0DC-FA19A682500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80" y="1577"/>
              <a:ext cx="26" cy="24"/>
            </a:xfrm>
            <a:custGeom>
              <a:avLst/>
              <a:gdLst>
                <a:gd name="T0" fmla="*/ 11 w 26"/>
                <a:gd name="T1" fmla="*/ 19 h 24"/>
                <a:gd name="T2" fmla="*/ 20 w 26"/>
                <a:gd name="T3" fmla="*/ 5 h 24"/>
                <a:gd name="T4" fmla="*/ 18 w 26"/>
                <a:gd name="T5" fmla="*/ 0 h 24"/>
                <a:gd name="T6" fmla="*/ 0 w 26"/>
                <a:gd name="T7" fmla="*/ 9 h 24"/>
                <a:gd name="T8" fmla="*/ 3 w 26"/>
                <a:gd name="T9" fmla="*/ 14 h 24"/>
                <a:gd name="T10" fmla="*/ 11 w 26"/>
                <a:gd name="T11" fmla="*/ 0 h 24"/>
                <a:gd name="T12" fmla="*/ 11 w 26"/>
                <a:gd name="T13" fmla="*/ 19 h 24"/>
                <a:gd name="T14" fmla="*/ 26 w 26"/>
                <a:gd name="T15" fmla="*/ 24 h 24"/>
                <a:gd name="T16" fmla="*/ 18 w 26"/>
                <a:gd name="T17" fmla="*/ 7 h 24"/>
                <a:gd name="T18" fmla="*/ 11 w 26"/>
                <a:gd name="T19" fmla="*/ 19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"/>
                <a:gd name="T31" fmla="*/ 0 h 24"/>
                <a:gd name="T32" fmla="*/ 26 w 26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" h="24">
                  <a:moveTo>
                    <a:pt x="11" y="19"/>
                  </a:moveTo>
                  <a:lnTo>
                    <a:pt x="20" y="5"/>
                  </a:lnTo>
                  <a:lnTo>
                    <a:pt x="18" y="0"/>
                  </a:lnTo>
                  <a:lnTo>
                    <a:pt x="0" y="9"/>
                  </a:lnTo>
                  <a:lnTo>
                    <a:pt x="3" y="14"/>
                  </a:lnTo>
                  <a:lnTo>
                    <a:pt x="11" y="0"/>
                  </a:lnTo>
                  <a:lnTo>
                    <a:pt x="11" y="19"/>
                  </a:lnTo>
                  <a:lnTo>
                    <a:pt x="26" y="24"/>
                  </a:lnTo>
                  <a:lnTo>
                    <a:pt x="18" y="7"/>
                  </a:lnTo>
                  <a:lnTo>
                    <a:pt x="11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89" name="Freeform 92">
              <a:extLst>
                <a:ext uri="{FF2B5EF4-FFF2-40B4-BE49-F238E27FC236}">
                  <a16:creationId xmlns:a16="http://schemas.microsoft.com/office/drawing/2014/main" id="{0964B59C-5EB5-E33C-1A9C-9EC22E38E50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48" y="1574"/>
              <a:ext cx="43" cy="24"/>
            </a:xfrm>
            <a:custGeom>
              <a:avLst/>
              <a:gdLst>
                <a:gd name="T0" fmla="*/ 17 w 43"/>
                <a:gd name="T1" fmla="*/ 15 h 24"/>
                <a:gd name="T2" fmla="*/ 11 w 43"/>
                <a:gd name="T3" fmla="*/ 24 h 24"/>
                <a:gd name="T4" fmla="*/ 11 w 43"/>
                <a:gd name="T5" fmla="*/ 24 h 24"/>
                <a:gd name="T6" fmla="*/ 19 w 43"/>
                <a:gd name="T7" fmla="*/ 22 h 24"/>
                <a:gd name="T8" fmla="*/ 30 w 43"/>
                <a:gd name="T9" fmla="*/ 20 h 24"/>
                <a:gd name="T10" fmla="*/ 43 w 43"/>
                <a:gd name="T11" fmla="*/ 22 h 24"/>
                <a:gd name="T12" fmla="*/ 43 w 43"/>
                <a:gd name="T13" fmla="*/ 3 h 24"/>
                <a:gd name="T14" fmla="*/ 30 w 43"/>
                <a:gd name="T15" fmla="*/ 0 h 24"/>
                <a:gd name="T16" fmla="*/ 19 w 43"/>
                <a:gd name="T17" fmla="*/ 3 h 24"/>
                <a:gd name="T18" fmla="*/ 11 w 43"/>
                <a:gd name="T19" fmla="*/ 5 h 24"/>
                <a:gd name="T20" fmla="*/ 6 w 43"/>
                <a:gd name="T21" fmla="*/ 5 h 24"/>
                <a:gd name="T22" fmla="*/ 0 w 43"/>
                <a:gd name="T23" fmla="*/ 15 h 24"/>
                <a:gd name="T24" fmla="*/ 6 w 43"/>
                <a:gd name="T25" fmla="*/ 5 h 24"/>
                <a:gd name="T26" fmla="*/ 0 w 43"/>
                <a:gd name="T27" fmla="*/ 10 h 24"/>
                <a:gd name="T28" fmla="*/ 0 w 43"/>
                <a:gd name="T29" fmla="*/ 15 h 24"/>
                <a:gd name="T30" fmla="*/ 17 w 43"/>
                <a:gd name="T31" fmla="*/ 15 h 2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3"/>
                <a:gd name="T49" fmla="*/ 0 h 24"/>
                <a:gd name="T50" fmla="*/ 43 w 43"/>
                <a:gd name="T51" fmla="*/ 24 h 2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3" h="24">
                  <a:moveTo>
                    <a:pt x="17" y="15"/>
                  </a:moveTo>
                  <a:lnTo>
                    <a:pt x="11" y="24"/>
                  </a:lnTo>
                  <a:lnTo>
                    <a:pt x="19" y="22"/>
                  </a:lnTo>
                  <a:lnTo>
                    <a:pt x="30" y="20"/>
                  </a:lnTo>
                  <a:lnTo>
                    <a:pt x="43" y="22"/>
                  </a:lnTo>
                  <a:lnTo>
                    <a:pt x="43" y="3"/>
                  </a:lnTo>
                  <a:lnTo>
                    <a:pt x="30" y="0"/>
                  </a:lnTo>
                  <a:lnTo>
                    <a:pt x="19" y="3"/>
                  </a:lnTo>
                  <a:lnTo>
                    <a:pt x="11" y="5"/>
                  </a:lnTo>
                  <a:lnTo>
                    <a:pt x="6" y="5"/>
                  </a:lnTo>
                  <a:lnTo>
                    <a:pt x="0" y="15"/>
                  </a:lnTo>
                  <a:lnTo>
                    <a:pt x="6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1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0" name="Freeform 93">
              <a:extLst>
                <a:ext uri="{FF2B5EF4-FFF2-40B4-BE49-F238E27FC236}">
                  <a16:creationId xmlns:a16="http://schemas.microsoft.com/office/drawing/2014/main" id="{A5369FB1-63C1-9056-1207-5F580F37E74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48" y="1589"/>
              <a:ext cx="17" cy="101"/>
            </a:xfrm>
            <a:custGeom>
              <a:avLst/>
              <a:gdLst>
                <a:gd name="T0" fmla="*/ 9 w 17"/>
                <a:gd name="T1" fmla="*/ 101 h 101"/>
                <a:gd name="T2" fmla="*/ 17 w 17"/>
                <a:gd name="T3" fmla="*/ 91 h 101"/>
                <a:gd name="T4" fmla="*/ 17 w 17"/>
                <a:gd name="T5" fmla="*/ 0 h 101"/>
                <a:gd name="T6" fmla="*/ 0 w 17"/>
                <a:gd name="T7" fmla="*/ 0 h 101"/>
                <a:gd name="T8" fmla="*/ 0 w 17"/>
                <a:gd name="T9" fmla="*/ 91 h 101"/>
                <a:gd name="T10" fmla="*/ 9 w 17"/>
                <a:gd name="T11" fmla="*/ 82 h 101"/>
                <a:gd name="T12" fmla="*/ 9 w 17"/>
                <a:gd name="T13" fmla="*/ 101 h 101"/>
                <a:gd name="T14" fmla="*/ 17 w 17"/>
                <a:gd name="T15" fmla="*/ 101 h 101"/>
                <a:gd name="T16" fmla="*/ 17 w 17"/>
                <a:gd name="T17" fmla="*/ 91 h 101"/>
                <a:gd name="T18" fmla="*/ 9 w 17"/>
                <a:gd name="T19" fmla="*/ 101 h 1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101"/>
                <a:gd name="T32" fmla="*/ 17 w 17"/>
                <a:gd name="T33" fmla="*/ 101 h 1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101">
                  <a:moveTo>
                    <a:pt x="9" y="101"/>
                  </a:moveTo>
                  <a:lnTo>
                    <a:pt x="17" y="91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91"/>
                  </a:lnTo>
                  <a:lnTo>
                    <a:pt x="9" y="82"/>
                  </a:lnTo>
                  <a:lnTo>
                    <a:pt x="9" y="101"/>
                  </a:lnTo>
                  <a:lnTo>
                    <a:pt x="17" y="101"/>
                  </a:lnTo>
                  <a:lnTo>
                    <a:pt x="17" y="91"/>
                  </a:lnTo>
                  <a:lnTo>
                    <a:pt x="9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1" name="Freeform 94">
              <a:extLst>
                <a:ext uri="{FF2B5EF4-FFF2-40B4-BE49-F238E27FC236}">
                  <a16:creationId xmlns:a16="http://schemas.microsoft.com/office/drawing/2014/main" id="{A40E0D79-D5E6-7AF2-4067-7BE680E80D6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42" y="1671"/>
              <a:ext cx="215" cy="19"/>
            </a:xfrm>
            <a:custGeom>
              <a:avLst/>
              <a:gdLst>
                <a:gd name="T0" fmla="*/ 0 w 215"/>
                <a:gd name="T1" fmla="*/ 9 h 19"/>
                <a:gd name="T2" fmla="*/ 8 w 215"/>
                <a:gd name="T3" fmla="*/ 19 h 19"/>
                <a:gd name="T4" fmla="*/ 215 w 215"/>
                <a:gd name="T5" fmla="*/ 19 h 19"/>
                <a:gd name="T6" fmla="*/ 215 w 215"/>
                <a:gd name="T7" fmla="*/ 0 h 19"/>
                <a:gd name="T8" fmla="*/ 8 w 215"/>
                <a:gd name="T9" fmla="*/ 0 h 19"/>
                <a:gd name="T10" fmla="*/ 17 w 215"/>
                <a:gd name="T11" fmla="*/ 9 h 19"/>
                <a:gd name="T12" fmla="*/ 0 w 215"/>
                <a:gd name="T13" fmla="*/ 9 h 19"/>
                <a:gd name="T14" fmla="*/ 2 w 215"/>
                <a:gd name="T15" fmla="*/ 19 h 19"/>
                <a:gd name="T16" fmla="*/ 8 w 215"/>
                <a:gd name="T17" fmla="*/ 19 h 19"/>
                <a:gd name="T18" fmla="*/ 0 w 215"/>
                <a:gd name="T19" fmla="*/ 9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5"/>
                <a:gd name="T31" fmla="*/ 0 h 19"/>
                <a:gd name="T32" fmla="*/ 215 w 215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5" h="19">
                  <a:moveTo>
                    <a:pt x="0" y="9"/>
                  </a:moveTo>
                  <a:lnTo>
                    <a:pt x="8" y="19"/>
                  </a:lnTo>
                  <a:lnTo>
                    <a:pt x="215" y="19"/>
                  </a:lnTo>
                  <a:lnTo>
                    <a:pt x="215" y="0"/>
                  </a:lnTo>
                  <a:lnTo>
                    <a:pt x="8" y="0"/>
                  </a:lnTo>
                  <a:lnTo>
                    <a:pt x="17" y="9"/>
                  </a:lnTo>
                  <a:lnTo>
                    <a:pt x="0" y="9"/>
                  </a:lnTo>
                  <a:lnTo>
                    <a:pt x="2" y="19"/>
                  </a:lnTo>
                  <a:lnTo>
                    <a:pt x="8" y="1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2" name="Freeform 95">
              <a:extLst>
                <a:ext uri="{FF2B5EF4-FFF2-40B4-BE49-F238E27FC236}">
                  <a16:creationId xmlns:a16="http://schemas.microsoft.com/office/drawing/2014/main" id="{3ED8CF8D-E32F-3507-FF41-4F8AF502835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7" y="1198"/>
              <a:ext cx="82" cy="482"/>
            </a:xfrm>
            <a:custGeom>
              <a:avLst/>
              <a:gdLst>
                <a:gd name="T0" fmla="*/ 11 w 82"/>
                <a:gd name="T1" fmla="*/ 0 h 482"/>
                <a:gd name="T2" fmla="*/ 2 w 82"/>
                <a:gd name="T3" fmla="*/ 10 h 482"/>
                <a:gd name="T4" fmla="*/ 65 w 82"/>
                <a:gd name="T5" fmla="*/ 482 h 482"/>
                <a:gd name="T6" fmla="*/ 82 w 82"/>
                <a:gd name="T7" fmla="*/ 482 h 482"/>
                <a:gd name="T8" fmla="*/ 19 w 82"/>
                <a:gd name="T9" fmla="*/ 10 h 482"/>
                <a:gd name="T10" fmla="*/ 11 w 82"/>
                <a:gd name="T11" fmla="*/ 20 h 482"/>
                <a:gd name="T12" fmla="*/ 11 w 82"/>
                <a:gd name="T13" fmla="*/ 0 h 482"/>
                <a:gd name="T14" fmla="*/ 0 w 82"/>
                <a:gd name="T15" fmla="*/ 0 h 482"/>
                <a:gd name="T16" fmla="*/ 2 w 82"/>
                <a:gd name="T17" fmla="*/ 10 h 482"/>
                <a:gd name="T18" fmla="*/ 11 w 82"/>
                <a:gd name="T19" fmla="*/ 0 h 4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2"/>
                <a:gd name="T31" fmla="*/ 0 h 482"/>
                <a:gd name="T32" fmla="*/ 82 w 82"/>
                <a:gd name="T33" fmla="*/ 482 h 4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2" h="482">
                  <a:moveTo>
                    <a:pt x="11" y="0"/>
                  </a:moveTo>
                  <a:lnTo>
                    <a:pt x="2" y="10"/>
                  </a:lnTo>
                  <a:lnTo>
                    <a:pt x="65" y="482"/>
                  </a:lnTo>
                  <a:lnTo>
                    <a:pt x="82" y="482"/>
                  </a:lnTo>
                  <a:lnTo>
                    <a:pt x="19" y="10"/>
                  </a:lnTo>
                  <a:lnTo>
                    <a:pt x="11" y="2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2" y="1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3" name="Freeform 96">
              <a:extLst>
                <a:ext uri="{FF2B5EF4-FFF2-40B4-BE49-F238E27FC236}">
                  <a16:creationId xmlns:a16="http://schemas.microsoft.com/office/drawing/2014/main" id="{138BCAFA-F04D-E964-EFB9-CC3D1F607CE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8" y="1198"/>
              <a:ext cx="214" cy="20"/>
            </a:xfrm>
            <a:custGeom>
              <a:avLst/>
              <a:gdLst>
                <a:gd name="T0" fmla="*/ 214 w 214"/>
                <a:gd name="T1" fmla="*/ 8 h 20"/>
                <a:gd name="T2" fmla="*/ 206 w 214"/>
                <a:gd name="T3" fmla="*/ 0 h 20"/>
                <a:gd name="T4" fmla="*/ 0 w 214"/>
                <a:gd name="T5" fmla="*/ 0 h 20"/>
                <a:gd name="T6" fmla="*/ 0 w 214"/>
                <a:gd name="T7" fmla="*/ 20 h 20"/>
                <a:gd name="T8" fmla="*/ 206 w 214"/>
                <a:gd name="T9" fmla="*/ 20 h 20"/>
                <a:gd name="T10" fmla="*/ 197 w 214"/>
                <a:gd name="T11" fmla="*/ 12 h 20"/>
                <a:gd name="T12" fmla="*/ 214 w 214"/>
                <a:gd name="T13" fmla="*/ 8 h 20"/>
                <a:gd name="T14" fmla="*/ 212 w 214"/>
                <a:gd name="T15" fmla="*/ 0 h 20"/>
                <a:gd name="T16" fmla="*/ 206 w 214"/>
                <a:gd name="T17" fmla="*/ 0 h 20"/>
                <a:gd name="T18" fmla="*/ 214 w 214"/>
                <a:gd name="T19" fmla="*/ 8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4"/>
                <a:gd name="T31" fmla="*/ 0 h 20"/>
                <a:gd name="T32" fmla="*/ 214 w 214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4" h="20">
                  <a:moveTo>
                    <a:pt x="214" y="8"/>
                  </a:moveTo>
                  <a:lnTo>
                    <a:pt x="206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206" y="20"/>
                  </a:lnTo>
                  <a:lnTo>
                    <a:pt x="197" y="12"/>
                  </a:lnTo>
                  <a:lnTo>
                    <a:pt x="214" y="8"/>
                  </a:lnTo>
                  <a:lnTo>
                    <a:pt x="212" y="0"/>
                  </a:lnTo>
                  <a:lnTo>
                    <a:pt x="206" y="0"/>
                  </a:lnTo>
                  <a:lnTo>
                    <a:pt x="214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4" name="Freeform 97">
              <a:extLst>
                <a:ext uri="{FF2B5EF4-FFF2-40B4-BE49-F238E27FC236}">
                  <a16:creationId xmlns:a16="http://schemas.microsoft.com/office/drawing/2014/main" id="{5409F87D-2644-8A32-DC85-00DA083322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14" y="1179"/>
              <a:ext cx="17" cy="436"/>
            </a:xfrm>
            <a:custGeom>
              <a:avLst/>
              <a:gdLst>
                <a:gd name="T0" fmla="*/ 9 w 17"/>
                <a:gd name="T1" fmla="*/ 436 h 436"/>
                <a:gd name="T2" fmla="*/ 17 w 17"/>
                <a:gd name="T3" fmla="*/ 436 h 436"/>
                <a:gd name="T4" fmla="*/ 17 w 17"/>
                <a:gd name="T5" fmla="*/ 0 h 436"/>
                <a:gd name="T6" fmla="*/ 0 w 17"/>
                <a:gd name="T7" fmla="*/ 0 h 436"/>
                <a:gd name="T8" fmla="*/ 0 w 17"/>
                <a:gd name="T9" fmla="*/ 436 h 436"/>
                <a:gd name="T10" fmla="*/ 9 w 17"/>
                <a:gd name="T11" fmla="*/ 436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6"/>
                <a:gd name="T20" fmla="*/ 17 w 17"/>
                <a:gd name="T21" fmla="*/ 436 h 4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6">
                  <a:moveTo>
                    <a:pt x="9" y="436"/>
                  </a:moveTo>
                  <a:lnTo>
                    <a:pt x="17" y="43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9" y="4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5" name="Freeform 98">
              <a:extLst>
                <a:ext uri="{FF2B5EF4-FFF2-40B4-BE49-F238E27FC236}">
                  <a16:creationId xmlns:a16="http://schemas.microsoft.com/office/drawing/2014/main" id="{DE6F20FC-B63D-797C-5832-8143A689DE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89" y="1179"/>
              <a:ext cx="17" cy="434"/>
            </a:xfrm>
            <a:custGeom>
              <a:avLst/>
              <a:gdLst>
                <a:gd name="T0" fmla="*/ 8 w 17"/>
                <a:gd name="T1" fmla="*/ 434 h 434"/>
                <a:gd name="T2" fmla="*/ 17 w 17"/>
                <a:gd name="T3" fmla="*/ 434 h 434"/>
                <a:gd name="T4" fmla="*/ 17 w 17"/>
                <a:gd name="T5" fmla="*/ 0 h 434"/>
                <a:gd name="T6" fmla="*/ 0 w 17"/>
                <a:gd name="T7" fmla="*/ 0 h 434"/>
                <a:gd name="T8" fmla="*/ 0 w 17"/>
                <a:gd name="T9" fmla="*/ 434 h 434"/>
                <a:gd name="T10" fmla="*/ 8 w 17"/>
                <a:gd name="T11" fmla="*/ 434 h 4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4"/>
                <a:gd name="T20" fmla="*/ 17 w 17"/>
                <a:gd name="T21" fmla="*/ 434 h 4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4">
                  <a:moveTo>
                    <a:pt x="8" y="434"/>
                  </a:moveTo>
                  <a:lnTo>
                    <a:pt x="17" y="434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4"/>
                  </a:lnTo>
                  <a:lnTo>
                    <a:pt x="8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6" name="Freeform 99">
              <a:extLst>
                <a:ext uri="{FF2B5EF4-FFF2-40B4-BE49-F238E27FC236}">
                  <a16:creationId xmlns:a16="http://schemas.microsoft.com/office/drawing/2014/main" id="{85374056-F42E-B340-9369-A341E68820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84" y="1177"/>
              <a:ext cx="17" cy="436"/>
            </a:xfrm>
            <a:custGeom>
              <a:avLst/>
              <a:gdLst>
                <a:gd name="T0" fmla="*/ 8 w 17"/>
                <a:gd name="T1" fmla="*/ 436 h 436"/>
                <a:gd name="T2" fmla="*/ 17 w 17"/>
                <a:gd name="T3" fmla="*/ 436 h 436"/>
                <a:gd name="T4" fmla="*/ 17 w 17"/>
                <a:gd name="T5" fmla="*/ 0 h 436"/>
                <a:gd name="T6" fmla="*/ 0 w 17"/>
                <a:gd name="T7" fmla="*/ 0 h 436"/>
                <a:gd name="T8" fmla="*/ 0 w 17"/>
                <a:gd name="T9" fmla="*/ 436 h 436"/>
                <a:gd name="T10" fmla="*/ 8 w 17"/>
                <a:gd name="T11" fmla="*/ 436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6"/>
                <a:gd name="T20" fmla="*/ 17 w 17"/>
                <a:gd name="T21" fmla="*/ 436 h 4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6">
                  <a:moveTo>
                    <a:pt x="8" y="436"/>
                  </a:moveTo>
                  <a:lnTo>
                    <a:pt x="17" y="43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8" y="4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7" name="Freeform 100">
              <a:extLst>
                <a:ext uri="{FF2B5EF4-FFF2-40B4-BE49-F238E27FC236}">
                  <a16:creationId xmlns:a16="http://schemas.microsoft.com/office/drawing/2014/main" id="{3B6A0EB2-8BFD-95EE-EEED-BA05C7336B6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85" y="1179"/>
              <a:ext cx="18" cy="434"/>
            </a:xfrm>
            <a:custGeom>
              <a:avLst/>
              <a:gdLst>
                <a:gd name="T0" fmla="*/ 9 w 18"/>
                <a:gd name="T1" fmla="*/ 434 h 434"/>
                <a:gd name="T2" fmla="*/ 18 w 18"/>
                <a:gd name="T3" fmla="*/ 434 h 434"/>
                <a:gd name="T4" fmla="*/ 18 w 18"/>
                <a:gd name="T5" fmla="*/ 0 h 434"/>
                <a:gd name="T6" fmla="*/ 0 w 18"/>
                <a:gd name="T7" fmla="*/ 0 h 434"/>
                <a:gd name="T8" fmla="*/ 0 w 18"/>
                <a:gd name="T9" fmla="*/ 434 h 434"/>
                <a:gd name="T10" fmla="*/ 9 w 18"/>
                <a:gd name="T11" fmla="*/ 434 h 4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34"/>
                <a:gd name="T20" fmla="*/ 18 w 18"/>
                <a:gd name="T21" fmla="*/ 434 h 4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34">
                  <a:moveTo>
                    <a:pt x="9" y="434"/>
                  </a:moveTo>
                  <a:lnTo>
                    <a:pt x="18" y="434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434"/>
                  </a:lnTo>
                  <a:lnTo>
                    <a:pt x="9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8" name="Freeform 101">
              <a:extLst>
                <a:ext uri="{FF2B5EF4-FFF2-40B4-BE49-F238E27FC236}">
                  <a16:creationId xmlns:a16="http://schemas.microsoft.com/office/drawing/2014/main" id="{31546F61-A739-6741-CD83-A757CD47648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48" y="1179"/>
              <a:ext cx="17" cy="434"/>
            </a:xfrm>
            <a:custGeom>
              <a:avLst/>
              <a:gdLst>
                <a:gd name="T0" fmla="*/ 8 w 17"/>
                <a:gd name="T1" fmla="*/ 434 h 434"/>
                <a:gd name="T2" fmla="*/ 17 w 17"/>
                <a:gd name="T3" fmla="*/ 434 h 434"/>
                <a:gd name="T4" fmla="*/ 17 w 17"/>
                <a:gd name="T5" fmla="*/ 0 h 434"/>
                <a:gd name="T6" fmla="*/ 0 w 17"/>
                <a:gd name="T7" fmla="*/ 0 h 434"/>
                <a:gd name="T8" fmla="*/ 0 w 17"/>
                <a:gd name="T9" fmla="*/ 434 h 434"/>
                <a:gd name="T10" fmla="*/ 8 w 17"/>
                <a:gd name="T11" fmla="*/ 434 h 4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4"/>
                <a:gd name="T20" fmla="*/ 17 w 17"/>
                <a:gd name="T21" fmla="*/ 434 h 4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4">
                  <a:moveTo>
                    <a:pt x="8" y="434"/>
                  </a:moveTo>
                  <a:lnTo>
                    <a:pt x="17" y="434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4"/>
                  </a:lnTo>
                  <a:lnTo>
                    <a:pt x="8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99" name="Freeform 102">
              <a:extLst>
                <a:ext uri="{FF2B5EF4-FFF2-40B4-BE49-F238E27FC236}">
                  <a16:creationId xmlns:a16="http://schemas.microsoft.com/office/drawing/2014/main" id="{7BD6BC26-D296-C81B-F149-BDD4F4B155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71" y="1177"/>
              <a:ext cx="17" cy="438"/>
            </a:xfrm>
            <a:custGeom>
              <a:avLst/>
              <a:gdLst>
                <a:gd name="T0" fmla="*/ 8 w 17"/>
                <a:gd name="T1" fmla="*/ 438 h 438"/>
                <a:gd name="T2" fmla="*/ 17 w 17"/>
                <a:gd name="T3" fmla="*/ 438 h 438"/>
                <a:gd name="T4" fmla="*/ 17 w 17"/>
                <a:gd name="T5" fmla="*/ 0 h 438"/>
                <a:gd name="T6" fmla="*/ 0 w 17"/>
                <a:gd name="T7" fmla="*/ 0 h 438"/>
                <a:gd name="T8" fmla="*/ 0 w 17"/>
                <a:gd name="T9" fmla="*/ 438 h 438"/>
                <a:gd name="T10" fmla="*/ 8 w 17"/>
                <a:gd name="T11" fmla="*/ 438 h 4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8"/>
                <a:gd name="T20" fmla="*/ 17 w 17"/>
                <a:gd name="T21" fmla="*/ 438 h 4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8">
                  <a:moveTo>
                    <a:pt x="8" y="438"/>
                  </a:moveTo>
                  <a:lnTo>
                    <a:pt x="17" y="438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8"/>
                  </a:lnTo>
                  <a:lnTo>
                    <a:pt x="8" y="4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0" name="Freeform 103">
              <a:extLst>
                <a:ext uri="{FF2B5EF4-FFF2-40B4-BE49-F238E27FC236}">
                  <a16:creationId xmlns:a16="http://schemas.microsoft.com/office/drawing/2014/main" id="{B3114C6D-362A-3310-77F7-7AFE941228D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19" y="1960"/>
              <a:ext cx="194" cy="1"/>
            </a:xfrm>
            <a:custGeom>
              <a:avLst/>
              <a:gdLst>
                <a:gd name="T0" fmla="*/ 0 w 194"/>
                <a:gd name="T1" fmla="*/ 0 h 1"/>
                <a:gd name="T2" fmla="*/ 194 w 194"/>
                <a:gd name="T3" fmla="*/ 0 h 1"/>
                <a:gd name="T4" fmla="*/ 0 w 194"/>
                <a:gd name="T5" fmla="*/ 0 h 1"/>
                <a:gd name="T6" fmla="*/ 0 60000 65536"/>
                <a:gd name="T7" fmla="*/ 0 60000 65536"/>
                <a:gd name="T8" fmla="*/ 0 60000 65536"/>
                <a:gd name="T9" fmla="*/ 0 w 194"/>
                <a:gd name="T10" fmla="*/ 0 h 1"/>
                <a:gd name="T11" fmla="*/ 194 w 19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1">
                  <a:moveTo>
                    <a:pt x="0" y="0"/>
                  </a:moveTo>
                  <a:lnTo>
                    <a:pt x="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1" name="Freeform 104">
              <a:extLst>
                <a:ext uri="{FF2B5EF4-FFF2-40B4-BE49-F238E27FC236}">
                  <a16:creationId xmlns:a16="http://schemas.microsoft.com/office/drawing/2014/main" id="{963BDF11-DD88-CCE9-9554-AB4A2DD4983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19" y="1950"/>
              <a:ext cx="194" cy="20"/>
            </a:xfrm>
            <a:custGeom>
              <a:avLst/>
              <a:gdLst>
                <a:gd name="T0" fmla="*/ 194 w 194"/>
                <a:gd name="T1" fmla="*/ 10 h 20"/>
                <a:gd name="T2" fmla="*/ 194 w 194"/>
                <a:gd name="T3" fmla="*/ 0 h 20"/>
                <a:gd name="T4" fmla="*/ 0 w 194"/>
                <a:gd name="T5" fmla="*/ 0 h 20"/>
                <a:gd name="T6" fmla="*/ 0 w 194"/>
                <a:gd name="T7" fmla="*/ 20 h 20"/>
                <a:gd name="T8" fmla="*/ 194 w 194"/>
                <a:gd name="T9" fmla="*/ 20 h 20"/>
                <a:gd name="T10" fmla="*/ 194 w 194"/>
                <a:gd name="T11" fmla="*/ 1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4"/>
                <a:gd name="T19" fmla="*/ 0 h 20"/>
                <a:gd name="T20" fmla="*/ 194 w 19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4" h="20">
                  <a:moveTo>
                    <a:pt x="194" y="10"/>
                  </a:moveTo>
                  <a:lnTo>
                    <a:pt x="194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194" y="20"/>
                  </a:lnTo>
                  <a:lnTo>
                    <a:pt x="194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2" name="Freeform 105">
              <a:extLst>
                <a:ext uri="{FF2B5EF4-FFF2-40B4-BE49-F238E27FC236}">
                  <a16:creationId xmlns:a16="http://schemas.microsoft.com/office/drawing/2014/main" id="{A433CE3C-B430-4030-A70C-5D703EDCAE1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05" y="1960"/>
              <a:ext cx="768" cy="1"/>
            </a:xfrm>
            <a:custGeom>
              <a:avLst/>
              <a:gdLst>
                <a:gd name="T0" fmla="*/ 0 w 768"/>
                <a:gd name="T1" fmla="*/ 0 h 1"/>
                <a:gd name="T2" fmla="*/ 768 w 768"/>
                <a:gd name="T3" fmla="*/ 0 h 1"/>
                <a:gd name="T4" fmla="*/ 0 w 768"/>
                <a:gd name="T5" fmla="*/ 0 h 1"/>
                <a:gd name="T6" fmla="*/ 0 60000 65536"/>
                <a:gd name="T7" fmla="*/ 0 60000 65536"/>
                <a:gd name="T8" fmla="*/ 0 60000 65536"/>
                <a:gd name="T9" fmla="*/ 0 w 768"/>
                <a:gd name="T10" fmla="*/ 0 h 1"/>
                <a:gd name="T11" fmla="*/ 768 w 76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1">
                  <a:moveTo>
                    <a:pt x="0" y="0"/>
                  </a:moveTo>
                  <a:lnTo>
                    <a:pt x="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3" name="Freeform 106">
              <a:extLst>
                <a:ext uri="{FF2B5EF4-FFF2-40B4-BE49-F238E27FC236}">
                  <a16:creationId xmlns:a16="http://schemas.microsoft.com/office/drawing/2014/main" id="{604EFE70-5BF6-0BF7-3B6E-88FDBD99D2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05" y="1950"/>
              <a:ext cx="768" cy="20"/>
            </a:xfrm>
            <a:custGeom>
              <a:avLst/>
              <a:gdLst>
                <a:gd name="T0" fmla="*/ 768 w 768"/>
                <a:gd name="T1" fmla="*/ 10 h 20"/>
                <a:gd name="T2" fmla="*/ 768 w 768"/>
                <a:gd name="T3" fmla="*/ 0 h 20"/>
                <a:gd name="T4" fmla="*/ 0 w 768"/>
                <a:gd name="T5" fmla="*/ 0 h 20"/>
                <a:gd name="T6" fmla="*/ 0 w 768"/>
                <a:gd name="T7" fmla="*/ 20 h 20"/>
                <a:gd name="T8" fmla="*/ 768 w 768"/>
                <a:gd name="T9" fmla="*/ 20 h 20"/>
                <a:gd name="T10" fmla="*/ 768 w 768"/>
                <a:gd name="T11" fmla="*/ 1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8"/>
                <a:gd name="T19" fmla="*/ 0 h 20"/>
                <a:gd name="T20" fmla="*/ 768 w 768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8" h="20">
                  <a:moveTo>
                    <a:pt x="768" y="10"/>
                  </a:moveTo>
                  <a:lnTo>
                    <a:pt x="768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768" y="20"/>
                  </a:lnTo>
                  <a:lnTo>
                    <a:pt x="768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04" name="Rectangle 107">
              <a:extLst>
                <a:ext uri="{FF2B5EF4-FFF2-40B4-BE49-F238E27FC236}">
                  <a16:creationId xmlns:a16="http://schemas.microsoft.com/office/drawing/2014/main" id="{4DF00A99-7FD4-8F60-6AFB-A2FAB7C737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9" y="1124"/>
              <a:ext cx="54" cy="62"/>
            </a:xfrm>
            <a:prstGeom prst="rect">
              <a:avLst/>
            </a:prstGeom>
            <a:solidFill>
              <a:srgbClr val="FF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05" name="Rectangle 108">
              <a:extLst>
                <a:ext uri="{FF2B5EF4-FFF2-40B4-BE49-F238E27FC236}">
                  <a16:creationId xmlns:a16="http://schemas.microsoft.com/office/drawing/2014/main" id="{5772A2C9-FC58-B345-DB11-97E05C5386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7" y="1185"/>
              <a:ext cx="1576" cy="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06" name="Rectangle 109">
              <a:extLst>
                <a:ext uri="{FF2B5EF4-FFF2-40B4-BE49-F238E27FC236}">
                  <a16:creationId xmlns:a16="http://schemas.microsoft.com/office/drawing/2014/main" id="{20F8EF24-043C-A669-AD82-D9490F6E3A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64" y="1554"/>
              <a:ext cx="1742" cy="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" name="Group 110">
            <a:extLst>
              <a:ext uri="{FF2B5EF4-FFF2-40B4-BE49-F238E27FC236}">
                <a16:creationId xmlns:a16="http://schemas.microsoft.com/office/drawing/2014/main" id="{AEEAA591-2673-53CB-E3BD-741AF33B65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01700" y="1485900"/>
            <a:ext cx="3190875" cy="1619250"/>
            <a:chOff x="1615" y="1092"/>
            <a:chExt cx="2233" cy="1133"/>
          </a:xfrm>
        </p:grpSpPr>
        <p:sp>
          <p:nvSpPr>
            <p:cNvPr id="10301" name="AutoShape 111">
              <a:extLst>
                <a:ext uri="{FF2B5EF4-FFF2-40B4-BE49-F238E27FC236}">
                  <a16:creationId xmlns:a16="http://schemas.microsoft.com/office/drawing/2014/main" id="{9A7D7436-201B-842E-3CA0-797B7822778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24" y="1102"/>
              <a:ext cx="2215" cy="1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2" name="Freeform 112">
              <a:extLst>
                <a:ext uri="{FF2B5EF4-FFF2-40B4-BE49-F238E27FC236}">
                  <a16:creationId xmlns:a16="http://schemas.microsoft.com/office/drawing/2014/main" id="{98AAC162-6FB2-895C-B958-90B3D75A05A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24" y="1102"/>
              <a:ext cx="2215" cy="957"/>
            </a:xfrm>
            <a:custGeom>
              <a:avLst/>
              <a:gdLst>
                <a:gd name="T0" fmla="*/ 43 w 2215"/>
                <a:gd name="T1" fmla="*/ 140 h 957"/>
                <a:gd name="T2" fmla="*/ 143 w 2215"/>
                <a:gd name="T3" fmla="*/ 29 h 957"/>
                <a:gd name="T4" fmla="*/ 1775 w 2215"/>
                <a:gd name="T5" fmla="*/ 29 h 957"/>
                <a:gd name="T6" fmla="*/ 1775 w 2215"/>
                <a:gd name="T7" fmla="*/ 0 h 957"/>
                <a:gd name="T8" fmla="*/ 2070 w 2215"/>
                <a:gd name="T9" fmla="*/ 0 h 957"/>
                <a:gd name="T10" fmla="*/ 2070 w 2215"/>
                <a:gd name="T11" fmla="*/ 106 h 957"/>
                <a:gd name="T12" fmla="*/ 1864 w 2215"/>
                <a:gd name="T13" fmla="*/ 106 h 957"/>
                <a:gd name="T14" fmla="*/ 1926 w 2215"/>
                <a:gd name="T15" fmla="*/ 578 h 957"/>
                <a:gd name="T16" fmla="*/ 2133 w 2215"/>
                <a:gd name="T17" fmla="*/ 578 h 957"/>
                <a:gd name="T18" fmla="*/ 2133 w 2215"/>
                <a:gd name="T19" fmla="*/ 487 h 957"/>
                <a:gd name="T20" fmla="*/ 2135 w 2215"/>
                <a:gd name="T21" fmla="*/ 487 h 957"/>
                <a:gd name="T22" fmla="*/ 2143 w 2215"/>
                <a:gd name="T23" fmla="*/ 484 h 957"/>
                <a:gd name="T24" fmla="*/ 2154 w 2215"/>
                <a:gd name="T25" fmla="*/ 482 h 957"/>
                <a:gd name="T26" fmla="*/ 2167 w 2215"/>
                <a:gd name="T27" fmla="*/ 484 h 957"/>
                <a:gd name="T28" fmla="*/ 2185 w 2215"/>
                <a:gd name="T29" fmla="*/ 494 h 957"/>
                <a:gd name="T30" fmla="*/ 2200 w 2215"/>
                <a:gd name="T31" fmla="*/ 513 h 957"/>
                <a:gd name="T32" fmla="*/ 2211 w 2215"/>
                <a:gd name="T33" fmla="*/ 545 h 957"/>
                <a:gd name="T34" fmla="*/ 2215 w 2215"/>
                <a:gd name="T35" fmla="*/ 595 h 957"/>
                <a:gd name="T36" fmla="*/ 2215 w 2215"/>
                <a:gd name="T37" fmla="*/ 701 h 957"/>
                <a:gd name="T38" fmla="*/ 2215 w 2215"/>
                <a:gd name="T39" fmla="*/ 795 h 957"/>
                <a:gd name="T40" fmla="*/ 2215 w 2215"/>
                <a:gd name="T41" fmla="*/ 863 h 957"/>
                <a:gd name="T42" fmla="*/ 2215 w 2215"/>
                <a:gd name="T43" fmla="*/ 889 h 957"/>
                <a:gd name="T44" fmla="*/ 2200 w 2215"/>
                <a:gd name="T45" fmla="*/ 935 h 957"/>
                <a:gd name="T46" fmla="*/ 362 w 2215"/>
                <a:gd name="T47" fmla="*/ 935 h 957"/>
                <a:gd name="T48" fmla="*/ 321 w 2215"/>
                <a:gd name="T49" fmla="*/ 957 h 957"/>
                <a:gd name="T50" fmla="*/ 0 w 2215"/>
                <a:gd name="T51" fmla="*/ 957 h 957"/>
                <a:gd name="T52" fmla="*/ 0 w 2215"/>
                <a:gd name="T53" fmla="*/ 882 h 957"/>
                <a:gd name="T54" fmla="*/ 43 w 2215"/>
                <a:gd name="T55" fmla="*/ 831 h 957"/>
                <a:gd name="T56" fmla="*/ 43 w 2215"/>
                <a:gd name="T57" fmla="*/ 140 h 95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2215"/>
                <a:gd name="T88" fmla="*/ 0 h 957"/>
                <a:gd name="T89" fmla="*/ 2215 w 2215"/>
                <a:gd name="T90" fmla="*/ 957 h 95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2215" h="957">
                  <a:moveTo>
                    <a:pt x="43" y="140"/>
                  </a:moveTo>
                  <a:lnTo>
                    <a:pt x="143" y="29"/>
                  </a:lnTo>
                  <a:lnTo>
                    <a:pt x="1775" y="29"/>
                  </a:lnTo>
                  <a:lnTo>
                    <a:pt x="1775" y="0"/>
                  </a:lnTo>
                  <a:lnTo>
                    <a:pt x="2070" y="0"/>
                  </a:lnTo>
                  <a:lnTo>
                    <a:pt x="2070" y="106"/>
                  </a:lnTo>
                  <a:lnTo>
                    <a:pt x="1864" y="106"/>
                  </a:lnTo>
                  <a:lnTo>
                    <a:pt x="1926" y="578"/>
                  </a:lnTo>
                  <a:lnTo>
                    <a:pt x="2133" y="578"/>
                  </a:lnTo>
                  <a:lnTo>
                    <a:pt x="2133" y="487"/>
                  </a:lnTo>
                  <a:lnTo>
                    <a:pt x="2135" y="487"/>
                  </a:lnTo>
                  <a:lnTo>
                    <a:pt x="2143" y="484"/>
                  </a:lnTo>
                  <a:lnTo>
                    <a:pt x="2154" y="482"/>
                  </a:lnTo>
                  <a:lnTo>
                    <a:pt x="2167" y="484"/>
                  </a:lnTo>
                  <a:lnTo>
                    <a:pt x="2185" y="494"/>
                  </a:lnTo>
                  <a:lnTo>
                    <a:pt x="2200" y="513"/>
                  </a:lnTo>
                  <a:lnTo>
                    <a:pt x="2211" y="545"/>
                  </a:lnTo>
                  <a:lnTo>
                    <a:pt x="2215" y="595"/>
                  </a:lnTo>
                  <a:lnTo>
                    <a:pt x="2215" y="701"/>
                  </a:lnTo>
                  <a:lnTo>
                    <a:pt x="2215" y="795"/>
                  </a:lnTo>
                  <a:lnTo>
                    <a:pt x="2215" y="863"/>
                  </a:lnTo>
                  <a:lnTo>
                    <a:pt x="2215" y="889"/>
                  </a:lnTo>
                  <a:lnTo>
                    <a:pt x="2200" y="935"/>
                  </a:lnTo>
                  <a:lnTo>
                    <a:pt x="362" y="935"/>
                  </a:lnTo>
                  <a:lnTo>
                    <a:pt x="321" y="957"/>
                  </a:lnTo>
                  <a:lnTo>
                    <a:pt x="0" y="957"/>
                  </a:lnTo>
                  <a:lnTo>
                    <a:pt x="0" y="882"/>
                  </a:lnTo>
                  <a:lnTo>
                    <a:pt x="43" y="831"/>
                  </a:lnTo>
                  <a:lnTo>
                    <a:pt x="43" y="140"/>
                  </a:lnTo>
                  <a:close/>
                </a:path>
              </a:pathLst>
            </a:custGeom>
            <a:solidFill>
              <a:srgbClr val="00B2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3" name="Freeform 113">
              <a:extLst>
                <a:ext uri="{FF2B5EF4-FFF2-40B4-BE49-F238E27FC236}">
                  <a16:creationId xmlns:a16="http://schemas.microsoft.com/office/drawing/2014/main" id="{6EE1D0F3-5438-2A9F-F2CE-FDA6D42AF07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61" y="1121"/>
              <a:ext cx="113" cy="128"/>
            </a:xfrm>
            <a:custGeom>
              <a:avLst/>
              <a:gdLst>
                <a:gd name="T0" fmla="*/ 106 w 113"/>
                <a:gd name="T1" fmla="*/ 0 h 128"/>
                <a:gd name="T2" fmla="*/ 100 w 113"/>
                <a:gd name="T3" fmla="*/ 3 h 128"/>
                <a:gd name="T4" fmla="*/ 0 w 113"/>
                <a:gd name="T5" fmla="*/ 114 h 128"/>
                <a:gd name="T6" fmla="*/ 13 w 113"/>
                <a:gd name="T7" fmla="*/ 128 h 128"/>
                <a:gd name="T8" fmla="*/ 113 w 113"/>
                <a:gd name="T9" fmla="*/ 17 h 128"/>
                <a:gd name="T10" fmla="*/ 106 w 113"/>
                <a:gd name="T11" fmla="*/ 20 h 128"/>
                <a:gd name="T12" fmla="*/ 106 w 113"/>
                <a:gd name="T13" fmla="*/ 0 h 128"/>
                <a:gd name="T14" fmla="*/ 104 w 113"/>
                <a:gd name="T15" fmla="*/ 0 h 128"/>
                <a:gd name="T16" fmla="*/ 100 w 113"/>
                <a:gd name="T17" fmla="*/ 3 h 128"/>
                <a:gd name="T18" fmla="*/ 106 w 113"/>
                <a:gd name="T19" fmla="*/ 0 h 1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3"/>
                <a:gd name="T31" fmla="*/ 0 h 128"/>
                <a:gd name="T32" fmla="*/ 113 w 113"/>
                <a:gd name="T33" fmla="*/ 128 h 12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3" h="128">
                  <a:moveTo>
                    <a:pt x="106" y="0"/>
                  </a:moveTo>
                  <a:lnTo>
                    <a:pt x="100" y="3"/>
                  </a:lnTo>
                  <a:lnTo>
                    <a:pt x="0" y="114"/>
                  </a:lnTo>
                  <a:lnTo>
                    <a:pt x="13" y="128"/>
                  </a:lnTo>
                  <a:lnTo>
                    <a:pt x="113" y="17"/>
                  </a:lnTo>
                  <a:lnTo>
                    <a:pt x="106" y="20"/>
                  </a:lnTo>
                  <a:lnTo>
                    <a:pt x="106" y="0"/>
                  </a:lnTo>
                  <a:lnTo>
                    <a:pt x="104" y="0"/>
                  </a:lnTo>
                  <a:lnTo>
                    <a:pt x="100" y="3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4" name="Freeform 114">
              <a:extLst>
                <a:ext uri="{FF2B5EF4-FFF2-40B4-BE49-F238E27FC236}">
                  <a16:creationId xmlns:a16="http://schemas.microsoft.com/office/drawing/2014/main" id="{66D02F9C-0D47-184B-E95B-660081DBC5C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67" y="1121"/>
              <a:ext cx="1640" cy="20"/>
            </a:xfrm>
            <a:custGeom>
              <a:avLst/>
              <a:gdLst>
                <a:gd name="T0" fmla="*/ 1623 w 1640"/>
                <a:gd name="T1" fmla="*/ 10 h 20"/>
                <a:gd name="T2" fmla="*/ 1632 w 1640"/>
                <a:gd name="T3" fmla="*/ 0 h 20"/>
                <a:gd name="T4" fmla="*/ 0 w 1640"/>
                <a:gd name="T5" fmla="*/ 0 h 20"/>
                <a:gd name="T6" fmla="*/ 0 w 1640"/>
                <a:gd name="T7" fmla="*/ 20 h 20"/>
                <a:gd name="T8" fmla="*/ 1632 w 1640"/>
                <a:gd name="T9" fmla="*/ 20 h 20"/>
                <a:gd name="T10" fmla="*/ 1640 w 1640"/>
                <a:gd name="T11" fmla="*/ 10 h 20"/>
                <a:gd name="T12" fmla="*/ 1632 w 1640"/>
                <a:gd name="T13" fmla="*/ 20 h 20"/>
                <a:gd name="T14" fmla="*/ 1640 w 1640"/>
                <a:gd name="T15" fmla="*/ 20 h 20"/>
                <a:gd name="T16" fmla="*/ 1640 w 1640"/>
                <a:gd name="T17" fmla="*/ 10 h 20"/>
                <a:gd name="T18" fmla="*/ 1623 w 1640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40"/>
                <a:gd name="T31" fmla="*/ 0 h 20"/>
                <a:gd name="T32" fmla="*/ 1640 w 1640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40" h="20">
                  <a:moveTo>
                    <a:pt x="1623" y="10"/>
                  </a:moveTo>
                  <a:lnTo>
                    <a:pt x="1632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1632" y="20"/>
                  </a:lnTo>
                  <a:lnTo>
                    <a:pt x="1640" y="10"/>
                  </a:lnTo>
                  <a:lnTo>
                    <a:pt x="1632" y="20"/>
                  </a:lnTo>
                  <a:lnTo>
                    <a:pt x="1640" y="20"/>
                  </a:lnTo>
                  <a:lnTo>
                    <a:pt x="1640" y="10"/>
                  </a:lnTo>
                  <a:lnTo>
                    <a:pt x="1623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5" name="Freeform 115">
              <a:extLst>
                <a:ext uri="{FF2B5EF4-FFF2-40B4-BE49-F238E27FC236}">
                  <a16:creationId xmlns:a16="http://schemas.microsoft.com/office/drawing/2014/main" id="{BC3D854E-2957-CF22-CB93-4344994360F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90" y="1092"/>
              <a:ext cx="17" cy="39"/>
            </a:xfrm>
            <a:custGeom>
              <a:avLst/>
              <a:gdLst>
                <a:gd name="T0" fmla="*/ 9 w 17"/>
                <a:gd name="T1" fmla="*/ 0 h 39"/>
                <a:gd name="T2" fmla="*/ 0 w 17"/>
                <a:gd name="T3" fmla="*/ 10 h 39"/>
                <a:gd name="T4" fmla="*/ 0 w 17"/>
                <a:gd name="T5" fmla="*/ 39 h 39"/>
                <a:gd name="T6" fmla="*/ 17 w 17"/>
                <a:gd name="T7" fmla="*/ 39 h 39"/>
                <a:gd name="T8" fmla="*/ 17 w 17"/>
                <a:gd name="T9" fmla="*/ 10 h 39"/>
                <a:gd name="T10" fmla="*/ 9 w 17"/>
                <a:gd name="T11" fmla="*/ 20 h 39"/>
                <a:gd name="T12" fmla="*/ 9 w 17"/>
                <a:gd name="T13" fmla="*/ 0 h 39"/>
                <a:gd name="T14" fmla="*/ 0 w 17"/>
                <a:gd name="T15" fmla="*/ 0 h 39"/>
                <a:gd name="T16" fmla="*/ 0 w 17"/>
                <a:gd name="T17" fmla="*/ 10 h 39"/>
                <a:gd name="T18" fmla="*/ 9 w 17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39"/>
                <a:gd name="T32" fmla="*/ 17 w 17"/>
                <a:gd name="T33" fmla="*/ 39 h 3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39">
                  <a:moveTo>
                    <a:pt x="9" y="0"/>
                  </a:moveTo>
                  <a:lnTo>
                    <a:pt x="0" y="10"/>
                  </a:lnTo>
                  <a:lnTo>
                    <a:pt x="0" y="39"/>
                  </a:lnTo>
                  <a:lnTo>
                    <a:pt x="17" y="39"/>
                  </a:lnTo>
                  <a:lnTo>
                    <a:pt x="17" y="10"/>
                  </a:lnTo>
                  <a:lnTo>
                    <a:pt x="9" y="20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6" name="Freeform 116">
              <a:extLst>
                <a:ext uri="{FF2B5EF4-FFF2-40B4-BE49-F238E27FC236}">
                  <a16:creationId xmlns:a16="http://schemas.microsoft.com/office/drawing/2014/main" id="{00AAF69B-1238-E12D-B9D0-26D89E1E636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99" y="1092"/>
              <a:ext cx="303" cy="20"/>
            </a:xfrm>
            <a:custGeom>
              <a:avLst/>
              <a:gdLst>
                <a:gd name="T0" fmla="*/ 303 w 303"/>
                <a:gd name="T1" fmla="*/ 10 h 20"/>
                <a:gd name="T2" fmla="*/ 295 w 303"/>
                <a:gd name="T3" fmla="*/ 0 h 20"/>
                <a:gd name="T4" fmla="*/ 0 w 303"/>
                <a:gd name="T5" fmla="*/ 0 h 20"/>
                <a:gd name="T6" fmla="*/ 0 w 303"/>
                <a:gd name="T7" fmla="*/ 20 h 20"/>
                <a:gd name="T8" fmla="*/ 295 w 303"/>
                <a:gd name="T9" fmla="*/ 20 h 20"/>
                <a:gd name="T10" fmla="*/ 286 w 303"/>
                <a:gd name="T11" fmla="*/ 10 h 20"/>
                <a:gd name="T12" fmla="*/ 303 w 303"/>
                <a:gd name="T13" fmla="*/ 10 h 20"/>
                <a:gd name="T14" fmla="*/ 303 w 303"/>
                <a:gd name="T15" fmla="*/ 0 h 20"/>
                <a:gd name="T16" fmla="*/ 295 w 303"/>
                <a:gd name="T17" fmla="*/ 0 h 20"/>
                <a:gd name="T18" fmla="*/ 303 w 303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03"/>
                <a:gd name="T31" fmla="*/ 0 h 20"/>
                <a:gd name="T32" fmla="*/ 303 w 303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03" h="20">
                  <a:moveTo>
                    <a:pt x="303" y="10"/>
                  </a:moveTo>
                  <a:lnTo>
                    <a:pt x="295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295" y="20"/>
                  </a:lnTo>
                  <a:lnTo>
                    <a:pt x="286" y="10"/>
                  </a:lnTo>
                  <a:lnTo>
                    <a:pt x="303" y="10"/>
                  </a:lnTo>
                  <a:lnTo>
                    <a:pt x="303" y="0"/>
                  </a:lnTo>
                  <a:lnTo>
                    <a:pt x="295" y="0"/>
                  </a:lnTo>
                  <a:lnTo>
                    <a:pt x="303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7" name="Freeform 117">
              <a:extLst>
                <a:ext uri="{FF2B5EF4-FFF2-40B4-BE49-F238E27FC236}">
                  <a16:creationId xmlns:a16="http://schemas.microsoft.com/office/drawing/2014/main" id="{072B865A-0BB6-7691-00B7-829577C45B2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85" y="1102"/>
              <a:ext cx="17" cy="116"/>
            </a:xfrm>
            <a:custGeom>
              <a:avLst/>
              <a:gdLst>
                <a:gd name="T0" fmla="*/ 9 w 17"/>
                <a:gd name="T1" fmla="*/ 116 h 116"/>
                <a:gd name="T2" fmla="*/ 17 w 17"/>
                <a:gd name="T3" fmla="*/ 106 h 116"/>
                <a:gd name="T4" fmla="*/ 17 w 17"/>
                <a:gd name="T5" fmla="*/ 0 h 116"/>
                <a:gd name="T6" fmla="*/ 0 w 17"/>
                <a:gd name="T7" fmla="*/ 0 h 116"/>
                <a:gd name="T8" fmla="*/ 0 w 17"/>
                <a:gd name="T9" fmla="*/ 106 h 116"/>
                <a:gd name="T10" fmla="*/ 9 w 17"/>
                <a:gd name="T11" fmla="*/ 96 h 116"/>
                <a:gd name="T12" fmla="*/ 9 w 17"/>
                <a:gd name="T13" fmla="*/ 116 h 116"/>
                <a:gd name="T14" fmla="*/ 17 w 17"/>
                <a:gd name="T15" fmla="*/ 116 h 116"/>
                <a:gd name="T16" fmla="*/ 17 w 17"/>
                <a:gd name="T17" fmla="*/ 106 h 116"/>
                <a:gd name="T18" fmla="*/ 9 w 17"/>
                <a:gd name="T19" fmla="*/ 116 h 11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116"/>
                <a:gd name="T32" fmla="*/ 17 w 17"/>
                <a:gd name="T33" fmla="*/ 116 h 11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116">
                  <a:moveTo>
                    <a:pt x="9" y="116"/>
                  </a:moveTo>
                  <a:lnTo>
                    <a:pt x="17" y="10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9" y="96"/>
                  </a:lnTo>
                  <a:lnTo>
                    <a:pt x="9" y="116"/>
                  </a:lnTo>
                  <a:lnTo>
                    <a:pt x="17" y="116"/>
                  </a:lnTo>
                  <a:lnTo>
                    <a:pt x="17" y="106"/>
                  </a:lnTo>
                  <a:lnTo>
                    <a:pt x="9" y="1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8" name="Freeform 118">
              <a:extLst>
                <a:ext uri="{FF2B5EF4-FFF2-40B4-BE49-F238E27FC236}">
                  <a16:creationId xmlns:a16="http://schemas.microsoft.com/office/drawing/2014/main" id="{9B54B7A8-9EE8-1CED-6C6B-18B9ACE7C5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7" y="1198"/>
              <a:ext cx="217" cy="20"/>
            </a:xfrm>
            <a:custGeom>
              <a:avLst/>
              <a:gdLst>
                <a:gd name="T0" fmla="*/ 19 w 217"/>
                <a:gd name="T1" fmla="*/ 10 h 20"/>
                <a:gd name="T2" fmla="*/ 11 w 217"/>
                <a:gd name="T3" fmla="*/ 20 h 20"/>
                <a:gd name="T4" fmla="*/ 217 w 217"/>
                <a:gd name="T5" fmla="*/ 20 h 20"/>
                <a:gd name="T6" fmla="*/ 217 w 217"/>
                <a:gd name="T7" fmla="*/ 0 h 20"/>
                <a:gd name="T8" fmla="*/ 11 w 217"/>
                <a:gd name="T9" fmla="*/ 0 h 20"/>
                <a:gd name="T10" fmla="*/ 2 w 217"/>
                <a:gd name="T11" fmla="*/ 10 h 20"/>
                <a:gd name="T12" fmla="*/ 11 w 217"/>
                <a:gd name="T13" fmla="*/ 0 h 20"/>
                <a:gd name="T14" fmla="*/ 0 w 217"/>
                <a:gd name="T15" fmla="*/ 0 h 20"/>
                <a:gd name="T16" fmla="*/ 2 w 217"/>
                <a:gd name="T17" fmla="*/ 10 h 20"/>
                <a:gd name="T18" fmla="*/ 19 w 217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7"/>
                <a:gd name="T31" fmla="*/ 0 h 20"/>
                <a:gd name="T32" fmla="*/ 217 w 217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7" h="20">
                  <a:moveTo>
                    <a:pt x="19" y="10"/>
                  </a:moveTo>
                  <a:lnTo>
                    <a:pt x="11" y="20"/>
                  </a:lnTo>
                  <a:lnTo>
                    <a:pt x="217" y="20"/>
                  </a:lnTo>
                  <a:lnTo>
                    <a:pt x="217" y="0"/>
                  </a:lnTo>
                  <a:lnTo>
                    <a:pt x="11" y="0"/>
                  </a:lnTo>
                  <a:lnTo>
                    <a:pt x="2" y="1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2" y="10"/>
                  </a:lnTo>
                  <a:lnTo>
                    <a:pt x="19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9" name="Freeform 119">
              <a:extLst>
                <a:ext uri="{FF2B5EF4-FFF2-40B4-BE49-F238E27FC236}">
                  <a16:creationId xmlns:a16="http://schemas.microsoft.com/office/drawing/2014/main" id="{0188F0BB-2E51-D4B1-27DB-C3F6D5536B8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9" y="1208"/>
              <a:ext cx="80" cy="482"/>
            </a:xfrm>
            <a:custGeom>
              <a:avLst/>
              <a:gdLst>
                <a:gd name="T0" fmla="*/ 71 w 80"/>
                <a:gd name="T1" fmla="*/ 463 h 482"/>
                <a:gd name="T2" fmla="*/ 80 w 80"/>
                <a:gd name="T3" fmla="*/ 472 h 482"/>
                <a:gd name="T4" fmla="*/ 17 w 80"/>
                <a:gd name="T5" fmla="*/ 0 h 482"/>
                <a:gd name="T6" fmla="*/ 0 w 80"/>
                <a:gd name="T7" fmla="*/ 0 h 482"/>
                <a:gd name="T8" fmla="*/ 63 w 80"/>
                <a:gd name="T9" fmla="*/ 472 h 482"/>
                <a:gd name="T10" fmla="*/ 71 w 80"/>
                <a:gd name="T11" fmla="*/ 482 h 482"/>
                <a:gd name="T12" fmla="*/ 63 w 80"/>
                <a:gd name="T13" fmla="*/ 472 h 482"/>
                <a:gd name="T14" fmla="*/ 65 w 80"/>
                <a:gd name="T15" fmla="*/ 482 h 482"/>
                <a:gd name="T16" fmla="*/ 71 w 80"/>
                <a:gd name="T17" fmla="*/ 482 h 482"/>
                <a:gd name="T18" fmla="*/ 71 w 80"/>
                <a:gd name="T19" fmla="*/ 463 h 4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0"/>
                <a:gd name="T31" fmla="*/ 0 h 482"/>
                <a:gd name="T32" fmla="*/ 80 w 80"/>
                <a:gd name="T33" fmla="*/ 482 h 4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0" h="482">
                  <a:moveTo>
                    <a:pt x="71" y="463"/>
                  </a:moveTo>
                  <a:lnTo>
                    <a:pt x="80" y="47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63" y="472"/>
                  </a:lnTo>
                  <a:lnTo>
                    <a:pt x="71" y="482"/>
                  </a:lnTo>
                  <a:lnTo>
                    <a:pt x="63" y="472"/>
                  </a:lnTo>
                  <a:lnTo>
                    <a:pt x="65" y="482"/>
                  </a:lnTo>
                  <a:lnTo>
                    <a:pt x="71" y="482"/>
                  </a:lnTo>
                  <a:lnTo>
                    <a:pt x="71" y="4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0" name="Freeform 120">
              <a:extLst>
                <a:ext uri="{FF2B5EF4-FFF2-40B4-BE49-F238E27FC236}">
                  <a16:creationId xmlns:a16="http://schemas.microsoft.com/office/drawing/2014/main" id="{61BFFB6B-09E0-FD72-69DF-EA2D26FB8B2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50" y="1671"/>
              <a:ext cx="215" cy="19"/>
            </a:xfrm>
            <a:custGeom>
              <a:avLst/>
              <a:gdLst>
                <a:gd name="T0" fmla="*/ 198 w 215"/>
                <a:gd name="T1" fmla="*/ 9 h 19"/>
                <a:gd name="T2" fmla="*/ 207 w 215"/>
                <a:gd name="T3" fmla="*/ 0 h 19"/>
                <a:gd name="T4" fmla="*/ 0 w 215"/>
                <a:gd name="T5" fmla="*/ 0 h 19"/>
                <a:gd name="T6" fmla="*/ 0 w 215"/>
                <a:gd name="T7" fmla="*/ 19 h 19"/>
                <a:gd name="T8" fmla="*/ 207 w 215"/>
                <a:gd name="T9" fmla="*/ 19 h 19"/>
                <a:gd name="T10" fmla="*/ 215 w 215"/>
                <a:gd name="T11" fmla="*/ 9 h 19"/>
                <a:gd name="T12" fmla="*/ 207 w 215"/>
                <a:gd name="T13" fmla="*/ 19 h 19"/>
                <a:gd name="T14" fmla="*/ 215 w 215"/>
                <a:gd name="T15" fmla="*/ 19 h 19"/>
                <a:gd name="T16" fmla="*/ 215 w 215"/>
                <a:gd name="T17" fmla="*/ 9 h 19"/>
                <a:gd name="T18" fmla="*/ 198 w 215"/>
                <a:gd name="T19" fmla="*/ 9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5"/>
                <a:gd name="T31" fmla="*/ 0 h 19"/>
                <a:gd name="T32" fmla="*/ 215 w 215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5" h="19">
                  <a:moveTo>
                    <a:pt x="198" y="9"/>
                  </a:moveTo>
                  <a:lnTo>
                    <a:pt x="207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207" y="19"/>
                  </a:lnTo>
                  <a:lnTo>
                    <a:pt x="215" y="9"/>
                  </a:lnTo>
                  <a:lnTo>
                    <a:pt x="207" y="19"/>
                  </a:lnTo>
                  <a:lnTo>
                    <a:pt x="215" y="19"/>
                  </a:lnTo>
                  <a:lnTo>
                    <a:pt x="215" y="9"/>
                  </a:lnTo>
                  <a:lnTo>
                    <a:pt x="198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1" name="Freeform 121">
              <a:extLst>
                <a:ext uri="{FF2B5EF4-FFF2-40B4-BE49-F238E27FC236}">
                  <a16:creationId xmlns:a16="http://schemas.microsoft.com/office/drawing/2014/main" id="{342CE960-118D-35FF-56A3-13347CABCF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48" y="1579"/>
              <a:ext cx="17" cy="101"/>
            </a:xfrm>
            <a:custGeom>
              <a:avLst/>
              <a:gdLst>
                <a:gd name="T0" fmla="*/ 6 w 17"/>
                <a:gd name="T1" fmla="*/ 0 h 101"/>
                <a:gd name="T2" fmla="*/ 0 w 17"/>
                <a:gd name="T3" fmla="*/ 10 h 101"/>
                <a:gd name="T4" fmla="*/ 0 w 17"/>
                <a:gd name="T5" fmla="*/ 101 h 101"/>
                <a:gd name="T6" fmla="*/ 17 w 17"/>
                <a:gd name="T7" fmla="*/ 101 h 101"/>
                <a:gd name="T8" fmla="*/ 17 w 17"/>
                <a:gd name="T9" fmla="*/ 10 h 101"/>
                <a:gd name="T10" fmla="*/ 11 w 17"/>
                <a:gd name="T11" fmla="*/ 19 h 101"/>
                <a:gd name="T12" fmla="*/ 6 w 17"/>
                <a:gd name="T13" fmla="*/ 0 h 101"/>
                <a:gd name="T14" fmla="*/ 0 w 17"/>
                <a:gd name="T15" fmla="*/ 5 h 101"/>
                <a:gd name="T16" fmla="*/ 0 w 17"/>
                <a:gd name="T17" fmla="*/ 10 h 101"/>
                <a:gd name="T18" fmla="*/ 6 w 17"/>
                <a:gd name="T19" fmla="*/ 0 h 1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101"/>
                <a:gd name="T32" fmla="*/ 17 w 17"/>
                <a:gd name="T33" fmla="*/ 101 h 1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101">
                  <a:moveTo>
                    <a:pt x="6" y="0"/>
                  </a:moveTo>
                  <a:lnTo>
                    <a:pt x="0" y="10"/>
                  </a:lnTo>
                  <a:lnTo>
                    <a:pt x="0" y="101"/>
                  </a:lnTo>
                  <a:lnTo>
                    <a:pt x="17" y="101"/>
                  </a:lnTo>
                  <a:lnTo>
                    <a:pt x="17" y="10"/>
                  </a:lnTo>
                  <a:lnTo>
                    <a:pt x="11" y="19"/>
                  </a:lnTo>
                  <a:lnTo>
                    <a:pt x="6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2" name="Freeform 122">
              <a:extLst>
                <a:ext uri="{FF2B5EF4-FFF2-40B4-BE49-F238E27FC236}">
                  <a16:creationId xmlns:a16="http://schemas.microsoft.com/office/drawing/2014/main" id="{B38A68C5-EDE8-9464-928E-DF76844EC0A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54" y="1574"/>
              <a:ext cx="39" cy="24"/>
            </a:xfrm>
            <a:custGeom>
              <a:avLst/>
              <a:gdLst>
                <a:gd name="T0" fmla="*/ 39 w 39"/>
                <a:gd name="T1" fmla="*/ 3 h 24"/>
                <a:gd name="T2" fmla="*/ 37 w 39"/>
                <a:gd name="T3" fmla="*/ 3 h 24"/>
                <a:gd name="T4" fmla="*/ 24 w 39"/>
                <a:gd name="T5" fmla="*/ 0 h 24"/>
                <a:gd name="T6" fmla="*/ 13 w 39"/>
                <a:gd name="T7" fmla="*/ 3 h 24"/>
                <a:gd name="T8" fmla="*/ 5 w 39"/>
                <a:gd name="T9" fmla="*/ 5 h 24"/>
                <a:gd name="T10" fmla="*/ 0 w 39"/>
                <a:gd name="T11" fmla="*/ 5 h 24"/>
                <a:gd name="T12" fmla="*/ 5 w 39"/>
                <a:gd name="T13" fmla="*/ 24 h 24"/>
                <a:gd name="T14" fmla="*/ 5 w 39"/>
                <a:gd name="T15" fmla="*/ 24 h 24"/>
                <a:gd name="T16" fmla="*/ 13 w 39"/>
                <a:gd name="T17" fmla="*/ 22 h 24"/>
                <a:gd name="T18" fmla="*/ 24 w 39"/>
                <a:gd name="T19" fmla="*/ 20 h 24"/>
                <a:gd name="T20" fmla="*/ 37 w 39"/>
                <a:gd name="T21" fmla="*/ 22 h 24"/>
                <a:gd name="T22" fmla="*/ 35 w 39"/>
                <a:gd name="T23" fmla="*/ 22 h 24"/>
                <a:gd name="T24" fmla="*/ 39 w 39"/>
                <a:gd name="T25" fmla="*/ 3 h 2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"/>
                <a:gd name="T40" fmla="*/ 0 h 24"/>
                <a:gd name="T41" fmla="*/ 39 w 39"/>
                <a:gd name="T42" fmla="*/ 24 h 2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" h="24">
                  <a:moveTo>
                    <a:pt x="39" y="3"/>
                  </a:moveTo>
                  <a:lnTo>
                    <a:pt x="37" y="3"/>
                  </a:lnTo>
                  <a:lnTo>
                    <a:pt x="24" y="0"/>
                  </a:lnTo>
                  <a:lnTo>
                    <a:pt x="13" y="3"/>
                  </a:lnTo>
                  <a:lnTo>
                    <a:pt x="5" y="5"/>
                  </a:lnTo>
                  <a:lnTo>
                    <a:pt x="0" y="5"/>
                  </a:lnTo>
                  <a:lnTo>
                    <a:pt x="5" y="24"/>
                  </a:lnTo>
                  <a:lnTo>
                    <a:pt x="13" y="22"/>
                  </a:lnTo>
                  <a:lnTo>
                    <a:pt x="24" y="20"/>
                  </a:lnTo>
                  <a:lnTo>
                    <a:pt x="37" y="22"/>
                  </a:lnTo>
                  <a:lnTo>
                    <a:pt x="35" y="22"/>
                  </a:lnTo>
                  <a:lnTo>
                    <a:pt x="39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3" name="Freeform 123">
              <a:extLst>
                <a:ext uri="{FF2B5EF4-FFF2-40B4-BE49-F238E27FC236}">
                  <a16:creationId xmlns:a16="http://schemas.microsoft.com/office/drawing/2014/main" id="{D21F9B93-6530-02FB-CAA5-BE86D4FA1C5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89" y="1577"/>
              <a:ext cx="59" cy="120"/>
            </a:xfrm>
            <a:custGeom>
              <a:avLst/>
              <a:gdLst>
                <a:gd name="T0" fmla="*/ 59 w 59"/>
                <a:gd name="T1" fmla="*/ 120 h 120"/>
                <a:gd name="T2" fmla="*/ 59 w 59"/>
                <a:gd name="T3" fmla="*/ 120 h 120"/>
                <a:gd name="T4" fmla="*/ 54 w 59"/>
                <a:gd name="T5" fmla="*/ 70 h 120"/>
                <a:gd name="T6" fmla="*/ 41 w 59"/>
                <a:gd name="T7" fmla="*/ 33 h 120"/>
                <a:gd name="T8" fmla="*/ 24 w 59"/>
                <a:gd name="T9" fmla="*/ 12 h 120"/>
                <a:gd name="T10" fmla="*/ 4 w 59"/>
                <a:gd name="T11" fmla="*/ 0 h 120"/>
                <a:gd name="T12" fmla="*/ 0 w 59"/>
                <a:gd name="T13" fmla="*/ 19 h 120"/>
                <a:gd name="T14" fmla="*/ 15 w 59"/>
                <a:gd name="T15" fmla="*/ 26 h 120"/>
                <a:gd name="T16" fmla="*/ 28 w 59"/>
                <a:gd name="T17" fmla="*/ 43 h 120"/>
                <a:gd name="T18" fmla="*/ 37 w 59"/>
                <a:gd name="T19" fmla="*/ 70 h 120"/>
                <a:gd name="T20" fmla="*/ 41 w 59"/>
                <a:gd name="T21" fmla="*/ 120 h 120"/>
                <a:gd name="T22" fmla="*/ 41 w 59"/>
                <a:gd name="T23" fmla="*/ 120 h 120"/>
                <a:gd name="T24" fmla="*/ 59 w 59"/>
                <a:gd name="T25" fmla="*/ 120 h 1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59"/>
                <a:gd name="T40" fmla="*/ 0 h 120"/>
                <a:gd name="T41" fmla="*/ 59 w 59"/>
                <a:gd name="T42" fmla="*/ 120 h 12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59" h="120">
                  <a:moveTo>
                    <a:pt x="59" y="120"/>
                  </a:moveTo>
                  <a:lnTo>
                    <a:pt x="59" y="120"/>
                  </a:lnTo>
                  <a:lnTo>
                    <a:pt x="54" y="70"/>
                  </a:lnTo>
                  <a:lnTo>
                    <a:pt x="41" y="33"/>
                  </a:lnTo>
                  <a:lnTo>
                    <a:pt x="24" y="12"/>
                  </a:lnTo>
                  <a:lnTo>
                    <a:pt x="4" y="0"/>
                  </a:lnTo>
                  <a:lnTo>
                    <a:pt x="0" y="19"/>
                  </a:lnTo>
                  <a:lnTo>
                    <a:pt x="15" y="26"/>
                  </a:lnTo>
                  <a:lnTo>
                    <a:pt x="28" y="43"/>
                  </a:lnTo>
                  <a:lnTo>
                    <a:pt x="37" y="70"/>
                  </a:lnTo>
                  <a:lnTo>
                    <a:pt x="41" y="120"/>
                  </a:lnTo>
                  <a:lnTo>
                    <a:pt x="59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4" name="Freeform 124">
              <a:extLst>
                <a:ext uri="{FF2B5EF4-FFF2-40B4-BE49-F238E27FC236}">
                  <a16:creationId xmlns:a16="http://schemas.microsoft.com/office/drawing/2014/main" id="{9C518664-2360-CB75-C402-9F4FA5A3F76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30" y="1697"/>
              <a:ext cx="18" cy="297"/>
            </a:xfrm>
            <a:custGeom>
              <a:avLst/>
              <a:gdLst>
                <a:gd name="T0" fmla="*/ 18 w 18"/>
                <a:gd name="T1" fmla="*/ 297 h 297"/>
                <a:gd name="T2" fmla="*/ 18 w 18"/>
                <a:gd name="T3" fmla="*/ 294 h 297"/>
                <a:gd name="T4" fmla="*/ 18 w 18"/>
                <a:gd name="T5" fmla="*/ 268 h 297"/>
                <a:gd name="T6" fmla="*/ 18 w 18"/>
                <a:gd name="T7" fmla="*/ 200 h 297"/>
                <a:gd name="T8" fmla="*/ 18 w 18"/>
                <a:gd name="T9" fmla="*/ 106 h 297"/>
                <a:gd name="T10" fmla="*/ 18 w 18"/>
                <a:gd name="T11" fmla="*/ 0 h 297"/>
                <a:gd name="T12" fmla="*/ 0 w 18"/>
                <a:gd name="T13" fmla="*/ 0 h 297"/>
                <a:gd name="T14" fmla="*/ 0 w 18"/>
                <a:gd name="T15" fmla="*/ 106 h 297"/>
                <a:gd name="T16" fmla="*/ 0 w 18"/>
                <a:gd name="T17" fmla="*/ 200 h 297"/>
                <a:gd name="T18" fmla="*/ 0 w 18"/>
                <a:gd name="T19" fmla="*/ 268 h 297"/>
                <a:gd name="T20" fmla="*/ 0 w 18"/>
                <a:gd name="T21" fmla="*/ 294 h 297"/>
                <a:gd name="T22" fmla="*/ 0 w 18"/>
                <a:gd name="T23" fmla="*/ 292 h 297"/>
                <a:gd name="T24" fmla="*/ 18 w 18"/>
                <a:gd name="T25" fmla="*/ 297 h 297"/>
                <a:gd name="T26" fmla="*/ 18 w 18"/>
                <a:gd name="T27" fmla="*/ 294 h 297"/>
                <a:gd name="T28" fmla="*/ 18 w 18"/>
                <a:gd name="T29" fmla="*/ 294 h 297"/>
                <a:gd name="T30" fmla="*/ 18 w 18"/>
                <a:gd name="T31" fmla="*/ 297 h 29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8"/>
                <a:gd name="T49" fmla="*/ 0 h 297"/>
                <a:gd name="T50" fmla="*/ 18 w 18"/>
                <a:gd name="T51" fmla="*/ 297 h 297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8" h="297">
                  <a:moveTo>
                    <a:pt x="18" y="297"/>
                  </a:moveTo>
                  <a:lnTo>
                    <a:pt x="18" y="294"/>
                  </a:lnTo>
                  <a:lnTo>
                    <a:pt x="18" y="268"/>
                  </a:lnTo>
                  <a:lnTo>
                    <a:pt x="18" y="200"/>
                  </a:lnTo>
                  <a:lnTo>
                    <a:pt x="18" y="10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0" y="200"/>
                  </a:lnTo>
                  <a:lnTo>
                    <a:pt x="0" y="268"/>
                  </a:lnTo>
                  <a:lnTo>
                    <a:pt x="0" y="294"/>
                  </a:lnTo>
                  <a:lnTo>
                    <a:pt x="0" y="292"/>
                  </a:lnTo>
                  <a:lnTo>
                    <a:pt x="18" y="297"/>
                  </a:lnTo>
                  <a:lnTo>
                    <a:pt x="18" y="294"/>
                  </a:lnTo>
                  <a:lnTo>
                    <a:pt x="18" y="2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5" name="Freeform 125">
              <a:extLst>
                <a:ext uri="{FF2B5EF4-FFF2-40B4-BE49-F238E27FC236}">
                  <a16:creationId xmlns:a16="http://schemas.microsoft.com/office/drawing/2014/main" id="{080168A4-B3C7-901B-2190-CD8E2AD273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15" y="1989"/>
              <a:ext cx="33" cy="58"/>
            </a:xfrm>
            <a:custGeom>
              <a:avLst/>
              <a:gdLst>
                <a:gd name="T0" fmla="*/ 9 w 33"/>
                <a:gd name="T1" fmla="*/ 58 h 58"/>
                <a:gd name="T2" fmla="*/ 17 w 33"/>
                <a:gd name="T3" fmla="*/ 50 h 58"/>
                <a:gd name="T4" fmla="*/ 33 w 33"/>
                <a:gd name="T5" fmla="*/ 5 h 58"/>
                <a:gd name="T6" fmla="*/ 15 w 33"/>
                <a:gd name="T7" fmla="*/ 0 h 58"/>
                <a:gd name="T8" fmla="*/ 0 w 33"/>
                <a:gd name="T9" fmla="*/ 46 h 58"/>
                <a:gd name="T10" fmla="*/ 9 w 33"/>
                <a:gd name="T11" fmla="*/ 38 h 58"/>
                <a:gd name="T12" fmla="*/ 9 w 33"/>
                <a:gd name="T13" fmla="*/ 58 h 58"/>
                <a:gd name="T14" fmla="*/ 15 w 33"/>
                <a:gd name="T15" fmla="*/ 58 h 58"/>
                <a:gd name="T16" fmla="*/ 17 w 33"/>
                <a:gd name="T17" fmla="*/ 50 h 58"/>
                <a:gd name="T18" fmla="*/ 9 w 33"/>
                <a:gd name="T19" fmla="*/ 58 h 5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"/>
                <a:gd name="T31" fmla="*/ 0 h 58"/>
                <a:gd name="T32" fmla="*/ 33 w 33"/>
                <a:gd name="T33" fmla="*/ 58 h 5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" h="58">
                  <a:moveTo>
                    <a:pt x="9" y="58"/>
                  </a:moveTo>
                  <a:lnTo>
                    <a:pt x="17" y="50"/>
                  </a:lnTo>
                  <a:lnTo>
                    <a:pt x="33" y="5"/>
                  </a:lnTo>
                  <a:lnTo>
                    <a:pt x="15" y="0"/>
                  </a:lnTo>
                  <a:lnTo>
                    <a:pt x="0" y="46"/>
                  </a:lnTo>
                  <a:lnTo>
                    <a:pt x="9" y="38"/>
                  </a:lnTo>
                  <a:lnTo>
                    <a:pt x="9" y="58"/>
                  </a:lnTo>
                  <a:lnTo>
                    <a:pt x="15" y="58"/>
                  </a:lnTo>
                  <a:lnTo>
                    <a:pt x="17" y="50"/>
                  </a:lnTo>
                  <a:lnTo>
                    <a:pt x="9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6" name="Freeform 126">
              <a:extLst>
                <a:ext uri="{FF2B5EF4-FFF2-40B4-BE49-F238E27FC236}">
                  <a16:creationId xmlns:a16="http://schemas.microsoft.com/office/drawing/2014/main" id="{C0A55AFD-4722-62E7-D5DB-056C7424AA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4" y="2027"/>
              <a:ext cx="1840" cy="20"/>
            </a:xfrm>
            <a:custGeom>
              <a:avLst/>
              <a:gdLst>
                <a:gd name="T0" fmla="*/ 4 w 1840"/>
                <a:gd name="T1" fmla="*/ 20 h 20"/>
                <a:gd name="T2" fmla="*/ 2 w 1840"/>
                <a:gd name="T3" fmla="*/ 20 h 20"/>
                <a:gd name="T4" fmla="*/ 1840 w 1840"/>
                <a:gd name="T5" fmla="*/ 20 h 20"/>
                <a:gd name="T6" fmla="*/ 1840 w 1840"/>
                <a:gd name="T7" fmla="*/ 0 h 20"/>
                <a:gd name="T8" fmla="*/ 2 w 1840"/>
                <a:gd name="T9" fmla="*/ 0 h 20"/>
                <a:gd name="T10" fmla="*/ 0 w 1840"/>
                <a:gd name="T11" fmla="*/ 0 h 20"/>
                <a:gd name="T12" fmla="*/ 2 w 1840"/>
                <a:gd name="T13" fmla="*/ 0 h 20"/>
                <a:gd name="T14" fmla="*/ 0 w 1840"/>
                <a:gd name="T15" fmla="*/ 0 h 20"/>
                <a:gd name="T16" fmla="*/ 0 w 1840"/>
                <a:gd name="T17" fmla="*/ 0 h 20"/>
                <a:gd name="T18" fmla="*/ 4 w 1840"/>
                <a:gd name="T19" fmla="*/ 2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40"/>
                <a:gd name="T31" fmla="*/ 0 h 20"/>
                <a:gd name="T32" fmla="*/ 1840 w 1840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40" h="20">
                  <a:moveTo>
                    <a:pt x="4" y="20"/>
                  </a:moveTo>
                  <a:lnTo>
                    <a:pt x="2" y="20"/>
                  </a:lnTo>
                  <a:lnTo>
                    <a:pt x="1840" y="20"/>
                  </a:lnTo>
                  <a:lnTo>
                    <a:pt x="184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4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7" name="Freeform 127">
              <a:extLst>
                <a:ext uri="{FF2B5EF4-FFF2-40B4-BE49-F238E27FC236}">
                  <a16:creationId xmlns:a16="http://schemas.microsoft.com/office/drawing/2014/main" id="{F5244349-8377-57BD-1361-39F86E69F44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43" y="2027"/>
              <a:ext cx="45" cy="41"/>
            </a:xfrm>
            <a:custGeom>
              <a:avLst/>
              <a:gdLst>
                <a:gd name="T0" fmla="*/ 2 w 45"/>
                <a:gd name="T1" fmla="*/ 41 h 41"/>
                <a:gd name="T2" fmla="*/ 4 w 45"/>
                <a:gd name="T3" fmla="*/ 41 h 41"/>
                <a:gd name="T4" fmla="*/ 45 w 45"/>
                <a:gd name="T5" fmla="*/ 20 h 41"/>
                <a:gd name="T6" fmla="*/ 41 w 45"/>
                <a:gd name="T7" fmla="*/ 0 h 41"/>
                <a:gd name="T8" fmla="*/ 0 w 45"/>
                <a:gd name="T9" fmla="*/ 22 h 41"/>
                <a:gd name="T10" fmla="*/ 2 w 45"/>
                <a:gd name="T11" fmla="*/ 22 h 41"/>
                <a:gd name="T12" fmla="*/ 2 w 45"/>
                <a:gd name="T13" fmla="*/ 41 h 41"/>
                <a:gd name="T14" fmla="*/ 4 w 45"/>
                <a:gd name="T15" fmla="*/ 41 h 41"/>
                <a:gd name="T16" fmla="*/ 4 w 45"/>
                <a:gd name="T17" fmla="*/ 41 h 41"/>
                <a:gd name="T18" fmla="*/ 2 w 45"/>
                <a:gd name="T19" fmla="*/ 41 h 4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5"/>
                <a:gd name="T31" fmla="*/ 0 h 41"/>
                <a:gd name="T32" fmla="*/ 45 w 45"/>
                <a:gd name="T33" fmla="*/ 41 h 4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5" h="41">
                  <a:moveTo>
                    <a:pt x="2" y="41"/>
                  </a:moveTo>
                  <a:lnTo>
                    <a:pt x="4" y="41"/>
                  </a:lnTo>
                  <a:lnTo>
                    <a:pt x="45" y="20"/>
                  </a:lnTo>
                  <a:lnTo>
                    <a:pt x="41" y="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2" y="41"/>
                  </a:lnTo>
                  <a:lnTo>
                    <a:pt x="4" y="41"/>
                  </a:lnTo>
                  <a:lnTo>
                    <a:pt x="2" y="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8" name="Freeform 128">
              <a:extLst>
                <a:ext uri="{FF2B5EF4-FFF2-40B4-BE49-F238E27FC236}">
                  <a16:creationId xmlns:a16="http://schemas.microsoft.com/office/drawing/2014/main" id="{9F0266EB-5658-5024-E339-34A63FCC8F6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15" y="2049"/>
              <a:ext cx="330" cy="19"/>
            </a:xfrm>
            <a:custGeom>
              <a:avLst/>
              <a:gdLst>
                <a:gd name="T0" fmla="*/ 0 w 330"/>
                <a:gd name="T1" fmla="*/ 10 h 19"/>
                <a:gd name="T2" fmla="*/ 9 w 330"/>
                <a:gd name="T3" fmla="*/ 19 h 19"/>
                <a:gd name="T4" fmla="*/ 330 w 330"/>
                <a:gd name="T5" fmla="*/ 19 h 19"/>
                <a:gd name="T6" fmla="*/ 330 w 330"/>
                <a:gd name="T7" fmla="*/ 0 h 19"/>
                <a:gd name="T8" fmla="*/ 9 w 330"/>
                <a:gd name="T9" fmla="*/ 0 h 19"/>
                <a:gd name="T10" fmla="*/ 18 w 330"/>
                <a:gd name="T11" fmla="*/ 10 h 19"/>
                <a:gd name="T12" fmla="*/ 0 w 330"/>
                <a:gd name="T13" fmla="*/ 10 h 19"/>
                <a:gd name="T14" fmla="*/ 0 w 330"/>
                <a:gd name="T15" fmla="*/ 19 h 19"/>
                <a:gd name="T16" fmla="*/ 9 w 330"/>
                <a:gd name="T17" fmla="*/ 19 h 19"/>
                <a:gd name="T18" fmla="*/ 0 w 330"/>
                <a:gd name="T19" fmla="*/ 10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30"/>
                <a:gd name="T31" fmla="*/ 0 h 19"/>
                <a:gd name="T32" fmla="*/ 330 w 330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30" h="19">
                  <a:moveTo>
                    <a:pt x="0" y="10"/>
                  </a:moveTo>
                  <a:lnTo>
                    <a:pt x="9" y="19"/>
                  </a:lnTo>
                  <a:lnTo>
                    <a:pt x="330" y="19"/>
                  </a:lnTo>
                  <a:lnTo>
                    <a:pt x="330" y="0"/>
                  </a:lnTo>
                  <a:lnTo>
                    <a:pt x="9" y="0"/>
                  </a:lnTo>
                  <a:lnTo>
                    <a:pt x="18" y="1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9" y="1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9" name="Freeform 129">
              <a:extLst>
                <a:ext uri="{FF2B5EF4-FFF2-40B4-BE49-F238E27FC236}">
                  <a16:creationId xmlns:a16="http://schemas.microsoft.com/office/drawing/2014/main" id="{D3A7FDB5-9F2E-7C24-3FB3-C0B8AA26BC0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15" y="1977"/>
              <a:ext cx="18" cy="82"/>
            </a:xfrm>
            <a:custGeom>
              <a:avLst/>
              <a:gdLst>
                <a:gd name="T0" fmla="*/ 2 w 18"/>
                <a:gd name="T1" fmla="*/ 0 h 82"/>
                <a:gd name="T2" fmla="*/ 0 w 18"/>
                <a:gd name="T3" fmla="*/ 7 h 82"/>
                <a:gd name="T4" fmla="*/ 0 w 18"/>
                <a:gd name="T5" fmla="*/ 82 h 82"/>
                <a:gd name="T6" fmla="*/ 18 w 18"/>
                <a:gd name="T7" fmla="*/ 82 h 82"/>
                <a:gd name="T8" fmla="*/ 18 w 18"/>
                <a:gd name="T9" fmla="*/ 7 h 82"/>
                <a:gd name="T10" fmla="*/ 16 w 18"/>
                <a:gd name="T11" fmla="*/ 14 h 82"/>
                <a:gd name="T12" fmla="*/ 2 w 18"/>
                <a:gd name="T13" fmla="*/ 0 h 82"/>
                <a:gd name="T14" fmla="*/ 0 w 18"/>
                <a:gd name="T15" fmla="*/ 5 h 82"/>
                <a:gd name="T16" fmla="*/ 0 w 18"/>
                <a:gd name="T17" fmla="*/ 7 h 82"/>
                <a:gd name="T18" fmla="*/ 2 w 18"/>
                <a:gd name="T19" fmla="*/ 0 h 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"/>
                <a:gd name="T31" fmla="*/ 0 h 82"/>
                <a:gd name="T32" fmla="*/ 18 w 18"/>
                <a:gd name="T33" fmla="*/ 82 h 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" h="82">
                  <a:moveTo>
                    <a:pt x="2" y="0"/>
                  </a:moveTo>
                  <a:lnTo>
                    <a:pt x="0" y="7"/>
                  </a:lnTo>
                  <a:lnTo>
                    <a:pt x="0" y="82"/>
                  </a:lnTo>
                  <a:lnTo>
                    <a:pt x="18" y="82"/>
                  </a:lnTo>
                  <a:lnTo>
                    <a:pt x="18" y="7"/>
                  </a:lnTo>
                  <a:lnTo>
                    <a:pt x="16" y="14"/>
                  </a:lnTo>
                  <a:lnTo>
                    <a:pt x="2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0" name="Freeform 130">
              <a:extLst>
                <a:ext uri="{FF2B5EF4-FFF2-40B4-BE49-F238E27FC236}">
                  <a16:creationId xmlns:a16="http://schemas.microsoft.com/office/drawing/2014/main" id="{BC2B9B16-0A83-D779-C9AE-D43276964B8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17" y="1926"/>
              <a:ext cx="59" cy="65"/>
            </a:xfrm>
            <a:custGeom>
              <a:avLst/>
              <a:gdLst>
                <a:gd name="T0" fmla="*/ 42 w 59"/>
                <a:gd name="T1" fmla="*/ 7 h 65"/>
                <a:gd name="T2" fmla="*/ 44 w 59"/>
                <a:gd name="T3" fmla="*/ 0 h 65"/>
                <a:gd name="T4" fmla="*/ 0 w 59"/>
                <a:gd name="T5" fmla="*/ 51 h 65"/>
                <a:gd name="T6" fmla="*/ 14 w 59"/>
                <a:gd name="T7" fmla="*/ 65 h 65"/>
                <a:gd name="T8" fmla="*/ 57 w 59"/>
                <a:gd name="T9" fmla="*/ 15 h 65"/>
                <a:gd name="T10" fmla="*/ 59 w 59"/>
                <a:gd name="T11" fmla="*/ 7 h 65"/>
                <a:gd name="T12" fmla="*/ 57 w 59"/>
                <a:gd name="T13" fmla="*/ 15 h 65"/>
                <a:gd name="T14" fmla="*/ 59 w 59"/>
                <a:gd name="T15" fmla="*/ 10 h 65"/>
                <a:gd name="T16" fmla="*/ 59 w 59"/>
                <a:gd name="T17" fmla="*/ 7 h 65"/>
                <a:gd name="T18" fmla="*/ 42 w 59"/>
                <a:gd name="T19" fmla="*/ 7 h 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9"/>
                <a:gd name="T31" fmla="*/ 0 h 65"/>
                <a:gd name="T32" fmla="*/ 59 w 59"/>
                <a:gd name="T33" fmla="*/ 65 h 6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9" h="65">
                  <a:moveTo>
                    <a:pt x="42" y="7"/>
                  </a:moveTo>
                  <a:lnTo>
                    <a:pt x="44" y="0"/>
                  </a:lnTo>
                  <a:lnTo>
                    <a:pt x="0" y="51"/>
                  </a:lnTo>
                  <a:lnTo>
                    <a:pt x="14" y="65"/>
                  </a:lnTo>
                  <a:lnTo>
                    <a:pt x="57" y="15"/>
                  </a:lnTo>
                  <a:lnTo>
                    <a:pt x="59" y="7"/>
                  </a:lnTo>
                  <a:lnTo>
                    <a:pt x="57" y="15"/>
                  </a:lnTo>
                  <a:lnTo>
                    <a:pt x="59" y="10"/>
                  </a:lnTo>
                  <a:lnTo>
                    <a:pt x="59" y="7"/>
                  </a:lnTo>
                  <a:lnTo>
                    <a:pt x="42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1" name="Freeform 131">
              <a:extLst>
                <a:ext uri="{FF2B5EF4-FFF2-40B4-BE49-F238E27FC236}">
                  <a16:creationId xmlns:a16="http://schemas.microsoft.com/office/drawing/2014/main" id="{B4C3F43E-1821-C594-BFBD-559608CBBBA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659" y="1235"/>
              <a:ext cx="17" cy="698"/>
            </a:xfrm>
            <a:custGeom>
              <a:avLst/>
              <a:gdLst>
                <a:gd name="T0" fmla="*/ 2 w 17"/>
                <a:gd name="T1" fmla="*/ 0 h 698"/>
                <a:gd name="T2" fmla="*/ 0 w 17"/>
                <a:gd name="T3" fmla="*/ 7 h 698"/>
                <a:gd name="T4" fmla="*/ 0 w 17"/>
                <a:gd name="T5" fmla="*/ 698 h 698"/>
                <a:gd name="T6" fmla="*/ 17 w 17"/>
                <a:gd name="T7" fmla="*/ 698 h 698"/>
                <a:gd name="T8" fmla="*/ 17 w 17"/>
                <a:gd name="T9" fmla="*/ 7 h 698"/>
                <a:gd name="T10" fmla="*/ 15 w 17"/>
                <a:gd name="T11" fmla="*/ 14 h 698"/>
                <a:gd name="T12" fmla="*/ 2 w 17"/>
                <a:gd name="T13" fmla="*/ 0 h 698"/>
                <a:gd name="T14" fmla="*/ 0 w 17"/>
                <a:gd name="T15" fmla="*/ 4 h 698"/>
                <a:gd name="T16" fmla="*/ 0 w 17"/>
                <a:gd name="T17" fmla="*/ 7 h 698"/>
                <a:gd name="T18" fmla="*/ 2 w 17"/>
                <a:gd name="T19" fmla="*/ 0 h 6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698"/>
                <a:gd name="T32" fmla="*/ 17 w 17"/>
                <a:gd name="T33" fmla="*/ 698 h 69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698">
                  <a:moveTo>
                    <a:pt x="2" y="0"/>
                  </a:moveTo>
                  <a:lnTo>
                    <a:pt x="0" y="7"/>
                  </a:lnTo>
                  <a:lnTo>
                    <a:pt x="0" y="698"/>
                  </a:lnTo>
                  <a:lnTo>
                    <a:pt x="17" y="698"/>
                  </a:lnTo>
                  <a:lnTo>
                    <a:pt x="17" y="7"/>
                  </a:lnTo>
                  <a:lnTo>
                    <a:pt x="15" y="14"/>
                  </a:lnTo>
                  <a:lnTo>
                    <a:pt x="2" y="0"/>
                  </a:lnTo>
                  <a:lnTo>
                    <a:pt x="0" y="4"/>
                  </a:lnTo>
                  <a:lnTo>
                    <a:pt x="0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2" name="Freeform 132">
              <a:extLst>
                <a:ext uri="{FF2B5EF4-FFF2-40B4-BE49-F238E27FC236}">
                  <a16:creationId xmlns:a16="http://schemas.microsoft.com/office/drawing/2014/main" id="{9EA031CB-505C-4142-FAA0-CFB5D93152F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99" y="1953"/>
              <a:ext cx="427" cy="272"/>
            </a:xfrm>
            <a:custGeom>
              <a:avLst/>
              <a:gdLst>
                <a:gd name="T0" fmla="*/ 425 w 427"/>
                <a:gd name="T1" fmla="*/ 0 h 272"/>
                <a:gd name="T2" fmla="*/ 427 w 427"/>
                <a:gd name="T3" fmla="*/ 9 h 272"/>
                <a:gd name="T4" fmla="*/ 427 w 427"/>
                <a:gd name="T5" fmla="*/ 17 h 272"/>
                <a:gd name="T6" fmla="*/ 427 w 427"/>
                <a:gd name="T7" fmla="*/ 26 h 272"/>
                <a:gd name="T8" fmla="*/ 427 w 427"/>
                <a:gd name="T9" fmla="*/ 33 h 272"/>
                <a:gd name="T10" fmla="*/ 423 w 427"/>
                <a:gd name="T11" fmla="*/ 82 h 272"/>
                <a:gd name="T12" fmla="*/ 410 w 427"/>
                <a:gd name="T13" fmla="*/ 127 h 272"/>
                <a:gd name="T14" fmla="*/ 391 w 427"/>
                <a:gd name="T15" fmla="*/ 166 h 272"/>
                <a:gd name="T16" fmla="*/ 364 w 427"/>
                <a:gd name="T17" fmla="*/ 202 h 272"/>
                <a:gd name="T18" fmla="*/ 332 w 427"/>
                <a:gd name="T19" fmla="*/ 231 h 272"/>
                <a:gd name="T20" fmla="*/ 297 w 427"/>
                <a:gd name="T21" fmla="*/ 253 h 272"/>
                <a:gd name="T22" fmla="*/ 256 w 427"/>
                <a:gd name="T23" fmla="*/ 267 h 272"/>
                <a:gd name="T24" fmla="*/ 213 w 427"/>
                <a:gd name="T25" fmla="*/ 272 h 272"/>
                <a:gd name="T26" fmla="*/ 169 w 427"/>
                <a:gd name="T27" fmla="*/ 267 h 272"/>
                <a:gd name="T28" fmla="*/ 130 w 427"/>
                <a:gd name="T29" fmla="*/ 253 h 272"/>
                <a:gd name="T30" fmla="*/ 93 w 427"/>
                <a:gd name="T31" fmla="*/ 231 h 272"/>
                <a:gd name="T32" fmla="*/ 63 w 427"/>
                <a:gd name="T33" fmla="*/ 202 h 272"/>
                <a:gd name="T34" fmla="*/ 37 w 427"/>
                <a:gd name="T35" fmla="*/ 166 h 272"/>
                <a:gd name="T36" fmla="*/ 17 w 427"/>
                <a:gd name="T37" fmla="*/ 127 h 272"/>
                <a:gd name="T38" fmla="*/ 4 w 427"/>
                <a:gd name="T39" fmla="*/ 82 h 272"/>
                <a:gd name="T40" fmla="*/ 0 w 427"/>
                <a:gd name="T41" fmla="*/ 33 h 272"/>
                <a:gd name="T42" fmla="*/ 0 w 427"/>
                <a:gd name="T43" fmla="*/ 26 h 272"/>
                <a:gd name="T44" fmla="*/ 0 w 427"/>
                <a:gd name="T45" fmla="*/ 17 h 272"/>
                <a:gd name="T46" fmla="*/ 0 w 427"/>
                <a:gd name="T47" fmla="*/ 9 h 272"/>
                <a:gd name="T48" fmla="*/ 2 w 427"/>
                <a:gd name="T49" fmla="*/ 0 h 272"/>
                <a:gd name="T50" fmla="*/ 425 w 427"/>
                <a:gd name="T51" fmla="*/ 0 h 2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27"/>
                <a:gd name="T79" fmla="*/ 0 h 272"/>
                <a:gd name="T80" fmla="*/ 427 w 427"/>
                <a:gd name="T81" fmla="*/ 272 h 2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27" h="272">
                  <a:moveTo>
                    <a:pt x="425" y="0"/>
                  </a:moveTo>
                  <a:lnTo>
                    <a:pt x="427" y="9"/>
                  </a:lnTo>
                  <a:lnTo>
                    <a:pt x="427" y="17"/>
                  </a:lnTo>
                  <a:lnTo>
                    <a:pt x="427" y="26"/>
                  </a:lnTo>
                  <a:lnTo>
                    <a:pt x="427" y="33"/>
                  </a:lnTo>
                  <a:lnTo>
                    <a:pt x="423" y="82"/>
                  </a:lnTo>
                  <a:lnTo>
                    <a:pt x="410" y="127"/>
                  </a:lnTo>
                  <a:lnTo>
                    <a:pt x="391" y="166"/>
                  </a:lnTo>
                  <a:lnTo>
                    <a:pt x="364" y="202"/>
                  </a:lnTo>
                  <a:lnTo>
                    <a:pt x="332" y="231"/>
                  </a:lnTo>
                  <a:lnTo>
                    <a:pt x="297" y="253"/>
                  </a:lnTo>
                  <a:lnTo>
                    <a:pt x="256" y="267"/>
                  </a:lnTo>
                  <a:lnTo>
                    <a:pt x="213" y="272"/>
                  </a:lnTo>
                  <a:lnTo>
                    <a:pt x="169" y="267"/>
                  </a:lnTo>
                  <a:lnTo>
                    <a:pt x="130" y="253"/>
                  </a:lnTo>
                  <a:lnTo>
                    <a:pt x="93" y="231"/>
                  </a:lnTo>
                  <a:lnTo>
                    <a:pt x="63" y="202"/>
                  </a:lnTo>
                  <a:lnTo>
                    <a:pt x="37" y="166"/>
                  </a:lnTo>
                  <a:lnTo>
                    <a:pt x="17" y="127"/>
                  </a:lnTo>
                  <a:lnTo>
                    <a:pt x="4" y="82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0" y="9"/>
                  </a:lnTo>
                  <a:lnTo>
                    <a:pt x="2" y="0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3" name="Freeform 133">
              <a:extLst>
                <a:ext uri="{FF2B5EF4-FFF2-40B4-BE49-F238E27FC236}">
                  <a16:creationId xmlns:a16="http://schemas.microsoft.com/office/drawing/2014/main" id="{BE3A9E8E-DD0E-321E-F018-23949CBACDD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286" y="1953"/>
              <a:ext cx="260" cy="168"/>
            </a:xfrm>
            <a:custGeom>
              <a:avLst/>
              <a:gdLst>
                <a:gd name="T0" fmla="*/ 0 w 260"/>
                <a:gd name="T1" fmla="*/ 0 h 168"/>
                <a:gd name="T2" fmla="*/ 0 w 260"/>
                <a:gd name="T3" fmla="*/ 5 h 168"/>
                <a:gd name="T4" fmla="*/ 0 w 260"/>
                <a:gd name="T5" fmla="*/ 12 h 168"/>
                <a:gd name="T6" fmla="*/ 0 w 260"/>
                <a:gd name="T7" fmla="*/ 17 h 168"/>
                <a:gd name="T8" fmla="*/ 0 w 260"/>
                <a:gd name="T9" fmla="*/ 24 h 168"/>
                <a:gd name="T10" fmla="*/ 2 w 260"/>
                <a:gd name="T11" fmla="*/ 53 h 168"/>
                <a:gd name="T12" fmla="*/ 11 w 260"/>
                <a:gd name="T13" fmla="*/ 79 h 168"/>
                <a:gd name="T14" fmla="*/ 21 w 260"/>
                <a:gd name="T15" fmla="*/ 103 h 168"/>
                <a:gd name="T16" fmla="*/ 39 w 260"/>
                <a:gd name="T17" fmla="*/ 125 h 168"/>
                <a:gd name="T18" fmla="*/ 58 w 260"/>
                <a:gd name="T19" fmla="*/ 144 h 168"/>
                <a:gd name="T20" fmla="*/ 80 w 260"/>
                <a:gd name="T21" fmla="*/ 156 h 168"/>
                <a:gd name="T22" fmla="*/ 104 w 260"/>
                <a:gd name="T23" fmla="*/ 166 h 168"/>
                <a:gd name="T24" fmla="*/ 130 w 260"/>
                <a:gd name="T25" fmla="*/ 168 h 168"/>
                <a:gd name="T26" fmla="*/ 156 w 260"/>
                <a:gd name="T27" fmla="*/ 166 h 168"/>
                <a:gd name="T28" fmla="*/ 180 w 260"/>
                <a:gd name="T29" fmla="*/ 156 h 168"/>
                <a:gd name="T30" fmla="*/ 202 w 260"/>
                <a:gd name="T31" fmla="*/ 144 h 168"/>
                <a:gd name="T32" fmla="*/ 221 w 260"/>
                <a:gd name="T33" fmla="*/ 125 h 168"/>
                <a:gd name="T34" fmla="*/ 238 w 260"/>
                <a:gd name="T35" fmla="*/ 103 h 168"/>
                <a:gd name="T36" fmla="*/ 249 w 260"/>
                <a:gd name="T37" fmla="*/ 79 h 168"/>
                <a:gd name="T38" fmla="*/ 258 w 260"/>
                <a:gd name="T39" fmla="*/ 53 h 168"/>
                <a:gd name="T40" fmla="*/ 260 w 260"/>
                <a:gd name="T41" fmla="*/ 24 h 168"/>
                <a:gd name="T42" fmla="*/ 260 w 260"/>
                <a:gd name="T43" fmla="*/ 17 h 168"/>
                <a:gd name="T44" fmla="*/ 260 w 260"/>
                <a:gd name="T45" fmla="*/ 12 h 168"/>
                <a:gd name="T46" fmla="*/ 260 w 260"/>
                <a:gd name="T47" fmla="*/ 5 h 168"/>
                <a:gd name="T48" fmla="*/ 260 w 260"/>
                <a:gd name="T49" fmla="*/ 0 h 168"/>
                <a:gd name="T50" fmla="*/ 0 w 260"/>
                <a:gd name="T51" fmla="*/ 0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60"/>
                <a:gd name="T79" fmla="*/ 0 h 168"/>
                <a:gd name="T80" fmla="*/ 260 w 260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60" h="168">
                  <a:moveTo>
                    <a:pt x="0" y="0"/>
                  </a:moveTo>
                  <a:lnTo>
                    <a:pt x="0" y="5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2" y="53"/>
                  </a:lnTo>
                  <a:lnTo>
                    <a:pt x="11" y="79"/>
                  </a:lnTo>
                  <a:lnTo>
                    <a:pt x="21" y="103"/>
                  </a:lnTo>
                  <a:lnTo>
                    <a:pt x="39" y="125"/>
                  </a:lnTo>
                  <a:lnTo>
                    <a:pt x="58" y="144"/>
                  </a:lnTo>
                  <a:lnTo>
                    <a:pt x="80" y="156"/>
                  </a:lnTo>
                  <a:lnTo>
                    <a:pt x="104" y="166"/>
                  </a:lnTo>
                  <a:lnTo>
                    <a:pt x="130" y="168"/>
                  </a:lnTo>
                  <a:lnTo>
                    <a:pt x="156" y="166"/>
                  </a:lnTo>
                  <a:lnTo>
                    <a:pt x="180" y="156"/>
                  </a:lnTo>
                  <a:lnTo>
                    <a:pt x="202" y="144"/>
                  </a:lnTo>
                  <a:lnTo>
                    <a:pt x="221" y="125"/>
                  </a:lnTo>
                  <a:lnTo>
                    <a:pt x="238" y="103"/>
                  </a:lnTo>
                  <a:lnTo>
                    <a:pt x="249" y="79"/>
                  </a:lnTo>
                  <a:lnTo>
                    <a:pt x="258" y="53"/>
                  </a:lnTo>
                  <a:lnTo>
                    <a:pt x="260" y="24"/>
                  </a:lnTo>
                  <a:lnTo>
                    <a:pt x="260" y="17"/>
                  </a:lnTo>
                  <a:lnTo>
                    <a:pt x="260" y="12"/>
                  </a:lnTo>
                  <a:lnTo>
                    <a:pt x="260" y="5"/>
                  </a:lnTo>
                  <a:lnTo>
                    <a:pt x="26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4" name="Freeform 134">
              <a:extLst>
                <a:ext uri="{FF2B5EF4-FFF2-40B4-BE49-F238E27FC236}">
                  <a16:creationId xmlns:a16="http://schemas.microsoft.com/office/drawing/2014/main" id="{20AECF76-FABD-F401-E184-A6BDC3DBCE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56" y="1953"/>
              <a:ext cx="427" cy="272"/>
            </a:xfrm>
            <a:custGeom>
              <a:avLst/>
              <a:gdLst>
                <a:gd name="T0" fmla="*/ 425 w 427"/>
                <a:gd name="T1" fmla="*/ 0 h 272"/>
                <a:gd name="T2" fmla="*/ 425 w 427"/>
                <a:gd name="T3" fmla="*/ 9 h 272"/>
                <a:gd name="T4" fmla="*/ 427 w 427"/>
                <a:gd name="T5" fmla="*/ 17 h 272"/>
                <a:gd name="T6" fmla="*/ 427 w 427"/>
                <a:gd name="T7" fmla="*/ 26 h 272"/>
                <a:gd name="T8" fmla="*/ 427 w 427"/>
                <a:gd name="T9" fmla="*/ 33 h 272"/>
                <a:gd name="T10" fmla="*/ 423 w 427"/>
                <a:gd name="T11" fmla="*/ 82 h 272"/>
                <a:gd name="T12" fmla="*/ 410 w 427"/>
                <a:gd name="T13" fmla="*/ 127 h 272"/>
                <a:gd name="T14" fmla="*/ 390 w 427"/>
                <a:gd name="T15" fmla="*/ 166 h 272"/>
                <a:gd name="T16" fmla="*/ 364 w 427"/>
                <a:gd name="T17" fmla="*/ 202 h 272"/>
                <a:gd name="T18" fmla="*/ 332 w 427"/>
                <a:gd name="T19" fmla="*/ 231 h 272"/>
                <a:gd name="T20" fmla="*/ 297 w 427"/>
                <a:gd name="T21" fmla="*/ 253 h 272"/>
                <a:gd name="T22" fmla="*/ 256 w 427"/>
                <a:gd name="T23" fmla="*/ 267 h 272"/>
                <a:gd name="T24" fmla="*/ 213 w 427"/>
                <a:gd name="T25" fmla="*/ 272 h 272"/>
                <a:gd name="T26" fmla="*/ 169 w 427"/>
                <a:gd name="T27" fmla="*/ 267 h 272"/>
                <a:gd name="T28" fmla="*/ 130 w 427"/>
                <a:gd name="T29" fmla="*/ 253 h 272"/>
                <a:gd name="T30" fmla="*/ 93 w 427"/>
                <a:gd name="T31" fmla="*/ 231 h 272"/>
                <a:gd name="T32" fmla="*/ 63 w 427"/>
                <a:gd name="T33" fmla="*/ 202 h 272"/>
                <a:gd name="T34" fmla="*/ 37 w 427"/>
                <a:gd name="T35" fmla="*/ 166 h 272"/>
                <a:gd name="T36" fmla="*/ 17 w 427"/>
                <a:gd name="T37" fmla="*/ 127 h 272"/>
                <a:gd name="T38" fmla="*/ 4 w 427"/>
                <a:gd name="T39" fmla="*/ 82 h 272"/>
                <a:gd name="T40" fmla="*/ 0 w 427"/>
                <a:gd name="T41" fmla="*/ 33 h 272"/>
                <a:gd name="T42" fmla="*/ 0 w 427"/>
                <a:gd name="T43" fmla="*/ 26 h 272"/>
                <a:gd name="T44" fmla="*/ 0 w 427"/>
                <a:gd name="T45" fmla="*/ 17 h 272"/>
                <a:gd name="T46" fmla="*/ 0 w 427"/>
                <a:gd name="T47" fmla="*/ 9 h 272"/>
                <a:gd name="T48" fmla="*/ 2 w 427"/>
                <a:gd name="T49" fmla="*/ 0 h 272"/>
                <a:gd name="T50" fmla="*/ 425 w 427"/>
                <a:gd name="T51" fmla="*/ 0 h 2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27"/>
                <a:gd name="T79" fmla="*/ 0 h 272"/>
                <a:gd name="T80" fmla="*/ 427 w 427"/>
                <a:gd name="T81" fmla="*/ 272 h 272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27" h="272">
                  <a:moveTo>
                    <a:pt x="425" y="0"/>
                  </a:moveTo>
                  <a:lnTo>
                    <a:pt x="425" y="9"/>
                  </a:lnTo>
                  <a:lnTo>
                    <a:pt x="427" y="17"/>
                  </a:lnTo>
                  <a:lnTo>
                    <a:pt x="427" y="26"/>
                  </a:lnTo>
                  <a:lnTo>
                    <a:pt x="427" y="33"/>
                  </a:lnTo>
                  <a:lnTo>
                    <a:pt x="423" y="82"/>
                  </a:lnTo>
                  <a:lnTo>
                    <a:pt x="410" y="127"/>
                  </a:lnTo>
                  <a:lnTo>
                    <a:pt x="390" y="166"/>
                  </a:lnTo>
                  <a:lnTo>
                    <a:pt x="364" y="202"/>
                  </a:lnTo>
                  <a:lnTo>
                    <a:pt x="332" y="231"/>
                  </a:lnTo>
                  <a:lnTo>
                    <a:pt x="297" y="253"/>
                  </a:lnTo>
                  <a:lnTo>
                    <a:pt x="256" y="267"/>
                  </a:lnTo>
                  <a:lnTo>
                    <a:pt x="213" y="272"/>
                  </a:lnTo>
                  <a:lnTo>
                    <a:pt x="169" y="267"/>
                  </a:lnTo>
                  <a:lnTo>
                    <a:pt x="130" y="253"/>
                  </a:lnTo>
                  <a:lnTo>
                    <a:pt x="93" y="231"/>
                  </a:lnTo>
                  <a:lnTo>
                    <a:pt x="63" y="202"/>
                  </a:lnTo>
                  <a:lnTo>
                    <a:pt x="37" y="166"/>
                  </a:lnTo>
                  <a:lnTo>
                    <a:pt x="17" y="127"/>
                  </a:lnTo>
                  <a:lnTo>
                    <a:pt x="4" y="82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0" y="17"/>
                  </a:lnTo>
                  <a:lnTo>
                    <a:pt x="0" y="9"/>
                  </a:lnTo>
                  <a:lnTo>
                    <a:pt x="2" y="0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00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5" name="Freeform 135">
              <a:extLst>
                <a:ext uri="{FF2B5EF4-FFF2-40B4-BE49-F238E27FC236}">
                  <a16:creationId xmlns:a16="http://schemas.microsoft.com/office/drawing/2014/main" id="{527DF75A-E0F1-0E1A-9D8A-E40C65F7997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041" y="1953"/>
              <a:ext cx="262" cy="168"/>
            </a:xfrm>
            <a:custGeom>
              <a:avLst/>
              <a:gdLst>
                <a:gd name="T0" fmla="*/ 2 w 262"/>
                <a:gd name="T1" fmla="*/ 0 h 168"/>
                <a:gd name="T2" fmla="*/ 2 w 262"/>
                <a:gd name="T3" fmla="*/ 5 h 168"/>
                <a:gd name="T4" fmla="*/ 2 w 262"/>
                <a:gd name="T5" fmla="*/ 12 h 168"/>
                <a:gd name="T6" fmla="*/ 0 w 262"/>
                <a:gd name="T7" fmla="*/ 17 h 168"/>
                <a:gd name="T8" fmla="*/ 0 w 262"/>
                <a:gd name="T9" fmla="*/ 24 h 168"/>
                <a:gd name="T10" fmla="*/ 2 w 262"/>
                <a:gd name="T11" fmla="*/ 53 h 168"/>
                <a:gd name="T12" fmla="*/ 10 w 262"/>
                <a:gd name="T13" fmla="*/ 79 h 168"/>
                <a:gd name="T14" fmla="*/ 21 w 262"/>
                <a:gd name="T15" fmla="*/ 103 h 168"/>
                <a:gd name="T16" fmla="*/ 39 w 262"/>
                <a:gd name="T17" fmla="*/ 125 h 168"/>
                <a:gd name="T18" fmla="*/ 58 w 262"/>
                <a:gd name="T19" fmla="*/ 144 h 168"/>
                <a:gd name="T20" fmla="*/ 80 w 262"/>
                <a:gd name="T21" fmla="*/ 156 h 168"/>
                <a:gd name="T22" fmla="*/ 106 w 262"/>
                <a:gd name="T23" fmla="*/ 166 h 168"/>
                <a:gd name="T24" fmla="*/ 132 w 262"/>
                <a:gd name="T25" fmla="*/ 168 h 168"/>
                <a:gd name="T26" fmla="*/ 158 w 262"/>
                <a:gd name="T27" fmla="*/ 166 h 168"/>
                <a:gd name="T28" fmla="*/ 182 w 262"/>
                <a:gd name="T29" fmla="*/ 156 h 168"/>
                <a:gd name="T30" fmla="*/ 203 w 262"/>
                <a:gd name="T31" fmla="*/ 144 h 168"/>
                <a:gd name="T32" fmla="*/ 223 w 262"/>
                <a:gd name="T33" fmla="*/ 125 h 168"/>
                <a:gd name="T34" fmla="*/ 240 w 262"/>
                <a:gd name="T35" fmla="*/ 103 h 168"/>
                <a:gd name="T36" fmla="*/ 251 w 262"/>
                <a:gd name="T37" fmla="*/ 79 h 168"/>
                <a:gd name="T38" fmla="*/ 260 w 262"/>
                <a:gd name="T39" fmla="*/ 53 h 168"/>
                <a:gd name="T40" fmla="*/ 262 w 262"/>
                <a:gd name="T41" fmla="*/ 24 h 168"/>
                <a:gd name="T42" fmla="*/ 262 w 262"/>
                <a:gd name="T43" fmla="*/ 17 h 168"/>
                <a:gd name="T44" fmla="*/ 262 w 262"/>
                <a:gd name="T45" fmla="*/ 12 h 168"/>
                <a:gd name="T46" fmla="*/ 262 w 262"/>
                <a:gd name="T47" fmla="*/ 5 h 168"/>
                <a:gd name="T48" fmla="*/ 260 w 262"/>
                <a:gd name="T49" fmla="*/ 0 h 168"/>
                <a:gd name="T50" fmla="*/ 2 w 262"/>
                <a:gd name="T51" fmla="*/ 0 h 16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262"/>
                <a:gd name="T79" fmla="*/ 0 h 168"/>
                <a:gd name="T80" fmla="*/ 262 w 262"/>
                <a:gd name="T81" fmla="*/ 168 h 168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262" h="168">
                  <a:moveTo>
                    <a:pt x="2" y="0"/>
                  </a:moveTo>
                  <a:lnTo>
                    <a:pt x="2" y="5"/>
                  </a:lnTo>
                  <a:lnTo>
                    <a:pt x="2" y="12"/>
                  </a:lnTo>
                  <a:lnTo>
                    <a:pt x="0" y="17"/>
                  </a:lnTo>
                  <a:lnTo>
                    <a:pt x="0" y="24"/>
                  </a:lnTo>
                  <a:lnTo>
                    <a:pt x="2" y="53"/>
                  </a:lnTo>
                  <a:lnTo>
                    <a:pt x="10" y="79"/>
                  </a:lnTo>
                  <a:lnTo>
                    <a:pt x="21" y="103"/>
                  </a:lnTo>
                  <a:lnTo>
                    <a:pt x="39" y="125"/>
                  </a:lnTo>
                  <a:lnTo>
                    <a:pt x="58" y="144"/>
                  </a:lnTo>
                  <a:lnTo>
                    <a:pt x="80" y="156"/>
                  </a:lnTo>
                  <a:lnTo>
                    <a:pt x="106" y="166"/>
                  </a:lnTo>
                  <a:lnTo>
                    <a:pt x="132" y="168"/>
                  </a:lnTo>
                  <a:lnTo>
                    <a:pt x="158" y="166"/>
                  </a:lnTo>
                  <a:lnTo>
                    <a:pt x="182" y="156"/>
                  </a:lnTo>
                  <a:lnTo>
                    <a:pt x="203" y="144"/>
                  </a:lnTo>
                  <a:lnTo>
                    <a:pt x="223" y="125"/>
                  </a:lnTo>
                  <a:lnTo>
                    <a:pt x="240" y="103"/>
                  </a:lnTo>
                  <a:lnTo>
                    <a:pt x="251" y="79"/>
                  </a:lnTo>
                  <a:lnTo>
                    <a:pt x="260" y="53"/>
                  </a:lnTo>
                  <a:lnTo>
                    <a:pt x="262" y="24"/>
                  </a:lnTo>
                  <a:lnTo>
                    <a:pt x="262" y="17"/>
                  </a:lnTo>
                  <a:lnTo>
                    <a:pt x="262" y="12"/>
                  </a:lnTo>
                  <a:lnTo>
                    <a:pt x="262" y="5"/>
                  </a:lnTo>
                  <a:lnTo>
                    <a:pt x="260" y="0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6" name="Freeform 136">
              <a:extLst>
                <a:ext uri="{FF2B5EF4-FFF2-40B4-BE49-F238E27FC236}">
                  <a16:creationId xmlns:a16="http://schemas.microsoft.com/office/drawing/2014/main" id="{1BC4234C-F974-1731-11C3-33D7218C25D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48" y="1177"/>
              <a:ext cx="1761" cy="436"/>
            </a:xfrm>
            <a:custGeom>
              <a:avLst/>
              <a:gdLst>
                <a:gd name="T0" fmla="*/ 0 w 1761"/>
                <a:gd name="T1" fmla="*/ 84 h 436"/>
                <a:gd name="T2" fmla="*/ 60 w 1761"/>
                <a:gd name="T3" fmla="*/ 0 h 436"/>
                <a:gd name="T4" fmla="*/ 1705 w 1761"/>
                <a:gd name="T5" fmla="*/ 0 h 436"/>
                <a:gd name="T6" fmla="*/ 1761 w 1761"/>
                <a:gd name="T7" fmla="*/ 436 h 436"/>
                <a:gd name="T8" fmla="*/ 0 w 1761"/>
                <a:gd name="T9" fmla="*/ 436 h 436"/>
                <a:gd name="T10" fmla="*/ 0 w 1761"/>
                <a:gd name="T11" fmla="*/ 84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61"/>
                <a:gd name="T19" fmla="*/ 0 h 436"/>
                <a:gd name="T20" fmla="*/ 1761 w 1761"/>
                <a:gd name="T21" fmla="*/ 436 h 4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61" h="436">
                  <a:moveTo>
                    <a:pt x="0" y="84"/>
                  </a:moveTo>
                  <a:lnTo>
                    <a:pt x="60" y="0"/>
                  </a:lnTo>
                  <a:lnTo>
                    <a:pt x="1705" y="0"/>
                  </a:lnTo>
                  <a:lnTo>
                    <a:pt x="1761" y="436"/>
                  </a:lnTo>
                  <a:lnTo>
                    <a:pt x="0" y="436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7" name="Freeform 137">
              <a:extLst>
                <a:ext uri="{FF2B5EF4-FFF2-40B4-BE49-F238E27FC236}">
                  <a16:creationId xmlns:a16="http://schemas.microsoft.com/office/drawing/2014/main" id="{6DFE8C66-5BB0-C3CD-A143-ABB423AEB5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41" y="1167"/>
              <a:ext cx="74" cy="99"/>
            </a:xfrm>
            <a:custGeom>
              <a:avLst/>
              <a:gdLst>
                <a:gd name="T0" fmla="*/ 67 w 74"/>
                <a:gd name="T1" fmla="*/ 0 h 99"/>
                <a:gd name="T2" fmla="*/ 61 w 74"/>
                <a:gd name="T3" fmla="*/ 5 h 99"/>
                <a:gd name="T4" fmla="*/ 0 w 74"/>
                <a:gd name="T5" fmla="*/ 89 h 99"/>
                <a:gd name="T6" fmla="*/ 13 w 74"/>
                <a:gd name="T7" fmla="*/ 99 h 99"/>
                <a:gd name="T8" fmla="*/ 74 w 74"/>
                <a:gd name="T9" fmla="*/ 15 h 99"/>
                <a:gd name="T10" fmla="*/ 67 w 74"/>
                <a:gd name="T11" fmla="*/ 19 h 99"/>
                <a:gd name="T12" fmla="*/ 67 w 74"/>
                <a:gd name="T13" fmla="*/ 0 h 99"/>
                <a:gd name="T14" fmla="*/ 63 w 74"/>
                <a:gd name="T15" fmla="*/ 0 h 99"/>
                <a:gd name="T16" fmla="*/ 61 w 74"/>
                <a:gd name="T17" fmla="*/ 5 h 99"/>
                <a:gd name="T18" fmla="*/ 67 w 74"/>
                <a:gd name="T19" fmla="*/ 0 h 9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4"/>
                <a:gd name="T31" fmla="*/ 0 h 99"/>
                <a:gd name="T32" fmla="*/ 74 w 74"/>
                <a:gd name="T33" fmla="*/ 99 h 9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4" h="99">
                  <a:moveTo>
                    <a:pt x="67" y="0"/>
                  </a:moveTo>
                  <a:lnTo>
                    <a:pt x="61" y="5"/>
                  </a:lnTo>
                  <a:lnTo>
                    <a:pt x="0" y="89"/>
                  </a:lnTo>
                  <a:lnTo>
                    <a:pt x="13" y="99"/>
                  </a:lnTo>
                  <a:lnTo>
                    <a:pt x="74" y="15"/>
                  </a:lnTo>
                  <a:lnTo>
                    <a:pt x="67" y="19"/>
                  </a:lnTo>
                  <a:lnTo>
                    <a:pt x="67" y="0"/>
                  </a:lnTo>
                  <a:lnTo>
                    <a:pt x="63" y="0"/>
                  </a:lnTo>
                  <a:lnTo>
                    <a:pt x="61" y="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8" name="Freeform 138">
              <a:extLst>
                <a:ext uri="{FF2B5EF4-FFF2-40B4-BE49-F238E27FC236}">
                  <a16:creationId xmlns:a16="http://schemas.microsoft.com/office/drawing/2014/main" id="{C7F2FD25-3519-3E51-7419-3D8A0CEFEB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08" y="1167"/>
              <a:ext cx="1654" cy="19"/>
            </a:xfrm>
            <a:custGeom>
              <a:avLst/>
              <a:gdLst>
                <a:gd name="T0" fmla="*/ 1654 w 1654"/>
                <a:gd name="T1" fmla="*/ 10 h 19"/>
                <a:gd name="T2" fmla="*/ 1645 w 1654"/>
                <a:gd name="T3" fmla="*/ 0 h 19"/>
                <a:gd name="T4" fmla="*/ 0 w 1654"/>
                <a:gd name="T5" fmla="*/ 0 h 19"/>
                <a:gd name="T6" fmla="*/ 0 w 1654"/>
                <a:gd name="T7" fmla="*/ 19 h 19"/>
                <a:gd name="T8" fmla="*/ 1645 w 1654"/>
                <a:gd name="T9" fmla="*/ 19 h 19"/>
                <a:gd name="T10" fmla="*/ 1636 w 1654"/>
                <a:gd name="T11" fmla="*/ 10 h 19"/>
                <a:gd name="T12" fmla="*/ 1654 w 1654"/>
                <a:gd name="T13" fmla="*/ 10 h 19"/>
                <a:gd name="T14" fmla="*/ 1651 w 1654"/>
                <a:gd name="T15" fmla="*/ 0 h 19"/>
                <a:gd name="T16" fmla="*/ 1645 w 1654"/>
                <a:gd name="T17" fmla="*/ 0 h 19"/>
                <a:gd name="T18" fmla="*/ 1654 w 1654"/>
                <a:gd name="T19" fmla="*/ 10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654"/>
                <a:gd name="T31" fmla="*/ 0 h 19"/>
                <a:gd name="T32" fmla="*/ 1654 w 1654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654" h="19">
                  <a:moveTo>
                    <a:pt x="1654" y="10"/>
                  </a:moveTo>
                  <a:lnTo>
                    <a:pt x="1645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1645" y="19"/>
                  </a:lnTo>
                  <a:lnTo>
                    <a:pt x="1636" y="10"/>
                  </a:lnTo>
                  <a:lnTo>
                    <a:pt x="1654" y="10"/>
                  </a:lnTo>
                  <a:lnTo>
                    <a:pt x="1651" y="0"/>
                  </a:lnTo>
                  <a:lnTo>
                    <a:pt x="1645" y="0"/>
                  </a:lnTo>
                  <a:lnTo>
                    <a:pt x="1654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Freeform 139">
              <a:extLst>
                <a:ext uri="{FF2B5EF4-FFF2-40B4-BE49-F238E27FC236}">
                  <a16:creationId xmlns:a16="http://schemas.microsoft.com/office/drawing/2014/main" id="{E724D891-23F5-5223-5DF4-7C4AAF3EF15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44" y="1177"/>
              <a:ext cx="76" cy="446"/>
            </a:xfrm>
            <a:custGeom>
              <a:avLst/>
              <a:gdLst>
                <a:gd name="T0" fmla="*/ 65 w 76"/>
                <a:gd name="T1" fmla="*/ 446 h 446"/>
                <a:gd name="T2" fmla="*/ 74 w 76"/>
                <a:gd name="T3" fmla="*/ 436 h 446"/>
                <a:gd name="T4" fmla="*/ 18 w 76"/>
                <a:gd name="T5" fmla="*/ 0 h 446"/>
                <a:gd name="T6" fmla="*/ 0 w 76"/>
                <a:gd name="T7" fmla="*/ 0 h 446"/>
                <a:gd name="T8" fmla="*/ 57 w 76"/>
                <a:gd name="T9" fmla="*/ 436 h 446"/>
                <a:gd name="T10" fmla="*/ 65 w 76"/>
                <a:gd name="T11" fmla="*/ 426 h 446"/>
                <a:gd name="T12" fmla="*/ 65 w 76"/>
                <a:gd name="T13" fmla="*/ 446 h 446"/>
                <a:gd name="T14" fmla="*/ 76 w 76"/>
                <a:gd name="T15" fmla="*/ 446 h 446"/>
                <a:gd name="T16" fmla="*/ 74 w 76"/>
                <a:gd name="T17" fmla="*/ 436 h 446"/>
                <a:gd name="T18" fmla="*/ 65 w 76"/>
                <a:gd name="T19" fmla="*/ 446 h 4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6"/>
                <a:gd name="T31" fmla="*/ 0 h 446"/>
                <a:gd name="T32" fmla="*/ 76 w 76"/>
                <a:gd name="T33" fmla="*/ 446 h 44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6" h="446">
                  <a:moveTo>
                    <a:pt x="65" y="446"/>
                  </a:moveTo>
                  <a:lnTo>
                    <a:pt x="74" y="436"/>
                  </a:lnTo>
                  <a:lnTo>
                    <a:pt x="18" y="0"/>
                  </a:lnTo>
                  <a:lnTo>
                    <a:pt x="0" y="0"/>
                  </a:lnTo>
                  <a:lnTo>
                    <a:pt x="57" y="436"/>
                  </a:lnTo>
                  <a:lnTo>
                    <a:pt x="65" y="426"/>
                  </a:lnTo>
                  <a:lnTo>
                    <a:pt x="65" y="446"/>
                  </a:lnTo>
                  <a:lnTo>
                    <a:pt x="76" y="446"/>
                  </a:lnTo>
                  <a:lnTo>
                    <a:pt x="74" y="436"/>
                  </a:lnTo>
                  <a:lnTo>
                    <a:pt x="65" y="4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0" name="Freeform 140">
              <a:extLst>
                <a:ext uri="{FF2B5EF4-FFF2-40B4-BE49-F238E27FC236}">
                  <a16:creationId xmlns:a16="http://schemas.microsoft.com/office/drawing/2014/main" id="{8635EB51-9026-C5B6-03CE-FD6AF204731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39" y="1603"/>
              <a:ext cx="1770" cy="20"/>
            </a:xfrm>
            <a:custGeom>
              <a:avLst/>
              <a:gdLst>
                <a:gd name="T0" fmla="*/ 0 w 1770"/>
                <a:gd name="T1" fmla="*/ 10 h 20"/>
                <a:gd name="T2" fmla="*/ 9 w 1770"/>
                <a:gd name="T3" fmla="*/ 20 h 20"/>
                <a:gd name="T4" fmla="*/ 1770 w 1770"/>
                <a:gd name="T5" fmla="*/ 20 h 20"/>
                <a:gd name="T6" fmla="*/ 1770 w 1770"/>
                <a:gd name="T7" fmla="*/ 0 h 20"/>
                <a:gd name="T8" fmla="*/ 9 w 1770"/>
                <a:gd name="T9" fmla="*/ 0 h 20"/>
                <a:gd name="T10" fmla="*/ 17 w 1770"/>
                <a:gd name="T11" fmla="*/ 10 h 20"/>
                <a:gd name="T12" fmla="*/ 0 w 1770"/>
                <a:gd name="T13" fmla="*/ 10 h 20"/>
                <a:gd name="T14" fmla="*/ 0 w 1770"/>
                <a:gd name="T15" fmla="*/ 20 h 20"/>
                <a:gd name="T16" fmla="*/ 9 w 1770"/>
                <a:gd name="T17" fmla="*/ 20 h 20"/>
                <a:gd name="T18" fmla="*/ 0 w 1770"/>
                <a:gd name="T19" fmla="*/ 10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70"/>
                <a:gd name="T31" fmla="*/ 0 h 20"/>
                <a:gd name="T32" fmla="*/ 1770 w 1770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70" h="20">
                  <a:moveTo>
                    <a:pt x="0" y="10"/>
                  </a:moveTo>
                  <a:lnTo>
                    <a:pt x="9" y="20"/>
                  </a:lnTo>
                  <a:lnTo>
                    <a:pt x="1770" y="20"/>
                  </a:lnTo>
                  <a:lnTo>
                    <a:pt x="1770" y="0"/>
                  </a:lnTo>
                  <a:lnTo>
                    <a:pt x="9" y="0"/>
                  </a:lnTo>
                  <a:lnTo>
                    <a:pt x="17" y="1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9" y="2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Freeform 141">
              <a:extLst>
                <a:ext uri="{FF2B5EF4-FFF2-40B4-BE49-F238E27FC236}">
                  <a16:creationId xmlns:a16="http://schemas.microsoft.com/office/drawing/2014/main" id="{259E52EF-7D62-733E-B669-F4988559B14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39" y="1256"/>
              <a:ext cx="17" cy="357"/>
            </a:xfrm>
            <a:custGeom>
              <a:avLst/>
              <a:gdLst>
                <a:gd name="T0" fmla="*/ 2 w 17"/>
                <a:gd name="T1" fmla="*/ 0 h 357"/>
                <a:gd name="T2" fmla="*/ 0 w 17"/>
                <a:gd name="T3" fmla="*/ 5 h 357"/>
                <a:gd name="T4" fmla="*/ 0 w 17"/>
                <a:gd name="T5" fmla="*/ 357 h 357"/>
                <a:gd name="T6" fmla="*/ 17 w 17"/>
                <a:gd name="T7" fmla="*/ 357 h 357"/>
                <a:gd name="T8" fmla="*/ 17 w 17"/>
                <a:gd name="T9" fmla="*/ 5 h 357"/>
                <a:gd name="T10" fmla="*/ 15 w 17"/>
                <a:gd name="T11" fmla="*/ 10 h 357"/>
                <a:gd name="T12" fmla="*/ 2 w 17"/>
                <a:gd name="T13" fmla="*/ 0 h 357"/>
                <a:gd name="T14" fmla="*/ 0 w 17"/>
                <a:gd name="T15" fmla="*/ 3 h 357"/>
                <a:gd name="T16" fmla="*/ 0 w 17"/>
                <a:gd name="T17" fmla="*/ 5 h 357"/>
                <a:gd name="T18" fmla="*/ 2 w 17"/>
                <a:gd name="T19" fmla="*/ 0 h 35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357"/>
                <a:gd name="T32" fmla="*/ 17 w 17"/>
                <a:gd name="T33" fmla="*/ 357 h 35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357">
                  <a:moveTo>
                    <a:pt x="2" y="0"/>
                  </a:moveTo>
                  <a:lnTo>
                    <a:pt x="0" y="5"/>
                  </a:lnTo>
                  <a:lnTo>
                    <a:pt x="0" y="357"/>
                  </a:lnTo>
                  <a:lnTo>
                    <a:pt x="17" y="357"/>
                  </a:lnTo>
                  <a:lnTo>
                    <a:pt x="17" y="5"/>
                  </a:lnTo>
                  <a:lnTo>
                    <a:pt x="15" y="1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" name="Freeform 142">
              <a:extLst>
                <a:ext uri="{FF2B5EF4-FFF2-40B4-BE49-F238E27FC236}">
                  <a16:creationId xmlns:a16="http://schemas.microsoft.com/office/drawing/2014/main" id="{5D1278D1-FC7B-C477-6CF1-83E00CE5F3B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8" y="1208"/>
              <a:ext cx="303" cy="472"/>
            </a:xfrm>
            <a:custGeom>
              <a:avLst/>
              <a:gdLst>
                <a:gd name="T0" fmla="*/ 206 w 303"/>
                <a:gd name="T1" fmla="*/ 0 h 472"/>
                <a:gd name="T2" fmla="*/ 301 w 303"/>
                <a:gd name="T3" fmla="*/ 374 h 472"/>
                <a:gd name="T4" fmla="*/ 301 w 303"/>
                <a:gd name="T5" fmla="*/ 374 h 472"/>
                <a:gd name="T6" fmla="*/ 303 w 303"/>
                <a:gd name="T7" fmla="*/ 378 h 472"/>
                <a:gd name="T8" fmla="*/ 290 w 303"/>
                <a:gd name="T9" fmla="*/ 376 h 472"/>
                <a:gd name="T10" fmla="*/ 279 w 303"/>
                <a:gd name="T11" fmla="*/ 378 h 472"/>
                <a:gd name="T12" fmla="*/ 271 w 303"/>
                <a:gd name="T13" fmla="*/ 381 h 472"/>
                <a:gd name="T14" fmla="*/ 269 w 303"/>
                <a:gd name="T15" fmla="*/ 381 h 472"/>
                <a:gd name="T16" fmla="*/ 269 w 303"/>
                <a:gd name="T17" fmla="*/ 472 h 472"/>
                <a:gd name="T18" fmla="*/ 62 w 303"/>
                <a:gd name="T19" fmla="*/ 472 h 472"/>
                <a:gd name="T20" fmla="*/ 0 w 303"/>
                <a:gd name="T21" fmla="*/ 0 h 472"/>
                <a:gd name="T22" fmla="*/ 206 w 303"/>
                <a:gd name="T23" fmla="*/ 0 h 47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03"/>
                <a:gd name="T37" fmla="*/ 0 h 472"/>
                <a:gd name="T38" fmla="*/ 303 w 303"/>
                <a:gd name="T39" fmla="*/ 472 h 47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03" h="472">
                  <a:moveTo>
                    <a:pt x="206" y="0"/>
                  </a:moveTo>
                  <a:lnTo>
                    <a:pt x="301" y="374"/>
                  </a:lnTo>
                  <a:lnTo>
                    <a:pt x="303" y="378"/>
                  </a:lnTo>
                  <a:lnTo>
                    <a:pt x="290" y="376"/>
                  </a:lnTo>
                  <a:lnTo>
                    <a:pt x="279" y="378"/>
                  </a:lnTo>
                  <a:lnTo>
                    <a:pt x="271" y="381"/>
                  </a:lnTo>
                  <a:lnTo>
                    <a:pt x="269" y="381"/>
                  </a:lnTo>
                  <a:lnTo>
                    <a:pt x="269" y="472"/>
                  </a:lnTo>
                  <a:lnTo>
                    <a:pt x="62" y="472"/>
                  </a:lnTo>
                  <a:lnTo>
                    <a:pt x="0" y="0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3" name="Freeform 143">
              <a:extLst>
                <a:ext uri="{FF2B5EF4-FFF2-40B4-BE49-F238E27FC236}">
                  <a16:creationId xmlns:a16="http://schemas.microsoft.com/office/drawing/2014/main" id="{EDB3C816-9F6C-59D1-9D17-0CB3794B74E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85" y="1206"/>
              <a:ext cx="113" cy="380"/>
            </a:xfrm>
            <a:custGeom>
              <a:avLst/>
              <a:gdLst>
                <a:gd name="T0" fmla="*/ 113 w 113"/>
                <a:gd name="T1" fmla="*/ 371 h 380"/>
                <a:gd name="T2" fmla="*/ 113 w 113"/>
                <a:gd name="T3" fmla="*/ 373 h 380"/>
                <a:gd name="T4" fmla="*/ 17 w 113"/>
                <a:gd name="T5" fmla="*/ 0 h 380"/>
                <a:gd name="T6" fmla="*/ 0 w 113"/>
                <a:gd name="T7" fmla="*/ 4 h 380"/>
                <a:gd name="T8" fmla="*/ 95 w 113"/>
                <a:gd name="T9" fmla="*/ 378 h 380"/>
                <a:gd name="T10" fmla="*/ 95 w 113"/>
                <a:gd name="T11" fmla="*/ 380 h 380"/>
                <a:gd name="T12" fmla="*/ 95 w 113"/>
                <a:gd name="T13" fmla="*/ 378 h 380"/>
                <a:gd name="T14" fmla="*/ 95 w 113"/>
                <a:gd name="T15" fmla="*/ 378 h 380"/>
                <a:gd name="T16" fmla="*/ 98 w 113"/>
                <a:gd name="T17" fmla="*/ 378 h 380"/>
                <a:gd name="T18" fmla="*/ 113 w 113"/>
                <a:gd name="T19" fmla="*/ 371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13"/>
                <a:gd name="T31" fmla="*/ 0 h 380"/>
                <a:gd name="T32" fmla="*/ 113 w 113"/>
                <a:gd name="T33" fmla="*/ 380 h 3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13" h="380">
                  <a:moveTo>
                    <a:pt x="113" y="371"/>
                  </a:moveTo>
                  <a:lnTo>
                    <a:pt x="113" y="373"/>
                  </a:lnTo>
                  <a:lnTo>
                    <a:pt x="17" y="0"/>
                  </a:lnTo>
                  <a:lnTo>
                    <a:pt x="0" y="4"/>
                  </a:lnTo>
                  <a:lnTo>
                    <a:pt x="95" y="378"/>
                  </a:lnTo>
                  <a:lnTo>
                    <a:pt x="95" y="380"/>
                  </a:lnTo>
                  <a:lnTo>
                    <a:pt x="95" y="378"/>
                  </a:lnTo>
                  <a:lnTo>
                    <a:pt x="98" y="378"/>
                  </a:lnTo>
                  <a:lnTo>
                    <a:pt x="113" y="3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4" name="Freeform 144">
              <a:extLst>
                <a:ext uri="{FF2B5EF4-FFF2-40B4-BE49-F238E27FC236}">
                  <a16:creationId xmlns:a16="http://schemas.microsoft.com/office/drawing/2014/main" id="{78D3105F-534B-2C27-CEFB-26A1BFC6907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80" y="1577"/>
              <a:ext cx="18" cy="9"/>
            </a:xfrm>
            <a:custGeom>
              <a:avLst/>
              <a:gdLst>
                <a:gd name="T0" fmla="*/ 18 w 18"/>
                <a:gd name="T1" fmla="*/ 0 h 9"/>
                <a:gd name="T2" fmla="*/ 9 w 18"/>
                <a:gd name="T3" fmla="*/ 5 h 9"/>
                <a:gd name="T4" fmla="*/ 9 w 18"/>
                <a:gd name="T5" fmla="*/ 5 h 9"/>
                <a:gd name="T6" fmla="*/ 9 w 18"/>
                <a:gd name="T7" fmla="*/ 5 h 9"/>
                <a:gd name="T8" fmla="*/ 9 w 18"/>
                <a:gd name="T9" fmla="*/ 5 h 9"/>
                <a:gd name="T10" fmla="*/ 0 w 18"/>
                <a:gd name="T11" fmla="*/ 9 h 9"/>
                <a:gd name="T12" fmla="*/ 0 w 18"/>
                <a:gd name="T13" fmla="*/ 7 h 9"/>
                <a:gd name="T14" fmla="*/ 0 w 18"/>
                <a:gd name="T15" fmla="*/ 7 h 9"/>
                <a:gd name="T16" fmla="*/ 3 w 18"/>
                <a:gd name="T17" fmla="*/ 7 h 9"/>
                <a:gd name="T18" fmla="*/ 18 w 18"/>
                <a:gd name="T19" fmla="*/ 0 h 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"/>
                <a:gd name="T31" fmla="*/ 0 h 9"/>
                <a:gd name="T32" fmla="*/ 18 w 18"/>
                <a:gd name="T33" fmla="*/ 9 h 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" h="9">
                  <a:moveTo>
                    <a:pt x="18" y="0"/>
                  </a:moveTo>
                  <a:lnTo>
                    <a:pt x="9" y="5"/>
                  </a:lnTo>
                  <a:lnTo>
                    <a:pt x="0" y="9"/>
                  </a:lnTo>
                  <a:lnTo>
                    <a:pt x="0" y="7"/>
                  </a:lnTo>
                  <a:lnTo>
                    <a:pt x="3" y="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5" name="Freeform 145">
              <a:extLst>
                <a:ext uri="{FF2B5EF4-FFF2-40B4-BE49-F238E27FC236}">
                  <a16:creationId xmlns:a16="http://schemas.microsoft.com/office/drawing/2014/main" id="{33DD6B98-6310-F9F6-EA41-C482B15CE80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80" y="1577"/>
              <a:ext cx="26" cy="24"/>
            </a:xfrm>
            <a:custGeom>
              <a:avLst/>
              <a:gdLst>
                <a:gd name="T0" fmla="*/ 11 w 26"/>
                <a:gd name="T1" fmla="*/ 19 h 24"/>
                <a:gd name="T2" fmla="*/ 20 w 26"/>
                <a:gd name="T3" fmla="*/ 5 h 24"/>
                <a:gd name="T4" fmla="*/ 18 w 26"/>
                <a:gd name="T5" fmla="*/ 0 h 24"/>
                <a:gd name="T6" fmla="*/ 0 w 26"/>
                <a:gd name="T7" fmla="*/ 9 h 24"/>
                <a:gd name="T8" fmla="*/ 3 w 26"/>
                <a:gd name="T9" fmla="*/ 14 h 24"/>
                <a:gd name="T10" fmla="*/ 11 w 26"/>
                <a:gd name="T11" fmla="*/ 0 h 24"/>
                <a:gd name="T12" fmla="*/ 11 w 26"/>
                <a:gd name="T13" fmla="*/ 19 h 24"/>
                <a:gd name="T14" fmla="*/ 26 w 26"/>
                <a:gd name="T15" fmla="*/ 24 h 24"/>
                <a:gd name="T16" fmla="*/ 18 w 26"/>
                <a:gd name="T17" fmla="*/ 7 h 24"/>
                <a:gd name="T18" fmla="*/ 11 w 26"/>
                <a:gd name="T19" fmla="*/ 19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6"/>
                <a:gd name="T31" fmla="*/ 0 h 24"/>
                <a:gd name="T32" fmla="*/ 26 w 26"/>
                <a:gd name="T33" fmla="*/ 24 h 2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6" h="24">
                  <a:moveTo>
                    <a:pt x="11" y="19"/>
                  </a:moveTo>
                  <a:lnTo>
                    <a:pt x="20" y="5"/>
                  </a:lnTo>
                  <a:lnTo>
                    <a:pt x="18" y="0"/>
                  </a:lnTo>
                  <a:lnTo>
                    <a:pt x="0" y="9"/>
                  </a:lnTo>
                  <a:lnTo>
                    <a:pt x="3" y="14"/>
                  </a:lnTo>
                  <a:lnTo>
                    <a:pt x="11" y="0"/>
                  </a:lnTo>
                  <a:lnTo>
                    <a:pt x="11" y="19"/>
                  </a:lnTo>
                  <a:lnTo>
                    <a:pt x="26" y="24"/>
                  </a:lnTo>
                  <a:lnTo>
                    <a:pt x="18" y="7"/>
                  </a:lnTo>
                  <a:lnTo>
                    <a:pt x="11" y="1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6" name="Freeform 146">
              <a:extLst>
                <a:ext uri="{FF2B5EF4-FFF2-40B4-BE49-F238E27FC236}">
                  <a16:creationId xmlns:a16="http://schemas.microsoft.com/office/drawing/2014/main" id="{D8B19297-498D-B2B5-90EA-A624ECDD3C58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48" y="1574"/>
              <a:ext cx="43" cy="24"/>
            </a:xfrm>
            <a:custGeom>
              <a:avLst/>
              <a:gdLst>
                <a:gd name="T0" fmla="*/ 17 w 43"/>
                <a:gd name="T1" fmla="*/ 15 h 24"/>
                <a:gd name="T2" fmla="*/ 11 w 43"/>
                <a:gd name="T3" fmla="*/ 24 h 24"/>
                <a:gd name="T4" fmla="*/ 11 w 43"/>
                <a:gd name="T5" fmla="*/ 24 h 24"/>
                <a:gd name="T6" fmla="*/ 19 w 43"/>
                <a:gd name="T7" fmla="*/ 22 h 24"/>
                <a:gd name="T8" fmla="*/ 30 w 43"/>
                <a:gd name="T9" fmla="*/ 20 h 24"/>
                <a:gd name="T10" fmla="*/ 43 w 43"/>
                <a:gd name="T11" fmla="*/ 22 h 24"/>
                <a:gd name="T12" fmla="*/ 43 w 43"/>
                <a:gd name="T13" fmla="*/ 3 h 24"/>
                <a:gd name="T14" fmla="*/ 30 w 43"/>
                <a:gd name="T15" fmla="*/ 0 h 24"/>
                <a:gd name="T16" fmla="*/ 19 w 43"/>
                <a:gd name="T17" fmla="*/ 3 h 24"/>
                <a:gd name="T18" fmla="*/ 11 w 43"/>
                <a:gd name="T19" fmla="*/ 5 h 24"/>
                <a:gd name="T20" fmla="*/ 6 w 43"/>
                <a:gd name="T21" fmla="*/ 5 h 24"/>
                <a:gd name="T22" fmla="*/ 0 w 43"/>
                <a:gd name="T23" fmla="*/ 15 h 24"/>
                <a:gd name="T24" fmla="*/ 6 w 43"/>
                <a:gd name="T25" fmla="*/ 5 h 24"/>
                <a:gd name="T26" fmla="*/ 0 w 43"/>
                <a:gd name="T27" fmla="*/ 10 h 24"/>
                <a:gd name="T28" fmla="*/ 0 w 43"/>
                <a:gd name="T29" fmla="*/ 15 h 24"/>
                <a:gd name="T30" fmla="*/ 17 w 43"/>
                <a:gd name="T31" fmla="*/ 15 h 2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43"/>
                <a:gd name="T49" fmla="*/ 0 h 24"/>
                <a:gd name="T50" fmla="*/ 43 w 43"/>
                <a:gd name="T51" fmla="*/ 24 h 2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43" h="24">
                  <a:moveTo>
                    <a:pt x="17" y="15"/>
                  </a:moveTo>
                  <a:lnTo>
                    <a:pt x="11" y="24"/>
                  </a:lnTo>
                  <a:lnTo>
                    <a:pt x="19" y="22"/>
                  </a:lnTo>
                  <a:lnTo>
                    <a:pt x="30" y="20"/>
                  </a:lnTo>
                  <a:lnTo>
                    <a:pt x="43" y="22"/>
                  </a:lnTo>
                  <a:lnTo>
                    <a:pt x="43" y="3"/>
                  </a:lnTo>
                  <a:lnTo>
                    <a:pt x="30" y="0"/>
                  </a:lnTo>
                  <a:lnTo>
                    <a:pt x="19" y="3"/>
                  </a:lnTo>
                  <a:lnTo>
                    <a:pt x="11" y="5"/>
                  </a:lnTo>
                  <a:lnTo>
                    <a:pt x="6" y="5"/>
                  </a:lnTo>
                  <a:lnTo>
                    <a:pt x="0" y="15"/>
                  </a:lnTo>
                  <a:lnTo>
                    <a:pt x="6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17" y="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7" name="Freeform 147">
              <a:extLst>
                <a:ext uri="{FF2B5EF4-FFF2-40B4-BE49-F238E27FC236}">
                  <a16:creationId xmlns:a16="http://schemas.microsoft.com/office/drawing/2014/main" id="{BF06F7FB-B5DE-44E4-C851-8F0CEB2EA8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48" y="1589"/>
              <a:ext cx="17" cy="101"/>
            </a:xfrm>
            <a:custGeom>
              <a:avLst/>
              <a:gdLst>
                <a:gd name="T0" fmla="*/ 9 w 17"/>
                <a:gd name="T1" fmla="*/ 101 h 101"/>
                <a:gd name="T2" fmla="*/ 17 w 17"/>
                <a:gd name="T3" fmla="*/ 91 h 101"/>
                <a:gd name="T4" fmla="*/ 17 w 17"/>
                <a:gd name="T5" fmla="*/ 0 h 101"/>
                <a:gd name="T6" fmla="*/ 0 w 17"/>
                <a:gd name="T7" fmla="*/ 0 h 101"/>
                <a:gd name="T8" fmla="*/ 0 w 17"/>
                <a:gd name="T9" fmla="*/ 91 h 101"/>
                <a:gd name="T10" fmla="*/ 9 w 17"/>
                <a:gd name="T11" fmla="*/ 82 h 101"/>
                <a:gd name="T12" fmla="*/ 9 w 17"/>
                <a:gd name="T13" fmla="*/ 101 h 101"/>
                <a:gd name="T14" fmla="*/ 17 w 17"/>
                <a:gd name="T15" fmla="*/ 101 h 101"/>
                <a:gd name="T16" fmla="*/ 17 w 17"/>
                <a:gd name="T17" fmla="*/ 91 h 101"/>
                <a:gd name="T18" fmla="*/ 9 w 17"/>
                <a:gd name="T19" fmla="*/ 101 h 10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7"/>
                <a:gd name="T31" fmla="*/ 0 h 101"/>
                <a:gd name="T32" fmla="*/ 17 w 17"/>
                <a:gd name="T33" fmla="*/ 101 h 10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7" h="101">
                  <a:moveTo>
                    <a:pt x="9" y="101"/>
                  </a:moveTo>
                  <a:lnTo>
                    <a:pt x="17" y="91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91"/>
                  </a:lnTo>
                  <a:lnTo>
                    <a:pt x="9" y="82"/>
                  </a:lnTo>
                  <a:lnTo>
                    <a:pt x="9" y="101"/>
                  </a:lnTo>
                  <a:lnTo>
                    <a:pt x="17" y="101"/>
                  </a:lnTo>
                  <a:lnTo>
                    <a:pt x="17" y="91"/>
                  </a:lnTo>
                  <a:lnTo>
                    <a:pt x="9" y="1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8" name="Freeform 148">
              <a:extLst>
                <a:ext uri="{FF2B5EF4-FFF2-40B4-BE49-F238E27FC236}">
                  <a16:creationId xmlns:a16="http://schemas.microsoft.com/office/drawing/2014/main" id="{C29BB5D2-9FB7-DC84-664C-00ABDC471CF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542" y="1671"/>
              <a:ext cx="215" cy="19"/>
            </a:xfrm>
            <a:custGeom>
              <a:avLst/>
              <a:gdLst>
                <a:gd name="T0" fmla="*/ 0 w 215"/>
                <a:gd name="T1" fmla="*/ 9 h 19"/>
                <a:gd name="T2" fmla="*/ 8 w 215"/>
                <a:gd name="T3" fmla="*/ 19 h 19"/>
                <a:gd name="T4" fmla="*/ 215 w 215"/>
                <a:gd name="T5" fmla="*/ 19 h 19"/>
                <a:gd name="T6" fmla="*/ 215 w 215"/>
                <a:gd name="T7" fmla="*/ 0 h 19"/>
                <a:gd name="T8" fmla="*/ 8 w 215"/>
                <a:gd name="T9" fmla="*/ 0 h 19"/>
                <a:gd name="T10" fmla="*/ 17 w 215"/>
                <a:gd name="T11" fmla="*/ 9 h 19"/>
                <a:gd name="T12" fmla="*/ 0 w 215"/>
                <a:gd name="T13" fmla="*/ 9 h 19"/>
                <a:gd name="T14" fmla="*/ 2 w 215"/>
                <a:gd name="T15" fmla="*/ 19 h 19"/>
                <a:gd name="T16" fmla="*/ 8 w 215"/>
                <a:gd name="T17" fmla="*/ 19 h 19"/>
                <a:gd name="T18" fmla="*/ 0 w 215"/>
                <a:gd name="T19" fmla="*/ 9 h 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5"/>
                <a:gd name="T31" fmla="*/ 0 h 19"/>
                <a:gd name="T32" fmla="*/ 215 w 215"/>
                <a:gd name="T33" fmla="*/ 19 h 1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5" h="19">
                  <a:moveTo>
                    <a:pt x="0" y="9"/>
                  </a:moveTo>
                  <a:lnTo>
                    <a:pt x="8" y="19"/>
                  </a:lnTo>
                  <a:lnTo>
                    <a:pt x="215" y="19"/>
                  </a:lnTo>
                  <a:lnTo>
                    <a:pt x="215" y="0"/>
                  </a:lnTo>
                  <a:lnTo>
                    <a:pt x="8" y="0"/>
                  </a:lnTo>
                  <a:lnTo>
                    <a:pt x="17" y="9"/>
                  </a:lnTo>
                  <a:lnTo>
                    <a:pt x="0" y="9"/>
                  </a:lnTo>
                  <a:lnTo>
                    <a:pt x="2" y="19"/>
                  </a:lnTo>
                  <a:lnTo>
                    <a:pt x="8" y="1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9" name="Freeform 149">
              <a:extLst>
                <a:ext uri="{FF2B5EF4-FFF2-40B4-BE49-F238E27FC236}">
                  <a16:creationId xmlns:a16="http://schemas.microsoft.com/office/drawing/2014/main" id="{5B2EF1C8-908F-FD9C-AC84-A7FB15BBACB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77" y="1198"/>
              <a:ext cx="82" cy="482"/>
            </a:xfrm>
            <a:custGeom>
              <a:avLst/>
              <a:gdLst>
                <a:gd name="T0" fmla="*/ 11 w 82"/>
                <a:gd name="T1" fmla="*/ 0 h 482"/>
                <a:gd name="T2" fmla="*/ 2 w 82"/>
                <a:gd name="T3" fmla="*/ 10 h 482"/>
                <a:gd name="T4" fmla="*/ 65 w 82"/>
                <a:gd name="T5" fmla="*/ 482 h 482"/>
                <a:gd name="T6" fmla="*/ 82 w 82"/>
                <a:gd name="T7" fmla="*/ 482 h 482"/>
                <a:gd name="T8" fmla="*/ 19 w 82"/>
                <a:gd name="T9" fmla="*/ 10 h 482"/>
                <a:gd name="T10" fmla="*/ 11 w 82"/>
                <a:gd name="T11" fmla="*/ 20 h 482"/>
                <a:gd name="T12" fmla="*/ 11 w 82"/>
                <a:gd name="T13" fmla="*/ 0 h 482"/>
                <a:gd name="T14" fmla="*/ 0 w 82"/>
                <a:gd name="T15" fmla="*/ 0 h 482"/>
                <a:gd name="T16" fmla="*/ 2 w 82"/>
                <a:gd name="T17" fmla="*/ 10 h 482"/>
                <a:gd name="T18" fmla="*/ 11 w 82"/>
                <a:gd name="T19" fmla="*/ 0 h 48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82"/>
                <a:gd name="T31" fmla="*/ 0 h 482"/>
                <a:gd name="T32" fmla="*/ 82 w 82"/>
                <a:gd name="T33" fmla="*/ 482 h 48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82" h="482">
                  <a:moveTo>
                    <a:pt x="11" y="0"/>
                  </a:moveTo>
                  <a:lnTo>
                    <a:pt x="2" y="10"/>
                  </a:lnTo>
                  <a:lnTo>
                    <a:pt x="65" y="482"/>
                  </a:lnTo>
                  <a:lnTo>
                    <a:pt x="82" y="482"/>
                  </a:lnTo>
                  <a:lnTo>
                    <a:pt x="19" y="10"/>
                  </a:lnTo>
                  <a:lnTo>
                    <a:pt x="11" y="2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2" y="1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0" name="Freeform 150">
              <a:extLst>
                <a:ext uri="{FF2B5EF4-FFF2-40B4-BE49-F238E27FC236}">
                  <a16:creationId xmlns:a16="http://schemas.microsoft.com/office/drawing/2014/main" id="{3AD18D60-89A0-3F05-4493-0F77B5C35C9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88" y="1198"/>
              <a:ext cx="214" cy="20"/>
            </a:xfrm>
            <a:custGeom>
              <a:avLst/>
              <a:gdLst>
                <a:gd name="T0" fmla="*/ 214 w 214"/>
                <a:gd name="T1" fmla="*/ 8 h 20"/>
                <a:gd name="T2" fmla="*/ 206 w 214"/>
                <a:gd name="T3" fmla="*/ 0 h 20"/>
                <a:gd name="T4" fmla="*/ 0 w 214"/>
                <a:gd name="T5" fmla="*/ 0 h 20"/>
                <a:gd name="T6" fmla="*/ 0 w 214"/>
                <a:gd name="T7" fmla="*/ 20 h 20"/>
                <a:gd name="T8" fmla="*/ 206 w 214"/>
                <a:gd name="T9" fmla="*/ 20 h 20"/>
                <a:gd name="T10" fmla="*/ 197 w 214"/>
                <a:gd name="T11" fmla="*/ 12 h 20"/>
                <a:gd name="T12" fmla="*/ 214 w 214"/>
                <a:gd name="T13" fmla="*/ 8 h 20"/>
                <a:gd name="T14" fmla="*/ 212 w 214"/>
                <a:gd name="T15" fmla="*/ 0 h 20"/>
                <a:gd name="T16" fmla="*/ 206 w 214"/>
                <a:gd name="T17" fmla="*/ 0 h 20"/>
                <a:gd name="T18" fmla="*/ 214 w 214"/>
                <a:gd name="T19" fmla="*/ 8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14"/>
                <a:gd name="T31" fmla="*/ 0 h 20"/>
                <a:gd name="T32" fmla="*/ 214 w 214"/>
                <a:gd name="T33" fmla="*/ 20 h 2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4" h="20">
                  <a:moveTo>
                    <a:pt x="214" y="8"/>
                  </a:moveTo>
                  <a:lnTo>
                    <a:pt x="206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206" y="20"/>
                  </a:lnTo>
                  <a:lnTo>
                    <a:pt x="197" y="12"/>
                  </a:lnTo>
                  <a:lnTo>
                    <a:pt x="214" y="8"/>
                  </a:lnTo>
                  <a:lnTo>
                    <a:pt x="212" y="0"/>
                  </a:lnTo>
                  <a:lnTo>
                    <a:pt x="206" y="0"/>
                  </a:lnTo>
                  <a:lnTo>
                    <a:pt x="214" y="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1" name="Freeform 151">
              <a:extLst>
                <a:ext uri="{FF2B5EF4-FFF2-40B4-BE49-F238E27FC236}">
                  <a16:creationId xmlns:a16="http://schemas.microsoft.com/office/drawing/2014/main" id="{5EB46D21-E70E-EE4D-86DE-565E9E0D7AC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14" y="1179"/>
              <a:ext cx="17" cy="436"/>
            </a:xfrm>
            <a:custGeom>
              <a:avLst/>
              <a:gdLst>
                <a:gd name="T0" fmla="*/ 9 w 17"/>
                <a:gd name="T1" fmla="*/ 436 h 436"/>
                <a:gd name="T2" fmla="*/ 17 w 17"/>
                <a:gd name="T3" fmla="*/ 436 h 436"/>
                <a:gd name="T4" fmla="*/ 17 w 17"/>
                <a:gd name="T5" fmla="*/ 0 h 436"/>
                <a:gd name="T6" fmla="*/ 0 w 17"/>
                <a:gd name="T7" fmla="*/ 0 h 436"/>
                <a:gd name="T8" fmla="*/ 0 w 17"/>
                <a:gd name="T9" fmla="*/ 436 h 436"/>
                <a:gd name="T10" fmla="*/ 9 w 17"/>
                <a:gd name="T11" fmla="*/ 436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6"/>
                <a:gd name="T20" fmla="*/ 17 w 17"/>
                <a:gd name="T21" fmla="*/ 436 h 4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6">
                  <a:moveTo>
                    <a:pt x="9" y="436"/>
                  </a:moveTo>
                  <a:lnTo>
                    <a:pt x="17" y="43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9" y="4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2" name="Freeform 152">
              <a:extLst>
                <a:ext uri="{FF2B5EF4-FFF2-40B4-BE49-F238E27FC236}">
                  <a16:creationId xmlns:a16="http://schemas.microsoft.com/office/drawing/2014/main" id="{C097B553-B0D4-6D46-32BA-357867EBA3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89" y="1179"/>
              <a:ext cx="17" cy="434"/>
            </a:xfrm>
            <a:custGeom>
              <a:avLst/>
              <a:gdLst>
                <a:gd name="T0" fmla="*/ 8 w 17"/>
                <a:gd name="T1" fmla="*/ 434 h 434"/>
                <a:gd name="T2" fmla="*/ 17 w 17"/>
                <a:gd name="T3" fmla="*/ 434 h 434"/>
                <a:gd name="T4" fmla="*/ 17 w 17"/>
                <a:gd name="T5" fmla="*/ 0 h 434"/>
                <a:gd name="T6" fmla="*/ 0 w 17"/>
                <a:gd name="T7" fmla="*/ 0 h 434"/>
                <a:gd name="T8" fmla="*/ 0 w 17"/>
                <a:gd name="T9" fmla="*/ 434 h 434"/>
                <a:gd name="T10" fmla="*/ 8 w 17"/>
                <a:gd name="T11" fmla="*/ 434 h 4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4"/>
                <a:gd name="T20" fmla="*/ 17 w 17"/>
                <a:gd name="T21" fmla="*/ 434 h 4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4">
                  <a:moveTo>
                    <a:pt x="8" y="434"/>
                  </a:moveTo>
                  <a:lnTo>
                    <a:pt x="17" y="434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4"/>
                  </a:lnTo>
                  <a:lnTo>
                    <a:pt x="8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" name="Freeform 153">
              <a:extLst>
                <a:ext uri="{FF2B5EF4-FFF2-40B4-BE49-F238E27FC236}">
                  <a16:creationId xmlns:a16="http://schemas.microsoft.com/office/drawing/2014/main" id="{E5D42AD0-52D7-2D09-093D-8B758741457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84" y="1177"/>
              <a:ext cx="17" cy="436"/>
            </a:xfrm>
            <a:custGeom>
              <a:avLst/>
              <a:gdLst>
                <a:gd name="T0" fmla="*/ 8 w 17"/>
                <a:gd name="T1" fmla="*/ 436 h 436"/>
                <a:gd name="T2" fmla="*/ 17 w 17"/>
                <a:gd name="T3" fmla="*/ 436 h 436"/>
                <a:gd name="T4" fmla="*/ 17 w 17"/>
                <a:gd name="T5" fmla="*/ 0 h 436"/>
                <a:gd name="T6" fmla="*/ 0 w 17"/>
                <a:gd name="T7" fmla="*/ 0 h 436"/>
                <a:gd name="T8" fmla="*/ 0 w 17"/>
                <a:gd name="T9" fmla="*/ 436 h 436"/>
                <a:gd name="T10" fmla="*/ 8 w 17"/>
                <a:gd name="T11" fmla="*/ 436 h 4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6"/>
                <a:gd name="T20" fmla="*/ 17 w 17"/>
                <a:gd name="T21" fmla="*/ 436 h 4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6">
                  <a:moveTo>
                    <a:pt x="8" y="436"/>
                  </a:moveTo>
                  <a:lnTo>
                    <a:pt x="17" y="436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6"/>
                  </a:lnTo>
                  <a:lnTo>
                    <a:pt x="8" y="4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" name="Freeform 154">
              <a:extLst>
                <a:ext uri="{FF2B5EF4-FFF2-40B4-BE49-F238E27FC236}">
                  <a16:creationId xmlns:a16="http://schemas.microsoft.com/office/drawing/2014/main" id="{46385C67-6403-C2E6-23A7-22C814EC7DF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85" y="1179"/>
              <a:ext cx="18" cy="434"/>
            </a:xfrm>
            <a:custGeom>
              <a:avLst/>
              <a:gdLst>
                <a:gd name="T0" fmla="*/ 9 w 18"/>
                <a:gd name="T1" fmla="*/ 434 h 434"/>
                <a:gd name="T2" fmla="*/ 18 w 18"/>
                <a:gd name="T3" fmla="*/ 434 h 434"/>
                <a:gd name="T4" fmla="*/ 18 w 18"/>
                <a:gd name="T5" fmla="*/ 0 h 434"/>
                <a:gd name="T6" fmla="*/ 0 w 18"/>
                <a:gd name="T7" fmla="*/ 0 h 434"/>
                <a:gd name="T8" fmla="*/ 0 w 18"/>
                <a:gd name="T9" fmla="*/ 434 h 434"/>
                <a:gd name="T10" fmla="*/ 9 w 18"/>
                <a:gd name="T11" fmla="*/ 434 h 4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"/>
                <a:gd name="T19" fmla="*/ 0 h 434"/>
                <a:gd name="T20" fmla="*/ 18 w 18"/>
                <a:gd name="T21" fmla="*/ 434 h 4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" h="434">
                  <a:moveTo>
                    <a:pt x="9" y="434"/>
                  </a:moveTo>
                  <a:lnTo>
                    <a:pt x="18" y="434"/>
                  </a:lnTo>
                  <a:lnTo>
                    <a:pt x="18" y="0"/>
                  </a:lnTo>
                  <a:lnTo>
                    <a:pt x="0" y="0"/>
                  </a:lnTo>
                  <a:lnTo>
                    <a:pt x="0" y="434"/>
                  </a:lnTo>
                  <a:lnTo>
                    <a:pt x="9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" name="Freeform 155">
              <a:extLst>
                <a:ext uri="{FF2B5EF4-FFF2-40B4-BE49-F238E27FC236}">
                  <a16:creationId xmlns:a16="http://schemas.microsoft.com/office/drawing/2014/main" id="{33A5A0BB-A849-4179-0F0A-68F81135ED1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48" y="1179"/>
              <a:ext cx="17" cy="434"/>
            </a:xfrm>
            <a:custGeom>
              <a:avLst/>
              <a:gdLst>
                <a:gd name="T0" fmla="*/ 8 w 17"/>
                <a:gd name="T1" fmla="*/ 434 h 434"/>
                <a:gd name="T2" fmla="*/ 17 w 17"/>
                <a:gd name="T3" fmla="*/ 434 h 434"/>
                <a:gd name="T4" fmla="*/ 17 w 17"/>
                <a:gd name="T5" fmla="*/ 0 h 434"/>
                <a:gd name="T6" fmla="*/ 0 w 17"/>
                <a:gd name="T7" fmla="*/ 0 h 434"/>
                <a:gd name="T8" fmla="*/ 0 w 17"/>
                <a:gd name="T9" fmla="*/ 434 h 434"/>
                <a:gd name="T10" fmla="*/ 8 w 17"/>
                <a:gd name="T11" fmla="*/ 434 h 4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4"/>
                <a:gd name="T20" fmla="*/ 17 w 17"/>
                <a:gd name="T21" fmla="*/ 434 h 4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4">
                  <a:moveTo>
                    <a:pt x="8" y="434"/>
                  </a:moveTo>
                  <a:lnTo>
                    <a:pt x="17" y="434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4"/>
                  </a:lnTo>
                  <a:lnTo>
                    <a:pt x="8" y="4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" name="Freeform 156">
              <a:extLst>
                <a:ext uri="{FF2B5EF4-FFF2-40B4-BE49-F238E27FC236}">
                  <a16:creationId xmlns:a16="http://schemas.microsoft.com/office/drawing/2014/main" id="{F6724494-DCA6-7765-D276-26CA4142B5D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71" y="1177"/>
              <a:ext cx="17" cy="438"/>
            </a:xfrm>
            <a:custGeom>
              <a:avLst/>
              <a:gdLst>
                <a:gd name="T0" fmla="*/ 8 w 17"/>
                <a:gd name="T1" fmla="*/ 438 h 438"/>
                <a:gd name="T2" fmla="*/ 17 w 17"/>
                <a:gd name="T3" fmla="*/ 438 h 438"/>
                <a:gd name="T4" fmla="*/ 17 w 17"/>
                <a:gd name="T5" fmla="*/ 0 h 438"/>
                <a:gd name="T6" fmla="*/ 0 w 17"/>
                <a:gd name="T7" fmla="*/ 0 h 438"/>
                <a:gd name="T8" fmla="*/ 0 w 17"/>
                <a:gd name="T9" fmla="*/ 438 h 438"/>
                <a:gd name="T10" fmla="*/ 8 w 17"/>
                <a:gd name="T11" fmla="*/ 438 h 4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"/>
                <a:gd name="T19" fmla="*/ 0 h 438"/>
                <a:gd name="T20" fmla="*/ 17 w 17"/>
                <a:gd name="T21" fmla="*/ 438 h 43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" h="438">
                  <a:moveTo>
                    <a:pt x="8" y="438"/>
                  </a:moveTo>
                  <a:lnTo>
                    <a:pt x="17" y="438"/>
                  </a:lnTo>
                  <a:lnTo>
                    <a:pt x="17" y="0"/>
                  </a:lnTo>
                  <a:lnTo>
                    <a:pt x="0" y="0"/>
                  </a:lnTo>
                  <a:lnTo>
                    <a:pt x="0" y="438"/>
                  </a:lnTo>
                  <a:lnTo>
                    <a:pt x="8" y="4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" name="Freeform 157">
              <a:extLst>
                <a:ext uri="{FF2B5EF4-FFF2-40B4-BE49-F238E27FC236}">
                  <a16:creationId xmlns:a16="http://schemas.microsoft.com/office/drawing/2014/main" id="{698FAC78-9BF8-1E69-CEF8-B30B251E13E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19" y="1960"/>
              <a:ext cx="194" cy="1"/>
            </a:xfrm>
            <a:custGeom>
              <a:avLst/>
              <a:gdLst>
                <a:gd name="T0" fmla="*/ 0 w 194"/>
                <a:gd name="T1" fmla="*/ 0 h 1"/>
                <a:gd name="T2" fmla="*/ 194 w 194"/>
                <a:gd name="T3" fmla="*/ 0 h 1"/>
                <a:gd name="T4" fmla="*/ 0 w 194"/>
                <a:gd name="T5" fmla="*/ 0 h 1"/>
                <a:gd name="T6" fmla="*/ 0 60000 65536"/>
                <a:gd name="T7" fmla="*/ 0 60000 65536"/>
                <a:gd name="T8" fmla="*/ 0 60000 65536"/>
                <a:gd name="T9" fmla="*/ 0 w 194"/>
                <a:gd name="T10" fmla="*/ 0 h 1"/>
                <a:gd name="T11" fmla="*/ 194 w 19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1">
                  <a:moveTo>
                    <a:pt x="0" y="0"/>
                  </a:moveTo>
                  <a:lnTo>
                    <a:pt x="1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" name="Freeform 158">
              <a:extLst>
                <a:ext uri="{FF2B5EF4-FFF2-40B4-BE49-F238E27FC236}">
                  <a16:creationId xmlns:a16="http://schemas.microsoft.com/office/drawing/2014/main" id="{77EA1BEA-5582-25D1-5054-E654CF218CA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19" y="1950"/>
              <a:ext cx="194" cy="20"/>
            </a:xfrm>
            <a:custGeom>
              <a:avLst/>
              <a:gdLst>
                <a:gd name="T0" fmla="*/ 194 w 194"/>
                <a:gd name="T1" fmla="*/ 10 h 20"/>
                <a:gd name="T2" fmla="*/ 194 w 194"/>
                <a:gd name="T3" fmla="*/ 0 h 20"/>
                <a:gd name="T4" fmla="*/ 0 w 194"/>
                <a:gd name="T5" fmla="*/ 0 h 20"/>
                <a:gd name="T6" fmla="*/ 0 w 194"/>
                <a:gd name="T7" fmla="*/ 20 h 20"/>
                <a:gd name="T8" fmla="*/ 194 w 194"/>
                <a:gd name="T9" fmla="*/ 20 h 20"/>
                <a:gd name="T10" fmla="*/ 194 w 194"/>
                <a:gd name="T11" fmla="*/ 1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4"/>
                <a:gd name="T19" fmla="*/ 0 h 20"/>
                <a:gd name="T20" fmla="*/ 194 w 194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4" h="20">
                  <a:moveTo>
                    <a:pt x="194" y="10"/>
                  </a:moveTo>
                  <a:lnTo>
                    <a:pt x="194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194" y="20"/>
                  </a:lnTo>
                  <a:lnTo>
                    <a:pt x="194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9" name="Freeform 159">
              <a:extLst>
                <a:ext uri="{FF2B5EF4-FFF2-40B4-BE49-F238E27FC236}">
                  <a16:creationId xmlns:a16="http://schemas.microsoft.com/office/drawing/2014/main" id="{7133AA2D-93C6-DB85-283B-AD9CC5F8B3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05" y="1960"/>
              <a:ext cx="768" cy="1"/>
            </a:xfrm>
            <a:custGeom>
              <a:avLst/>
              <a:gdLst>
                <a:gd name="T0" fmla="*/ 0 w 768"/>
                <a:gd name="T1" fmla="*/ 0 h 1"/>
                <a:gd name="T2" fmla="*/ 768 w 768"/>
                <a:gd name="T3" fmla="*/ 0 h 1"/>
                <a:gd name="T4" fmla="*/ 0 w 768"/>
                <a:gd name="T5" fmla="*/ 0 h 1"/>
                <a:gd name="T6" fmla="*/ 0 60000 65536"/>
                <a:gd name="T7" fmla="*/ 0 60000 65536"/>
                <a:gd name="T8" fmla="*/ 0 60000 65536"/>
                <a:gd name="T9" fmla="*/ 0 w 768"/>
                <a:gd name="T10" fmla="*/ 0 h 1"/>
                <a:gd name="T11" fmla="*/ 768 w 76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8" h="1">
                  <a:moveTo>
                    <a:pt x="0" y="0"/>
                  </a:moveTo>
                  <a:lnTo>
                    <a:pt x="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F4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0" name="Freeform 160">
              <a:extLst>
                <a:ext uri="{FF2B5EF4-FFF2-40B4-BE49-F238E27FC236}">
                  <a16:creationId xmlns:a16="http://schemas.microsoft.com/office/drawing/2014/main" id="{A1A0521F-F9C1-8EF9-DC10-D4B833A239D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05" y="1950"/>
              <a:ext cx="768" cy="20"/>
            </a:xfrm>
            <a:custGeom>
              <a:avLst/>
              <a:gdLst>
                <a:gd name="T0" fmla="*/ 768 w 768"/>
                <a:gd name="T1" fmla="*/ 10 h 20"/>
                <a:gd name="T2" fmla="*/ 768 w 768"/>
                <a:gd name="T3" fmla="*/ 0 h 20"/>
                <a:gd name="T4" fmla="*/ 0 w 768"/>
                <a:gd name="T5" fmla="*/ 0 h 20"/>
                <a:gd name="T6" fmla="*/ 0 w 768"/>
                <a:gd name="T7" fmla="*/ 20 h 20"/>
                <a:gd name="T8" fmla="*/ 768 w 768"/>
                <a:gd name="T9" fmla="*/ 20 h 20"/>
                <a:gd name="T10" fmla="*/ 768 w 768"/>
                <a:gd name="T11" fmla="*/ 1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8"/>
                <a:gd name="T19" fmla="*/ 0 h 20"/>
                <a:gd name="T20" fmla="*/ 768 w 768"/>
                <a:gd name="T21" fmla="*/ 20 h 2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8" h="20">
                  <a:moveTo>
                    <a:pt x="768" y="10"/>
                  </a:moveTo>
                  <a:lnTo>
                    <a:pt x="768" y="0"/>
                  </a:lnTo>
                  <a:lnTo>
                    <a:pt x="0" y="0"/>
                  </a:lnTo>
                  <a:lnTo>
                    <a:pt x="0" y="20"/>
                  </a:lnTo>
                  <a:lnTo>
                    <a:pt x="768" y="20"/>
                  </a:lnTo>
                  <a:lnTo>
                    <a:pt x="768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51" name="Rectangle 161">
              <a:extLst>
                <a:ext uri="{FF2B5EF4-FFF2-40B4-BE49-F238E27FC236}">
                  <a16:creationId xmlns:a16="http://schemas.microsoft.com/office/drawing/2014/main" id="{2707593B-C99E-4387-334A-6C4A298072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09" y="1124"/>
              <a:ext cx="54" cy="62"/>
            </a:xfrm>
            <a:prstGeom prst="rect">
              <a:avLst/>
            </a:prstGeom>
            <a:solidFill>
              <a:srgbClr val="FF00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52" name="Rectangle 162">
              <a:extLst>
                <a:ext uri="{FF2B5EF4-FFF2-40B4-BE49-F238E27FC236}">
                  <a16:creationId xmlns:a16="http://schemas.microsoft.com/office/drawing/2014/main" id="{72375D36-D7BA-3717-445F-A81FCD7C53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7" y="1185"/>
              <a:ext cx="1576" cy="4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53" name="Rectangle 163">
              <a:extLst>
                <a:ext uri="{FF2B5EF4-FFF2-40B4-BE49-F238E27FC236}">
                  <a16:creationId xmlns:a16="http://schemas.microsoft.com/office/drawing/2014/main" id="{380F9237-520F-BE5F-781B-0B41B8F37C7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64" y="1554"/>
              <a:ext cx="1742" cy="34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4" name="Group 164">
            <a:extLst>
              <a:ext uri="{FF2B5EF4-FFF2-40B4-BE49-F238E27FC236}">
                <a16:creationId xmlns:a16="http://schemas.microsoft.com/office/drawing/2014/main" id="{3F2A5B93-E431-B26A-72F0-A4E739D163C8}"/>
              </a:ext>
            </a:extLst>
          </p:cNvPr>
          <p:cNvGrpSpPr>
            <a:grpSpLocks/>
          </p:cNvGrpSpPr>
          <p:nvPr/>
        </p:nvGrpSpPr>
        <p:grpSpPr bwMode="auto">
          <a:xfrm>
            <a:off x="2459038" y="982663"/>
            <a:ext cx="708025" cy="476250"/>
            <a:chOff x="2650" y="728"/>
            <a:chExt cx="446" cy="300"/>
          </a:xfrm>
        </p:grpSpPr>
        <p:graphicFrame>
          <p:nvGraphicFramePr>
            <p:cNvPr id="10259" name="Object 19">
              <a:extLst>
                <a:ext uri="{FF2B5EF4-FFF2-40B4-BE49-F238E27FC236}">
                  <a16:creationId xmlns:a16="http://schemas.microsoft.com/office/drawing/2014/main" id="{6AC00115-05D6-30D4-F49F-F39C63FB4D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2" y="728"/>
            <a:ext cx="2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42720" imgH="457200" progId="Equation.3">
                    <p:embed/>
                  </p:oleObj>
                </mc:Choice>
                <mc:Fallback>
                  <p:oleObj name="公式" r:id="rId2" imgW="342720" imgH="457200" progId="Equation.3">
                    <p:embed/>
                    <p:pic>
                      <p:nvPicPr>
                        <p:cNvPr id="10259" name="Object 19">
                          <a:extLst>
                            <a:ext uri="{FF2B5EF4-FFF2-40B4-BE49-F238E27FC236}">
                              <a16:creationId xmlns:a16="http://schemas.microsoft.com/office/drawing/2014/main" id="{6AC00115-05D6-30D4-F49F-F39C63FB4D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2" y="728"/>
                          <a:ext cx="24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00" name="Line 166">
              <a:extLst>
                <a:ext uri="{FF2B5EF4-FFF2-40B4-BE49-F238E27FC236}">
                  <a16:creationId xmlns:a16="http://schemas.microsoft.com/office/drawing/2014/main" id="{7E5A33B6-D089-DB49-1CDB-B64D22D32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028"/>
              <a:ext cx="44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67">
            <a:extLst>
              <a:ext uri="{FF2B5EF4-FFF2-40B4-BE49-F238E27FC236}">
                <a16:creationId xmlns:a16="http://schemas.microsoft.com/office/drawing/2014/main" id="{591D6AD9-CC5C-EEBC-3260-AB8AE05166D7}"/>
              </a:ext>
            </a:extLst>
          </p:cNvPr>
          <p:cNvGrpSpPr>
            <a:grpSpLocks/>
          </p:cNvGrpSpPr>
          <p:nvPr/>
        </p:nvGrpSpPr>
        <p:grpSpPr bwMode="auto">
          <a:xfrm>
            <a:off x="2290763" y="1612900"/>
            <a:ext cx="190500" cy="692150"/>
            <a:chOff x="1330" y="996"/>
            <a:chExt cx="120" cy="436"/>
          </a:xfrm>
        </p:grpSpPr>
        <p:sp>
          <p:nvSpPr>
            <p:cNvPr id="10298" name="Line 168">
              <a:extLst>
                <a:ext uri="{FF2B5EF4-FFF2-40B4-BE49-F238E27FC236}">
                  <a16:creationId xmlns:a16="http://schemas.microsoft.com/office/drawing/2014/main" id="{7F373429-2A26-316B-8C99-320EE2DEC4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5" y="996"/>
              <a:ext cx="0" cy="340"/>
            </a:xfrm>
            <a:prstGeom prst="line">
              <a:avLst/>
            </a:prstGeom>
            <a:noFill/>
            <a:ln w="38100">
              <a:solidFill>
                <a:srgbClr val="320DC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9" name="Oval 169">
              <a:extLst>
                <a:ext uri="{FF2B5EF4-FFF2-40B4-BE49-F238E27FC236}">
                  <a16:creationId xmlns:a16="http://schemas.microsoft.com/office/drawing/2014/main" id="{80FE2199-1A9C-D6EE-E58D-879D0D8C5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0" y="1316"/>
              <a:ext cx="120" cy="11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66FF33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6" name="Group 170">
            <a:extLst>
              <a:ext uri="{FF2B5EF4-FFF2-40B4-BE49-F238E27FC236}">
                <a16:creationId xmlns:a16="http://schemas.microsoft.com/office/drawing/2014/main" id="{9DFAF42E-612D-3297-782A-6A45FBDAC4F8}"/>
              </a:ext>
            </a:extLst>
          </p:cNvPr>
          <p:cNvGrpSpPr>
            <a:grpSpLocks/>
          </p:cNvGrpSpPr>
          <p:nvPr/>
        </p:nvGrpSpPr>
        <p:grpSpPr bwMode="auto">
          <a:xfrm>
            <a:off x="6503988" y="3328988"/>
            <a:ext cx="661987" cy="900112"/>
            <a:chOff x="4110" y="1956"/>
            <a:chExt cx="417" cy="567"/>
          </a:xfrm>
        </p:grpSpPr>
        <p:grpSp>
          <p:nvGrpSpPr>
            <p:cNvPr id="10294" name="Group 171">
              <a:extLst>
                <a:ext uri="{FF2B5EF4-FFF2-40B4-BE49-F238E27FC236}">
                  <a16:creationId xmlns:a16="http://schemas.microsoft.com/office/drawing/2014/main" id="{CFF7445A-0E20-DC14-45A8-A9AF4D306E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0" y="1963"/>
              <a:ext cx="208" cy="406"/>
              <a:chOff x="4238" y="2139"/>
              <a:chExt cx="208" cy="406"/>
            </a:xfrm>
          </p:grpSpPr>
          <p:sp>
            <p:nvSpPr>
              <p:cNvPr id="10296" name="Line 172">
                <a:extLst>
                  <a:ext uri="{FF2B5EF4-FFF2-40B4-BE49-F238E27FC236}">
                    <a16:creationId xmlns:a16="http://schemas.microsoft.com/office/drawing/2014/main" id="{264865B4-5858-C9B5-6B56-55D99E0ECB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10" y="2139"/>
                <a:ext cx="136" cy="327"/>
              </a:xfrm>
              <a:prstGeom prst="line">
                <a:avLst/>
              </a:prstGeom>
              <a:noFill/>
              <a:ln w="38100">
                <a:solidFill>
                  <a:srgbClr val="320DC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97" name="Oval 173">
                <a:extLst>
                  <a:ext uri="{FF2B5EF4-FFF2-40B4-BE49-F238E27FC236}">
                    <a16:creationId xmlns:a16="http://schemas.microsoft.com/office/drawing/2014/main" id="{6EB442D5-F4FF-B811-1602-532583AB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" y="2420"/>
                <a:ext cx="125" cy="125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66FF33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0295" name="Line 174">
              <a:extLst>
                <a:ext uri="{FF2B5EF4-FFF2-40B4-BE49-F238E27FC236}">
                  <a16:creationId xmlns:a16="http://schemas.microsoft.com/office/drawing/2014/main" id="{5C1026F4-C5F2-FA6E-23C4-FCE9C131B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2" y="1956"/>
              <a:ext cx="0" cy="567"/>
            </a:xfrm>
            <a:prstGeom prst="line">
              <a:avLst/>
            </a:prstGeom>
            <a:noFill/>
            <a:ln w="28575">
              <a:solidFill>
                <a:srgbClr val="00CC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8" name="Object 18">
              <a:extLst>
                <a:ext uri="{FF2B5EF4-FFF2-40B4-BE49-F238E27FC236}">
                  <a16:creationId xmlns:a16="http://schemas.microsoft.com/office/drawing/2014/main" id="{C0AF3F89-4CA4-DCA6-DF85-1A5C7C54B9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2" y="1959"/>
            <a:ext cx="17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26720" imgH="177480" progId="Equation.3">
                    <p:embed/>
                  </p:oleObj>
                </mc:Choice>
                <mc:Fallback>
                  <p:oleObj name="公式" r:id="rId4" imgW="126720" imgH="177480" progId="Equation.3">
                    <p:embed/>
                    <p:pic>
                      <p:nvPicPr>
                        <p:cNvPr id="10258" name="Object 18">
                          <a:extLst>
                            <a:ext uri="{FF2B5EF4-FFF2-40B4-BE49-F238E27FC236}">
                              <a16:creationId xmlns:a16="http://schemas.microsoft.com/office/drawing/2014/main" id="{C0AF3F89-4CA4-DCA6-DF85-1A5C7C54B9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2" y="1959"/>
                          <a:ext cx="17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3440" name="Text Box 176">
            <a:extLst>
              <a:ext uri="{FF2B5EF4-FFF2-40B4-BE49-F238E27FC236}">
                <a16:creationId xmlns:a16="http://schemas.microsoft.com/office/drawing/2014/main" id="{B16C317F-16C1-D14B-6A0B-E447688BD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6275" y="1587500"/>
            <a:ext cx="188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/>
              <a:t>对地参考系</a:t>
            </a:r>
          </a:p>
        </p:txBody>
      </p:sp>
      <p:graphicFrame>
        <p:nvGraphicFramePr>
          <p:cNvPr id="523442" name="Object 2">
            <a:extLst>
              <a:ext uri="{FF2B5EF4-FFF2-40B4-BE49-F238E27FC236}">
                <a16:creationId xmlns:a16="http://schemas.microsoft.com/office/drawing/2014/main" id="{233A1E05-F4FB-4550-2E91-8F49D61DB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1488" y="1666875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73120" imgH="380880" progId="Equation.3">
                  <p:embed/>
                </p:oleObj>
              </mc:Choice>
              <mc:Fallback>
                <p:oleObj name="公式" r:id="rId6" imgW="1473120" imgH="380880" progId="Equation.3">
                  <p:embed/>
                  <p:pic>
                    <p:nvPicPr>
                      <p:cNvPr id="523442" name="Object 2">
                        <a:extLst>
                          <a:ext uri="{FF2B5EF4-FFF2-40B4-BE49-F238E27FC236}">
                            <a16:creationId xmlns:a16="http://schemas.microsoft.com/office/drawing/2014/main" id="{233A1E05-F4FB-4550-2E91-8F49D61DBE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1666875"/>
                        <a:ext cx="1473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79">
            <a:extLst>
              <a:ext uri="{FF2B5EF4-FFF2-40B4-BE49-F238E27FC236}">
                <a16:creationId xmlns:a16="http://schemas.microsoft.com/office/drawing/2014/main" id="{2C040A04-9962-5B52-CA84-EEB4CFE24568}"/>
              </a:ext>
            </a:extLst>
          </p:cNvPr>
          <p:cNvGrpSpPr>
            <a:grpSpLocks/>
          </p:cNvGrpSpPr>
          <p:nvPr/>
        </p:nvGrpSpPr>
        <p:grpSpPr bwMode="auto">
          <a:xfrm>
            <a:off x="2382838" y="2266950"/>
            <a:ext cx="539750" cy="419100"/>
            <a:chOff x="1388" y="1408"/>
            <a:chExt cx="340" cy="264"/>
          </a:xfrm>
        </p:grpSpPr>
        <p:sp>
          <p:nvSpPr>
            <p:cNvPr id="10293" name="Line 180">
              <a:extLst>
                <a:ext uri="{FF2B5EF4-FFF2-40B4-BE49-F238E27FC236}">
                  <a16:creationId xmlns:a16="http://schemas.microsoft.com/office/drawing/2014/main" id="{5B50DB37-1C62-B397-BD45-BC095A08A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8" y="1408"/>
              <a:ext cx="0" cy="26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7" name="Object 17">
              <a:extLst>
                <a:ext uri="{FF2B5EF4-FFF2-40B4-BE49-F238E27FC236}">
                  <a16:creationId xmlns:a16="http://schemas.microsoft.com/office/drawing/2014/main" id="{FFFB98BF-9DDB-C5B7-7DDD-00E8503E35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2" y="1440"/>
            <a:ext cx="29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533160" imgH="368280" progId="Equation.3">
                    <p:embed/>
                  </p:oleObj>
                </mc:Choice>
                <mc:Fallback>
                  <p:oleObj name="公式" r:id="rId8" imgW="533160" imgH="368280" progId="Equation.3">
                    <p:embed/>
                    <p:pic>
                      <p:nvPicPr>
                        <p:cNvPr id="10257" name="Object 17">
                          <a:extLst>
                            <a:ext uri="{FF2B5EF4-FFF2-40B4-BE49-F238E27FC236}">
                              <a16:creationId xmlns:a16="http://schemas.microsoft.com/office/drawing/2014/main" id="{FFFB98BF-9DDB-C5B7-7DDD-00E8503E353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" y="1440"/>
                          <a:ext cx="296" cy="2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182">
            <a:extLst>
              <a:ext uri="{FF2B5EF4-FFF2-40B4-BE49-F238E27FC236}">
                <a16:creationId xmlns:a16="http://schemas.microsoft.com/office/drawing/2014/main" id="{792F1B6C-BE18-8F04-5BB2-EA6F5A4F5B5A}"/>
              </a:ext>
            </a:extLst>
          </p:cNvPr>
          <p:cNvGrpSpPr>
            <a:grpSpLocks/>
          </p:cNvGrpSpPr>
          <p:nvPr/>
        </p:nvGrpSpPr>
        <p:grpSpPr bwMode="auto">
          <a:xfrm>
            <a:off x="2395538" y="1751013"/>
            <a:ext cx="444500" cy="420687"/>
            <a:chOff x="932" y="1083"/>
            <a:chExt cx="280" cy="265"/>
          </a:xfrm>
        </p:grpSpPr>
        <p:sp>
          <p:nvSpPr>
            <p:cNvPr id="10292" name="Line 183">
              <a:extLst>
                <a:ext uri="{FF2B5EF4-FFF2-40B4-BE49-F238E27FC236}">
                  <a16:creationId xmlns:a16="http://schemas.microsoft.com/office/drawing/2014/main" id="{B0C766FD-1CBC-1F85-DF10-846A8AA37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2" y="1084"/>
              <a:ext cx="0" cy="264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6" name="Object 16">
              <a:extLst>
                <a:ext uri="{FF2B5EF4-FFF2-40B4-BE49-F238E27FC236}">
                  <a16:creationId xmlns:a16="http://schemas.microsoft.com/office/drawing/2014/main" id="{F54CD05D-7B23-0832-C898-04B4A204EF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" y="1083"/>
            <a:ext cx="208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93480" imgH="482400" progId="Equation.3">
                    <p:embed/>
                  </p:oleObj>
                </mc:Choice>
                <mc:Fallback>
                  <p:oleObj name="公式" r:id="rId10" imgW="393480" imgH="482400" progId="Equation.3">
                    <p:embed/>
                    <p:pic>
                      <p:nvPicPr>
                        <p:cNvPr id="10256" name="Object 16">
                          <a:extLst>
                            <a:ext uri="{FF2B5EF4-FFF2-40B4-BE49-F238E27FC236}">
                              <a16:creationId xmlns:a16="http://schemas.microsoft.com/office/drawing/2014/main" id="{F54CD05D-7B23-0832-C898-04B4A204EF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" y="1083"/>
                          <a:ext cx="208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3449" name="Object 3">
            <a:extLst>
              <a:ext uri="{FF2B5EF4-FFF2-40B4-BE49-F238E27FC236}">
                <a16:creationId xmlns:a16="http://schemas.microsoft.com/office/drawing/2014/main" id="{9EED111A-41D2-A919-0AA6-1736DBC396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8" y="3235325"/>
          <a:ext cx="180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03240" imgH="393480" progId="Equation.3">
                  <p:embed/>
                </p:oleObj>
              </mc:Choice>
              <mc:Fallback>
                <p:oleObj name="公式" r:id="rId12" imgW="1803240" imgH="393480" progId="Equation.3">
                  <p:embed/>
                  <p:pic>
                    <p:nvPicPr>
                      <p:cNvPr id="523449" name="Object 3">
                        <a:extLst>
                          <a:ext uri="{FF2B5EF4-FFF2-40B4-BE49-F238E27FC236}">
                            <a16:creationId xmlns:a16="http://schemas.microsoft.com/office/drawing/2014/main" id="{9EED111A-41D2-A919-0AA6-1736DBC396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235325"/>
                        <a:ext cx="180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450" name="Object 4">
            <a:extLst>
              <a:ext uri="{FF2B5EF4-FFF2-40B4-BE49-F238E27FC236}">
                <a16:creationId xmlns:a16="http://schemas.microsoft.com/office/drawing/2014/main" id="{92D85F19-4FE6-79F5-06BD-BB7BCF40E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3814763"/>
          <a:ext cx="660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60240" imgH="279360" progId="Equation.3">
                  <p:embed/>
                </p:oleObj>
              </mc:Choice>
              <mc:Fallback>
                <p:oleObj name="公式" r:id="rId14" imgW="660240" imgH="279360" progId="Equation.3">
                  <p:embed/>
                  <p:pic>
                    <p:nvPicPr>
                      <p:cNvPr id="523450" name="Object 4">
                        <a:extLst>
                          <a:ext uri="{FF2B5EF4-FFF2-40B4-BE49-F238E27FC236}">
                            <a16:creationId xmlns:a16="http://schemas.microsoft.com/office/drawing/2014/main" id="{92D85F19-4FE6-79F5-06BD-BB7BCF40ED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3814763"/>
                        <a:ext cx="660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451" name="Object 5">
            <a:extLst>
              <a:ext uri="{FF2B5EF4-FFF2-40B4-BE49-F238E27FC236}">
                <a16:creationId xmlns:a16="http://schemas.microsoft.com/office/drawing/2014/main" id="{0BC8F768-1BEF-D6C1-FCCE-408EC09F2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0663" y="3740150"/>
          <a:ext cx="1485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485720" imgH="380880" progId="Equation.3">
                  <p:embed/>
                </p:oleObj>
              </mc:Choice>
              <mc:Fallback>
                <p:oleObj name="公式" r:id="rId16" imgW="1485720" imgH="380880" progId="Equation.3">
                  <p:embed/>
                  <p:pic>
                    <p:nvPicPr>
                      <p:cNvPr id="523451" name="Object 5">
                        <a:extLst>
                          <a:ext uri="{FF2B5EF4-FFF2-40B4-BE49-F238E27FC236}">
                            <a16:creationId xmlns:a16="http://schemas.microsoft.com/office/drawing/2014/main" id="{0BC8F768-1BEF-D6C1-FCCE-408EC09F26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3740150"/>
                        <a:ext cx="1485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88">
            <a:extLst>
              <a:ext uri="{FF2B5EF4-FFF2-40B4-BE49-F238E27FC236}">
                <a16:creationId xmlns:a16="http://schemas.microsoft.com/office/drawing/2014/main" id="{6C114819-2F38-FBD5-F4B0-5FC991098754}"/>
              </a:ext>
            </a:extLst>
          </p:cNvPr>
          <p:cNvGrpSpPr>
            <a:grpSpLocks/>
          </p:cNvGrpSpPr>
          <p:nvPr/>
        </p:nvGrpSpPr>
        <p:grpSpPr bwMode="auto">
          <a:xfrm>
            <a:off x="6596063" y="3938588"/>
            <a:ext cx="508000" cy="392112"/>
            <a:chOff x="4168" y="2340"/>
            <a:chExt cx="320" cy="247"/>
          </a:xfrm>
        </p:grpSpPr>
        <p:sp>
          <p:nvSpPr>
            <p:cNvPr id="10291" name="Line 189">
              <a:extLst>
                <a:ext uri="{FF2B5EF4-FFF2-40B4-BE49-F238E27FC236}">
                  <a16:creationId xmlns:a16="http://schemas.microsoft.com/office/drawing/2014/main" id="{00FB8E7D-E40B-E55B-643F-BBA6456CBB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8" y="2356"/>
              <a:ext cx="0" cy="23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5" name="Object 15">
              <a:extLst>
                <a:ext uri="{FF2B5EF4-FFF2-40B4-BE49-F238E27FC236}">
                  <a16:creationId xmlns:a16="http://schemas.microsoft.com/office/drawing/2014/main" id="{9AB11175-EE6E-E686-00AF-4B23B31935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98" y="2340"/>
            <a:ext cx="29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33160" imgH="368280" progId="Equation.3">
                    <p:embed/>
                  </p:oleObj>
                </mc:Choice>
                <mc:Fallback>
                  <p:oleObj name="公式" r:id="rId18" imgW="533160" imgH="368280" progId="Equation.3">
                    <p:embed/>
                    <p:pic>
                      <p:nvPicPr>
                        <p:cNvPr id="10255" name="Object 15">
                          <a:extLst>
                            <a:ext uri="{FF2B5EF4-FFF2-40B4-BE49-F238E27FC236}">
                              <a16:creationId xmlns:a16="http://schemas.microsoft.com/office/drawing/2014/main" id="{9AB11175-EE6E-E686-00AF-4B23B319352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8" y="2340"/>
                          <a:ext cx="29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91">
            <a:extLst>
              <a:ext uri="{FF2B5EF4-FFF2-40B4-BE49-F238E27FC236}">
                <a16:creationId xmlns:a16="http://schemas.microsoft.com/office/drawing/2014/main" id="{CEA1304F-F420-3757-6529-7E445AA44486}"/>
              </a:ext>
            </a:extLst>
          </p:cNvPr>
          <p:cNvGrpSpPr>
            <a:grpSpLocks/>
          </p:cNvGrpSpPr>
          <p:nvPr/>
        </p:nvGrpSpPr>
        <p:grpSpPr bwMode="auto">
          <a:xfrm>
            <a:off x="6283325" y="3386138"/>
            <a:ext cx="522288" cy="446087"/>
            <a:chOff x="3643" y="1976"/>
            <a:chExt cx="329" cy="281"/>
          </a:xfrm>
        </p:grpSpPr>
        <p:sp>
          <p:nvSpPr>
            <p:cNvPr id="10290" name="Line 192">
              <a:extLst>
                <a:ext uri="{FF2B5EF4-FFF2-40B4-BE49-F238E27FC236}">
                  <a16:creationId xmlns:a16="http://schemas.microsoft.com/office/drawing/2014/main" id="{2CEAD2FB-02C4-678B-3672-35C895C0A9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64" y="1976"/>
              <a:ext cx="108" cy="272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4" name="Object 14">
              <a:extLst>
                <a:ext uri="{FF2B5EF4-FFF2-40B4-BE49-F238E27FC236}">
                  <a16:creationId xmlns:a16="http://schemas.microsoft.com/office/drawing/2014/main" id="{6B96CF0E-2E02-6289-8D71-C5028A7975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43" y="2014"/>
            <a:ext cx="20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93480" imgH="457200" progId="Equation.3">
                    <p:embed/>
                  </p:oleObj>
                </mc:Choice>
                <mc:Fallback>
                  <p:oleObj name="公式" r:id="rId20" imgW="393480" imgH="457200" progId="Equation.3">
                    <p:embed/>
                    <p:pic>
                      <p:nvPicPr>
                        <p:cNvPr id="10254" name="Object 14">
                          <a:extLst>
                            <a:ext uri="{FF2B5EF4-FFF2-40B4-BE49-F238E27FC236}">
                              <a16:creationId xmlns:a16="http://schemas.microsoft.com/office/drawing/2014/main" id="{6B96CF0E-2E02-6289-8D71-C5028A7975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3" y="2014"/>
                          <a:ext cx="209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94">
            <a:extLst>
              <a:ext uri="{FF2B5EF4-FFF2-40B4-BE49-F238E27FC236}">
                <a16:creationId xmlns:a16="http://schemas.microsoft.com/office/drawing/2014/main" id="{3D64DBBF-71FF-346C-1772-B52A3D5B2283}"/>
              </a:ext>
            </a:extLst>
          </p:cNvPr>
          <p:cNvGrpSpPr>
            <a:grpSpLocks/>
          </p:cNvGrpSpPr>
          <p:nvPr/>
        </p:nvGrpSpPr>
        <p:grpSpPr bwMode="auto">
          <a:xfrm>
            <a:off x="7056438" y="2682875"/>
            <a:ext cx="708025" cy="476250"/>
            <a:chOff x="2650" y="728"/>
            <a:chExt cx="446" cy="300"/>
          </a:xfrm>
        </p:grpSpPr>
        <p:graphicFrame>
          <p:nvGraphicFramePr>
            <p:cNvPr id="10253" name="Object 13">
              <a:extLst>
                <a:ext uri="{FF2B5EF4-FFF2-40B4-BE49-F238E27FC236}">
                  <a16:creationId xmlns:a16="http://schemas.microsoft.com/office/drawing/2014/main" id="{41FDB555-1FC2-F021-F274-D731D04074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2" y="728"/>
            <a:ext cx="24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42720" imgH="457200" progId="Equation.3">
                    <p:embed/>
                  </p:oleObj>
                </mc:Choice>
                <mc:Fallback>
                  <p:oleObj name="公式" r:id="rId22" imgW="342720" imgH="457200" progId="Equation.3">
                    <p:embed/>
                    <p:pic>
                      <p:nvPicPr>
                        <p:cNvPr id="10253" name="Object 13">
                          <a:extLst>
                            <a:ext uri="{FF2B5EF4-FFF2-40B4-BE49-F238E27FC236}">
                              <a16:creationId xmlns:a16="http://schemas.microsoft.com/office/drawing/2014/main" id="{41FDB555-1FC2-F021-F274-D731D04074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2" y="728"/>
                          <a:ext cx="244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9" name="Line 196">
              <a:extLst>
                <a:ext uri="{FF2B5EF4-FFF2-40B4-BE49-F238E27FC236}">
                  <a16:creationId xmlns:a16="http://schemas.microsoft.com/office/drawing/2014/main" id="{5B4E254F-E7CD-C6E1-2DEB-D3A863394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0" y="1028"/>
              <a:ext cx="44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3461" name="Text Box 197">
            <a:extLst>
              <a:ext uri="{FF2B5EF4-FFF2-40B4-BE49-F238E27FC236}">
                <a16:creationId xmlns:a16="http://schemas.microsoft.com/office/drawing/2014/main" id="{DB182A7A-D6F0-9A6B-97BD-0CBAF73119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963" y="3724275"/>
            <a:ext cx="1162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而</a:t>
            </a:r>
            <a:endParaRPr kumimoji="1" lang="zh-CN" altLang="en-US"/>
          </a:p>
        </p:txBody>
      </p:sp>
      <p:sp>
        <p:nvSpPr>
          <p:cNvPr id="523462" name="Text Box 198">
            <a:extLst>
              <a:ext uri="{FF2B5EF4-FFF2-40B4-BE49-F238E27FC236}">
                <a16:creationId xmlns:a16="http://schemas.microsoft.com/office/drawing/2014/main" id="{6989EF7C-27C9-4D6A-E41E-0D3D67761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2174875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/>
              <a:t>对车厢参考系</a:t>
            </a:r>
          </a:p>
        </p:txBody>
      </p:sp>
      <p:graphicFrame>
        <p:nvGraphicFramePr>
          <p:cNvPr id="523463" name="Object 6">
            <a:extLst>
              <a:ext uri="{FF2B5EF4-FFF2-40B4-BE49-F238E27FC236}">
                <a16:creationId xmlns:a16="http://schemas.microsoft.com/office/drawing/2014/main" id="{3CEA691A-10E8-1E02-9EB1-27694EDB25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7200" y="2203450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473120" imgH="380880" progId="Equation.3">
                  <p:embed/>
                </p:oleObj>
              </mc:Choice>
              <mc:Fallback>
                <p:oleObj name="公式" r:id="rId24" imgW="1473120" imgH="380880" progId="Equation.3">
                  <p:embed/>
                  <p:pic>
                    <p:nvPicPr>
                      <p:cNvPr id="523463" name="Object 6">
                        <a:extLst>
                          <a:ext uri="{FF2B5EF4-FFF2-40B4-BE49-F238E27FC236}">
                            <a16:creationId xmlns:a16="http://schemas.microsoft.com/office/drawing/2014/main" id="{3CEA691A-10E8-1E02-9EB1-27694EDB25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200" y="2203450"/>
                        <a:ext cx="1473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464" name="Text Box 200">
            <a:extLst>
              <a:ext uri="{FF2B5EF4-FFF2-40B4-BE49-F238E27FC236}">
                <a16:creationId xmlns:a16="http://schemas.microsoft.com/office/drawing/2014/main" id="{27A7D777-4EFC-6612-6102-DEA9DB315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3208338"/>
            <a:ext cx="1885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/>
              <a:t>对地参考系</a:t>
            </a:r>
          </a:p>
        </p:txBody>
      </p:sp>
      <p:sp>
        <p:nvSpPr>
          <p:cNvPr id="523465" name="Text Box 201">
            <a:extLst>
              <a:ext uri="{FF2B5EF4-FFF2-40B4-BE49-F238E27FC236}">
                <a16:creationId xmlns:a16="http://schemas.microsoft.com/office/drawing/2014/main" id="{B492F7EC-52DE-B311-4949-52FC0A858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3702050"/>
            <a:ext cx="208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对车厢参考系</a:t>
            </a:r>
          </a:p>
        </p:txBody>
      </p:sp>
      <p:sp>
        <p:nvSpPr>
          <p:cNvPr id="523466" name="Line 202">
            <a:extLst>
              <a:ext uri="{FF2B5EF4-FFF2-40B4-BE49-F238E27FC236}">
                <a16:creationId xmlns:a16="http://schemas.microsoft.com/office/drawing/2014/main" id="{1537266E-A007-8F31-8369-23A825C518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0638" y="4857750"/>
            <a:ext cx="3879850" cy="0"/>
          </a:xfrm>
          <a:prstGeom prst="line">
            <a:avLst/>
          </a:prstGeom>
          <a:noFill/>
          <a:ln w="57150" cmpd="thickThin">
            <a:solidFill>
              <a:srgbClr val="B2B2B2">
                <a:alpha val="7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467" name="Line 203">
            <a:extLst>
              <a:ext uri="{FF2B5EF4-FFF2-40B4-BE49-F238E27FC236}">
                <a16:creationId xmlns:a16="http://schemas.microsoft.com/office/drawing/2014/main" id="{CF4FFF5B-1F1E-C997-68C4-68D00A55A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25" y="3146425"/>
            <a:ext cx="3879850" cy="0"/>
          </a:xfrm>
          <a:prstGeom prst="line">
            <a:avLst/>
          </a:prstGeom>
          <a:noFill/>
          <a:ln w="57150" cmpd="thickThin">
            <a:solidFill>
              <a:srgbClr val="B2B2B2">
                <a:alpha val="70195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3493" name="Text Box 229">
            <a:extLst>
              <a:ext uri="{FF2B5EF4-FFF2-40B4-BE49-F238E27FC236}">
                <a16:creationId xmlns:a16="http://schemas.microsoft.com/office/drawing/2014/main" id="{1CD16248-3978-0C46-F9CD-1651B517D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484688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有力</a:t>
            </a:r>
          </a:p>
        </p:txBody>
      </p:sp>
      <p:graphicFrame>
        <p:nvGraphicFramePr>
          <p:cNvPr id="523494" name="Object 7">
            <a:extLst>
              <a:ext uri="{FF2B5EF4-FFF2-40B4-BE49-F238E27FC236}">
                <a16:creationId xmlns:a16="http://schemas.microsoft.com/office/drawing/2014/main" id="{1ED86FC4-6C0E-E9F5-D91A-7697C83F3864}"/>
              </a:ext>
            </a:extLst>
          </p:cNvPr>
          <p:cNvGraphicFramePr>
            <a:graphicFrameLocks/>
          </p:cNvGraphicFramePr>
          <p:nvPr/>
        </p:nvGraphicFramePr>
        <p:xfrm>
          <a:off x="3754438" y="4435475"/>
          <a:ext cx="10239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558720" imgH="215640" progId="Equation.3">
                  <p:embed/>
                </p:oleObj>
              </mc:Choice>
              <mc:Fallback>
                <p:oleObj name="公式" r:id="rId26" imgW="558720" imgH="215640" progId="Equation.3">
                  <p:embed/>
                  <p:pic>
                    <p:nvPicPr>
                      <p:cNvPr id="523494" name="Object 7">
                        <a:extLst>
                          <a:ext uri="{FF2B5EF4-FFF2-40B4-BE49-F238E27FC236}">
                            <a16:creationId xmlns:a16="http://schemas.microsoft.com/office/drawing/2014/main" id="{1ED86FC4-6C0E-E9F5-D91A-7697C83F386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438" y="4435475"/>
                        <a:ext cx="10239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495" name="Text Box 231">
            <a:extLst>
              <a:ext uri="{FF2B5EF4-FFF2-40B4-BE49-F238E27FC236}">
                <a16:creationId xmlns:a16="http://schemas.microsoft.com/office/drawing/2014/main" id="{B5175782-0AF9-490E-CBC5-244EC992C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4052888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楷体_GB2312" pitchFamily="49" charset="-122"/>
              </a:rPr>
              <a:t>地面参考系中的观察者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甲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kumimoji="1" lang="zh-CN" altLang="en-US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23496" name="Object 8">
            <a:extLst>
              <a:ext uri="{FF2B5EF4-FFF2-40B4-BE49-F238E27FC236}">
                <a16:creationId xmlns:a16="http://schemas.microsoft.com/office/drawing/2014/main" id="{4304C9B3-F82F-8C90-9F94-32E3657C5FF9}"/>
              </a:ext>
            </a:extLst>
          </p:cNvPr>
          <p:cNvGraphicFramePr>
            <a:graphicFrameLocks/>
          </p:cNvGraphicFramePr>
          <p:nvPr/>
        </p:nvGraphicFramePr>
        <p:xfrm>
          <a:off x="1289050" y="4443413"/>
          <a:ext cx="43497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57200" imgH="368280" progId="Equation.3">
                  <p:embed/>
                </p:oleObj>
              </mc:Choice>
              <mc:Fallback>
                <p:oleObj name="Equation" r:id="rId28" imgW="457200" imgH="368280" progId="Equation.3">
                  <p:embed/>
                  <p:pic>
                    <p:nvPicPr>
                      <p:cNvPr id="523496" name="Object 8">
                        <a:extLst>
                          <a:ext uri="{FF2B5EF4-FFF2-40B4-BE49-F238E27FC236}">
                            <a16:creationId xmlns:a16="http://schemas.microsoft.com/office/drawing/2014/main" id="{4304C9B3-F82F-8C90-9F94-32E3657C5F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050" y="4443413"/>
                        <a:ext cx="43497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497" name="Object 9">
            <a:extLst>
              <a:ext uri="{FF2B5EF4-FFF2-40B4-BE49-F238E27FC236}">
                <a16:creationId xmlns:a16="http://schemas.microsoft.com/office/drawing/2014/main" id="{FB37AD1E-73AE-BA1D-16C6-3B79AC89A2CB}"/>
              </a:ext>
            </a:extLst>
          </p:cNvPr>
          <p:cNvGraphicFramePr>
            <a:graphicFrameLocks/>
          </p:cNvGraphicFramePr>
          <p:nvPr/>
        </p:nvGraphicFramePr>
        <p:xfrm>
          <a:off x="2957513" y="4510088"/>
          <a:ext cx="3937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77480" imgH="177480" progId="Equation.3">
                  <p:embed/>
                </p:oleObj>
              </mc:Choice>
              <mc:Fallback>
                <p:oleObj name="公式" r:id="rId30" imgW="177480" imgH="177480" progId="Equation.3">
                  <p:embed/>
                  <p:pic>
                    <p:nvPicPr>
                      <p:cNvPr id="523497" name="Object 9">
                        <a:extLst>
                          <a:ext uri="{FF2B5EF4-FFF2-40B4-BE49-F238E27FC236}">
                            <a16:creationId xmlns:a16="http://schemas.microsoft.com/office/drawing/2014/main" id="{FB37AD1E-73AE-BA1D-16C6-3B79AC89A2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4510088"/>
                        <a:ext cx="393700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498" name="Rectangle 234">
            <a:extLst>
              <a:ext uri="{FF2B5EF4-FFF2-40B4-BE49-F238E27FC236}">
                <a16:creationId xmlns:a16="http://schemas.microsoft.com/office/drawing/2014/main" id="{7142F44A-6B32-2275-3A83-3574F93F3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4175" y="444500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和加速度</a:t>
            </a:r>
          </a:p>
        </p:txBody>
      </p:sp>
      <p:sp>
        <p:nvSpPr>
          <p:cNvPr id="523499" name="Rectangle 235">
            <a:extLst>
              <a:ext uri="{FF2B5EF4-FFF2-40B4-BE49-F238E27FC236}">
                <a16:creationId xmlns:a16="http://schemas.microsoft.com/office/drawing/2014/main" id="{A8166DF6-90C4-8433-4EAE-96CAAC1AA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1038" y="445928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即</a:t>
            </a:r>
          </a:p>
        </p:txBody>
      </p:sp>
      <p:sp>
        <p:nvSpPr>
          <p:cNvPr id="523500" name="Rectangle 236">
            <a:extLst>
              <a:ext uri="{FF2B5EF4-FFF2-40B4-BE49-F238E27FC236}">
                <a16:creationId xmlns:a16="http://schemas.microsoft.com/office/drawing/2014/main" id="{64570E94-765E-1CC2-AD2A-E7DB63CB8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0" y="5803900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即</a:t>
            </a:r>
          </a:p>
        </p:txBody>
      </p:sp>
      <p:sp>
        <p:nvSpPr>
          <p:cNvPr id="523501" name="Rectangle 237">
            <a:extLst>
              <a:ext uri="{FF2B5EF4-FFF2-40B4-BE49-F238E27FC236}">
                <a16:creationId xmlns:a16="http://schemas.microsoft.com/office/drawing/2014/main" id="{EA0E06C4-5311-472F-1475-1F6B25671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825" y="5664200"/>
            <a:ext cx="2938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牛顿定律不适用</a:t>
            </a:r>
          </a:p>
        </p:txBody>
      </p:sp>
      <p:graphicFrame>
        <p:nvGraphicFramePr>
          <p:cNvPr id="523502" name="Object 10">
            <a:extLst>
              <a:ext uri="{FF2B5EF4-FFF2-40B4-BE49-F238E27FC236}">
                <a16:creationId xmlns:a16="http://schemas.microsoft.com/office/drawing/2014/main" id="{405FE575-905B-AF94-98FE-DB9393CFAB45}"/>
              </a:ext>
            </a:extLst>
          </p:cNvPr>
          <p:cNvGraphicFramePr>
            <a:graphicFrameLocks/>
          </p:cNvGraphicFramePr>
          <p:nvPr/>
        </p:nvGraphicFramePr>
        <p:xfrm>
          <a:off x="3821113" y="5795963"/>
          <a:ext cx="19288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30320" imgH="431640" progId="Equation.3">
                  <p:embed/>
                </p:oleObj>
              </mc:Choice>
              <mc:Fallback>
                <p:oleObj name="Equation" r:id="rId32" imgW="1930320" imgH="431640" progId="Equation.3">
                  <p:embed/>
                  <p:pic>
                    <p:nvPicPr>
                      <p:cNvPr id="523502" name="Object 10">
                        <a:extLst>
                          <a:ext uri="{FF2B5EF4-FFF2-40B4-BE49-F238E27FC236}">
                            <a16:creationId xmlns:a16="http://schemas.microsoft.com/office/drawing/2014/main" id="{405FE575-905B-AF94-98FE-DB9393CFAB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1113" y="5795963"/>
                        <a:ext cx="19288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503" name="Rectangle 239">
            <a:extLst>
              <a:ext uri="{FF2B5EF4-FFF2-40B4-BE49-F238E27FC236}">
                <a16:creationId xmlns:a16="http://schemas.microsoft.com/office/drawing/2014/main" id="{0D61488B-9AC6-620E-DA31-A7EF74318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63" y="5384800"/>
            <a:ext cx="447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</a:rPr>
              <a:t>运动车厢参考系中的观察者乙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sp>
        <p:nvSpPr>
          <p:cNvPr id="523504" name="Rectangle 240">
            <a:extLst>
              <a:ext uri="{FF2B5EF4-FFF2-40B4-BE49-F238E27FC236}">
                <a16:creationId xmlns:a16="http://schemas.microsoft.com/office/drawing/2014/main" id="{2A220920-5AEE-A3DD-533D-E6E7EB27A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8" y="5795963"/>
            <a:ext cx="79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有力</a:t>
            </a:r>
          </a:p>
        </p:txBody>
      </p:sp>
      <p:graphicFrame>
        <p:nvGraphicFramePr>
          <p:cNvPr id="523505" name="Object 11">
            <a:extLst>
              <a:ext uri="{FF2B5EF4-FFF2-40B4-BE49-F238E27FC236}">
                <a16:creationId xmlns:a16="http://schemas.microsoft.com/office/drawing/2014/main" id="{7C5B626C-D0F4-466E-205A-F1EF9267FFB6}"/>
              </a:ext>
            </a:extLst>
          </p:cNvPr>
          <p:cNvGraphicFramePr>
            <a:graphicFrameLocks/>
          </p:cNvGraphicFramePr>
          <p:nvPr/>
        </p:nvGraphicFramePr>
        <p:xfrm>
          <a:off x="1368425" y="5854700"/>
          <a:ext cx="4572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57200" imgH="368280" progId="Equation.3">
                  <p:embed/>
                </p:oleObj>
              </mc:Choice>
              <mc:Fallback>
                <p:oleObj name="Equation" r:id="rId28" imgW="457200" imgH="368280" progId="Equation.3">
                  <p:embed/>
                  <p:pic>
                    <p:nvPicPr>
                      <p:cNvPr id="523505" name="Object 11">
                        <a:extLst>
                          <a:ext uri="{FF2B5EF4-FFF2-40B4-BE49-F238E27FC236}">
                            <a16:creationId xmlns:a16="http://schemas.microsoft.com/office/drawing/2014/main" id="{7C5B626C-D0F4-466E-205A-F1EF9267FFB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5854700"/>
                        <a:ext cx="4572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506" name="Object 12">
            <a:extLst>
              <a:ext uri="{FF2B5EF4-FFF2-40B4-BE49-F238E27FC236}">
                <a16:creationId xmlns:a16="http://schemas.microsoft.com/office/drawing/2014/main" id="{8BD73533-70DA-C914-A50B-5E4445516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03563" y="5881688"/>
          <a:ext cx="233362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28600" imgH="304560" progId="Equation.3">
                  <p:embed/>
                </p:oleObj>
              </mc:Choice>
              <mc:Fallback>
                <p:oleObj name="Equation" r:id="rId35" imgW="228600" imgH="304560" progId="Equation.3">
                  <p:embed/>
                  <p:pic>
                    <p:nvPicPr>
                      <p:cNvPr id="523506" name="Object 12">
                        <a:extLst>
                          <a:ext uri="{FF2B5EF4-FFF2-40B4-BE49-F238E27FC236}">
                            <a16:creationId xmlns:a16="http://schemas.microsoft.com/office/drawing/2014/main" id="{8BD73533-70DA-C914-A50B-5E4445516B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3" y="5881688"/>
                        <a:ext cx="233362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3507" name="Rectangle 243">
            <a:extLst>
              <a:ext uri="{FF2B5EF4-FFF2-40B4-BE49-F238E27FC236}">
                <a16:creationId xmlns:a16="http://schemas.microsoft.com/office/drawing/2014/main" id="{4113308B-E43A-A291-689A-236831662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5815013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无加速度</a:t>
            </a:r>
          </a:p>
        </p:txBody>
      </p:sp>
      <p:sp>
        <p:nvSpPr>
          <p:cNvPr id="523508" name="Text Box 244">
            <a:extLst>
              <a:ext uri="{FF2B5EF4-FFF2-40B4-BE49-F238E27FC236}">
                <a16:creationId xmlns:a16="http://schemas.microsoft.com/office/drawing/2014/main" id="{CAF718BF-8A7C-EF38-02B8-C80F3419C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4976813"/>
            <a:ext cx="2879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楷体_GB2312" pitchFamily="49" charset="-122"/>
              </a:rPr>
              <a:t>——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牛顿定律适用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3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23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23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23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23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23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2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23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2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2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23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2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23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2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23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23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2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2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523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2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23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2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2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269" grpId="0" autoUpdateAnimBg="0"/>
      <p:bldP spid="523319" grpId="0"/>
      <p:bldP spid="523440" grpId="0"/>
      <p:bldP spid="523461" grpId="0"/>
      <p:bldP spid="523462" grpId="0"/>
      <p:bldP spid="523464" grpId="0"/>
      <p:bldP spid="523465" grpId="0"/>
      <p:bldP spid="523493" grpId="0" autoUpdateAnimBg="0"/>
      <p:bldP spid="523495" grpId="0" autoUpdateAnimBg="0"/>
      <p:bldP spid="523498" grpId="0" build="p" autoUpdateAnimBg="0"/>
      <p:bldP spid="523499" grpId="0" build="p" autoUpdateAnimBg="0"/>
      <p:bldP spid="523500" grpId="0" build="p" autoUpdateAnimBg="0"/>
      <p:bldP spid="523501" grpId="0" autoUpdateAnimBg="0"/>
      <p:bldP spid="523503" grpId="0" autoUpdateAnimBg="0"/>
      <p:bldP spid="523504" grpId="0" autoUpdateAnimBg="0"/>
      <p:bldP spid="523507" grpId="0" build="p" autoUpdateAnimBg="0"/>
      <p:bldP spid="52350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220" name="Text Box 124">
            <a:extLst>
              <a:ext uri="{FF2B5EF4-FFF2-40B4-BE49-F238E27FC236}">
                <a16:creationId xmlns:a16="http://schemas.microsoft.com/office/drawing/2014/main" id="{B258776D-22B5-8ADF-43E1-644FD0C0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49250"/>
            <a:ext cx="6640512" cy="482600"/>
          </a:xfrm>
          <a:prstGeom prst="rect">
            <a:avLst/>
          </a:prstGeom>
          <a:solidFill>
            <a:srgbClr val="00CCFF">
              <a:alpha val="25000"/>
            </a:srgbClr>
          </a:solidFill>
          <a:ln w="9525">
            <a:solidFill>
              <a:srgbClr val="FFFFFF">
                <a:alpha val="25999"/>
              </a:srgbClr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8900" indent="-88900">
              <a:lnSpc>
                <a:spcPct val="125000"/>
              </a:lnSpc>
              <a:buClr>
                <a:srgbClr val="FF9900"/>
              </a:buClr>
              <a:buFont typeface="Monotype Sorts" pitchFamily="2" charset="2"/>
              <a:buNone/>
              <a:defRPr/>
            </a:pPr>
            <a:r>
              <a:rPr kumimoji="1" lang="en-US" altLang="zh-CN" sz="20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 </a:t>
            </a:r>
            <a:r>
              <a:rPr kumimoji="1" lang="zh-CN" altLang="en-US" sz="200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牛顿运动定律在加速运动的车厢参考系中不成立！</a:t>
            </a:r>
            <a:endParaRPr kumimoji="1" lang="zh-CN" altLang="en-US" sz="2000" b="0">
              <a:solidFill>
                <a:srgbClr val="00FFFF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16257" name="Text Box 161">
            <a:extLst>
              <a:ext uri="{FF2B5EF4-FFF2-40B4-BE49-F238E27FC236}">
                <a16:creationId xmlns:a16="http://schemas.microsoft.com/office/drawing/2014/main" id="{8D0B2691-2579-2A28-FEB1-F828F2145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876300"/>
            <a:ext cx="110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结论：</a:t>
            </a:r>
          </a:p>
        </p:txBody>
      </p:sp>
      <p:sp>
        <p:nvSpPr>
          <p:cNvPr id="516258" name="Text Box 162">
            <a:extLst>
              <a:ext uri="{FF2B5EF4-FFF2-40B4-BE49-F238E27FC236}">
                <a16:creationId xmlns:a16="http://schemas.microsoft.com/office/drawing/2014/main" id="{39A19E73-8D52-6AEA-5146-3B823F530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375" y="876300"/>
            <a:ext cx="631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牛顿第二定律不能同时适用于上述两种参考系</a:t>
            </a:r>
          </a:p>
        </p:txBody>
      </p:sp>
      <p:sp>
        <p:nvSpPr>
          <p:cNvPr id="516259" name="Text Box 163">
            <a:extLst>
              <a:ext uri="{FF2B5EF4-FFF2-40B4-BE49-F238E27FC236}">
                <a16:creationId xmlns:a16="http://schemas.microsoft.com/office/drawing/2014/main" id="{D29D0ED3-2851-6B54-2F09-412C4766D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1227138"/>
            <a:ext cx="57658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 eaLnBrk="1" hangingPunct="1"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牛顿定律适用的参考系，简称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惯性系。</a:t>
            </a:r>
          </a:p>
        </p:txBody>
      </p:sp>
      <p:sp>
        <p:nvSpPr>
          <p:cNvPr id="516260" name="Rectangle 164">
            <a:extLst>
              <a:ext uri="{FF2B5EF4-FFF2-40B4-BE49-F238E27FC236}">
                <a16:creationId xmlns:a16="http://schemas.microsoft.com/office/drawing/2014/main" id="{432D86ED-9D0A-F58A-2FD9-9789C9010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1204913"/>
            <a:ext cx="3332162" cy="5667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82550" indent="-82550" algn="l">
              <a:lnSpc>
                <a:spcPct val="130000"/>
              </a:lnSpc>
              <a:buClr>
                <a:srgbClr val="00FFCC"/>
              </a:buClr>
              <a:buSzPct val="80000"/>
              <a:buFont typeface="Monotype Sorts" pitchFamily="2" charset="2"/>
              <a:buChar char="u"/>
              <a:defRPr/>
            </a:pP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惯性参考系：</a:t>
            </a:r>
          </a:p>
        </p:txBody>
      </p:sp>
      <p:sp>
        <p:nvSpPr>
          <p:cNvPr id="516261" name="Text Box 165">
            <a:extLst>
              <a:ext uri="{FF2B5EF4-FFF2-40B4-BE49-F238E27FC236}">
                <a16:creationId xmlns:a16="http://schemas.microsoft.com/office/drawing/2014/main" id="{1F7C849F-2C30-8FA8-77EF-38BFD6573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3488" y="1649413"/>
            <a:ext cx="38354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 eaLnBrk="1" hangingPunct="1"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反之，称为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非惯性系。</a:t>
            </a:r>
          </a:p>
        </p:txBody>
      </p:sp>
      <p:sp>
        <p:nvSpPr>
          <p:cNvPr id="516278" name="Rectangle 182">
            <a:extLst>
              <a:ext uri="{FF2B5EF4-FFF2-40B4-BE49-F238E27FC236}">
                <a16:creationId xmlns:a16="http://schemas.microsoft.com/office/drawing/2014/main" id="{D5D371A0-F02B-1655-A06B-AB8BD73DE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927475"/>
            <a:ext cx="8085137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ClrTx/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FFCC00"/>
                </a:solidFill>
                <a:latin typeface="Times New Roman" panose="02020603050405020304" pitchFamily="18" charset="0"/>
              </a:rPr>
              <a:t>太阳参考系</a:t>
            </a:r>
            <a:r>
              <a:rPr kumimoji="1" lang="zh-CN" altLang="en-US">
                <a:latin typeface="Times New Roman" panose="02020603050405020304" pitchFamily="18" charset="0"/>
              </a:rPr>
              <a:t>是一个实验精度相当高的惯性系。</a:t>
            </a:r>
          </a:p>
        </p:txBody>
      </p:sp>
      <p:sp>
        <p:nvSpPr>
          <p:cNvPr id="516279" name="Rectangle 183">
            <a:extLst>
              <a:ext uri="{FF2B5EF4-FFF2-40B4-BE49-F238E27FC236}">
                <a16:creationId xmlns:a16="http://schemas.microsoft.com/office/drawing/2014/main" id="{9D202E23-395C-49D5-743D-5461F9749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3392488"/>
            <a:ext cx="4195762" cy="5667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82550" indent="-82550" algn="l">
              <a:lnSpc>
                <a:spcPct val="130000"/>
              </a:lnSpc>
              <a:buClr>
                <a:srgbClr val="00FFCC"/>
              </a:buClr>
              <a:buSzPct val="80000"/>
              <a:buFont typeface="Monotype Sorts" pitchFamily="2" charset="2"/>
              <a:buChar char="u"/>
              <a:defRPr/>
            </a:pPr>
            <a:r>
              <a:rPr kumimoji="1"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几种实用的惯性系</a:t>
            </a:r>
          </a:p>
        </p:txBody>
      </p:sp>
      <p:sp>
        <p:nvSpPr>
          <p:cNvPr id="516280" name="Rectangle 184">
            <a:extLst>
              <a:ext uri="{FF2B5EF4-FFF2-40B4-BE49-F238E27FC236}">
                <a16:creationId xmlns:a16="http://schemas.microsoft.com/office/drawing/2014/main" id="{D73F8B36-8896-8238-8C0D-754AE9073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" y="2041525"/>
            <a:ext cx="8931275" cy="1920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一个参考系是否是惯性系，要依赖观测和实验的结果来判断。</a:t>
            </a:r>
          </a:p>
          <a:p>
            <a:pPr algn="l" eaLnBrk="1" hangingPunct="1">
              <a:lnSpc>
                <a:spcPct val="125000"/>
              </a:lnSpc>
              <a:buClrTx/>
              <a:buFontTx/>
              <a:buNone/>
              <a:defRPr/>
            </a:pPr>
            <a:r>
              <a:rPr kumimoji="1" lang="zh-CN" altLang="en-US" dirty="0">
                <a:solidFill>
                  <a:srgbClr val="FFFFFF"/>
                </a:solidFill>
              </a:rPr>
              <a:t>严格的惯性系是关于参照系的一种理想模型。大多数情况下，</a:t>
            </a:r>
          </a:p>
          <a:p>
            <a:pPr algn="l" eaLnBrk="1" hangingPunct="1">
              <a:lnSpc>
                <a:spcPct val="125000"/>
              </a:lnSpc>
              <a:buClrTx/>
              <a:buFontTx/>
              <a:buNone/>
              <a:defRPr/>
            </a:pPr>
            <a:r>
              <a:rPr kumimoji="1" lang="zh-CN" altLang="en-US" dirty="0">
                <a:solidFill>
                  <a:srgbClr val="FFFFFF"/>
                </a:solidFill>
              </a:rPr>
              <a:t>通常取地面参照系为惯性参照系。</a:t>
            </a:r>
          </a:p>
          <a:p>
            <a:pPr algn="l"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endParaRPr kumimoji="1" lang="en-US" altLang="zh-CN" dirty="0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16281" name="Rectangle 185">
            <a:extLst>
              <a:ext uri="{FF2B5EF4-FFF2-40B4-BE49-F238E27FC236}">
                <a16:creationId xmlns:a16="http://schemas.microsoft.com/office/drawing/2014/main" id="{13BA2345-8135-2FC1-2812-D5FDE3892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4471988"/>
            <a:ext cx="80851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ClrTx/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FFCC00"/>
                </a:solidFill>
                <a:latin typeface="Times New Roman" panose="02020603050405020304" pitchFamily="18" charset="0"/>
              </a:rPr>
              <a:t>地心参考系</a:t>
            </a:r>
            <a:r>
              <a:rPr kumimoji="1" lang="zh-CN" altLang="en-US">
                <a:latin typeface="Times New Roman" panose="02020603050405020304" pitchFamily="18" charset="0"/>
              </a:rPr>
              <a:t>也是一个实验精度很高的惯性系。</a:t>
            </a:r>
          </a:p>
        </p:txBody>
      </p:sp>
      <p:sp>
        <p:nvSpPr>
          <p:cNvPr id="516282" name="Rectangle 186">
            <a:extLst>
              <a:ext uri="{FF2B5EF4-FFF2-40B4-BE49-F238E27FC236}">
                <a16:creationId xmlns:a16="http://schemas.microsoft.com/office/drawing/2014/main" id="{9677CEDE-D30F-0F9E-BA14-99D6E22C2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" y="4978400"/>
            <a:ext cx="80851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>
              <a:buClrTx/>
              <a:buSzPct val="80000"/>
              <a:buFont typeface="Wingdings" panose="05000000000000000000" pitchFamily="2" charset="2"/>
              <a:buChar char="l"/>
            </a:pPr>
            <a:r>
              <a:rPr kumimoji="1" lang="en-US" altLang="zh-CN">
                <a:solidFill>
                  <a:srgbClr val="FFCC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>
                <a:solidFill>
                  <a:srgbClr val="FFCC00"/>
                </a:solidFill>
                <a:latin typeface="Times New Roman" panose="02020603050405020304" pitchFamily="18" charset="0"/>
              </a:rPr>
              <a:t>地面参考系</a:t>
            </a:r>
            <a:r>
              <a:rPr kumimoji="1" lang="zh-CN" altLang="en-US">
                <a:latin typeface="Times New Roman" panose="02020603050405020304" pitchFamily="18" charset="0"/>
              </a:rPr>
              <a:t>是一个近似程度很高的惯性系。</a:t>
            </a:r>
          </a:p>
        </p:txBody>
      </p:sp>
      <p:sp>
        <p:nvSpPr>
          <p:cNvPr id="516286" name="Rectangle 190">
            <a:extLst>
              <a:ext uri="{FF2B5EF4-FFF2-40B4-BE49-F238E27FC236}">
                <a16:creationId xmlns:a16="http://schemas.microsoft.com/office/drawing/2014/main" id="{1934FE45-339F-556E-8626-1F6D4F1DC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5500688"/>
            <a:ext cx="8142288" cy="10064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相对于惯性系作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匀速直线运动的参考系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都是惯性系，作变</a:t>
            </a:r>
          </a:p>
          <a:p>
            <a:pPr algn="l" eaLnBrk="1" hangingPunct="1">
              <a:lnSpc>
                <a:spcPct val="125000"/>
              </a:lnSpc>
              <a:buClr>
                <a:srgbClr val="FF9900"/>
              </a:buClr>
              <a:buSzPct val="80000"/>
              <a:buFont typeface="Wingding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速运动的参考系为非惯性系。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1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220" grpId="0" animBg="1"/>
      <p:bldP spid="516257" grpId="0" autoUpdateAnimBg="0"/>
      <p:bldP spid="516258" grpId="0" autoUpdateAnimBg="0"/>
      <p:bldP spid="516259" grpId="0"/>
      <p:bldP spid="516260" grpId="0"/>
      <p:bldP spid="516261" grpId="0"/>
      <p:bldP spid="516278" grpId="0"/>
      <p:bldP spid="516279" grpId="0"/>
      <p:bldP spid="516280" grpId="0"/>
      <p:bldP spid="516281" grpId="0"/>
      <p:bldP spid="516282" grpId="0"/>
      <p:bldP spid="51628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Text Box 2">
            <a:extLst>
              <a:ext uri="{FF2B5EF4-FFF2-40B4-BE49-F238E27FC236}">
                <a16:creationId xmlns:a16="http://schemas.microsoft.com/office/drawing/2014/main" id="{AB45814B-A1E0-4C5B-BA0D-71A6D2EC2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13" y="339725"/>
            <a:ext cx="6931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二、 </a:t>
            </a:r>
            <a:r>
              <a:rPr lang="zh-CN" altLang="en-US">
                <a:solidFill>
                  <a:srgbClr val="66FF33"/>
                </a:solidFill>
                <a:latin typeface="Times New Roman" pitchFamily="18" charset="0"/>
                <a:ea typeface="宋体" pitchFamily="2" charset="-122"/>
              </a:rPr>
              <a:t>牛顿运动定律的适用范围</a:t>
            </a:r>
            <a:endParaRPr kumimoji="1" lang="zh-CN" altLang="en-US">
              <a:solidFill>
                <a:srgbClr val="66FF3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18147" name="Rectangle 3">
            <a:extLst>
              <a:ext uri="{FF2B5EF4-FFF2-40B4-BE49-F238E27FC236}">
                <a16:creationId xmlns:a16="http://schemas.microsoft.com/office/drawing/2014/main" id="{3B1597D0-6B29-D600-BE94-40EB67F40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900" y="619125"/>
            <a:ext cx="7683500" cy="104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30000"/>
              </a:lnSpc>
              <a:buClr>
                <a:srgbClr val="FFCC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牛顿运动定律中的物体是指质点； 牛顿运动定律适用于惯性系； 牛顿运动定律适用于低速领域的宏观物体。</a:t>
            </a:r>
          </a:p>
        </p:txBody>
      </p:sp>
      <p:sp>
        <p:nvSpPr>
          <p:cNvPr id="518148" name="Text Box 4">
            <a:extLst>
              <a:ext uri="{FF2B5EF4-FFF2-40B4-BE49-F238E27FC236}">
                <a16:creationId xmlns:a16="http://schemas.microsoft.com/office/drawing/2014/main" id="{DC31648A-8E77-44DC-B66C-567FE3CE4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2525713"/>
            <a:ext cx="51228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ct val="10000"/>
              </a:spcBef>
              <a:spcAft>
                <a:spcPct val="20000"/>
              </a:spcAft>
              <a:buClrTx/>
              <a:buFontTx/>
              <a:buNone/>
              <a:defRPr/>
            </a:pPr>
            <a:r>
              <a:rPr kumimoji="1" lang="zh-CN" altLang="en-US">
                <a:solidFill>
                  <a:srgbClr val="00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三、 力学相对性原理</a:t>
            </a:r>
            <a:endParaRPr kumimoji="1" lang="zh-CN" altLang="en-US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78907E3-0455-B027-99FE-AE0D7FED047F}"/>
              </a:ext>
            </a:extLst>
          </p:cNvPr>
          <p:cNvGrpSpPr>
            <a:grpSpLocks/>
          </p:cNvGrpSpPr>
          <p:nvPr/>
        </p:nvGrpSpPr>
        <p:grpSpPr bwMode="auto">
          <a:xfrm>
            <a:off x="6665913" y="5116513"/>
            <a:ext cx="1397000" cy="1049337"/>
            <a:chOff x="3671" y="2058"/>
            <a:chExt cx="1316" cy="990"/>
          </a:xfrm>
        </p:grpSpPr>
        <p:sp>
          <p:nvSpPr>
            <p:cNvPr id="22621" name="Freeform 6">
              <a:extLst>
                <a:ext uri="{FF2B5EF4-FFF2-40B4-BE49-F238E27FC236}">
                  <a16:creationId xmlns:a16="http://schemas.microsoft.com/office/drawing/2014/main" id="{F1E57E6C-4978-756B-BCC9-EBE68047D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2312"/>
              <a:ext cx="299" cy="254"/>
            </a:xfrm>
            <a:custGeom>
              <a:avLst/>
              <a:gdLst>
                <a:gd name="T0" fmla="*/ 0 w 599"/>
                <a:gd name="T1" fmla="*/ 1 h 507"/>
                <a:gd name="T2" fmla="*/ 0 w 599"/>
                <a:gd name="T3" fmla="*/ 1 h 507"/>
                <a:gd name="T4" fmla="*/ 0 w 599"/>
                <a:gd name="T5" fmla="*/ 1 h 507"/>
                <a:gd name="T6" fmla="*/ 0 w 599"/>
                <a:gd name="T7" fmla="*/ 1 h 507"/>
                <a:gd name="T8" fmla="*/ 0 w 599"/>
                <a:gd name="T9" fmla="*/ 1 h 507"/>
                <a:gd name="T10" fmla="*/ 0 w 599"/>
                <a:gd name="T11" fmla="*/ 1 h 507"/>
                <a:gd name="T12" fmla="*/ 0 w 599"/>
                <a:gd name="T13" fmla="*/ 1 h 507"/>
                <a:gd name="T14" fmla="*/ 0 w 599"/>
                <a:gd name="T15" fmla="*/ 1 h 507"/>
                <a:gd name="T16" fmla="*/ 0 w 599"/>
                <a:gd name="T17" fmla="*/ 1 h 507"/>
                <a:gd name="T18" fmla="*/ 0 w 599"/>
                <a:gd name="T19" fmla="*/ 1 h 507"/>
                <a:gd name="T20" fmla="*/ 0 w 599"/>
                <a:gd name="T21" fmla="*/ 1 h 507"/>
                <a:gd name="T22" fmla="*/ 0 w 599"/>
                <a:gd name="T23" fmla="*/ 1 h 507"/>
                <a:gd name="T24" fmla="*/ 0 w 599"/>
                <a:gd name="T25" fmla="*/ 1 h 507"/>
                <a:gd name="T26" fmla="*/ 0 w 599"/>
                <a:gd name="T27" fmla="*/ 0 h 507"/>
                <a:gd name="T28" fmla="*/ 0 w 599"/>
                <a:gd name="T29" fmla="*/ 1 h 507"/>
                <a:gd name="T30" fmla="*/ 0 w 599"/>
                <a:gd name="T31" fmla="*/ 1 h 507"/>
                <a:gd name="T32" fmla="*/ 0 w 599"/>
                <a:gd name="T33" fmla="*/ 1 h 507"/>
                <a:gd name="T34" fmla="*/ 0 w 599"/>
                <a:gd name="T35" fmla="*/ 1 h 507"/>
                <a:gd name="T36" fmla="*/ 0 w 599"/>
                <a:gd name="T37" fmla="*/ 1 h 507"/>
                <a:gd name="T38" fmla="*/ 0 w 599"/>
                <a:gd name="T39" fmla="*/ 1 h 507"/>
                <a:gd name="T40" fmla="*/ 0 w 599"/>
                <a:gd name="T41" fmla="*/ 1 h 507"/>
                <a:gd name="T42" fmla="*/ 0 w 599"/>
                <a:gd name="T43" fmla="*/ 1 h 507"/>
                <a:gd name="T44" fmla="*/ 0 w 599"/>
                <a:gd name="T45" fmla="*/ 1 h 507"/>
                <a:gd name="T46" fmla="*/ 0 w 599"/>
                <a:gd name="T47" fmla="*/ 1 h 507"/>
                <a:gd name="T48" fmla="*/ 0 w 599"/>
                <a:gd name="T49" fmla="*/ 1 h 507"/>
                <a:gd name="T50" fmla="*/ 0 w 599"/>
                <a:gd name="T51" fmla="*/ 1 h 507"/>
                <a:gd name="T52" fmla="*/ 0 w 599"/>
                <a:gd name="T53" fmla="*/ 1 h 507"/>
                <a:gd name="T54" fmla="*/ 0 w 599"/>
                <a:gd name="T55" fmla="*/ 1 h 507"/>
                <a:gd name="T56" fmla="*/ 0 w 599"/>
                <a:gd name="T57" fmla="*/ 1 h 507"/>
                <a:gd name="T58" fmla="*/ 0 w 599"/>
                <a:gd name="T59" fmla="*/ 1 h 507"/>
                <a:gd name="T60" fmla="*/ 0 w 599"/>
                <a:gd name="T61" fmla="*/ 1 h 507"/>
                <a:gd name="T62" fmla="*/ 0 w 599"/>
                <a:gd name="T63" fmla="*/ 1 h 507"/>
                <a:gd name="T64" fmla="*/ 0 w 599"/>
                <a:gd name="T65" fmla="*/ 1 h 507"/>
                <a:gd name="T66" fmla="*/ 0 w 599"/>
                <a:gd name="T67" fmla="*/ 1 h 507"/>
                <a:gd name="T68" fmla="*/ 0 w 599"/>
                <a:gd name="T69" fmla="*/ 1 h 507"/>
                <a:gd name="T70" fmla="*/ 0 w 599"/>
                <a:gd name="T71" fmla="*/ 1 h 507"/>
                <a:gd name="T72" fmla="*/ 0 w 599"/>
                <a:gd name="T73" fmla="*/ 1 h 50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99"/>
                <a:gd name="T112" fmla="*/ 0 h 507"/>
                <a:gd name="T113" fmla="*/ 599 w 599"/>
                <a:gd name="T114" fmla="*/ 507 h 507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99" h="507">
                  <a:moveTo>
                    <a:pt x="17" y="372"/>
                  </a:moveTo>
                  <a:lnTo>
                    <a:pt x="72" y="465"/>
                  </a:lnTo>
                  <a:lnTo>
                    <a:pt x="334" y="208"/>
                  </a:lnTo>
                  <a:lnTo>
                    <a:pt x="329" y="191"/>
                  </a:lnTo>
                  <a:lnTo>
                    <a:pt x="324" y="176"/>
                  </a:lnTo>
                  <a:lnTo>
                    <a:pt x="322" y="159"/>
                  </a:lnTo>
                  <a:lnTo>
                    <a:pt x="326" y="140"/>
                  </a:lnTo>
                  <a:lnTo>
                    <a:pt x="335" y="121"/>
                  </a:lnTo>
                  <a:lnTo>
                    <a:pt x="344" y="108"/>
                  </a:lnTo>
                  <a:lnTo>
                    <a:pt x="344" y="99"/>
                  </a:lnTo>
                  <a:lnTo>
                    <a:pt x="345" y="78"/>
                  </a:lnTo>
                  <a:lnTo>
                    <a:pt x="341" y="63"/>
                  </a:lnTo>
                  <a:lnTo>
                    <a:pt x="337" y="47"/>
                  </a:lnTo>
                  <a:lnTo>
                    <a:pt x="337" y="34"/>
                  </a:lnTo>
                  <a:lnTo>
                    <a:pt x="342" y="24"/>
                  </a:lnTo>
                  <a:lnTo>
                    <a:pt x="351" y="16"/>
                  </a:lnTo>
                  <a:lnTo>
                    <a:pt x="366" y="13"/>
                  </a:lnTo>
                  <a:lnTo>
                    <a:pt x="376" y="13"/>
                  </a:lnTo>
                  <a:lnTo>
                    <a:pt x="384" y="19"/>
                  </a:lnTo>
                  <a:lnTo>
                    <a:pt x="394" y="32"/>
                  </a:lnTo>
                  <a:lnTo>
                    <a:pt x="397" y="51"/>
                  </a:lnTo>
                  <a:lnTo>
                    <a:pt x="396" y="65"/>
                  </a:lnTo>
                  <a:lnTo>
                    <a:pt x="392" y="79"/>
                  </a:lnTo>
                  <a:lnTo>
                    <a:pt x="381" y="97"/>
                  </a:lnTo>
                  <a:lnTo>
                    <a:pt x="392" y="104"/>
                  </a:lnTo>
                  <a:lnTo>
                    <a:pt x="488" y="12"/>
                  </a:lnTo>
                  <a:lnTo>
                    <a:pt x="495" y="4"/>
                  </a:lnTo>
                  <a:lnTo>
                    <a:pt x="507" y="0"/>
                  </a:lnTo>
                  <a:lnTo>
                    <a:pt x="518" y="6"/>
                  </a:lnTo>
                  <a:lnTo>
                    <a:pt x="521" y="14"/>
                  </a:lnTo>
                  <a:lnTo>
                    <a:pt x="521" y="24"/>
                  </a:lnTo>
                  <a:lnTo>
                    <a:pt x="496" y="51"/>
                  </a:lnTo>
                  <a:lnTo>
                    <a:pt x="434" y="107"/>
                  </a:lnTo>
                  <a:lnTo>
                    <a:pt x="439" y="114"/>
                  </a:lnTo>
                  <a:lnTo>
                    <a:pt x="530" y="40"/>
                  </a:lnTo>
                  <a:lnTo>
                    <a:pt x="540" y="34"/>
                  </a:lnTo>
                  <a:lnTo>
                    <a:pt x="550" y="32"/>
                  </a:lnTo>
                  <a:lnTo>
                    <a:pt x="557" y="36"/>
                  </a:lnTo>
                  <a:lnTo>
                    <a:pt x="560" y="45"/>
                  </a:lnTo>
                  <a:lnTo>
                    <a:pt x="556" y="57"/>
                  </a:lnTo>
                  <a:lnTo>
                    <a:pt x="465" y="129"/>
                  </a:lnTo>
                  <a:lnTo>
                    <a:pt x="471" y="133"/>
                  </a:lnTo>
                  <a:lnTo>
                    <a:pt x="564" y="76"/>
                  </a:lnTo>
                  <a:lnTo>
                    <a:pt x="576" y="73"/>
                  </a:lnTo>
                  <a:lnTo>
                    <a:pt x="582" y="73"/>
                  </a:lnTo>
                  <a:lnTo>
                    <a:pt x="589" y="79"/>
                  </a:lnTo>
                  <a:lnTo>
                    <a:pt x="591" y="88"/>
                  </a:lnTo>
                  <a:lnTo>
                    <a:pt x="587" y="96"/>
                  </a:lnTo>
                  <a:lnTo>
                    <a:pt x="581" y="102"/>
                  </a:lnTo>
                  <a:lnTo>
                    <a:pt x="524" y="131"/>
                  </a:lnTo>
                  <a:lnTo>
                    <a:pt x="489" y="151"/>
                  </a:lnTo>
                  <a:lnTo>
                    <a:pt x="493" y="158"/>
                  </a:lnTo>
                  <a:lnTo>
                    <a:pt x="555" y="125"/>
                  </a:lnTo>
                  <a:lnTo>
                    <a:pt x="581" y="114"/>
                  </a:lnTo>
                  <a:lnTo>
                    <a:pt x="596" y="114"/>
                  </a:lnTo>
                  <a:lnTo>
                    <a:pt x="599" y="119"/>
                  </a:lnTo>
                  <a:lnTo>
                    <a:pt x="599" y="128"/>
                  </a:lnTo>
                  <a:lnTo>
                    <a:pt x="594" y="136"/>
                  </a:lnTo>
                  <a:lnTo>
                    <a:pt x="553" y="156"/>
                  </a:lnTo>
                  <a:lnTo>
                    <a:pt x="502" y="179"/>
                  </a:lnTo>
                  <a:lnTo>
                    <a:pt x="480" y="192"/>
                  </a:lnTo>
                  <a:lnTo>
                    <a:pt x="460" y="208"/>
                  </a:lnTo>
                  <a:lnTo>
                    <a:pt x="446" y="225"/>
                  </a:lnTo>
                  <a:lnTo>
                    <a:pt x="430" y="231"/>
                  </a:lnTo>
                  <a:lnTo>
                    <a:pt x="409" y="237"/>
                  </a:lnTo>
                  <a:lnTo>
                    <a:pt x="371" y="235"/>
                  </a:lnTo>
                  <a:lnTo>
                    <a:pt x="360" y="228"/>
                  </a:lnTo>
                  <a:lnTo>
                    <a:pt x="88" y="493"/>
                  </a:lnTo>
                  <a:lnTo>
                    <a:pt x="75" y="503"/>
                  </a:lnTo>
                  <a:lnTo>
                    <a:pt x="67" y="507"/>
                  </a:lnTo>
                  <a:lnTo>
                    <a:pt x="55" y="505"/>
                  </a:lnTo>
                  <a:lnTo>
                    <a:pt x="46" y="499"/>
                  </a:lnTo>
                  <a:lnTo>
                    <a:pt x="40" y="486"/>
                  </a:lnTo>
                  <a:lnTo>
                    <a:pt x="0" y="416"/>
                  </a:lnTo>
                  <a:lnTo>
                    <a:pt x="17" y="372"/>
                  </a:lnTo>
                  <a:close/>
                </a:path>
              </a:pathLst>
            </a:custGeom>
            <a:solidFill>
              <a:srgbClr val="FF9F9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622" name="Group 7">
              <a:extLst>
                <a:ext uri="{FF2B5EF4-FFF2-40B4-BE49-F238E27FC236}">
                  <a16:creationId xmlns:a16="http://schemas.microsoft.com/office/drawing/2014/main" id="{CE1809AA-0171-0827-E79B-7146D73A2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1" y="2485"/>
              <a:ext cx="301" cy="544"/>
              <a:chOff x="2871" y="2373"/>
              <a:chExt cx="301" cy="544"/>
            </a:xfrm>
          </p:grpSpPr>
          <p:sp>
            <p:nvSpPr>
              <p:cNvPr id="22714" name="Freeform 8">
                <a:extLst>
                  <a:ext uri="{FF2B5EF4-FFF2-40B4-BE49-F238E27FC236}">
                    <a16:creationId xmlns:a16="http://schemas.microsoft.com/office/drawing/2014/main" id="{3B02DFF8-3718-DF51-20DF-D2609B81F9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1" y="2662"/>
                <a:ext cx="285" cy="255"/>
              </a:xfrm>
              <a:custGeom>
                <a:avLst/>
                <a:gdLst>
                  <a:gd name="T0" fmla="*/ 0 w 571"/>
                  <a:gd name="T1" fmla="*/ 1 h 510"/>
                  <a:gd name="T2" fmla="*/ 0 w 571"/>
                  <a:gd name="T3" fmla="*/ 1 h 510"/>
                  <a:gd name="T4" fmla="*/ 0 w 571"/>
                  <a:gd name="T5" fmla="*/ 1 h 510"/>
                  <a:gd name="T6" fmla="*/ 0 w 571"/>
                  <a:gd name="T7" fmla="*/ 1 h 510"/>
                  <a:gd name="T8" fmla="*/ 0 w 571"/>
                  <a:gd name="T9" fmla="*/ 1 h 510"/>
                  <a:gd name="T10" fmla="*/ 0 w 571"/>
                  <a:gd name="T11" fmla="*/ 1 h 510"/>
                  <a:gd name="T12" fmla="*/ 0 w 571"/>
                  <a:gd name="T13" fmla="*/ 1 h 510"/>
                  <a:gd name="T14" fmla="*/ 0 w 571"/>
                  <a:gd name="T15" fmla="*/ 1 h 510"/>
                  <a:gd name="T16" fmla="*/ 0 w 571"/>
                  <a:gd name="T17" fmla="*/ 1 h 510"/>
                  <a:gd name="T18" fmla="*/ 0 w 571"/>
                  <a:gd name="T19" fmla="*/ 1 h 510"/>
                  <a:gd name="T20" fmla="*/ 0 w 571"/>
                  <a:gd name="T21" fmla="*/ 1 h 510"/>
                  <a:gd name="T22" fmla="*/ 0 w 571"/>
                  <a:gd name="T23" fmla="*/ 1 h 510"/>
                  <a:gd name="T24" fmla="*/ 0 w 571"/>
                  <a:gd name="T25" fmla="*/ 1 h 510"/>
                  <a:gd name="T26" fmla="*/ 0 w 571"/>
                  <a:gd name="T27" fmla="*/ 1 h 510"/>
                  <a:gd name="T28" fmla="*/ 0 w 571"/>
                  <a:gd name="T29" fmla="*/ 1 h 510"/>
                  <a:gd name="T30" fmla="*/ 0 w 571"/>
                  <a:gd name="T31" fmla="*/ 1 h 510"/>
                  <a:gd name="T32" fmla="*/ 0 w 571"/>
                  <a:gd name="T33" fmla="*/ 1 h 510"/>
                  <a:gd name="T34" fmla="*/ 0 w 571"/>
                  <a:gd name="T35" fmla="*/ 1 h 510"/>
                  <a:gd name="T36" fmla="*/ 0 w 571"/>
                  <a:gd name="T37" fmla="*/ 1 h 510"/>
                  <a:gd name="T38" fmla="*/ 0 w 571"/>
                  <a:gd name="T39" fmla="*/ 1 h 510"/>
                  <a:gd name="T40" fmla="*/ 0 w 571"/>
                  <a:gd name="T41" fmla="*/ 1 h 510"/>
                  <a:gd name="T42" fmla="*/ 0 w 571"/>
                  <a:gd name="T43" fmla="*/ 1 h 510"/>
                  <a:gd name="T44" fmla="*/ 0 w 571"/>
                  <a:gd name="T45" fmla="*/ 0 h 510"/>
                  <a:gd name="T46" fmla="*/ 0 w 571"/>
                  <a:gd name="T47" fmla="*/ 1 h 510"/>
                  <a:gd name="T48" fmla="*/ 0 w 571"/>
                  <a:gd name="T49" fmla="*/ 1 h 510"/>
                  <a:gd name="T50" fmla="*/ 0 w 571"/>
                  <a:gd name="T51" fmla="*/ 1 h 51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571"/>
                  <a:gd name="T79" fmla="*/ 0 h 510"/>
                  <a:gd name="T80" fmla="*/ 571 w 571"/>
                  <a:gd name="T81" fmla="*/ 510 h 510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571" h="510">
                    <a:moveTo>
                      <a:pt x="168" y="9"/>
                    </a:moveTo>
                    <a:lnTo>
                      <a:pt x="0" y="463"/>
                    </a:lnTo>
                    <a:lnTo>
                      <a:pt x="7" y="473"/>
                    </a:lnTo>
                    <a:lnTo>
                      <a:pt x="19" y="464"/>
                    </a:lnTo>
                    <a:lnTo>
                      <a:pt x="180" y="27"/>
                    </a:lnTo>
                    <a:lnTo>
                      <a:pt x="190" y="23"/>
                    </a:lnTo>
                    <a:lnTo>
                      <a:pt x="251" y="20"/>
                    </a:lnTo>
                    <a:lnTo>
                      <a:pt x="331" y="24"/>
                    </a:lnTo>
                    <a:lnTo>
                      <a:pt x="403" y="28"/>
                    </a:lnTo>
                    <a:lnTo>
                      <a:pt x="423" y="34"/>
                    </a:lnTo>
                    <a:lnTo>
                      <a:pt x="435" y="46"/>
                    </a:lnTo>
                    <a:lnTo>
                      <a:pt x="443" y="60"/>
                    </a:lnTo>
                    <a:lnTo>
                      <a:pt x="557" y="506"/>
                    </a:lnTo>
                    <a:lnTo>
                      <a:pt x="564" y="510"/>
                    </a:lnTo>
                    <a:lnTo>
                      <a:pt x="571" y="502"/>
                    </a:lnTo>
                    <a:lnTo>
                      <a:pt x="460" y="58"/>
                    </a:lnTo>
                    <a:lnTo>
                      <a:pt x="450" y="33"/>
                    </a:lnTo>
                    <a:lnTo>
                      <a:pt x="440" y="24"/>
                    </a:lnTo>
                    <a:lnTo>
                      <a:pt x="431" y="17"/>
                    </a:lnTo>
                    <a:lnTo>
                      <a:pt x="418" y="11"/>
                    </a:lnTo>
                    <a:lnTo>
                      <a:pt x="394" y="9"/>
                    </a:lnTo>
                    <a:lnTo>
                      <a:pt x="318" y="2"/>
                    </a:lnTo>
                    <a:lnTo>
                      <a:pt x="237" y="0"/>
                    </a:lnTo>
                    <a:lnTo>
                      <a:pt x="199" y="1"/>
                    </a:lnTo>
                    <a:lnTo>
                      <a:pt x="179" y="2"/>
                    </a:lnTo>
                    <a:lnTo>
                      <a:pt x="168" y="9"/>
                    </a:lnTo>
                    <a:close/>
                  </a:path>
                </a:pathLst>
              </a:custGeom>
              <a:solidFill>
                <a:srgbClr val="3F1F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5" name="Freeform 9">
                <a:extLst>
                  <a:ext uri="{FF2B5EF4-FFF2-40B4-BE49-F238E27FC236}">
                    <a16:creationId xmlns:a16="http://schemas.microsoft.com/office/drawing/2014/main" id="{4A9101D8-0508-08B6-27D7-654E51CF2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5" y="2373"/>
                <a:ext cx="297" cy="297"/>
              </a:xfrm>
              <a:custGeom>
                <a:avLst/>
                <a:gdLst>
                  <a:gd name="T0" fmla="*/ 0 w 596"/>
                  <a:gd name="T1" fmla="*/ 0 h 594"/>
                  <a:gd name="T2" fmla="*/ 0 w 596"/>
                  <a:gd name="T3" fmla="*/ 0 h 594"/>
                  <a:gd name="T4" fmla="*/ 0 w 596"/>
                  <a:gd name="T5" fmla="*/ 1 h 594"/>
                  <a:gd name="T6" fmla="*/ 0 w 596"/>
                  <a:gd name="T7" fmla="*/ 1 h 594"/>
                  <a:gd name="T8" fmla="*/ 0 w 596"/>
                  <a:gd name="T9" fmla="*/ 1 h 594"/>
                  <a:gd name="T10" fmla="*/ 0 w 596"/>
                  <a:gd name="T11" fmla="*/ 1 h 594"/>
                  <a:gd name="T12" fmla="*/ 0 w 596"/>
                  <a:gd name="T13" fmla="*/ 1 h 594"/>
                  <a:gd name="T14" fmla="*/ 0 w 596"/>
                  <a:gd name="T15" fmla="*/ 1 h 594"/>
                  <a:gd name="T16" fmla="*/ 0 w 596"/>
                  <a:gd name="T17" fmla="*/ 1 h 594"/>
                  <a:gd name="T18" fmla="*/ 0 w 596"/>
                  <a:gd name="T19" fmla="*/ 1 h 594"/>
                  <a:gd name="T20" fmla="*/ 0 w 596"/>
                  <a:gd name="T21" fmla="*/ 1 h 594"/>
                  <a:gd name="T22" fmla="*/ 0 w 596"/>
                  <a:gd name="T23" fmla="*/ 1 h 594"/>
                  <a:gd name="T24" fmla="*/ 0 w 596"/>
                  <a:gd name="T25" fmla="*/ 1 h 594"/>
                  <a:gd name="T26" fmla="*/ 0 w 596"/>
                  <a:gd name="T27" fmla="*/ 1 h 594"/>
                  <a:gd name="T28" fmla="*/ 0 w 596"/>
                  <a:gd name="T29" fmla="*/ 1 h 594"/>
                  <a:gd name="T30" fmla="*/ 0 w 596"/>
                  <a:gd name="T31" fmla="*/ 1 h 594"/>
                  <a:gd name="T32" fmla="*/ 0 w 596"/>
                  <a:gd name="T33" fmla="*/ 1 h 594"/>
                  <a:gd name="T34" fmla="*/ 0 w 596"/>
                  <a:gd name="T35" fmla="*/ 1 h 594"/>
                  <a:gd name="T36" fmla="*/ 0 w 596"/>
                  <a:gd name="T37" fmla="*/ 1 h 594"/>
                  <a:gd name="T38" fmla="*/ 0 w 596"/>
                  <a:gd name="T39" fmla="*/ 1 h 594"/>
                  <a:gd name="T40" fmla="*/ 0 w 596"/>
                  <a:gd name="T41" fmla="*/ 1 h 594"/>
                  <a:gd name="T42" fmla="*/ 0 w 596"/>
                  <a:gd name="T43" fmla="*/ 1 h 594"/>
                  <a:gd name="T44" fmla="*/ 0 w 596"/>
                  <a:gd name="T45" fmla="*/ 1 h 594"/>
                  <a:gd name="T46" fmla="*/ 0 w 596"/>
                  <a:gd name="T47" fmla="*/ 1 h 594"/>
                  <a:gd name="T48" fmla="*/ 0 w 596"/>
                  <a:gd name="T49" fmla="*/ 1 h 594"/>
                  <a:gd name="T50" fmla="*/ 0 w 596"/>
                  <a:gd name="T51" fmla="*/ 1 h 594"/>
                  <a:gd name="T52" fmla="*/ 0 w 596"/>
                  <a:gd name="T53" fmla="*/ 1 h 594"/>
                  <a:gd name="T54" fmla="*/ 0 w 596"/>
                  <a:gd name="T55" fmla="*/ 1 h 594"/>
                  <a:gd name="T56" fmla="*/ 0 w 596"/>
                  <a:gd name="T57" fmla="*/ 1 h 594"/>
                  <a:gd name="T58" fmla="*/ 0 w 596"/>
                  <a:gd name="T59" fmla="*/ 1 h 594"/>
                  <a:gd name="T60" fmla="*/ 0 w 596"/>
                  <a:gd name="T61" fmla="*/ 1 h 594"/>
                  <a:gd name="T62" fmla="*/ 0 w 596"/>
                  <a:gd name="T63" fmla="*/ 1 h 594"/>
                  <a:gd name="T64" fmla="*/ 0 w 596"/>
                  <a:gd name="T65" fmla="*/ 0 h 59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596"/>
                  <a:gd name="T100" fmla="*/ 0 h 594"/>
                  <a:gd name="T101" fmla="*/ 596 w 596"/>
                  <a:gd name="T102" fmla="*/ 594 h 594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596" h="594">
                    <a:moveTo>
                      <a:pt x="121" y="0"/>
                    </a:moveTo>
                    <a:lnTo>
                      <a:pt x="39" y="0"/>
                    </a:lnTo>
                    <a:lnTo>
                      <a:pt x="3" y="22"/>
                    </a:lnTo>
                    <a:lnTo>
                      <a:pt x="0" y="77"/>
                    </a:lnTo>
                    <a:lnTo>
                      <a:pt x="90" y="396"/>
                    </a:lnTo>
                    <a:lnTo>
                      <a:pt x="99" y="428"/>
                    </a:lnTo>
                    <a:lnTo>
                      <a:pt x="102" y="463"/>
                    </a:lnTo>
                    <a:lnTo>
                      <a:pt x="107" y="536"/>
                    </a:lnTo>
                    <a:lnTo>
                      <a:pt x="123" y="571"/>
                    </a:lnTo>
                    <a:lnTo>
                      <a:pt x="146" y="576"/>
                    </a:lnTo>
                    <a:lnTo>
                      <a:pt x="171" y="579"/>
                    </a:lnTo>
                    <a:lnTo>
                      <a:pt x="243" y="582"/>
                    </a:lnTo>
                    <a:lnTo>
                      <a:pt x="375" y="588"/>
                    </a:lnTo>
                    <a:lnTo>
                      <a:pt x="479" y="594"/>
                    </a:lnTo>
                    <a:lnTo>
                      <a:pt x="505" y="586"/>
                    </a:lnTo>
                    <a:lnTo>
                      <a:pt x="525" y="562"/>
                    </a:lnTo>
                    <a:lnTo>
                      <a:pt x="548" y="530"/>
                    </a:lnTo>
                    <a:lnTo>
                      <a:pt x="566" y="496"/>
                    </a:lnTo>
                    <a:lnTo>
                      <a:pt x="578" y="475"/>
                    </a:lnTo>
                    <a:lnTo>
                      <a:pt x="584" y="459"/>
                    </a:lnTo>
                    <a:lnTo>
                      <a:pt x="595" y="432"/>
                    </a:lnTo>
                    <a:lnTo>
                      <a:pt x="596" y="420"/>
                    </a:lnTo>
                    <a:lnTo>
                      <a:pt x="595" y="403"/>
                    </a:lnTo>
                    <a:lnTo>
                      <a:pt x="586" y="394"/>
                    </a:lnTo>
                    <a:lnTo>
                      <a:pt x="569" y="384"/>
                    </a:lnTo>
                    <a:lnTo>
                      <a:pt x="550" y="382"/>
                    </a:lnTo>
                    <a:lnTo>
                      <a:pt x="525" y="382"/>
                    </a:lnTo>
                    <a:lnTo>
                      <a:pt x="195" y="394"/>
                    </a:lnTo>
                    <a:lnTo>
                      <a:pt x="188" y="316"/>
                    </a:lnTo>
                    <a:lnTo>
                      <a:pt x="177" y="170"/>
                    </a:lnTo>
                    <a:lnTo>
                      <a:pt x="169" y="68"/>
                    </a:lnTo>
                    <a:lnTo>
                      <a:pt x="157" y="25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9F7F5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623" name="Freeform 10">
              <a:extLst>
                <a:ext uri="{FF2B5EF4-FFF2-40B4-BE49-F238E27FC236}">
                  <a16:creationId xmlns:a16="http://schemas.microsoft.com/office/drawing/2014/main" id="{3334F1DA-1D0B-7D37-7C31-24B70364C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9" y="2391"/>
              <a:ext cx="358" cy="626"/>
            </a:xfrm>
            <a:custGeom>
              <a:avLst/>
              <a:gdLst>
                <a:gd name="T0" fmla="*/ 1 w 716"/>
                <a:gd name="T1" fmla="*/ 1 h 1252"/>
                <a:gd name="T2" fmla="*/ 1 w 716"/>
                <a:gd name="T3" fmla="*/ 1 h 1252"/>
                <a:gd name="T4" fmla="*/ 1 w 716"/>
                <a:gd name="T5" fmla="*/ 1 h 1252"/>
                <a:gd name="T6" fmla="*/ 1 w 716"/>
                <a:gd name="T7" fmla="*/ 1 h 1252"/>
                <a:gd name="T8" fmla="*/ 1 w 716"/>
                <a:gd name="T9" fmla="*/ 1 h 1252"/>
                <a:gd name="T10" fmla="*/ 1 w 716"/>
                <a:gd name="T11" fmla="*/ 1 h 1252"/>
                <a:gd name="T12" fmla="*/ 1 w 716"/>
                <a:gd name="T13" fmla="*/ 1 h 1252"/>
                <a:gd name="T14" fmla="*/ 1 w 716"/>
                <a:gd name="T15" fmla="*/ 1 h 1252"/>
                <a:gd name="T16" fmla="*/ 1 w 716"/>
                <a:gd name="T17" fmla="*/ 1 h 1252"/>
                <a:gd name="T18" fmla="*/ 1 w 716"/>
                <a:gd name="T19" fmla="*/ 1 h 1252"/>
                <a:gd name="T20" fmla="*/ 1 w 716"/>
                <a:gd name="T21" fmla="*/ 1 h 1252"/>
                <a:gd name="T22" fmla="*/ 1 w 716"/>
                <a:gd name="T23" fmla="*/ 1 h 1252"/>
                <a:gd name="T24" fmla="*/ 1 w 716"/>
                <a:gd name="T25" fmla="*/ 1 h 1252"/>
                <a:gd name="T26" fmla="*/ 1 w 716"/>
                <a:gd name="T27" fmla="*/ 1 h 1252"/>
                <a:gd name="T28" fmla="*/ 1 w 716"/>
                <a:gd name="T29" fmla="*/ 1 h 1252"/>
                <a:gd name="T30" fmla="*/ 1 w 716"/>
                <a:gd name="T31" fmla="*/ 1 h 1252"/>
                <a:gd name="T32" fmla="*/ 1 w 716"/>
                <a:gd name="T33" fmla="*/ 1 h 1252"/>
                <a:gd name="T34" fmla="*/ 1 w 716"/>
                <a:gd name="T35" fmla="*/ 1 h 1252"/>
                <a:gd name="T36" fmla="*/ 1 w 716"/>
                <a:gd name="T37" fmla="*/ 1 h 1252"/>
                <a:gd name="T38" fmla="*/ 1 w 716"/>
                <a:gd name="T39" fmla="*/ 1 h 1252"/>
                <a:gd name="T40" fmla="*/ 1 w 716"/>
                <a:gd name="T41" fmla="*/ 1 h 1252"/>
                <a:gd name="T42" fmla="*/ 1 w 716"/>
                <a:gd name="T43" fmla="*/ 1 h 1252"/>
                <a:gd name="T44" fmla="*/ 1 w 716"/>
                <a:gd name="T45" fmla="*/ 1 h 1252"/>
                <a:gd name="T46" fmla="*/ 1 w 716"/>
                <a:gd name="T47" fmla="*/ 1 h 1252"/>
                <a:gd name="T48" fmla="*/ 1 w 716"/>
                <a:gd name="T49" fmla="*/ 1 h 1252"/>
                <a:gd name="T50" fmla="*/ 1 w 716"/>
                <a:gd name="T51" fmla="*/ 1 h 1252"/>
                <a:gd name="T52" fmla="*/ 1 w 716"/>
                <a:gd name="T53" fmla="*/ 1 h 1252"/>
                <a:gd name="T54" fmla="*/ 1 w 716"/>
                <a:gd name="T55" fmla="*/ 1 h 1252"/>
                <a:gd name="T56" fmla="*/ 1 w 716"/>
                <a:gd name="T57" fmla="*/ 1 h 1252"/>
                <a:gd name="T58" fmla="*/ 1 w 716"/>
                <a:gd name="T59" fmla="*/ 1 h 1252"/>
                <a:gd name="T60" fmla="*/ 1 w 716"/>
                <a:gd name="T61" fmla="*/ 1 h 1252"/>
                <a:gd name="T62" fmla="*/ 0 w 716"/>
                <a:gd name="T63" fmla="*/ 1 h 1252"/>
                <a:gd name="T64" fmla="*/ 1 w 716"/>
                <a:gd name="T65" fmla="*/ 1 h 1252"/>
                <a:gd name="T66" fmla="*/ 1 w 716"/>
                <a:gd name="T67" fmla="*/ 1 h 1252"/>
                <a:gd name="T68" fmla="*/ 1 w 716"/>
                <a:gd name="T69" fmla="*/ 1 h 1252"/>
                <a:gd name="T70" fmla="*/ 1 w 716"/>
                <a:gd name="T71" fmla="*/ 1 h 1252"/>
                <a:gd name="T72" fmla="*/ 1 w 716"/>
                <a:gd name="T73" fmla="*/ 1 h 1252"/>
                <a:gd name="T74" fmla="*/ 1 w 716"/>
                <a:gd name="T75" fmla="*/ 1 h 1252"/>
                <a:gd name="T76" fmla="*/ 1 w 716"/>
                <a:gd name="T77" fmla="*/ 1 h 1252"/>
                <a:gd name="T78" fmla="*/ 1 w 716"/>
                <a:gd name="T79" fmla="*/ 0 h 125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716"/>
                <a:gd name="T121" fmla="*/ 0 h 1252"/>
                <a:gd name="T122" fmla="*/ 716 w 716"/>
                <a:gd name="T123" fmla="*/ 1252 h 125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716" h="1252">
                  <a:moveTo>
                    <a:pt x="401" y="0"/>
                  </a:moveTo>
                  <a:lnTo>
                    <a:pt x="432" y="23"/>
                  </a:lnTo>
                  <a:lnTo>
                    <a:pt x="473" y="60"/>
                  </a:lnTo>
                  <a:lnTo>
                    <a:pt x="493" y="91"/>
                  </a:lnTo>
                  <a:lnTo>
                    <a:pt x="510" y="119"/>
                  </a:lnTo>
                  <a:lnTo>
                    <a:pt x="524" y="140"/>
                  </a:lnTo>
                  <a:lnTo>
                    <a:pt x="545" y="160"/>
                  </a:lnTo>
                  <a:lnTo>
                    <a:pt x="555" y="180"/>
                  </a:lnTo>
                  <a:lnTo>
                    <a:pt x="555" y="217"/>
                  </a:lnTo>
                  <a:lnTo>
                    <a:pt x="548" y="237"/>
                  </a:lnTo>
                  <a:lnTo>
                    <a:pt x="535" y="241"/>
                  </a:lnTo>
                  <a:lnTo>
                    <a:pt x="521" y="244"/>
                  </a:lnTo>
                  <a:lnTo>
                    <a:pt x="518" y="261"/>
                  </a:lnTo>
                  <a:lnTo>
                    <a:pt x="524" y="288"/>
                  </a:lnTo>
                  <a:lnTo>
                    <a:pt x="524" y="326"/>
                  </a:lnTo>
                  <a:lnTo>
                    <a:pt x="515" y="346"/>
                  </a:lnTo>
                  <a:lnTo>
                    <a:pt x="480" y="371"/>
                  </a:lnTo>
                  <a:lnTo>
                    <a:pt x="463" y="371"/>
                  </a:lnTo>
                  <a:lnTo>
                    <a:pt x="449" y="383"/>
                  </a:lnTo>
                  <a:lnTo>
                    <a:pt x="443" y="431"/>
                  </a:lnTo>
                  <a:lnTo>
                    <a:pt x="443" y="472"/>
                  </a:lnTo>
                  <a:lnTo>
                    <a:pt x="487" y="462"/>
                  </a:lnTo>
                  <a:lnTo>
                    <a:pt x="552" y="462"/>
                  </a:lnTo>
                  <a:lnTo>
                    <a:pt x="619" y="462"/>
                  </a:lnTo>
                  <a:lnTo>
                    <a:pt x="664" y="472"/>
                  </a:lnTo>
                  <a:lnTo>
                    <a:pt x="691" y="489"/>
                  </a:lnTo>
                  <a:lnTo>
                    <a:pt x="711" y="523"/>
                  </a:lnTo>
                  <a:lnTo>
                    <a:pt x="716" y="558"/>
                  </a:lnTo>
                  <a:lnTo>
                    <a:pt x="708" y="598"/>
                  </a:lnTo>
                  <a:lnTo>
                    <a:pt x="685" y="680"/>
                  </a:lnTo>
                  <a:lnTo>
                    <a:pt x="647" y="765"/>
                  </a:lnTo>
                  <a:lnTo>
                    <a:pt x="602" y="843"/>
                  </a:lnTo>
                  <a:lnTo>
                    <a:pt x="552" y="977"/>
                  </a:lnTo>
                  <a:lnTo>
                    <a:pt x="518" y="1075"/>
                  </a:lnTo>
                  <a:lnTo>
                    <a:pt x="493" y="1186"/>
                  </a:lnTo>
                  <a:lnTo>
                    <a:pt x="480" y="1252"/>
                  </a:lnTo>
                  <a:lnTo>
                    <a:pt x="443" y="1231"/>
                  </a:lnTo>
                  <a:lnTo>
                    <a:pt x="406" y="1203"/>
                  </a:lnTo>
                  <a:lnTo>
                    <a:pt x="359" y="1173"/>
                  </a:lnTo>
                  <a:lnTo>
                    <a:pt x="328" y="1169"/>
                  </a:lnTo>
                  <a:lnTo>
                    <a:pt x="314" y="1160"/>
                  </a:lnTo>
                  <a:lnTo>
                    <a:pt x="293" y="1146"/>
                  </a:lnTo>
                  <a:lnTo>
                    <a:pt x="256" y="1156"/>
                  </a:lnTo>
                  <a:lnTo>
                    <a:pt x="232" y="1177"/>
                  </a:lnTo>
                  <a:lnTo>
                    <a:pt x="215" y="1183"/>
                  </a:lnTo>
                  <a:lnTo>
                    <a:pt x="198" y="1180"/>
                  </a:lnTo>
                  <a:lnTo>
                    <a:pt x="209" y="1163"/>
                  </a:lnTo>
                  <a:lnTo>
                    <a:pt x="229" y="1102"/>
                  </a:lnTo>
                  <a:lnTo>
                    <a:pt x="281" y="1027"/>
                  </a:lnTo>
                  <a:lnTo>
                    <a:pt x="331" y="977"/>
                  </a:lnTo>
                  <a:lnTo>
                    <a:pt x="338" y="943"/>
                  </a:lnTo>
                  <a:lnTo>
                    <a:pt x="345" y="881"/>
                  </a:lnTo>
                  <a:lnTo>
                    <a:pt x="348" y="802"/>
                  </a:lnTo>
                  <a:lnTo>
                    <a:pt x="341" y="745"/>
                  </a:lnTo>
                  <a:lnTo>
                    <a:pt x="331" y="714"/>
                  </a:lnTo>
                  <a:lnTo>
                    <a:pt x="287" y="697"/>
                  </a:lnTo>
                  <a:lnTo>
                    <a:pt x="243" y="703"/>
                  </a:lnTo>
                  <a:lnTo>
                    <a:pt x="178" y="720"/>
                  </a:lnTo>
                  <a:lnTo>
                    <a:pt x="117" y="731"/>
                  </a:lnTo>
                  <a:lnTo>
                    <a:pt x="92" y="737"/>
                  </a:lnTo>
                  <a:lnTo>
                    <a:pt x="52" y="731"/>
                  </a:lnTo>
                  <a:lnTo>
                    <a:pt x="28" y="717"/>
                  </a:lnTo>
                  <a:lnTo>
                    <a:pt x="8" y="683"/>
                  </a:lnTo>
                  <a:lnTo>
                    <a:pt x="0" y="643"/>
                  </a:lnTo>
                  <a:lnTo>
                    <a:pt x="14" y="592"/>
                  </a:lnTo>
                  <a:lnTo>
                    <a:pt x="28" y="565"/>
                  </a:lnTo>
                  <a:lnTo>
                    <a:pt x="66" y="489"/>
                  </a:lnTo>
                  <a:lnTo>
                    <a:pt x="106" y="418"/>
                  </a:lnTo>
                  <a:lnTo>
                    <a:pt x="144" y="360"/>
                  </a:lnTo>
                  <a:lnTo>
                    <a:pt x="178" y="313"/>
                  </a:lnTo>
                  <a:lnTo>
                    <a:pt x="205" y="254"/>
                  </a:lnTo>
                  <a:lnTo>
                    <a:pt x="226" y="208"/>
                  </a:lnTo>
                  <a:lnTo>
                    <a:pt x="232" y="157"/>
                  </a:lnTo>
                  <a:lnTo>
                    <a:pt x="246" y="102"/>
                  </a:lnTo>
                  <a:lnTo>
                    <a:pt x="256" y="57"/>
                  </a:lnTo>
                  <a:lnTo>
                    <a:pt x="273" y="27"/>
                  </a:lnTo>
                  <a:lnTo>
                    <a:pt x="293" y="6"/>
                  </a:lnTo>
                  <a:lnTo>
                    <a:pt x="318" y="6"/>
                  </a:lnTo>
                  <a:lnTo>
                    <a:pt x="365" y="23"/>
                  </a:lnTo>
                  <a:lnTo>
                    <a:pt x="401" y="0"/>
                  </a:lnTo>
                  <a:close/>
                </a:path>
              </a:pathLst>
            </a:custGeom>
            <a:solidFill>
              <a:srgbClr val="9F3FD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624" name="Group 11">
              <a:extLst>
                <a:ext uri="{FF2B5EF4-FFF2-40B4-BE49-F238E27FC236}">
                  <a16:creationId xmlns:a16="http://schemas.microsoft.com/office/drawing/2014/main" id="{5132CD22-6E00-393A-F1DC-665D670B4F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3" y="2471"/>
              <a:ext cx="301" cy="545"/>
              <a:chOff x="3813" y="2359"/>
              <a:chExt cx="301" cy="545"/>
            </a:xfrm>
          </p:grpSpPr>
          <p:sp>
            <p:nvSpPr>
              <p:cNvPr id="22712" name="Freeform 12">
                <a:extLst>
                  <a:ext uri="{FF2B5EF4-FFF2-40B4-BE49-F238E27FC236}">
                    <a16:creationId xmlns:a16="http://schemas.microsoft.com/office/drawing/2014/main" id="{8BCB1FCC-DD9C-E2FF-CCAF-C29E38F23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8" y="2648"/>
                <a:ext cx="286" cy="256"/>
              </a:xfrm>
              <a:custGeom>
                <a:avLst/>
                <a:gdLst>
                  <a:gd name="T0" fmla="*/ 1 w 571"/>
                  <a:gd name="T1" fmla="*/ 1 h 511"/>
                  <a:gd name="T2" fmla="*/ 1 w 571"/>
                  <a:gd name="T3" fmla="*/ 1 h 511"/>
                  <a:gd name="T4" fmla="*/ 1 w 571"/>
                  <a:gd name="T5" fmla="*/ 1 h 511"/>
                  <a:gd name="T6" fmla="*/ 1 w 571"/>
                  <a:gd name="T7" fmla="*/ 1 h 511"/>
                  <a:gd name="T8" fmla="*/ 1 w 571"/>
                  <a:gd name="T9" fmla="*/ 1 h 511"/>
                  <a:gd name="T10" fmla="*/ 1 w 571"/>
                  <a:gd name="T11" fmla="*/ 1 h 511"/>
                  <a:gd name="T12" fmla="*/ 1 w 571"/>
                  <a:gd name="T13" fmla="*/ 1 h 511"/>
                  <a:gd name="T14" fmla="*/ 1 w 571"/>
                  <a:gd name="T15" fmla="*/ 1 h 511"/>
                  <a:gd name="T16" fmla="*/ 1 w 571"/>
                  <a:gd name="T17" fmla="*/ 1 h 511"/>
                  <a:gd name="T18" fmla="*/ 1 w 571"/>
                  <a:gd name="T19" fmla="*/ 1 h 511"/>
                  <a:gd name="T20" fmla="*/ 1 w 571"/>
                  <a:gd name="T21" fmla="*/ 1 h 511"/>
                  <a:gd name="T22" fmla="*/ 1 w 571"/>
                  <a:gd name="T23" fmla="*/ 1 h 511"/>
                  <a:gd name="T24" fmla="*/ 1 w 571"/>
                  <a:gd name="T25" fmla="*/ 1 h 511"/>
                  <a:gd name="T26" fmla="*/ 1 w 571"/>
                  <a:gd name="T27" fmla="*/ 1 h 511"/>
                  <a:gd name="T28" fmla="*/ 0 w 571"/>
                  <a:gd name="T29" fmla="*/ 1 h 511"/>
                  <a:gd name="T30" fmla="*/ 1 w 571"/>
                  <a:gd name="T31" fmla="*/ 1 h 511"/>
                  <a:gd name="T32" fmla="*/ 1 w 571"/>
                  <a:gd name="T33" fmla="*/ 1 h 511"/>
                  <a:gd name="T34" fmla="*/ 1 w 571"/>
                  <a:gd name="T35" fmla="*/ 1 h 511"/>
                  <a:gd name="T36" fmla="*/ 1 w 571"/>
                  <a:gd name="T37" fmla="*/ 1 h 511"/>
                  <a:gd name="T38" fmla="*/ 1 w 571"/>
                  <a:gd name="T39" fmla="*/ 1 h 511"/>
                  <a:gd name="T40" fmla="*/ 1 w 571"/>
                  <a:gd name="T41" fmla="*/ 1 h 511"/>
                  <a:gd name="T42" fmla="*/ 1 w 571"/>
                  <a:gd name="T43" fmla="*/ 1 h 511"/>
                  <a:gd name="T44" fmla="*/ 1 w 571"/>
                  <a:gd name="T45" fmla="*/ 0 h 511"/>
                  <a:gd name="T46" fmla="*/ 1 w 571"/>
                  <a:gd name="T47" fmla="*/ 1 h 511"/>
                  <a:gd name="T48" fmla="*/ 1 w 571"/>
                  <a:gd name="T49" fmla="*/ 1 h 511"/>
                  <a:gd name="T50" fmla="*/ 1 w 571"/>
                  <a:gd name="T51" fmla="*/ 1 h 51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571"/>
                  <a:gd name="T79" fmla="*/ 0 h 511"/>
                  <a:gd name="T80" fmla="*/ 571 w 571"/>
                  <a:gd name="T81" fmla="*/ 511 h 51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571" h="511">
                    <a:moveTo>
                      <a:pt x="404" y="10"/>
                    </a:moveTo>
                    <a:lnTo>
                      <a:pt x="571" y="463"/>
                    </a:lnTo>
                    <a:lnTo>
                      <a:pt x="564" y="473"/>
                    </a:lnTo>
                    <a:lnTo>
                      <a:pt x="551" y="465"/>
                    </a:lnTo>
                    <a:lnTo>
                      <a:pt x="391" y="27"/>
                    </a:lnTo>
                    <a:lnTo>
                      <a:pt x="381" y="23"/>
                    </a:lnTo>
                    <a:lnTo>
                      <a:pt x="319" y="21"/>
                    </a:lnTo>
                    <a:lnTo>
                      <a:pt x="240" y="25"/>
                    </a:lnTo>
                    <a:lnTo>
                      <a:pt x="169" y="29"/>
                    </a:lnTo>
                    <a:lnTo>
                      <a:pt x="148" y="36"/>
                    </a:lnTo>
                    <a:lnTo>
                      <a:pt x="135" y="46"/>
                    </a:lnTo>
                    <a:lnTo>
                      <a:pt x="127" y="61"/>
                    </a:lnTo>
                    <a:lnTo>
                      <a:pt x="15" y="507"/>
                    </a:lnTo>
                    <a:lnTo>
                      <a:pt x="7" y="511"/>
                    </a:lnTo>
                    <a:lnTo>
                      <a:pt x="0" y="502"/>
                    </a:lnTo>
                    <a:lnTo>
                      <a:pt x="111" y="58"/>
                    </a:lnTo>
                    <a:lnTo>
                      <a:pt x="121" y="35"/>
                    </a:lnTo>
                    <a:lnTo>
                      <a:pt x="131" y="25"/>
                    </a:lnTo>
                    <a:lnTo>
                      <a:pt x="141" y="17"/>
                    </a:lnTo>
                    <a:lnTo>
                      <a:pt x="154" y="11"/>
                    </a:lnTo>
                    <a:lnTo>
                      <a:pt x="177" y="10"/>
                    </a:lnTo>
                    <a:lnTo>
                      <a:pt x="252" y="4"/>
                    </a:lnTo>
                    <a:lnTo>
                      <a:pt x="334" y="0"/>
                    </a:lnTo>
                    <a:lnTo>
                      <a:pt x="373" y="1"/>
                    </a:lnTo>
                    <a:lnTo>
                      <a:pt x="392" y="4"/>
                    </a:lnTo>
                    <a:lnTo>
                      <a:pt x="404" y="10"/>
                    </a:lnTo>
                    <a:close/>
                  </a:path>
                </a:pathLst>
              </a:custGeom>
              <a:solidFill>
                <a:srgbClr val="3F1F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13" name="Freeform 13">
                <a:extLst>
                  <a:ext uri="{FF2B5EF4-FFF2-40B4-BE49-F238E27FC236}">
                    <a16:creationId xmlns:a16="http://schemas.microsoft.com/office/drawing/2014/main" id="{2E14EE76-71F4-119C-A74D-84682C1E6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2359"/>
                <a:ext cx="298" cy="298"/>
              </a:xfrm>
              <a:custGeom>
                <a:avLst/>
                <a:gdLst>
                  <a:gd name="T0" fmla="*/ 1 w 595"/>
                  <a:gd name="T1" fmla="*/ 0 h 595"/>
                  <a:gd name="T2" fmla="*/ 1 w 595"/>
                  <a:gd name="T3" fmla="*/ 0 h 595"/>
                  <a:gd name="T4" fmla="*/ 1 w 595"/>
                  <a:gd name="T5" fmla="*/ 1 h 595"/>
                  <a:gd name="T6" fmla="*/ 1 w 595"/>
                  <a:gd name="T7" fmla="*/ 1 h 595"/>
                  <a:gd name="T8" fmla="*/ 1 w 595"/>
                  <a:gd name="T9" fmla="*/ 1 h 595"/>
                  <a:gd name="T10" fmla="*/ 1 w 595"/>
                  <a:gd name="T11" fmla="*/ 1 h 595"/>
                  <a:gd name="T12" fmla="*/ 1 w 595"/>
                  <a:gd name="T13" fmla="*/ 1 h 595"/>
                  <a:gd name="T14" fmla="*/ 1 w 595"/>
                  <a:gd name="T15" fmla="*/ 1 h 595"/>
                  <a:gd name="T16" fmla="*/ 1 w 595"/>
                  <a:gd name="T17" fmla="*/ 1 h 595"/>
                  <a:gd name="T18" fmla="*/ 1 w 595"/>
                  <a:gd name="T19" fmla="*/ 1 h 595"/>
                  <a:gd name="T20" fmla="*/ 1 w 595"/>
                  <a:gd name="T21" fmla="*/ 1 h 595"/>
                  <a:gd name="T22" fmla="*/ 1 w 595"/>
                  <a:gd name="T23" fmla="*/ 1 h 595"/>
                  <a:gd name="T24" fmla="*/ 1 w 595"/>
                  <a:gd name="T25" fmla="*/ 1 h 595"/>
                  <a:gd name="T26" fmla="*/ 1 w 595"/>
                  <a:gd name="T27" fmla="*/ 1 h 595"/>
                  <a:gd name="T28" fmla="*/ 1 w 595"/>
                  <a:gd name="T29" fmla="*/ 1 h 595"/>
                  <a:gd name="T30" fmla="*/ 1 w 595"/>
                  <a:gd name="T31" fmla="*/ 1 h 595"/>
                  <a:gd name="T32" fmla="*/ 1 w 595"/>
                  <a:gd name="T33" fmla="*/ 1 h 595"/>
                  <a:gd name="T34" fmla="*/ 1 w 595"/>
                  <a:gd name="T35" fmla="*/ 1 h 595"/>
                  <a:gd name="T36" fmla="*/ 1 w 595"/>
                  <a:gd name="T37" fmla="*/ 1 h 595"/>
                  <a:gd name="T38" fmla="*/ 1 w 595"/>
                  <a:gd name="T39" fmla="*/ 1 h 595"/>
                  <a:gd name="T40" fmla="*/ 1 w 595"/>
                  <a:gd name="T41" fmla="*/ 1 h 595"/>
                  <a:gd name="T42" fmla="*/ 0 w 595"/>
                  <a:gd name="T43" fmla="*/ 1 h 595"/>
                  <a:gd name="T44" fmla="*/ 1 w 595"/>
                  <a:gd name="T45" fmla="*/ 1 h 595"/>
                  <a:gd name="T46" fmla="*/ 1 w 595"/>
                  <a:gd name="T47" fmla="*/ 1 h 595"/>
                  <a:gd name="T48" fmla="*/ 1 w 595"/>
                  <a:gd name="T49" fmla="*/ 1 h 595"/>
                  <a:gd name="T50" fmla="*/ 1 w 595"/>
                  <a:gd name="T51" fmla="*/ 1 h 595"/>
                  <a:gd name="T52" fmla="*/ 1 w 595"/>
                  <a:gd name="T53" fmla="*/ 1 h 595"/>
                  <a:gd name="T54" fmla="*/ 1 w 595"/>
                  <a:gd name="T55" fmla="*/ 1 h 595"/>
                  <a:gd name="T56" fmla="*/ 1 w 595"/>
                  <a:gd name="T57" fmla="*/ 1 h 595"/>
                  <a:gd name="T58" fmla="*/ 1 w 595"/>
                  <a:gd name="T59" fmla="*/ 1 h 595"/>
                  <a:gd name="T60" fmla="*/ 1 w 595"/>
                  <a:gd name="T61" fmla="*/ 1 h 595"/>
                  <a:gd name="T62" fmla="*/ 1 w 595"/>
                  <a:gd name="T63" fmla="*/ 1 h 595"/>
                  <a:gd name="T64" fmla="*/ 1 w 595"/>
                  <a:gd name="T65" fmla="*/ 0 h 59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595"/>
                  <a:gd name="T100" fmla="*/ 0 h 595"/>
                  <a:gd name="T101" fmla="*/ 595 w 595"/>
                  <a:gd name="T102" fmla="*/ 595 h 595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595" h="595">
                    <a:moveTo>
                      <a:pt x="474" y="0"/>
                    </a:moveTo>
                    <a:lnTo>
                      <a:pt x="556" y="0"/>
                    </a:lnTo>
                    <a:lnTo>
                      <a:pt x="592" y="22"/>
                    </a:lnTo>
                    <a:lnTo>
                      <a:pt x="595" y="78"/>
                    </a:lnTo>
                    <a:lnTo>
                      <a:pt x="504" y="397"/>
                    </a:lnTo>
                    <a:lnTo>
                      <a:pt x="497" y="429"/>
                    </a:lnTo>
                    <a:lnTo>
                      <a:pt x="492" y="463"/>
                    </a:lnTo>
                    <a:lnTo>
                      <a:pt x="488" y="537"/>
                    </a:lnTo>
                    <a:lnTo>
                      <a:pt x="472" y="571"/>
                    </a:lnTo>
                    <a:lnTo>
                      <a:pt x="450" y="576"/>
                    </a:lnTo>
                    <a:lnTo>
                      <a:pt x="424" y="579"/>
                    </a:lnTo>
                    <a:lnTo>
                      <a:pt x="352" y="584"/>
                    </a:lnTo>
                    <a:lnTo>
                      <a:pt x="220" y="588"/>
                    </a:lnTo>
                    <a:lnTo>
                      <a:pt x="116" y="595"/>
                    </a:lnTo>
                    <a:lnTo>
                      <a:pt x="90" y="587"/>
                    </a:lnTo>
                    <a:lnTo>
                      <a:pt x="70" y="562"/>
                    </a:lnTo>
                    <a:lnTo>
                      <a:pt x="48" y="530"/>
                    </a:lnTo>
                    <a:lnTo>
                      <a:pt x="28" y="497"/>
                    </a:lnTo>
                    <a:lnTo>
                      <a:pt x="17" y="477"/>
                    </a:lnTo>
                    <a:lnTo>
                      <a:pt x="11" y="460"/>
                    </a:lnTo>
                    <a:lnTo>
                      <a:pt x="1" y="433"/>
                    </a:lnTo>
                    <a:lnTo>
                      <a:pt x="0" y="420"/>
                    </a:lnTo>
                    <a:lnTo>
                      <a:pt x="1" y="403"/>
                    </a:lnTo>
                    <a:lnTo>
                      <a:pt x="9" y="396"/>
                    </a:lnTo>
                    <a:lnTo>
                      <a:pt x="25" y="385"/>
                    </a:lnTo>
                    <a:lnTo>
                      <a:pt x="46" y="383"/>
                    </a:lnTo>
                    <a:lnTo>
                      <a:pt x="70" y="383"/>
                    </a:lnTo>
                    <a:lnTo>
                      <a:pt x="401" y="396"/>
                    </a:lnTo>
                    <a:lnTo>
                      <a:pt x="407" y="316"/>
                    </a:lnTo>
                    <a:lnTo>
                      <a:pt x="419" y="170"/>
                    </a:lnTo>
                    <a:lnTo>
                      <a:pt x="426" y="69"/>
                    </a:lnTo>
                    <a:lnTo>
                      <a:pt x="438" y="26"/>
                    </a:lnTo>
                    <a:lnTo>
                      <a:pt x="474" y="0"/>
                    </a:lnTo>
                    <a:close/>
                  </a:path>
                </a:pathLst>
              </a:custGeom>
              <a:solidFill>
                <a:srgbClr val="9F7F5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25" name="Group 14">
              <a:extLst>
                <a:ext uri="{FF2B5EF4-FFF2-40B4-BE49-F238E27FC236}">
                  <a16:creationId xmlns:a16="http://schemas.microsoft.com/office/drawing/2014/main" id="{E21D1F69-EB0D-00CF-2A56-A93EEF761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3" y="2058"/>
              <a:ext cx="287" cy="324"/>
              <a:chOff x="3593" y="1946"/>
              <a:chExt cx="287" cy="324"/>
            </a:xfrm>
          </p:grpSpPr>
          <p:sp>
            <p:nvSpPr>
              <p:cNvPr id="22701" name="Freeform 15">
                <a:extLst>
                  <a:ext uri="{FF2B5EF4-FFF2-40B4-BE49-F238E27FC236}">
                    <a16:creationId xmlns:a16="http://schemas.microsoft.com/office/drawing/2014/main" id="{96C424EB-A1B0-892A-FD79-E91D0FB0D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3" y="2214"/>
                <a:ext cx="46" cy="56"/>
              </a:xfrm>
              <a:custGeom>
                <a:avLst/>
                <a:gdLst>
                  <a:gd name="T0" fmla="*/ 0 w 92"/>
                  <a:gd name="T1" fmla="*/ 1 h 112"/>
                  <a:gd name="T2" fmla="*/ 1 w 92"/>
                  <a:gd name="T3" fmla="*/ 1 h 112"/>
                  <a:gd name="T4" fmla="*/ 1 w 92"/>
                  <a:gd name="T5" fmla="*/ 1 h 112"/>
                  <a:gd name="T6" fmla="*/ 1 w 92"/>
                  <a:gd name="T7" fmla="*/ 1 h 112"/>
                  <a:gd name="T8" fmla="*/ 1 w 92"/>
                  <a:gd name="T9" fmla="*/ 1 h 112"/>
                  <a:gd name="T10" fmla="*/ 1 w 92"/>
                  <a:gd name="T11" fmla="*/ 1 h 112"/>
                  <a:gd name="T12" fmla="*/ 1 w 92"/>
                  <a:gd name="T13" fmla="*/ 1 h 112"/>
                  <a:gd name="T14" fmla="*/ 1 w 92"/>
                  <a:gd name="T15" fmla="*/ 0 h 112"/>
                  <a:gd name="T16" fmla="*/ 0 w 92"/>
                  <a:gd name="T17" fmla="*/ 1 h 11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2"/>
                  <a:gd name="T28" fmla="*/ 0 h 112"/>
                  <a:gd name="T29" fmla="*/ 92 w 92"/>
                  <a:gd name="T30" fmla="*/ 112 h 11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2" h="112">
                    <a:moveTo>
                      <a:pt x="0" y="39"/>
                    </a:moveTo>
                    <a:lnTo>
                      <a:pt x="6" y="64"/>
                    </a:lnTo>
                    <a:lnTo>
                      <a:pt x="15" y="77"/>
                    </a:lnTo>
                    <a:lnTo>
                      <a:pt x="31" y="97"/>
                    </a:lnTo>
                    <a:lnTo>
                      <a:pt x="37" y="112"/>
                    </a:lnTo>
                    <a:lnTo>
                      <a:pt x="92" y="70"/>
                    </a:lnTo>
                    <a:lnTo>
                      <a:pt x="69" y="21"/>
                    </a:lnTo>
                    <a:lnTo>
                      <a:pt x="60" y="0"/>
                    </a:lnTo>
                    <a:lnTo>
                      <a:pt x="0" y="39"/>
                    </a:lnTo>
                    <a:close/>
                  </a:path>
                </a:pathLst>
              </a:custGeom>
              <a:solidFill>
                <a:srgbClr val="F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702" name="Group 16">
                <a:extLst>
                  <a:ext uri="{FF2B5EF4-FFF2-40B4-BE49-F238E27FC236}">
                    <a16:creationId xmlns:a16="http://schemas.microsoft.com/office/drawing/2014/main" id="{161D105F-0045-9B26-BE5E-AB4ED35BA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61" y="2173"/>
                <a:ext cx="52" cy="44"/>
                <a:chOff x="3661" y="2173"/>
                <a:chExt cx="52" cy="44"/>
              </a:xfrm>
            </p:grpSpPr>
            <p:sp>
              <p:nvSpPr>
                <p:cNvPr id="22710" name="Freeform 17">
                  <a:extLst>
                    <a:ext uri="{FF2B5EF4-FFF2-40B4-BE49-F238E27FC236}">
                      <a16:creationId xmlns:a16="http://schemas.microsoft.com/office/drawing/2014/main" id="{B1CE0363-5128-858E-F0E2-5B7DD6726E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72" y="2186"/>
                  <a:ext cx="41" cy="31"/>
                </a:xfrm>
                <a:custGeom>
                  <a:avLst/>
                  <a:gdLst>
                    <a:gd name="T0" fmla="*/ 0 w 83"/>
                    <a:gd name="T1" fmla="*/ 0 h 64"/>
                    <a:gd name="T2" fmla="*/ 0 w 83"/>
                    <a:gd name="T3" fmla="*/ 0 h 64"/>
                    <a:gd name="T4" fmla="*/ 0 w 83"/>
                    <a:gd name="T5" fmla="*/ 0 h 64"/>
                    <a:gd name="T6" fmla="*/ 0 w 83"/>
                    <a:gd name="T7" fmla="*/ 0 h 64"/>
                    <a:gd name="T8" fmla="*/ 0 w 83"/>
                    <a:gd name="T9" fmla="*/ 0 h 64"/>
                    <a:gd name="T10" fmla="*/ 0 w 83"/>
                    <a:gd name="T11" fmla="*/ 0 h 64"/>
                    <a:gd name="T12" fmla="*/ 0 w 83"/>
                    <a:gd name="T13" fmla="*/ 0 h 64"/>
                    <a:gd name="T14" fmla="*/ 0 w 83"/>
                    <a:gd name="T15" fmla="*/ 0 h 6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3"/>
                    <a:gd name="T25" fmla="*/ 0 h 64"/>
                    <a:gd name="T26" fmla="*/ 83 w 83"/>
                    <a:gd name="T27" fmla="*/ 64 h 64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3" h="64">
                      <a:moveTo>
                        <a:pt x="0" y="0"/>
                      </a:moveTo>
                      <a:lnTo>
                        <a:pt x="3" y="26"/>
                      </a:lnTo>
                      <a:lnTo>
                        <a:pt x="4" y="41"/>
                      </a:lnTo>
                      <a:lnTo>
                        <a:pt x="4" y="52"/>
                      </a:lnTo>
                      <a:lnTo>
                        <a:pt x="4" y="64"/>
                      </a:lnTo>
                      <a:lnTo>
                        <a:pt x="83" y="56"/>
                      </a:lnTo>
                      <a:lnTo>
                        <a:pt x="81" y="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11" name="Freeform 18">
                  <a:extLst>
                    <a:ext uri="{FF2B5EF4-FFF2-40B4-BE49-F238E27FC236}">
                      <a16:creationId xmlns:a16="http://schemas.microsoft.com/office/drawing/2014/main" id="{8CE71E5F-3EB9-052D-02B9-E84FF0FD09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1" y="2173"/>
                  <a:ext cx="41" cy="16"/>
                </a:xfrm>
                <a:custGeom>
                  <a:avLst/>
                  <a:gdLst>
                    <a:gd name="T0" fmla="*/ 0 w 82"/>
                    <a:gd name="T1" fmla="*/ 1 h 32"/>
                    <a:gd name="T2" fmla="*/ 0 w 82"/>
                    <a:gd name="T3" fmla="*/ 1 h 32"/>
                    <a:gd name="T4" fmla="*/ 1 w 82"/>
                    <a:gd name="T5" fmla="*/ 1 h 32"/>
                    <a:gd name="T6" fmla="*/ 1 w 82"/>
                    <a:gd name="T7" fmla="*/ 0 h 32"/>
                    <a:gd name="T8" fmla="*/ 0 w 82"/>
                    <a:gd name="T9" fmla="*/ 1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32"/>
                    <a:gd name="T17" fmla="*/ 82 w 82"/>
                    <a:gd name="T18" fmla="*/ 32 h 3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32">
                      <a:moveTo>
                        <a:pt x="0" y="3"/>
                      </a:moveTo>
                      <a:lnTo>
                        <a:pt x="0" y="32"/>
                      </a:lnTo>
                      <a:lnTo>
                        <a:pt x="82" y="32"/>
                      </a:lnTo>
                      <a:lnTo>
                        <a:pt x="8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703" name="Freeform 19">
                <a:extLst>
                  <a:ext uri="{FF2B5EF4-FFF2-40B4-BE49-F238E27FC236}">
                    <a16:creationId xmlns:a16="http://schemas.microsoft.com/office/drawing/2014/main" id="{344EE848-7F77-DDB0-24AF-144033157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1975"/>
                <a:ext cx="252" cy="290"/>
              </a:xfrm>
              <a:custGeom>
                <a:avLst/>
                <a:gdLst>
                  <a:gd name="T0" fmla="*/ 0 w 505"/>
                  <a:gd name="T1" fmla="*/ 0 h 581"/>
                  <a:gd name="T2" fmla="*/ 0 w 505"/>
                  <a:gd name="T3" fmla="*/ 0 h 581"/>
                  <a:gd name="T4" fmla="*/ 0 w 505"/>
                  <a:gd name="T5" fmla="*/ 0 h 581"/>
                  <a:gd name="T6" fmla="*/ 0 w 505"/>
                  <a:gd name="T7" fmla="*/ 0 h 581"/>
                  <a:gd name="T8" fmla="*/ 0 w 505"/>
                  <a:gd name="T9" fmla="*/ 0 h 581"/>
                  <a:gd name="T10" fmla="*/ 0 w 505"/>
                  <a:gd name="T11" fmla="*/ 0 h 581"/>
                  <a:gd name="T12" fmla="*/ 0 w 505"/>
                  <a:gd name="T13" fmla="*/ 0 h 581"/>
                  <a:gd name="T14" fmla="*/ 0 w 505"/>
                  <a:gd name="T15" fmla="*/ 0 h 581"/>
                  <a:gd name="T16" fmla="*/ 0 w 505"/>
                  <a:gd name="T17" fmla="*/ 0 h 581"/>
                  <a:gd name="T18" fmla="*/ 0 w 505"/>
                  <a:gd name="T19" fmla="*/ 0 h 581"/>
                  <a:gd name="T20" fmla="*/ 0 w 505"/>
                  <a:gd name="T21" fmla="*/ 0 h 581"/>
                  <a:gd name="T22" fmla="*/ 0 w 505"/>
                  <a:gd name="T23" fmla="*/ 0 h 581"/>
                  <a:gd name="T24" fmla="*/ 0 w 505"/>
                  <a:gd name="T25" fmla="*/ 0 h 581"/>
                  <a:gd name="T26" fmla="*/ 0 w 505"/>
                  <a:gd name="T27" fmla="*/ 0 h 581"/>
                  <a:gd name="T28" fmla="*/ 0 w 505"/>
                  <a:gd name="T29" fmla="*/ 0 h 581"/>
                  <a:gd name="T30" fmla="*/ 0 w 505"/>
                  <a:gd name="T31" fmla="*/ 0 h 581"/>
                  <a:gd name="T32" fmla="*/ 0 w 505"/>
                  <a:gd name="T33" fmla="*/ 0 h 581"/>
                  <a:gd name="T34" fmla="*/ 0 w 505"/>
                  <a:gd name="T35" fmla="*/ 0 h 581"/>
                  <a:gd name="T36" fmla="*/ 0 w 505"/>
                  <a:gd name="T37" fmla="*/ 0 h 581"/>
                  <a:gd name="T38" fmla="*/ 0 w 505"/>
                  <a:gd name="T39" fmla="*/ 0 h 581"/>
                  <a:gd name="T40" fmla="*/ 0 w 505"/>
                  <a:gd name="T41" fmla="*/ 0 h 581"/>
                  <a:gd name="T42" fmla="*/ 0 w 505"/>
                  <a:gd name="T43" fmla="*/ 0 h 581"/>
                  <a:gd name="T44" fmla="*/ 0 w 505"/>
                  <a:gd name="T45" fmla="*/ 0 h 581"/>
                  <a:gd name="T46" fmla="*/ 0 w 505"/>
                  <a:gd name="T47" fmla="*/ 0 h 581"/>
                  <a:gd name="T48" fmla="*/ 0 w 505"/>
                  <a:gd name="T49" fmla="*/ 0 h 581"/>
                  <a:gd name="T50" fmla="*/ 0 w 505"/>
                  <a:gd name="T51" fmla="*/ 0 h 581"/>
                  <a:gd name="T52" fmla="*/ 0 w 505"/>
                  <a:gd name="T53" fmla="*/ 0 h 581"/>
                  <a:gd name="T54" fmla="*/ 0 w 505"/>
                  <a:gd name="T55" fmla="*/ 0 h 581"/>
                  <a:gd name="T56" fmla="*/ 0 w 505"/>
                  <a:gd name="T57" fmla="*/ 0 h 581"/>
                  <a:gd name="T58" fmla="*/ 0 w 505"/>
                  <a:gd name="T59" fmla="*/ 0 h 581"/>
                  <a:gd name="T60" fmla="*/ 0 w 505"/>
                  <a:gd name="T61" fmla="*/ 0 h 581"/>
                  <a:gd name="T62" fmla="*/ 0 w 505"/>
                  <a:gd name="T63" fmla="*/ 0 h 581"/>
                  <a:gd name="T64" fmla="*/ 0 w 505"/>
                  <a:gd name="T65" fmla="*/ 0 h 58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505"/>
                  <a:gd name="T100" fmla="*/ 0 h 581"/>
                  <a:gd name="T101" fmla="*/ 505 w 505"/>
                  <a:gd name="T102" fmla="*/ 581 h 58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505" h="581">
                    <a:moveTo>
                      <a:pt x="98" y="198"/>
                    </a:moveTo>
                    <a:lnTo>
                      <a:pt x="73" y="200"/>
                    </a:lnTo>
                    <a:lnTo>
                      <a:pt x="47" y="203"/>
                    </a:lnTo>
                    <a:lnTo>
                      <a:pt x="33" y="210"/>
                    </a:lnTo>
                    <a:lnTo>
                      <a:pt x="20" y="221"/>
                    </a:lnTo>
                    <a:lnTo>
                      <a:pt x="11" y="238"/>
                    </a:lnTo>
                    <a:lnTo>
                      <a:pt x="4" y="258"/>
                    </a:lnTo>
                    <a:lnTo>
                      <a:pt x="0" y="273"/>
                    </a:lnTo>
                    <a:lnTo>
                      <a:pt x="0" y="289"/>
                    </a:lnTo>
                    <a:lnTo>
                      <a:pt x="4" y="304"/>
                    </a:lnTo>
                    <a:lnTo>
                      <a:pt x="11" y="318"/>
                    </a:lnTo>
                    <a:lnTo>
                      <a:pt x="18" y="326"/>
                    </a:lnTo>
                    <a:lnTo>
                      <a:pt x="33" y="336"/>
                    </a:lnTo>
                    <a:lnTo>
                      <a:pt x="49" y="340"/>
                    </a:lnTo>
                    <a:lnTo>
                      <a:pt x="70" y="343"/>
                    </a:lnTo>
                    <a:lnTo>
                      <a:pt x="93" y="338"/>
                    </a:lnTo>
                    <a:lnTo>
                      <a:pt x="104" y="336"/>
                    </a:lnTo>
                    <a:lnTo>
                      <a:pt x="116" y="336"/>
                    </a:lnTo>
                    <a:lnTo>
                      <a:pt x="100" y="340"/>
                    </a:lnTo>
                    <a:lnTo>
                      <a:pt x="98" y="394"/>
                    </a:lnTo>
                    <a:lnTo>
                      <a:pt x="141" y="398"/>
                    </a:lnTo>
                    <a:lnTo>
                      <a:pt x="167" y="400"/>
                    </a:lnTo>
                    <a:lnTo>
                      <a:pt x="180" y="400"/>
                    </a:lnTo>
                    <a:lnTo>
                      <a:pt x="194" y="406"/>
                    </a:lnTo>
                    <a:lnTo>
                      <a:pt x="204" y="414"/>
                    </a:lnTo>
                    <a:lnTo>
                      <a:pt x="211" y="418"/>
                    </a:lnTo>
                    <a:lnTo>
                      <a:pt x="213" y="458"/>
                    </a:lnTo>
                    <a:lnTo>
                      <a:pt x="187" y="470"/>
                    </a:lnTo>
                    <a:lnTo>
                      <a:pt x="165" y="470"/>
                    </a:lnTo>
                    <a:lnTo>
                      <a:pt x="131" y="468"/>
                    </a:lnTo>
                    <a:lnTo>
                      <a:pt x="107" y="463"/>
                    </a:lnTo>
                    <a:lnTo>
                      <a:pt x="112" y="498"/>
                    </a:lnTo>
                    <a:lnTo>
                      <a:pt x="116" y="537"/>
                    </a:lnTo>
                    <a:lnTo>
                      <a:pt x="128" y="561"/>
                    </a:lnTo>
                    <a:lnTo>
                      <a:pt x="139" y="570"/>
                    </a:lnTo>
                    <a:lnTo>
                      <a:pt x="163" y="581"/>
                    </a:lnTo>
                    <a:lnTo>
                      <a:pt x="222" y="575"/>
                    </a:lnTo>
                    <a:lnTo>
                      <a:pt x="259" y="569"/>
                    </a:lnTo>
                    <a:lnTo>
                      <a:pt x="311" y="544"/>
                    </a:lnTo>
                    <a:lnTo>
                      <a:pt x="354" y="524"/>
                    </a:lnTo>
                    <a:lnTo>
                      <a:pt x="400" y="494"/>
                    </a:lnTo>
                    <a:lnTo>
                      <a:pt x="414" y="472"/>
                    </a:lnTo>
                    <a:lnTo>
                      <a:pt x="423" y="451"/>
                    </a:lnTo>
                    <a:lnTo>
                      <a:pt x="434" y="431"/>
                    </a:lnTo>
                    <a:lnTo>
                      <a:pt x="459" y="398"/>
                    </a:lnTo>
                    <a:lnTo>
                      <a:pt x="476" y="364"/>
                    </a:lnTo>
                    <a:lnTo>
                      <a:pt x="488" y="329"/>
                    </a:lnTo>
                    <a:lnTo>
                      <a:pt x="496" y="295"/>
                    </a:lnTo>
                    <a:lnTo>
                      <a:pt x="503" y="256"/>
                    </a:lnTo>
                    <a:lnTo>
                      <a:pt x="505" y="209"/>
                    </a:lnTo>
                    <a:lnTo>
                      <a:pt x="499" y="158"/>
                    </a:lnTo>
                    <a:lnTo>
                      <a:pt x="488" y="112"/>
                    </a:lnTo>
                    <a:lnTo>
                      <a:pt x="468" y="83"/>
                    </a:lnTo>
                    <a:lnTo>
                      <a:pt x="437" y="45"/>
                    </a:lnTo>
                    <a:lnTo>
                      <a:pt x="415" y="29"/>
                    </a:lnTo>
                    <a:lnTo>
                      <a:pt x="394" y="17"/>
                    </a:lnTo>
                    <a:lnTo>
                      <a:pt x="366" y="7"/>
                    </a:lnTo>
                    <a:lnTo>
                      <a:pt x="332" y="0"/>
                    </a:lnTo>
                    <a:lnTo>
                      <a:pt x="280" y="2"/>
                    </a:lnTo>
                    <a:lnTo>
                      <a:pt x="213" y="19"/>
                    </a:lnTo>
                    <a:lnTo>
                      <a:pt x="171" y="46"/>
                    </a:lnTo>
                    <a:lnTo>
                      <a:pt x="145" y="71"/>
                    </a:lnTo>
                    <a:lnTo>
                      <a:pt x="122" y="103"/>
                    </a:lnTo>
                    <a:lnTo>
                      <a:pt x="105" y="132"/>
                    </a:lnTo>
                    <a:lnTo>
                      <a:pt x="98" y="174"/>
                    </a:lnTo>
                    <a:lnTo>
                      <a:pt x="98" y="198"/>
                    </a:lnTo>
                    <a:close/>
                  </a:path>
                </a:pathLst>
              </a:custGeom>
              <a:solidFill>
                <a:srgbClr val="F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704" name="Group 20">
                <a:extLst>
                  <a:ext uri="{FF2B5EF4-FFF2-40B4-BE49-F238E27FC236}">
                    <a16:creationId xmlns:a16="http://schemas.microsoft.com/office/drawing/2014/main" id="{DA1CC89F-BC50-25D5-D026-DEF30A05E0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8" y="2060"/>
                <a:ext cx="53" cy="67"/>
                <a:chOff x="3658" y="2060"/>
                <a:chExt cx="53" cy="67"/>
              </a:xfrm>
            </p:grpSpPr>
            <p:sp>
              <p:nvSpPr>
                <p:cNvPr id="22708" name="Freeform 21">
                  <a:extLst>
                    <a:ext uri="{FF2B5EF4-FFF2-40B4-BE49-F238E27FC236}">
                      <a16:creationId xmlns:a16="http://schemas.microsoft.com/office/drawing/2014/main" id="{1FE69B46-A5D1-8425-10F1-01CDB4B76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58" y="2060"/>
                  <a:ext cx="53" cy="67"/>
                </a:xfrm>
                <a:custGeom>
                  <a:avLst/>
                  <a:gdLst>
                    <a:gd name="T0" fmla="*/ 1 w 104"/>
                    <a:gd name="T1" fmla="*/ 0 h 135"/>
                    <a:gd name="T2" fmla="*/ 1 w 104"/>
                    <a:gd name="T3" fmla="*/ 0 h 135"/>
                    <a:gd name="T4" fmla="*/ 1 w 104"/>
                    <a:gd name="T5" fmla="*/ 0 h 135"/>
                    <a:gd name="T6" fmla="*/ 1 w 104"/>
                    <a:gd name="T7" fmla="*/ 0 h 135"/>
                    <a:gd name="T8" fmla="*/ 1 w 104"/>
                    <a:gd name="T9" fmla="*/ 0 h 135"/>
                    <a:gd name="T10" fmla="*/ 1 w 104"/>
                    <a:gd name="T11" fmla="*/ 0 h 135"/>
                    <a:gd name="T12" fmla="*/ 1 w 104"/>
                    <a:gd name="T13" fmla="*/ 0 h 135"/>
                    <a:gd name="T14" fmla="*/ 1 w 104"/>
                    <a:gd name="T15" fmla="*/ 0 h 135"/>
                    <a:gd name="T16" fmla="*/ 1 w 104"/>
                    <a:gd name="T17" fmla="*/ 0 h 135"/>
                    <a:gd name="T18" fmla="*/ 1 w 104"/>
                    <a:gd name="T19" fmla="*/ 0 h 135"/>
                    <a:gd name="T20" fmla="*/ 1 w 104"/>
                    <a:gd name="T21" fmla="*/ 0 h 135"/>
                    <a:gd name="T22" fmla="*/ 1 w 104"/>
                    <a:gd name="T23" fmla="*/ 0 h 135"/>
                    <a:gd name="T24" fmla="*/ 1 w 104"/>
                    <a:gd name="T25" fmla="*/ 0 h 135"/>
                    <a:gd name="T26" fmla="*/ 1 w 104"/>
                    <a:gd name="T27" fmla="*/ 0 h 135"/>
                    <a:gd name="T28" fmla="*/ 1 w 104"/>
                    <a:gd name="T29" fmla="*/ 0 h 135"/>
                    <a:gd name="T30" fmla="*/ 1 w 104"/>
                    <a:gd name="T31" fmla="*/ 0 h 135"/>
                    <a:gd name="T32" fmla="*/ 1 w 104"/>
                    <a:gd name="T33" fmla="*/ 0 h 135"/>
                    <a:gd name="T34" fmla="*/ 1 w 104"/>
                    <a:gd name="T35" fmla="*/ 0 h 135"/>
                    <a:gd name="T36" fmla="*/ 1 w 104"/>
                    <a:gd name="T37" fmla="*/ 0 h 135"/>
                    <a:gd name="T38" fmla="*/ 1 w 104"/>
                    <a:gd name="T39" fmla="*/ 0 h 135"/>
                    <a:gd name="T40" fmla="*/ 1 w 104"/>
                    <a:gd name="T41" fmla="*/ 0 h 135"/>
                    <a:gd name="T42" fmla="*/ 1 w 104"/>
                    <a:gd name="T43" fmla="*/ 0 h 135"/>
                    <a:gd name="T44" fmla="*/ 1 w 104"/>
                    <a:gd name="T45" fmla="*/ 0 h 135"/>
                    <a:gd name="T46" fmla="*/ 1 w 104"/>
                    <a:gd name="T47" fmla="*/ 0 h 135"/>
                    <a:gd name="T48" fmla="*/ 1 w 104"/>
                    <a:gd name="T49" fmla="*/ 0 h 135"/>
                    <a:gd name="T50" fmla="*/ 0 w 104"/>
                    <a:gd name="T51" fmla="*/ 0 h 135"/>
                    <a:gd name="T52" fmla="*/ 0 w 104"/>
                    <a:gd name="T53" fmla="*/ 0 h 135"/>
                    <a:gd name="T54" fmla="*/ 0 w 104"/>
                    <a:gd name="T55" fmla="*/ 0 h 135"/>
                    <a:gd name="T56" fmla="*/ 1 w 104"/>
                    <a:gd name="T57" fmla="*/ 0 h 135"/>
                    <a:gd name="T58" fmla="*/ 1 w 104"/>
                    <a:gd name="T59" fmla="*/ 0 h 135"/>
                    <a:gd name="T60" fmla="*/ 1 w 104"/>
                    <a:gd name="T61" fmla="*/ 0 h 135"/>
                    <a:gd name="T62" fmla="*/ 1 w 104"/>
                    <a:gd name="T63" fmla="*/ 0 h 135"/>
                    <a:gd name="T64" fmla="*/ 1 w 104"/>
                    <a:gd name="T65" fmla="*/ 0 h 135"/>
                    <a:gd name="T66" fmla="*/ 1 w 104"/>
                    <a:gd name="T67" fmla="*/ 0 h 135"/>
                    <a:gd name="T68" fmla="*/ 1 w 104"/>
                    <a:gd name="T69" fmla="*/ 0 h 135"/>
                    <a:gd name="T70" fmla="*/ 1 w 104"/>
                    <a:gd name="T71" fmla="*/ 0 h 135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4"/>
                    <a:gd name="T109" fmla="*/ 0 h 135"/>
                    <a:gd name="T110" fmla="*/ 104 w 104"/>
                    <a:gd name="T111" fmla="*/ 135 h 135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4" h="135">
                      <a:moveTo>
                        <a:pt x="51" y="0"/>
                      </a:moveTo>
                      <a:lnTo>
                        <a:pt x="56" y="0"/>
                      </a:lnTo>
                      <a:lnTo>
                        <a:pt x="65" y="2"/>
                      </a:lnTo>
                      <a:lnTo>
                        <a:pt x="73" y="6"/>
                      </a:lnTo>
                      <a:lnTo>
                        <a:pt x="81" y="12"/>
                      </a:lnTo>
                      <a:lnTo>
                        <a:pt x="88" y="19"/>
                      </a:lnTo>
                      <a:lnTo>
                        <a:pt x="95" y="30"/>
                      </a:lnTo>
                      <a:lnTo>
                        <a:pt x="101" y="42"/>
                      </a:lnTo>
                      <a:lnTo>
                        <a:pt x="103" y="55"/>
                      </a:lnTo>
                      <a:lnTo>
                        <a:pt x="104" y="68"/>
                      </a:lnTo>
                      <a:lnTo>
                        <a:pt x="103" y="84"/>
                      </a:lnTo>
                      <a:lnTo>
                        <a:pt x="100" y="98"/>
                      </a:lnTo>
                      <a:lnTo>
                        <a:pt x="94" y="109"/>
                      </a:lnTo>
                      <a:lnTo>
                        <a:pt x="86" y="118"/>
                      </a:lnTo>
                      <a:lnTo>
                        <a:pt x="80" y="125"/>
                      </a:lnTo>
                      <a:lnTo>
                        <a:pt x="71" y="131"/>
                      </a:lnTo>
                      <a:lnTo>
                        <a:pt x="61" y="134"/>
                      </a:lnTo>
                      <a:lnTo>
                        <a:pt x="52" y="135"/>
                      </a:lnTo>
                      <a:lnTo>
                        <a:pt x="42" y="134"/>
                      </a:lnTo>
                      <a:lnTo>
                        <a:pt x="32" y="130"/>
                      </a:lnTo>
                      <a:lnTo>
                        <a:pt x="21" y="123"/>
                      </a:lnTo>
                      <a:lnTo>
                        <a:pt x="15" y="118"/>
                      </a:lnTo>
                      <a:lnTo>
                        <a:pt x="10" y="109"/>
                      </a:lnTo>
                      <a:lnTo>
                        <a:pt x="6" y="101"/>
                      </a:lnTo>
                      <a:lnTo>
                        <a:pt x="2" y="89"/>
                      </a:lnTo>
                      <a:lnTo>
                        <a:pt x="0" y="79"/>
                      </a:lnTo>
                      <a:lnTo>
                        <a:pt x="0" y="70"/>
                      </a:lnTo>
                      <a:lnTo>
                        <a:pt x="0" y="60"/>
                      </a:lnTo>
                      <a:lnTo>
                        <a:pt x="1" y="52"/>
                      </a:lnTo>
                      <a:lnTo>
                        <a:pt x="4" y="39"/>
                      </a:lnTo>
                      <a:lnTo>
                        <a:pt x="9" y="28"/>
                      </a:lnTo>
                      <a:lnTo>
                        <a:pt x="17" y="17"/>
                      </a:lnTo>
                      <a:lnTo>
                        <a:pt x="23" y="12"/>
                      </a:lnTo>
                      <a:lnTo>
                        <a:pt x="31" y="7"/>
                      </a:lnTo>
                      <a:lnTo>
                        <a:pt x="41" y="1"/>
                      </a:lnTo>
                      <a:lnTo>
                        <a:pt x="5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09" name="Freeform 22">
                  <a:extLst>
                    <a:ext uri="{FF2B5EF4-FFF2-40B4-BE49-F238E27FC236}">
                      <a16:creationId xmlns:a16="http://schemas.microsoft.com/office/drawing/2014/main" id="{67F3E7E5-4CC9-44AD-CEA5-9142B7B754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1" y="2088"/>
                  <a:ext cx="22" cy="29"/>
                </a:xfrm>
                <a:custGeom>
                  <a:avLst/>
                  <a:gdLst>
                    <a:gd name="T0" fmla="*/ 1 w 44"/>
                    <a:gd name="T1" fmla="*/ 0 h 58"/>
                    <a:gd name="T2" fmla="*/ 1 w 44"/>
                    <a:gd name="T3" fmla="*/ 0 h 58"/>
                    <a:gd name="T4" fmla="*/ 1 w 44"/>
                    <a:gd name="T5" fmla="*/ 1 h 58"/>
                    <a:gd name="T6" fmla="*/ 1 w 44"/>
                    <a:gd name="T7" fmla="*/ 1 h 58"/>
                    <a:gd name="T8" fmla="*/ 1 w 44"/>
                    <a:gd name="T9" fmla="*/ 1 h 58"/>
                    <a:gd name="T10" fmla="*/ 1 w 44"/>
                    <a:gd name="T11" fmla="*/ 1 h 58"/>
                    <a:gd name="T12" fmla="*/ 1 w 44"/>
                    <a:gd name="T13" fmla="*/ 1 h 58"/>
                    <a:gd name="T14" fmla="*/ 1 w 44"/>
                    <a:gd name="T15" fmla="*/ 1 h 58"/>
                    <a:gd name="T16" fmla="*/ 1 w 44"/>
                    <a:gd name="T17" fmla="*/ 1 h 58"/>
                    <a:gd name="T18" fmla="*/ 1 w 44"/>
                    <a:gd name="T19" fmla="*/ 1 h 58"/>
                    <a:gd name="T20" fmla="*/ 1 w 44"/>
                    <a:gd name="T21" fmla="*/ 1 h 58"/>
                    <a:gd name="T22" fmla="*/ 1 w 44"/>
                    <a:gd name="T23" fmla="*/ 1 h 58"/>
                    <a:gd name="T24" fmla="*/ 1 w 44"/>
                    <a:gd name="T25" fmla="*/ 1 h 58"/>
                    <a:gd name="T26" fmla="*/ 1 w 44"/>
                    <a:gd name="T27" fmla="*/ 1 h 58"/>
                    <a:gd name="T28" fmla="*/ 1 w 44"/>
                    <a:gd name="T29" fmla="*/ 1 h 58"/>
                    <a:gd name="T30" fmla="*/ 1 w 44"/>
                    <a:gd name="T31" fmla="*/ 1 h 58"/>
                    <a:gd name="T32" fmla="*/ 1 w 44"/>
                    <a:gd name="T33" fmla="*/ 1 h 58"/>
                    <a:gd name="T34" fmla="*/ 1 w 44"/>
                    <a:gd name="T35" fmla="*/ 1 h 58"/>
                    <a:gd name="T36" fmla="*/ 1 w 44"/>
                    <a:gd name="T37" fmla="*/ 1 h 58"/>
                    <a:gd name="T38" fmla="*/ 1 w 44"/>
                    <a:gd name="T39" fmla="*/ 1 h 58"/>
                    <a:gd name="T40" fmla="*/ 1 w 44"/>
                    <a:gd name="T41" fmla="*/ 1 h 58"/>
                    <a:gd name="T42" fmla="*/ 1 w 44"/>
                    <a:gd name="T43" fmla="*/ 1 h 58"/>
                    <a:gd name="T44" fmla="*/ 1 w 44"/>
                    <a:gd name="T45" fmla="*/ 1 h 58"/>
                    <a:gd name="T46" fmla="*/ 1 w 44"/>
                    <a:gd name="T47" fmla="*/ 1 h 58"/>
                    <a:gd name="T48" fmla="*/ 0 w 44"/>
                    <a:gd name="T49" fmla="*/ 1 h 58"/>
                    <a:gd name="T50" fmla="*/ 0 w 44"/>
                    <a:gd name="T51" fmla="*/ 1 h 58"/>
                    <a:gd name="T52" fmla="*/ 0 w 44"/>
                    <a:gd name="T53" fmla="*/ 1 h 58"/>
                    <a:gd name="T54" fmla="*/ 0 w 44"/>
                    <a:gd name="T55" fmla="*/ 1 h 58"/>
                    <a:gd name="T56" fmla="*/ 0 w 44"/>
                    <a:gd name="T57" fmla="*/ 1 h 58"/>
                    <a:gd name="T58" fmla="*/ 1 w 44"/>
                    <a:gd name="T59" fmla="*/ 1 h 58"/>
                    <a:gd name="T60" fmla="*/ 1 w 44"/>
                    <a:gd name="T61" fmla="*/ 1 h 58"/>
                    <a:gd name="T62" fmla="*/ 1 w 44"/>
                    <a:gd name="T63" fmla="*/ 1 h 58"/>
                    <a:gd name="T64" fmla="*/ 1 w 44"/>
                    <a:gd name="T65" fmla="*/ 1 h 58"/>
                    <a:gd name="T66" fmla="*/ 1 w 44"/>
                    <a:gd name="T67" fmla="*/ 1 h 58"/>
                    <a:gd name="T68" fmla="*/ 1 w 44"/>
                    <a:gd name="T69" fmla="*/ 1 h 58"/>
                    <a:gd name="T70" fmla="*/ 1 w 44"/>
                    <a:gd name="T71" fmla="*/ 0 h 58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44"/>
                    <a:gd name="T109" fmla="*/ 0 h 58"/>
                    <a:gd name="T110" fmla="*/ 44 w 44"/>
                    <a:gd name="T111" fmla="*/ 58 h 58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44" h="58">
                      <a:moveTo>
                        <a:pt x="21" y="0"/>
                      </a:moveTo>
                      <a:lnTo>
                        <a:pt x="23" y="0"/>
                      </a:lnTo>
                      <a:lnTo>
                        <a:pt x="27" y="1"/>
                      </a:lnTo>
                      <a:lnTo>
                        <a:pt x="31" y="2"/>
                      </a:lnTo>
                      <a:lnTo>
                        <a:pt x="33" y="5"/>
                      </a:lnTo>
                      <a:lnTo>
                        <a:pt x="37" y="8"/>
                      </a:lnTo>
                      <a:lnTo>
                        <a:pt x="39" y="14"/>
                      </a:lnTo>
                      <a:lnTo>
                        <a:pt x="43" y="18"/>
                      </a:lnTo>
                      <a:lnTo>
                        <a:pt x="44" y="23"/>
                      </a:lnTo>
                      <a:lnTo>
                        <a:pt x="44" y="29"/>
                      </a:lnTo>
                      <a:lnTo>
                        <a:pt x="43" y="36"/>
                      </a:lnTo>
                      <a:lnTo>
                        <a:pt x="42" y="42"/>
                      </a:lnTo>
                      <a:lnTo>
                        <a:pt x="39" y="46"/>
                      </a:lnTo>
                      <a:lnTo>
                        <a:pt x="36" y="50"/>
                      </a:lnTo>
                      <a:lnTo>
                        <a:pt x="33" y="53"/>
                      </a:lnTo>
                      <a:lnTo>
                        <a:pt x="30" y="57"/>
                      </a:lnTo>
                      <a:lnTo>
                        <a:pt x="26" y="58"/>
                      </a:lnTo>
                      <a:lnTo>
                        <a:pt x="21" y="58"/>
                      </a:lnTo>
                      <a:lnTo>
                        <a:pt x="17" y="58"/>
                      </a:lnTo>
                      <a:lnTo>
                        <a:pt x="13" y="56"/>
                      </a:lnTo>
                      <a:lnTo>
                        <a:pt x="10" y="52"/>
                      </a:lnTo>
                      <a:lnTo>
                        <a:pt x="6" y="50"/>
                      </a:lnTo>
                      <a:lnTo>
                        <a:pt x="4" y="46"/>
                      </a:lnTo>
                      <a:lnTo>
                        <a:pt x="3" y="44"/>
                      </a:lnTo>
                      <a:lnTo>
                        <a:pt x="0" y="38"/>
                      </a:lnTo>
                      <a:lnTo>
                        <a:pt x="0" y="34"/>
                      </a:lnTo>
                      <a:lnTo>
                        <a:pt x="0" y="30"/>
                      </a:lnTo>
                      <a:lnTo>
                        <a:pt x="0" y="26"/>
                      </a:lnTo>
                      <a:lnTo>
                        <a:pt x="0" y="22"/>
                      </a:lnTo>
                      <a:lnTo>
                        <a:pt x="2" y="16"/>
                      </a:lnTo>
                      <a:lnTo>
                        <a:pt x="4" y="12"/>
                      </a:lnTo>
                      <a:lnTo>
                        <a:pt x="7" y="7"/>
                      </a:lnTo>
                      <a:lnTo>
                        <a:pt x="10" y="5"/>
                      </a:lnTo>
                      <a:lnTo>
                        <a:pt x="13" y="3"/>
                      </a:lnTo>
                      <a:lnTo>
                        <a:pt x="17" y="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705" name="Group 23">
                <a:extLst>
                  <a:ext uri="{FF2B5EF4-FFF2-40B4-BE49-F238E27FC236}">
                    <a16:creationId xmlns:a16="http://schemas.microsoft.com/office/drawing/2014/main" id="{8E2BAE6C-01AA-0832-DD5D-01B256FFF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3" y="1946"/>
                <a:ext cx="227" cy="255"/>
                <a:chOff x="3653" y="1946"/>
                <a:chExt cx="227" cy="255"/>
              </a:xfrm>
            </p:grpSpPr>
            <p:sp>
              <p:nvSpPr>
                <p:cNvPr id="22706" name="Freeform 24">
                  <a:extLst>
                    <a:ext uri="{FF2B5EF4-FFF2-40B4-BE49-F238E27FC236}">
                      <a16:creationId xmlns:a16="http://schemas.microsoft.com/office/drawing/2014/main" id="{BB1F3B95-3A9D-F583-441C-B50EA346B8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67" y="2025"/>
                  <a:ext cx="59" cy="39"/>
                </a:xfrm>
                <a:custGeom>
                  <a:avLst/>
                  <a:gdLst>
                    <a:gd name="T0" fmla="*/ 1 w 117"/>
                    <a:gd name="T1" fmla="*/ 1 h 78"/>
                    <a:gd name="T2" fmla="*/ 1 w 117"/>
                    <a:gd name="T3" fmla="*/ 1 h 78"/>
                    <a:gd name="T4" fmla="*/ 1 w 117"/>
                    <a:gd name="T5" fmla="*/ 1 h 78"/>
                    <a:gd name="T6" fmla="*/ 1 w 117"/>
                    <a:gd name="T7" fmla="*/ 1 h 78"/>
                    <a:gd name="T8" fmla="*/ 1 w 117"/>
                    <a:gd name="T9" fmla="*/ 0 h 78"/>
                    <a:gd name="T10" fmla="*/ 1 w 117"/>
                    <a:gd name="T11" fmla="*/ 0 h 78"/>
                    <a:gd name="T12" fmla="*/ 1 w 117"/>
                    <a:gd name="T13" fmla="*/ 1 h 78"/>
                    <a:gd name="T14" fmla="*/ 1 w 117"/>
                    <a:gd name="T15" fmla="*/ 1 h 78"/>
                    <a:gd name="T16" fmla="*/ 1 w 117"/>
                    <a:gd name="T17" fmla="*/ 1 h 78"/>
                    <a:gd name="T18" fmla="*/ 1 w 117"/>
                    <a:gd name="T19" fmla="*/ 1 h 78"/>
                    <a:gd name="T20" fmla="*/ 1 w 117"/>
                    <a:gd name="T21" fmla="*/ 1 h 78"/>
                    <a:gd name="T22" fmla="*/ 1 w 117"/>
                    <a:gd name="T23" fmla="*/ 1 h 78"/>
                    <a:gd name="T24" fmla="*/ 1 w 117"/>
                    <a:gd name="T25" fmla="*/ 1 h 78"/>
                    <a:gd name="T26" fmla="*/ 1 w 117"/>
                    <a:gd name="T27" fmla="*/ 1 h 78"/>
                    <a:gd name="T28" fmla="*/ 1 w 117"/>
                    <a:gd name="T29" fmla="*/ 1 h 78"/>
                    <a:gd name="T30" fmla="*/ 1 w 117"/>
                    <a:gd name="T31" fmla="*/ 1 h 78"/>
                    <a:gd name="T32" fmla="*/ 1 w 117"/>
                    <a:gd name="T33" fmla="*/ 1 h 78"/>
                    <a:gd name="T34" fmla="*/ 1 w 117"/>
                    <a:gd name="T35" fmla="*/ 1 h 78"/>
                    <a:gd name="T36" fmla="*/ 1 w 117"/>
                    <a:gd name="T37" fmla="*/ 1 h 78"/>
                    <a:gd name="T38" fmla="*/ 1 w 117"/>
                    <a:gd name="T39" fmla="*/ 1 h 78"/>
                    <a:gd name="T40" fmla="*/ 1 w 117"/>
                    <a:gd name="T41" fmla="*/ 1 h 78"/>
                    <a:gd name="T42" fmla="*/ 1 w 117"/>
                    <a:gd name="T43" fmla="*/ 1 h 78"/>
                    <a:gd name="T44" fmla="*/ 1 w 117"/>
                    <a:gd name="T45" fmla="*/ 1 h 78"/>
                    <a:gd name="T46" fmla="*/ 0 w 117"/>
                    <a:gd name="T47" fmla="*/ 1 h 78"/>
                    <a:gd name="T48" fmla="*/ 1 w 117"/>
                    <a:gd name="T49" fmla="*/ 1 h 78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117"/>
                    <a:gd name="T76" fmla="*/ 0 h 78"/>
                    <a:gd name="T77" fmla="*/ 117 w 117"/>
                    <a:gd name="T78" fmla="*/ 78 h 78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117" h="78">
                      <a:moveTo>
                        <a:pt x="2" y="35"/>
                      </a:moveTo>
                      <a:lnTo>
                        <a:pt x="11" y="24"/>
                      </a:lnTo>
                      <a:lnTo>
                        <a:pt x="23" y="17"/>
                      </a:lnTo>
                      <a:lnTo>
                        <a:pt x="44" y="4"/>
                      </a:lnTo>
                      <a:lnTo>
                        <a:pt x="52" y="0"/>
                      </a:lnTo>
                      <a:lnTo>
                        <a:pt x="56" y="0"/>
                      </a:lnTo>
                      <a:lnTo>
                        <a:pt x="67" y="6"/>
                      </a:lnTo>
                      <a:lnTo>
                        <a:pt x="88" y="26"/>
                      </a:lnTo>
                      <a:lnTo>
                        <a:pt x="112" y="52"/>
                      </a:lnTo>
                      <a:lnTo>
                        <a:pt x="117" y="63"/>
                      </a:lnTo>
                      <a:lnTo>
                        <a:pt x="115" y="71"/>
                      </a:lnTo>
                      <a:lnTo>
                        <a:pt x="111" y="76"/>
                      </a:lnTo>
                      <a:lnTo>
                        <a:pt x="101" y="78"/>
                      </a:lnTo>
                      <a:lnTo>
                        <a:pt x="90" y="70"/>
                      </a:lnTo>
                      <a:lnTo>
                        <a:pt x="79" y="57"/>
                      </a:lnTo>
                      <a:lnTo>
                        <a:pt x="69" y="44"/>
                      </a:lnTo>
                      <a:lnTo>
                        <a:pt x="54" y="30"/>
                      </a:lnTo>
                      <a:lnTo>
                        <a:pt x="49" y="28"/>
                      </a:lnTo>
                      <a:lnTo>
                        <a:pt x="41" y="29"/>
                      </a:lnTo>
                      <a:lnTo>
                        <a:pt x="35" y="35"/>
                      </a:lnTo>
                      <a:lnTo>
                        <a:pt x="21" y="47"/>
                      </a:lnTo>
                      <a:lnTo>
                        <a:pt x="13" y="52"/>
                      </a:lnTo>
                      <a:lnTo>
                        <a:pt x="6" y="52"/>
                      </a:lnTo>
                      <a:lnTo>
                        <a:pt x="0" y="47"/>
                      </a:lnTo>
                      <a:lnTo>
                        <a:pt x="2" y="35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707" name="Freeform 25">
                  <a:extLst>
                    <a:ext uri="{FF2B5EF4-FFF2-40B4-BE49-F238E27FC236}">
                      <a16:creationId xmlns:a16="http://schemas.microsoft.com/office/drawing/2014/main" id="{405CB824-3BE6-C029-6ECE-C85E61A5BE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53" y="1946"/>
                  <a:ext cx="227" cy="255"/>
                </a:xfrm>
                <a:custGeom>
                  <a:avLst/>
                  <a:gdLst>
                    <a:gd name="T0" fmla="*/ 1 w 453"/>
                    <a:gd name="T1" fmla="*/ 1 h 510"/>
                    <a:gd name="T2" fmla="*/ 1 w 453"/>
                    <a:gd name="T3" fmla="*/ 1 h 510"/>
                    <a:gd name="T4" fmla="*/ 1 w 453"/>
                    <a:gd name="T5" fmla="*/ 1 h 510"/>
                    <a:gd name="T6" fmla="*/ 1 w 453"/>
                    <a:gd name="T7" fmla="*/ 1 h 510"/>
                    <a:gd name="T8" fmla="*/ 1 w 453"/>
                    <a:gd name="T9" fmla="*/ 1 h 510"/>
                    <a:gd name="T10" fmla="*/ 1 w 453"/>
                    <a:gd name="T11" fmla="*/ 1 h 510"/>
                    <a:gd name="T12" fmla="*/ 1 w 453"/>
                    <a:gd name="T13" fmla="*/ 1 h 510"/>
                    <a:gd name="T14" fmla="*/ 1 w 453"/>
                    <a:gd name="T15" fmla="*/ 1 h 510"/>
                    <a:gd name="T16" fmla="*/ 1 w 453"/>
                    <a:gd name="T17" fmla="*/ 1 h 510"/>
                    <a:gd name="T18" fmla="*/ 1 w 453"/>
                    <a:gd name="T19" fmla="*/ 1 h 510"/>
                    <a:gd name="T20" fmla="*/ 1 w 453"/>
                    <a:gd name="T21" fmla="*/ 1 h 510"/>
                    <a:gd name="T22" fmla="*/ 1 w 453"/>
                    <a:gd name="T23" fmla="*/ 1 h 510"/>
                    <a:gd name="T24" fmla="*/ 1 w 453"/>
                    <a:gd name="T25" fmla="*/ 1 h 510"/>
                    <a:gd name="T26" fmla="*/ 1 w 453"/>
                    <a:gd name="T27" fmla="*/ 1 h 510"/>
                    <a:gd name="T28" fmla="*/ 0 w 453"/>
                    <a:gd name="T29" fmla="*/ 1 h 510"/>
                    <a:gd name="T30" fmla="*/ 1 w 453"/>
                    <a:gd name="T31" fmla="*/ 1 h 510"/>
                    <a:gd name="T32" fmla="*/ 1 w 453"/>
                    <a:gd name="T33" fmla="*/ 1 h 510"/>
                    <a:gd name="T34" fmla="*/ 1 w 453"/>
                    <a:gd name="T35" fmla="*/ 1 h 510"/>
                    <a:gd name="T36" fmla="*/ 1 w 453"/>
                    <a:gd name="T37" fmla="*/ 1 h 510"/>
                    <a:gd name="T38" fmla="*/ 1 w 453"/>
                    <a:gd name="T39" fmla="*/ 0 h 510"/>
                    <a:gd name="T40" fmla="*/ 1 w 453"/>
                    <a:gd name="T41" fmla="*/ 1 h 510"/>
                    <a:gd name="T42" fmla="*/ 1 w 453"/>
                    <a:gd name="T43" fmla="*/ 1 h 510"/>
                    <a:gd name="T44" fmla="*/ 1 w 453"/>
                    <a:gd name="T45" fmla="*/ 1 h 510"/>
                    <a:gd name="T46" fmla="*/ 1 w 453"/>
                    <a:gd name="T47" fmla="*/ 1 h 510"/>
                    <a:gd name="T48" fmla="*/ 1 w 453"/>
                    <a:gd name="T49" fmla="*/ 1 h 510"/>
                    <a:gd name="T50" fmla="*/ 1 w 453"/>
                    <a:gd name="T51" fmla="*/ 1 h 510"/>
                    <a:gd name="T52" fmla="*/ 1 w 453"/>
                    <a:gd name="T53" fmla="*/ 1 h 510"/>
                    <a:gd name="T54" fmla="*/ 1 w 453"/>
                    <a:gd name="T55" fmla="*/ 1 h 510"/>
                    <a:gd name="T56" fmla="*/ 1 w 453"/>
                    <a:gd name="T57" fmla="*/ 1 h 510"/>
                    <a:gd name="T58" fmla="*/ 1 w 453"/>
                    <a:gd name="T59" fmla="*/ 1 h 510"/>
                    <a:gd name="T60" fmla="*/ 1 w 453"/>
                    <a:gd name="T61" fmla="*/ 1 h 510"/>
                    <a:gd name="T62" fmla="*/ 1 w 453"/>
                    <a:gd name="T63" fmla="*/ 1 h 510"/>
                    <a:gd name="T64" fmla="*/ 1 w 453"/>
                    <a:gd name="T65" fmla="*/ 1 h 510"/>
                    <a:gd name="T66" fmla="*/ 1 w 453"/>
                    <a:gd name="T67" fmla="*/ 1 h 510"/>
                    <a:gd name="T68" fmla="*/ 1 w 453"/>
                    <a:gd name="T69" fmla="*/ 1 h 510"/>
                    <a:gd name="T70" fmla="*/ 1 w 453"/>
                    <a:gd name="T71" fmla="*/ 1 h 510"/>
                    <a:gd name="T72" fmla="*/ 1 w 453"/>
                    <a:gd name="T73" fmla="*/ 1 h 510"/>
                    <a:gd name="T74" fmla="*/ 1 w 453"/>
                    <a:gd name="T75" fmla="*/ 1 h 510"/>
                    <a:gd name="T76" fmla="*/ 1 w 453"/>
                    <a:gd name="T77" fmla="*/ 1 h 510"/>
                    <a:gd name="T78" fmla="*/ 1 w 453"/>
                    <a:gd name="T79" fmla="*/ 1 h 510"/>
                    <a:gd name="T80" fmla="*/ 1 w 453"/>
                    <a:gd name="T81" fmla="*/ 1 h 510"/>
                    <a:gd name="T82" fmla="*/ 1 w 453"/>
                    <a:gd name="T83" fmla="*/ 1 h 510"/>
                    <a:gd name="T84" fmla="*/ 1 w 453"/>
                    <a:gd name="T85" fmla="*/ 1 h 510"/>
                    <a:gd name="T86" fmla="*/ 1 w 453"/>
                    <a:gd name="T87" fmla="*/ 1 h 510"/>
                    <a:gd name="T88" fmla="*/ 1 w 453"/>
                    <a:gd name="T89" fmla="*/ 1 h 510"/>
                    <a:gd name="T90" fmla="*/ 1 w 453"/>
                    <a:gd name="T91" fmla="*/ 1 h 510"/>
                    <a:gd name="T92" fmla="*/ 1 w 453"/>
                    <a:gd name="T93" fmla="*/ 1 h 510"/>
                    <a:gd name="T94" fmla="*/ 1 w 453"/>
                    <a:gd name="T95" fmla="*/ 1 h 510"/>
                    <a:gd name="T96" fmla="*/ 1 w 453"/>
                    <a:gd name="T97" fmla="*/ 1 h 510"/>
                    <a:gd name="T98" fmla="*/ 1 w 453"/>
                    <a:gd name="T99" fmla="*/ 1 h 5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453"/>
                    <a:gd name="T151" fmla="*/ 0 h 510"/>
                    <a:gd name="T152" fmla="*/ 453 w 453"/>
                    <a:gd name="T153" fmla="*/ 510 h 5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453" h="510">
                      <a:moveTo>
                        <a:pt x="260" y="367"/>
                      </a:moveTo>
                      <a:lnTo>
                        <a:pt x="204" y="347"/>
                      </a:lnTo>
                      <a:lnTo>
                        <a:pt x="214" y="286"/>
                      </a:lnTo>
                      <a:lnTo>
                        <a:pt x="187" y="260"/>
                      </a:lnTo>
                      <a:lnTo>
                        <a:pt x="164" y="232"/>
                      </a:lnTo>
                      <a:lnTo>
                        <a:pt x="153" y="191"/>
                      </a:lnTo>
                      <a:lnTo>
                        <a:pt x="148" y="152"/>
                      </a:lnTo>
                      <a:lnTo>
                        <a:pt x="148" y="115"/>
                      </a:lnTo>
                      <a:lnTo>
                        <a:pt x="134" y="111"/>
                      </a:lnTo>
                      <a:lnTo>
                        <a:pt x="105" y="109"/>
                      </a:lnTo>
                      <a:lnTo>
                        <a:pt x="69" y="119"/>
                      </a:lnTo>
                      <a:lnTo>
                        <a:pt x="37" y="136"/>
                      </a:lnTo>
                      <a:lnTo>
                        <a:pt x="15" y="152"/>
                      </a:lnTo>
                      <a:lnTo>
                        <a:pt x="1" y="128"/>
                      </a:lnTo>
                      <a:lnTo>
                        <a:pt x="0" y="103"/>
                      </a:lnTo>
                      <a:lnTo>
                        <a:pt x="12" y="71"/>
                      </a:lnTo>
                      <a:lnTo>
                        <a:pt x="35" y="42"/>
                      </a:lnTo>
                      <a:lnTo>
                        <a:pt x="75" y="20"/>
                      </a:lnTo>
                      <a:lnTo>
                        <a:pt x="127" y="5"/>
                      </a:lnTo>
                      <a:lnTo>
                        <a:pt x="185" y="0"/>
                      </a:lnTo>
                      <a:lnTo>
                        <a:pt x="239" y="6"/>
                      </a:lnTo>
                      <a:lnTo>
                        <a:pt x="296" y="25"/>
                      </a:lnTo>
                      <a:lnTo>
                        <a:pt x="338" y="54"/>
                      </a:lnTo>
                      <a:lnTo>
                        <a:pt x="373" y="89"/>
                      </a:lnTo>
                      <a:lnTo>
                        <a:pt x="404" y="137"/>
                      </a:lnTo>
                      <a:lnTo>
                        <a:pt x="422" y="183"/>
                      </a:lnTo>
                      <a:lnTo>
                        <a:pt x="438" y="229"/>
                      </a:lnTo>
                      <a:lnTo>
                        <a:pt x="448" y="289"/>
                      </a:lnTo>
                      <a:lnTo>
                        <a:pt x="453" y="326"/>
                      </a:lnTo>
                      <a:lnTo>
                        <a:pt x="447" y="381"/>
                      </a:lnTo>
                      <a:lnTo>
                        <a:pt x="430" y="438"/>
                      </a:lnTo>
                      <a:lnTo>
                        <a:pt x="411" y="483"/>
                      </a:lnTo>
                      <a:lnTo>
                        <a:pt x="396" y="501"/>
                      </a:lnTo>
                      <a:lnTo>
                        <a:pt x="367" y="510"/>
                      </a:lnTo>
                      <a:lnTo>
                        <a:pt x="341" y="510"/>
                      </a:lnTo>
                      <a:lnTo>
                        <a:pt x="327" y="510"/>
                      </a:lnTo>
                      <a:lnTo>
                        <a:pt x="308" y="503"/>
                      </a:lnTo>
                      <a:lnTo>
                        <a:pt x="293" y="480"/>
                      </a:lnTo>
                      <a:lnTo>
                        <a:pt x="294" y="469"/>
                      </a:lnTo>
                      <a:lnTo>
                        <a:pt x="314" y="464"/>
                      </a:lnTo>
                      <a:lnTo>
                        <a:pt x="325" y="452"/>
                      </a:lnTo>
                      <a:lnTo>
                        <a:pt x="336" y="436"/>
                      </a:lnTo>
                      <a:lnTo>
                        <a:pt x="341" y="415"/>
                      </a:lnTo>
                      <a:lnTo>
                        <a:pt x="339" y="406"/>
                      </a:lnTo>
                      <a:lnTo>
                        <a:pt x="338" y="390"/>
                      </a:lnTo>
                      <a:lnTo>
                        <a:pt x="330" y="373"/>
                      </a:lnTo>
                      <a:lnTo>
                        <a:pt x="316" y="358"/>
                      </a:lnTo>
                      <a:lnTo>
                        <a:pt x="301" y="351"/>
                      </a:lnTo>
                      <a:lnTo>
                        <a:pt x="284" y="352"/>
                      </a:lnTo>
                      <a:lnTo>
                        <a:pt x="260" y="367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2626" name="Group 26">
              <a:extLst>
                <a:ext uri="{FF2B5EF4-FFF2-40B4-BE49-F238E27FC236}">
                  <a16:creationId xmlns:a16="http://schemas.microsoft.com/office/drawing/2014/main" id="{DA1874AD-B79E-696F-26BD-C14BED37F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" y="2556"/>
              <a:ext cx="578" cy="452"/>
              <a:chOff x="3160" y="2444"/>
              <a:chExt cx="578" cy="452"/>
            </a:xfrm>
          </p:grpSpPr>
          <p:sp>
            <p:nvSpPr>
              <p:cNvPr id="22699" name="Freeform 27">
                <a:extLst>
                  <a:ext uri="{FF2B5EF4-FFF2-40B4-BE49-F238E27FC236}">
                    <a16:creationId xmlns:a16="http://schemas.microsoft.com/office/drawing/2014/main" id="{91CDDE12-EC9F-E456-3370-37953BFA2B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2444"/>
                <a:ext cx="481" cy="80"/>
              </a:xfrm>
              <a:custGeom>
                <a:avLst/>
                <a:gdLst>
                  <a:gd name="T0" fmla="*/ 1 w 962"/>
                  <a:gd name="T1" fmla="*/ 1 h 158"/>
                  <a:gd name="T2" fmla="*/ 1 w 962"/>
                  <a:gd name="T3" fmla="*/ 1 h 158"/>
                  <a:gd name="T4" fmla="*/ 1 w 962"/>
                  <a:gd name="T5" fmla="*/ 1 h 158"/>
                  <a:gd name="T6" fmla="*/ 1 w 962"/>
                  <a:gd name="T7" fmla="*/ 1 h 158"/>
                  <a:gd name="T8" fmla="*/ 1 w 962"/>
                  <a:gd name="T9" fmla="*/ 1 h 158"/>
                  <a:gd name="T10" fmla="*/ 1 w 962"/>
                  <a:gd name="T11" fmla="*/ 1 h 158"/>
                  <a:gd name="T12" fmla="*/ 1 w 962"/>
                  <a:gd name="T13" fmla="*/ 1 h 158"/>
                  <a:gd name="T14" fmla="*/ 1 w 962"/>
                  <a:gd name="T15" fmla="*/ 1 h 158"/>
                  <a:gd name="T16" fmla="*/ 1 w 962"/>
                  <a:gd name="T17" fmla="*/ 1 h 158"/>
                  <a:gd name="T18" fmla="*/ 1 w 962"/>
                  <a:gd name="T19" fmla="*/ 1 h 158"/>
                  <a:gd name="T20" fmla="*/ 1 w 962"/>
                  <a:gd name="T21" fmla="*/ 1 h 158"/>
                  <a:gd name="T22" fmla="*/ 1 w 962"/>
                  <a:gd name="T23" fmla="*/ 1 h 158"/>
                  <a:gd name="T24" fmla="*/ 1 w 962"/>
                  <a:gd name="T25" fmla="*/ 1 h 158"/>
                  <a:gd name="T26" fmla="*/ 1 w 962"/>
                  <a:gd name="T27" fmla="*/ 1 h 158"/>
                  <a:gd name="T28" fmla="*/ 1 w 962"/>
                  <a:gd name="T29" fmla="*/ 1 h 158"/>
                  <a:gd name="T30" fmla="*/ 1 w 962"/>
                  <a:gd name="T31" fmla="*/ 1 h 158"/>
                  <a:gd name="T32" fmla="*/ 1 w 962"/>
                  <a:gd name="T33" fmla="*/ 1 h 158"/>
                  <a:gd name="T34" fmla="*/ 1 w 962"/>
                  <a:gd name="T35" fmla="*/ 1 h 158"/>
                  <a:gd name="T36" fmla="*/ 1 w 962"/>
                  <a:gd name="T37" fmla="*/ 1 h 158"/>
                  <a:gd name="T38" fmla="*/ 1 w 962"/>
                  <a:gd name="T39" fmla="*/ 1 h 158"/>
                  <a:gd name="T40" fmla="*/ 1 w 962"/>
                  <a:gd name="T41" fmla="*/ 1 h 158"/>
                  <a:gd name="T42" fmla="*/ 1 w 962"/>
                  <a:gd name="T43" fmla="*/ 1 h 158"/>
                  <a:gd name="T44" fmla="*/ 1 w 962"/>
                  <a:gd name="T45" fmla="*/ 1 h 158"/>
                  <a:gd name="T46" fmla="*/ 1 w 962"/>
                  <a:gd name="T47" fmla="*/ 1 h 158"/>
                  <a:gd name="T48" fmla="*/ 1 w 962"/>
                  <a:gd name="T49" fmla="*/ 1 h 158"/>
                  <a:gd name="T50" fmla="*/ 1 w 962"/>
                  <a:gd name="T51" fmla="*/ 1 h 158"/>
                  <a:gd name="T52" fmla="*/ 1 w 962"/>
                  <a:gd name="T53" fmla="*/ 1 h 158"/>
                  <a:gd name="T54" fmla="*/ 1 w 962"/>
                  <a:gd name="T55" fmla="*/ 1 h 158"/>
                  <a:gd name="T56" fmla="*/ 1 w 962"/>
                  <a:gd name="T57" fmla="*/ 1 h 158"/>
                  <a:gd name="T58" fmla="*/ 1 w 962"/>
                  <a:gd name="T59" fmla="*/ 1 h 158"/>
                  <a:gd name="T60" fmla="*/ 1 w 962"/>
                  <a:gd name="T61" fmla="*/ 1 h 158"/>
                  <a:gd name="T62" fmla="*/ 1 w 962"/>
                  <a:gd name="T63" fmla="*/ 1 h 158"/>
                  <a:gd name="T64" fmla="*/ 1 w 962"/>
                  <a:gd name="T65" fmla="*/ 0 h 1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962"/>
                  <a:gd name="T100" fmla="*/ 0 h 158"/>
                  <a:gd name="T101" fmla="*/ 962 w 962"/>
                  <a:gd name="T102" fmla="*/ 158 h 15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962" h="158">
                    <a:moveTo>
                      <a:pt x="492" y="0"/>
                    </a:moveTo>
                    <a:lnTo>
                      <a:pt x="323" y="5"/>
                    </a:lnTo>
                    <a:lnTo>
                      <a:pt x="278" y="9"/>
                    </a:lnTo>
                    <a:lnTo>
                      <a:pt x="236" y="12"/>
                    </a:lnTo>
                    <a:lnTo>
                      <a:pt x="196" y="17"/>
                    </a:lnTo>
                    <a:lnTo>
                      <a:pt x="155" y="22"/>
                    </a:lnTo>
                    <a:lnTo>
                      <a:pt x="129" y="27"/>
                    </a:lnTo>
                    <a:lnTo>
                      <a:pt x="105" y="31"/>
                    </a:lnTo>
                    <a:lnTo>
                      <a:pt x="84" y="34"/>
                    </a:lnTo>
                    <a:lnTo>
                      <a:pt x="67" y="40"/>
                    </a:lnTo>
                    <a:lnTo>
                      <a:pt x="56" y="43"/>
                    </a:lnTo>
                    <a:lnTo>
                      <a:pt x="43" y="48"/>
                    </a:lnTo>
                    <a:lnTo>
                      <a:pt x="31" y="51"/>
                    </a:lnTo>
                    <a:lnTo>
                      <a:pt x="24" y="56"/>
                    </a:lnTo>
                    <a:lnTo>
                      <a:pt x="17" y="60"/>
                    </a:lnTo>
                    <a:lnTo>
                      <a:pt x="10" y="65"/>
                    </a:lnTo>
                    <a:lnTo>
                      <a:pt x="5" y="68"/>
                    </a:lnTo>
                    <a:lnTo>
                      <a:pt x="2" y="74"/>
                    </a:lnTo>
                    <a:lnTo>
                      <a:pt x="0" y="78"/>
                    </a:lnTo>
                    <a:lnTo>
                      <a:pt x="1" y="86"/>
                    </a:lnTo>
                    <a:lnTo>
                      <a:pt x="3" y="89"/>
                    </a:lnTo>
                    <a:lnTo>
                      <a:pt x="9" y="95"/>
                    </a:lnTo>
                    <a:lnTo>
                      <a:pt x="16" y="102"/>
                    </a:lnTo>
                    <a:lnTo>
                      <a:pt x="22" y="105"/>
                    </a:lnTo>
                    <a:lnTo>
                      <a:pt x="31" y="109"/>
                    </a:lnTo>
                    <a:lnTo>
                      <a:pt x="41" y="113"/>
                    </a:lnTo>
                    <a:lnTo>
                      <a:pt x="56" y="118"/>
                    </a:lnTo>
                    <a:lnTo>
                      <a:pt x="74" y="123"/>
                    </a:lnTo>
                    <a:lnTo>
                      <a:pt x="91" y="127"/>
                    </a:lnTo>
                    <a:lnTo>
                      <a:pt x="112" y="133"/>
                    </a:lnTo>
                    <a:lnTo>
                      <a:pt x="143" y="138"/>
                    </a:lnTo>
                    <a:lnTo>
                      <a:pt x="178" y="143"/>
                    </a:lnTo>
                    <a:lnTo>
                      <a:pt x="209" y="146"/>
                    </a:lnTo>
                    <a:lnTo>
                      <a:pt x="240" y="150"/>
                    </a:lnTo>
                    <a:lnTo>
                      <a:pt x="278" y="153"/>
                    </a:lnTo>
                    <a:lnTo>
                      <a:pt x="322" y="155"/>
                    </a:lnTo>
                    <a:lnTo>
                      <a:pt x="376" y="157"/>
                    </a:lnTo>
                    <a:lnTo>
                      <a:pt x="430" y="158"/>
                    </a:lnTo>
                    <a:lnTo>
                      <a:pt x="563" y="158"/>
                    </a:lnTo>
                    <a:lnTo>
                      <a:pt x="647" y="155"/>
                    </a:lnTo>
                    <a:lnTo>
                      <a:pt x="716" y="150"/>
                    </a:lnTo>
                    <a:lnTo>
                      <a:pt x="779" y="143"/>
                    </a:lnTo>
                    <a:lnTo>
                      <a:pt x="837" y="135"/>
                    </a:lnTo>
                    <a:lnTo>
                      <a:pt x="856" y="130"/>
                    </a:lnTo>
                    <a:lnTo>
                      <a:pt x="876" y="126"/>
                    </a:lnTo>
                    <a:lnTo>
                      <a:pt x="899" y="120"/>
                    </a:lnTo>
                    <a:lnTo>
                      <a:pt x="913" y="117"/>
                    </a:lnTo>
                    <a:lnTo>
                      <a:pt x="927" y="111"/>
                    </a:lnTo>
                    <a:lnTo>
                      <a:pt x="939" y="106"/>
                    </a:lnTo>
                    <a:lnTo>
                      <a:pt x="945" y="102"/>
                    </a:lnTo>
                    <a:lnTo>
                      <a:pt x="951" y="96"/>
                    </a:lnTo>
                    <a:lnTo>
                      <a:pt x="957" y="93"/>
                    </a:lnTo>
                    <a:lnTo>
                      <a:pt x="961" y="84"/>
                    </a:lnTo>
                    <a:lnTo>
                      <a:pt x="962" y="77"/>
                    </a:lnTo>
                    <a:lnTo>
                      <a:pt x="957" y="68"/>
                    </a:lnTo>
                    <a:lnTo>
                      <a:pt x="947" y="60"/>
                    </a:lnTo>
                    <a:lnTo>
                      <a:pt x="934" y="52"/>
                    </a:lnTo>
                    <a:lnTo>
                      <a:pt x="922" y="47"/>
                    </a:lnTo>
                    <a:lnTo>
                      <a:pt x="902" y="41"/>
                    </a:lnTo>
                    <a:lnTo>
                      <a:pt x="870" y="32"/>
                    </a:lnTo>
                    <a:lnTo>
                      <a:pt x="833" y="26"/>
                    </a:lnTo>
                    <a:lnTo>
                      <a:pt x="776" y="17"/>
                    </a:lnTo>
                    <a:lnTo>
                      <a:pt x="719" y="11"/>
                    </a:lnTo>
                    <a:lnTo>
                      <a:pt x="647" y="3"/>
                    </a:lnTo>
                    <a:lnTo>
                      <a:pt x="582" y="2"/>
                    </a:lnTo>
                    <a:lnTo>
                      <a:pt x="492" y="0"/>
                    </a:lnTo>
                    <a:close/>
                  </a:path>
                </a:pathLst>
              </a:custGeom>
              <a:solidFill>
                <a:srgbClr val="3F7F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00" name="Freeform 28">
                <a:extLst>
                  <a:ext uri="{FF2B5EF4-FFF2-40B4-BE49-F238E27FC236}">
                    <a16:creationId xmlns:a16="http://schemas.microsoft.com/office/drawing/2014/main" id="{8A7AAED5-6120-0451-4676-C65DD9433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0" y="2483"/>
                <a:ext cx="578" cy="413"/>
              </a:xfrm>
              <a:custGeom>
                <a:avLst/>
                <a:gdLst>
                  <a:gd name="T0" fmla="*/ 0 w 1157"/>
                  <a:gd name="T1" fmla="*/ 1 h 826"/>
                  <a:gd name="T2" fmla="*/ 0 w 1157"/>
                  <a:gd name="T3" fmla="*/ 1 h 826"/>
                  <a:gd name="T4" fmla="*/ 0 w 1157"/>
                  <a:gd name="T5" fmla="*/ 1 h 826"/>
                  <a:gd name="T6" fmla="*/ 0 w 1157"/>
                  <a:gd name="T7" fmla="*/ 1 h 826"/>
                  <a:gd name="T8" fmla="*/ 0 w 1157"/>
                  <a:gd name="T9" fmla="*/ 1 h 826"/>
                  <a:gd name="T10" fmla="*/ 0 w 1157"/>
                  <a:gd name="T11" fmla="*/ 1 h 826"/>
                  <a:gd name="T12" fmla="*/ 0 w 1157"/>
                  <a:gd name="T13" fmla="*/ 1 h 826"/>
                  <a:gd name="T14" fmla="*/ 0 w 1157"/>
                  <a:gd name="T15" fmla="*/ 1 h 826"/>
                  <a:gd name="T16" fmla="*/ 0 w 1157"/>
                  <a:gd name="T17" fmla="*/ 1 h 826"/>
                  <a:gd name="T18" fmla="*/ 0 w 1157"/>
                  <a:gd name="T19" fmla="*/ 1 h 826"/>
                  <a:gd name="T20" fmla="*/ 0 w 1157"/>
                  <a:gd name="T21" fmla="*/ 1 h 826"/>
                  <a:gd name="T22" fmla="*/ 0 w 1157"/>
                  <a:gd name="T23" fmla="*/ 1 h 826"/>
                  <a:gd name="T24" fmla="*/ 0 w 1157"/>
                  <a:gd name="T25" fmla="*/ 1 h 826"/>
                  <a:gd name="T26" fmla="*/ 0 w 1157"/>
                  <a:gd name="T27" fmla="*/ 1 h 826"/>
                  <a:gd name="T28" fmla="*/ 0 w 1157"/>
                  <a:gd name="T29" fmla="*/ 1 h 826"/>
                  <a:gd name="T30" fmla="*/ 0 w 1157"/>
                  <a:gd name="T31" fmla="*/ 1 h 826"/>
                  <a:gd name="T32" fmla="*/ 0 w 1157"/>
                  <a:gd name="T33" fmla="*/ 1 h 826"/>
                  <a:gd name="T34" fmla="*/ 0 w 1157"/>
                  <a:gd name="T35" fmla="*/ 0 h 826"/>
                  <a:gd name="T36" fmla="*/ 0 w 1157"/>
                  <a:gd name="T37" fmla="*/ 1 h 826"/>
                  <a:gd name="T38" fmla="*/ 0 w 1157"/>
                  <a:gd name="T39" fmla="*/ 1 h 826"/>
                  <a:gd name="T40" fmla="*/ 0 w 1157"/>
                  <a:gd name="T41" fmla="*/ 1 h 826"/>
                  <a:gd name="T42" fmla="*/ 0 w 1157"/>
                  <a:gd name="T43" fmla="*/ 1 h 826"/>
                  <a:gd name="T44" fmla="*/ 0 w 1157"/>
                  <a:gd name="T45" fmla="*/ 1 h 826"/>
                  <a:gd name="T46" fmla="*/ 0 w 1157"/>
                  <a:gd name="T47" fmla="*/ 1 h 826"/>
                  <a:gd name="T48" fmla="*/ 0 w 1157"/>
                  <a:gd name="T49" fmla="*/ 1 h 826"/>
                  <a:gd name="T50" fmla="*/ 0 w 1157"/>
                  <a:gd name="T51" fmla="*/ 1 h 826"/>
                  <a:gd name="T52" fmla="*/ 0 w 1157"/>
                  <a:gd name="T53" fmla="*/ 1 h 826"/>
                  <a:gd name="T54" fmla="*/ 0 w 1157"/>
                  <a:gd name="T55" fmla="*/ 1 h 826"/>
                  <a:gd name="T56" fmla="*/ 0 w 1157"/>
                  <a:gd name="T57" fmla="*/ 1 h 826"/>
                  <a:gd name="T58" fmla="*/ 0 w 1157"/>
                  <a:gd name="T59" fmla="*/ 1 h 826"/>
                  <a:gd name="T60" fmla="*/ 0 w 1157"/>
                  <a:gd name="T61" fmla="*/ 1 h 826"/>
                  <a:gd name="T62" fmla="*/ 0 w 1157"/>
                  <a:gd name="T63" fmla="*/ 1 h 826"/>
                  <a:gd name="T64" fmla="*/ 0 w 1157"/>
                  <a:gd name="T65" fmla="*/ 1 h 8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157"/>
                  <a:gd name="T100" fmla="*/ 0 h 826"/>
                  <a:gd name="T101" fmla="*/ 1157 w 1157"/>
                  <a:gd name="T102" fmla="*/ 826 h 82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157" h="826">
                    <a:moveTo>
                      <a:pt x="108" y="1"/>
                    </a:moveTo>
                    <a:lnTo>
                      <a:pt x="109" y="9"/>
                    </a:lnTo>
                    <a:lnTo>
                      <a:pt x="111" y="12"/>
                    </a:lnTo>
                    <a:lnTo>
                      <a:pt x="117" y="18"/>
                    </a:lnTo>
                    <a:lnTo>
                      <a:pt x="124" y="25"/>
                    </a:lnTo>
                    <a:lnTo>
                      <a:pt x="130" y="28"/>
                    </a:lnTo>
                    <a:lnTo>
                      <a:pt x="139" y="32"/>
                    </a:lnTo>
                    <a:lnTo>
                      <a:pt x="149" y="36"/>
                    </a:lnTo>
                    <a:lnTo>
                      <a:pt x="164" y="41"/>
                    </a:lnTo>
                    <a:lnTo>
                      <a:pt x="182" y="46"/>
                    </a:lnTo>
                    <a:lnTo>
                      <a:pt x="199" y="50"/>
                    </a:lnTo>
                    <a:lnTo>
                      <a:pt x="220" y="56"/>
                    </a:lnTo>
                    <a:lnTo>
                      <a:pt x="251" y="61"/>
                    </a:lnTo>
                    <a:lnTo>
                      <a:pt x="286" y="66"/>
                    </a:lnTo>
                    <a:lnTo>
                      <a:pt x="317" y="69"/>
                    </a:lnTo>
                    <a:lnTo>
                      <a:pt x="348" y="73"/>
                    </a:lnTo>
                    <a:lnTo>
                      <a:pt x="386" y="76"/>
                    </a:lnTo>
                    <a:lnTo>
                      <a:pt x="430" y="78"/>
                    </a:lnTo>
                    <a:lnTo>
                      <a:pt x="484" y="80"/>
                    </a:lnTo>
                    <a:lnTo>
                      <a:pt x="538" y="81"/>
                    </a:lnTo>
                    <a:lnTo>
                      <a:pt x="671" y="81"/>
                    </a:lnTo>
                    <a:lnTo>
                      <a:pt x="755" y="78"/>
                    </a:lnTo>
                    <a:lnTo>
                      <a:pt x="824" y="73"/>
                    </a:lnTo>
                    <a:lnTo>
                      <a:pt x="887" y="66"/>
                    </a:lnTo>
                    <a:lnTo>
                      <a:pt x="945" y="58"/>
                    </a:lnTo>
                    <a:lnTo>
                      <a:pt x="964" y="53"/>
                    </a:lnTo>
                    <a:lnTo>
                      <a:pt x="984" y="49"/>
                    </a:lnTo>
                    <a:lnTo>
                      <a:pt x="1007" y="43"/>
                    </a:lnTo>
                    <a:lnTo>
                      <a:pt x="1021" y="40"/>
                    </a:lnTo>
                    <a:lnTo>
                      <a:pt x="1035" y="34"/>
                    </a:lnTo>
                    <a:lnTo>
                      <a:pt x="1047" y="29"/>
                    </a:lnTo>
                    <a:lnTo>
                      <a:pt x="1053" y="25"/>
                    </a:lnTo>
                    <a:lnTo>
                      <a:pt x="1059" y="19"/>
                    </a:lnTo>
                    <a:lnTo>
                      <a:pt x="1065" y="16"/>
                    </a:lnTo>
                    <a:lnTo>
                      <a:pt x="1069" y="7"/>
                    </a:lnTo>
                    <a:lnTo>
                      <a:pt x="1070" y="0"/>
                    </a:lnTo>
                    <a:lnTo>
                      <a:pt x="1157" y="723"/>
                    </a:lnTo>
                    <a:lnTo>
                      <a:pt x="1112" y="744"/>
                    </a:lnTo>
                    <a:lnTo>
                      <a:pt x="1062" y="769"/>
                    </a:lnTo>
                    <a:lnTo>
                      <a:pt x="1017" y="786"/>
                    </a:lnTo>
                    <a:lnTo>
                      <a:pt x="979" y="792"/>
                    </a:lnTo>
                    <a:lnTo>
                      <a:pt x="939" y="789"/>
                    </a:lnTo>
                    <a:lnTo>
                      <a:pt x="891" y="789"/>
                    </a:lnTo>
                    <a:lnTo>
                      <a:pt x="848" y="806"/>
                    </a:lnTo>
                    <a:lnTo>
                      <a:pt x="810" y="820"/>
                    </a:lnTo>
                    <a:lnTo>
                      <a:pt x="786" y="826"/>
                    </a:lnTo>
                    <a:lnTo>
                      <a:pt x="748" y="823"/>
                    </a:lnTo>
                    <a:lnTo>
                      <a:pt x="708" y="816"/>
                    </a:lnTo>
                    <a:lnTo>
                      <a:pt x="670" y="806"/>
                    </a:lnTo>
                    <a:lnTo>
                      <a:pt x="630" y="795"/>
                    </a:lnTo>
                    <a:lnTo>
                      <a:pt x="589" y="789"/>
                    </a:lnTo>
                    <a:lnTo>
                      <a:pt x="538" y="799"/>
                    </a:lnTo>
                    <a:lnTo>
                      <a:pt x="500" y="806"/>
                    </a:lnTo>
                    <a:lnTo>
                      <a:pt x="456" y="813"/>
                    </a:lnTo>
                    <a:lnTo>
                      <a:pt x="427" y="816"/>
                    </a:lnTo>
                    <a:lnTo>
                      <a:pt x="389" y="820"/>
                    </a:lnTo>
                    <a:lnTo>
                      <a:pt x="330" y="809"/>
                    </a:lnTo>
                    <a:lnTo>
                      <a:pt x="287" y="803"/>
                    </a:lnTo>
                    <a:lnTo>
                      <a:pt x="235" y="792"/>
                    </a:lnTo>
                    <a:lnTo>
                      <a:pt x="201" y="795"/>
                    </a:lnTo>
                    <a:lnTo>
                      <a:pt x="157" y="806"/>
                    </a:lnTo>
                    <a:lnTo>
                      <a:pt x="123" y="806"/>
                    </a:lnTo>
                    <a:lnTo>
                      <a:pt x="82" y="795"/>
                    </a:lnTo>
                    <a:lnTo>
                      <a:pt x="37" y="778"/>
                    </a:lnTo>
                    <a:lnTo>
                      <a:pt x="0" y="744"/>
                    </a:lnTo>
                    <a:lnTo>
                      <a:pt x="11" y="677"/>
                    </a:lnTo>
                    <a:lnTo>
                      <a:pt x="108" y="1"/>
                    </a:lnTo>
                    <a:close/>
                  </a:path>
                </a:pathLst>
              </a:custGeom>
              <a:solidFill>
                <a:srgbClr val="0000F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627" name="Freeform 29">
              <a:extLst>
                <a:ext uri="{FF2B5EF4-FFF2-40B4-BE49-F238E27FC236}">
                  <a16:creationId xmlns:a16="http://schemas.microsoft.com/office/drawing/2014/main" id="{38C84FE8-66F5-A91E-9848-1333E2487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6" y="2455"/>
              <a:ext cx="286" cy="153"/>
            </a:xfrm>
            <a:custGeom>
              <a:avLst/>
              <a:gdLst>
                <a:gd name="T0" fmla="*/ 0 w 573"/>
                <a:gd name="T1" fmla="*/ 1 h 306"/>
                <a:gd name="T2" fmla="*/ 0 w 573"/>
                <a:gd name="T3" fmla="*/ 1 h 306"/>
                <a:gd name="T4" fmla="*/ 0 w 573"/>
                <a:gd name="T5" fmla="*/ 1 h 306"/>
                <a:gd name="T6" fmla="*/ 0 w 573"/>
                <a:gd name="T7" fmla="*/ 1 h 306"/>
                <a:gd name="T8" fmla="*/ 0 w 573"/>
                <a:gd name="T9" fmla="*/ 1 h 306"/>
                <a:gd name="T10" fmla="*/ 0 w 573"/>
                <a:gd name="T11" fmla="*/ 1 h 306"/>
                <a:gd name="T12" fmla="*/ 0 w 573"/>
                <a:gd name="T13" fmla="*/ 1 h 306"/>
                <a:gd name="T14" fmla="*/ 0 w 573"/>
                <a:gd name="T15" fmla="*/ 1 h 306"/>
                <a:gd name="T16" fmla="*/ 0 w 573"/>
                <a:gd name="T17" fmla="*/ 1 h 306"/>
                <a:gd name="T18" fmla="*/ 0 w 573"/>
                <a:gd name="T19" fmla="*/ 1 h 306"/>
                <a:gd name="T20" fmla="*/ 0 w 573"/>
                <a:gd name="T21" fmla="*/ 1 h 306"/>
                <a:gd name="T22" fmla="*/ 0 w 573"/>
                <a:gd name="T23" fmla="*/ 1 h 306"/>
                <a:gd name="T24" fmla="*/ 0 w 573"/>
                <a:gd name="T25" fmla="*/ 1 h 306"/>
                <a:gd name="T26" fmla="*/ 0 w 573"/>
                <a:gd name="T27" fmla="*/ 1 h 306"/>
                <a:gd name="T28" fmla="*/ 0 w 573"/>
                <a:gd name="T29" fmla="*/ 1 h 306"/>
                <a:gd name="T30" fmla="*/ 0 w 573"/>
                <a:gd name="T31" fmla="*/ 1 h 306"/>
                <a:gd name="T32" fmla="*/ 0 w 573"/>
                <a:gd name="T33" fmla="*/ 1 h 306"/>
                <a:gd name="T34" fmla="*/ 0 w 573"/>
                <a:gd name="T35" fmla="*/ 1 h 306"/>
                <a:gd name="T36" fmla="*/ 0 w 573"/>
                <a:gd name="T37" fmla="*/ 1 h 306"/>
                <a:gd name="T38" fmla="*/ 0 w 573"/>
                <a:gd name="T39" fmla="*/ 1 h 306"/>
                <a:gd name="T40" fmla="*/ 0 w 573"/>
                <a:gd name="T41" fmla="*/ 1 h 306"/>
                <a:gd name="T42" fmla="*/ 0 w 573"/>
                <a:gd name="T43" fmla="*/ 1 h 306"/>
                <a:gd name="T44" fmla="*/ 0 w 573"/>
                <a:gd name="T45" fmla="*/ 1 h 306"/>
                <a:gd name="T46" fmla="*/ 0 w 573"/>
                <a:gd name="T47" fmla="*/ 1 h 306"/>
                <a:gd name="T48" fmla="*/ 0 w 573"/>
                <a:gd name="T49" fmla="*/ 1 h 306"/>
                <a:gd name="T50" fmla="*/ 0 w 573"/>
                <a:gd name="T51" fmla="*/ 1 h 306"/>
                <a:gd name="T52" fmla="*/ 0 w 573"/>
                <a:gd name="T53" fmla="*/ 1 h 306"/>
                <a:gd name="T54" fmla="*/ 0 w 573"/>
                <a:gd name="T55" fmla="*/ 1 h 306"/>
                <a:gd name="T56" fmla="*/ 0 w 573"/>
                <a:gd name="T57" fmla="*/ 1 h 306"/>
                <a:gd name="T58" fmla="*/ 0 w 573"/>
                <a:gd name="T59" fmla="*/ 1 h 306"/>
                <a:gd name="T60" fmla="*/ 0 w 573"/>
                <a:gd name="T61" fmla="*/ 1 h 306"/>
                <a:gd name="T62" fmla="*/ 0 w 573"/>
                <a:gd name="T63" fmla="*/ 0 h 306"/>
                <a:gd name="T64" fmla="*/ 0 w 573"/>
                <a:gd name="T65" fmla="*/ 1 h 30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73"/>
                <a:gd name="T100" fmla="*/ 0 h 306"/>
                <a:gd name="T101" fmla="*/ 573 w 573"/>
                <a:gd name="T102" fmla="*/ 306 h 30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73" h="306">
                  <a:moveTo>
                    <a:pt x="0" y="227"/>
                  </a:moveTo>
                  <a:lnTo>
                    <a:pt x="20" y="278"/>
                  </a:lnTo>
                  <a:lnTo>
                    <a:pt x="29" y="298"/>
                  </a:lnTo>
                  <a:lnTo>
                    <a:pt x="38" y="306"/>
                  </a:lnTo>
                  <a:lnTo>
                    <a:pt x="46" y="304"/>
                  </a:lnTo>
                  <a:lnTo>
                    <a:pt x="57" y="298"/>
                  </a:lnTo>
                  <a:lnTo>
                    <a:pt x="340" y="135"/>
                  </a:lnTo>
                  <a:lnTo>
                    <a:pt x="354" y="134"/>
                  </a:lnTo>
                  <a:lnTo>
                    <a:pt x="371" y="143"/>
                  </a:lnTo>
                  <a:lnTo>
                    <a:pt x="389" y="143"/>
                  </a:lnTo>
                  <a:lnTo>
                    <a:pt x="412" y="139"/>
                  </a:lnTo>
                  <a:lnTo>
                    <a:pt x="443" y="131"/>
                  </a:lnTo>
                  <a:lnTo>
                    <a:pt x="460" y="123"/>
                  </a:lnTo>
                  <a:lnTo>
                    <a:pt x="552" y="113"/>
                  </a:lnTo>
                  <a:lnTo>
                    <a:pt x="569" y="108"/>
                  </a:lnTo>
                  <a:lnTo>
                    <a:pt x="565" y="99"/>
                  </a:lnTo>
                  <a:lnTo>
                    <a:pt x="557" y="94"/>
                  </a:lnTo>
                  <a:lnTo>
                    <a:pt x="521" y="88"/>
                  </a:lnTo>
                  <a:lnTo>
                    <a:pt x="477" y="91"/>
                  </a:lnTo>
                  <a:lnTo>
                    <a:pt x="478" y="85"/>
                  </a:lnTo>
                  <a:lnTo>
                    <a:pt x="521" y="81"/>
                  </a:lnTo>
                  <a:lnTo>
                    <a:pt x="558" y="73"/>
                  </a:lnTo>
                  <a:lnTo>
                    <a:pt x="572" y="66"/>
                  </a:lnTo>
                  <a:lnTo>
                    <a:pt x="573" y="51"/>
                  </a:lnTo>
                  <a:lnTo>
                    <a:pt x="552" y="46"/>
                  </a:lnTo>
                  <a:lnTo>
                    <a:pt x="470" y="60"/>
                  </a:lnTo>
                  <a:lnTo>
                    <a:pt x="470" y="52"/>
                  </a:lnTo>
                  <a:lnTo>
                    <a:pt x="547" y="30"/>
                  </a:lnTo>
                  <a:lnTo>
                    <a:pt x="565" y="21"/>
                  </a:lnTo>
                  <a:lnTo>
                    <a:pt x="564" y="8"/>
                  </a:lnTo>
                  <a:lnTo>
                    <a:pt x="553" y="1"/>
                  </a:lnTo>
                  <a:lnTo>
                    <a:pt x="543" y="0"/>
                  </a:lnTo>
                  <a:lnTo>
                    <a:pt x="451" y="29"/>
                  </a:lnTo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28" name="Freeform 30">
              <a:extLst>
                <a:ext uri="{FF2B5EF4-FFF2-40B4-BE49-F238E27FC236}">
                  <a16:creationId xmlns:a16="http://schemas.microsoft.com/office/drawing/2014/main" id="{7E72C3F0-8657-1890-EC0B-3FA405BE9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2776"/>
              <a:ext cx="351" cy="272"/>
            </a:xfrm>
            <a:custGeom>
              <a:avLst/>
              <a:gdLst>
                <a:gd name="T0" fmla="*/ 1 w 701"/>
                <a:gd name="T1" fmla="*/ 0 h 545"/>
                <a:gd name="T2" fmla="*/ 0 w 701"/>
                <a:gd name="T3" fmla="*/ 0 h 545"/>
                <a:gd name="T4" fmla="*/ 1 w 701"/>
                <a:gd name="T5" fmla="*/ 0 h 545"/>
                <a:gd name="T6" fmla="*/ 1 w 701"/>
                <a:gd name="T7" fmla="*/ 0 h 545"/>
                <a:gd name="T8" fmla="*/ 1 w 701"/>
                <a:gd name="T9" fmla="*/ 0 h 545"/>
                <a:gd name="T10" fmla="*/ 1 w 701"/>
                <a:gd name="T11" fmla="*/ 0 h 545"/>
                <a:gd name="T12" fmla="*/ 1 w 701"/>
                <a:gd name="T13" fmla="*/ 0 h 545"/>
                <a:gd name="T14" fmla="*/ 1 w 701"/>
                <a:gd name="T15" fmla="*/ 0 h 545"/>
                <a:gd name="T16" fmla="*/ 1 w 701"/>
                <a:gd name="T17" fmla="*/ 0 h 545"/>
                <a:gd name="T18" fmla="*/ 1 w 701"/>
                <a:gd name="T19" fmla="*/ 0 h 545"/>
                <a:gd name="T20" fmla="*/ 1 w 701"/>
                <a:gd name="T21" fmla="*/ 0 h 545"/>
                <a:gd name="T22" fmla="*/ 1 w 701"/>
                <a:gd name="T23" fmla="*/ 0 h 545"/>
                <a:gd name="T24" fmla="*/ 1 w 701"/>
                <a:gd name="T25" fmla="*/ 0 h 545"/>
                <a:gd name="T26" fmla="*/ 1 w 701"/>
                <a:gd name="T27" fmla="*/ 0 h 545"/>
                <a:gd name="T28" fmla="*/ 1 w 701"/>
                <a:gd name="T29" fmla="*/ 0 h 545"/>
                <a:gd name="T30" fmla="*/ 1 w 701"/>
                <a:gd name="T31" fmla="*/ 0 h 545"/>
                <a:gd name="T32" fmla="*/ 1 w 701"/>
                <a:gd name="T33" fmla="*/ 0 h 545"/>
                <a:gd name="T34" fmla="*/ 1 w 701"/>
                <a:gd name="T35" fmla="*/ 0 h 545"/>
                <a:gd name="T36" fmla="*/ 1 w 701"/>
                <a:gd name="T37" fmla="*/ 0 h 545"/>
                <a:gd name="T38" fmla="*/ 1 w 701"/>
                <a:gd name="T39" fmla="*/ 0 h 545"/>
                <a:gd name="T40" fmla="*/ 1 w 701"/>
                <a:gd name="T41" fmla="*/ 0 h 545"/>
                <a:gd name="T42" fmla="*/ 1 w 701"/>
                <a:gd name="T43" fmla="*/ 0 h 545"/>
                <a:gd name="T44" fmla="*/ 1 w 701"/>
                <a:gd name="T45" fmla="*/ 0 h 545"/>
                <a:gd name="T46" fmla="*/ 1 w 701"/>
                <a:gd name="T47" fmla="*/ 0 h 545"/>
                <a:gd name="T48" fmla="*/ 1 w 701"/>
                <a:gd name="T49" fmla="*/ 0 h 545"/>
                <a:gd name="T50" fmla="*/ 1 w 701"/>
                <a:gd name="T51" fmla="*/ 0 h 54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01"/>
                <a:gd name="T79" fmla="*/ 0 h 545"/>
                <a:gd name="T80" fmla="*/ 701 w 701"/>
                <a:gd name="T81" fmla="*/ 545 h 545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01" h="545">
                  <a:moveTo>
                    <a:pt x="207" y="11"/>
                  </a:moveTo>
                  <a:lnTo>
                    <a:pt x="0" y="494"/>
                  </a:lnTo>
                  <a:lnTo>
                    <a:pt x="7" y="504"/>
                  </a:lnTo>
                  <a:lnTo>
                    <a:pt x="23" y="495"/>
                  </a:lnTo>
                  <a:lnTo>
                    <a:pt x="221" y="29"/>
                  </a:lnTo>
                  <a:lnTo>
                    <a:pt x="233" y="24"/>
                  </a:lnTo>
                  <a:lnTo>
                    <a:pt x="309" y="23"/>
                  </a:lnTo>
                  <a:lnTo>
                    <a:pt x="407" y="26"/>
                  </a:lnTo>
                  <a:lnTo>
                    <a:pt x="494" y="31"/>
                  </a:lnTo>
                  <a:lnTo>
                    <a:pt x="519" y="38"/>
                  </a:lnTo>
                  <a:lnTo>
                    <a:pt x="534" y="50"/>
                  </a:lnTo>
                  <a:lnTo>
                    <a:pt x="545" y="66"/>
                  </a:lnTo>
                  <a:lnTo>
                    <a:pt x="682" y="540"/>
                  </a:lnTo>
                  <a:lnTo>
                    <a:pt x="692" y="545"/>
                  </a:lnTo>
                  <a:lnTo>
                    <a:pt x="701" y="535"/>
                  </a:lnTo>
                  <a:lnTo>
                    <a:pt x="565" y="61"/>
                  </a:lnTo>
                  <a:lnTo>
                    <a:pt x="551" y="37"/>
                  </a:lnTo>
                  <a:lnTo>
                    <a:pt x="539" y="26"/>
                  </a:lnTo>
                  <a:lnTo>
                    <a:pt x="528" y="20"/>
                  </a:lnTo>
                  <a:lnTo>
                    <a:pt x="513" y="12"/>
                  </a:lnTo>
                  <a:lnTo>
                    <a:pt x="484" y="11"/>
                  </a:lnTo>
                  <a:lnTo>
                    <a:pt x="392" y="4"/>
                  </a:lnTo>
                  <a:lnTo>
                    <a:pt x="291" y="0"/>
                  </a:lnTo>
                  <a:lnTo>
                    <a:pt x="243" y="3"/>
                  </a:lnTo>
                  <a:lnTo>
                    <a:pt x="220" y="4"/>
                  </a:lnTo>
                  <a:lnTo>
                    <a:pt x="207" y="11"/>
                  </a:lnTo>
                  <a:close/>
                </a:path>
              </a:pathLst>
            </a:custGeom>
            <a:solidFill>
              <a:srgbClr val="00FF00"/>
            </a:solidFill>
            <a:ln w="635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629" name="Group 31">
              <a:extLst>
                <a:ext uri="{FF2B5EF4-FFF2-40B4-BE49-F238E27FC236}">
                  <a16:creationId xmlns:a16="http://schemas.microsoft.com/office/drawing/2014/main" id="{4246A472-3B5A-7384-212E-391D944580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6" y="2687"/>
              <a:ext cx="281" cy="164"/>
              <a:chOff x="3266" y="2575"/>
              <a:chExt cx="281" cy="164"/>
            </a:xfrm>
          </p:grpSpPr>
          <p:sp>
            <p:nvSpPr>
              <p:cNvPr id="22697" name="Freeform 32">
                <a:extLst>
                  <a:ext uri="{FF2B5EF4-FFF2-40B4-BE49-F238E27FC236}">
                    <a16:creationId xmlns:a16="http://schemas.microsoft.com/office/drawing/2014/main" id="{7DCFBF3D-3E41-232A-265B-A0613BC82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8" y="2620"/>
                <a:ext cx="109" cy="119"/>
              </a:xfrm>
              <a:custGeom>
                <a:avLst/>
                <a:gdLst>
                  <a:gd name="T0" fmla="*/ 1 w 218"/>
                  <a:gd name="T1" fmla="*/ 0 h 236"/>
                  <a:gd name="T2" fmla="*/ 1 w 218"/>
                  <a:gd name="T3" fmla="*/ 1 h 236"/>
                  <a:gd name="T4" fmla="*/ 0 w 218"/>
                  <a:gd name="T5" fmla="*/ 1 h 236"/>
                  <a:gd name="T6" fmla="*/ 1 w 218"/>
                  <a:gd name="T7" fmla="*/ 1 h 236"/>
                  <a:gd name="T8" fmla="*/ 1 w 218"/>
                  <a:gd name="T9" fmla="*/ 1 h 236"/>
                  <a:gd name="T10" fmla="*/ 1 w 218"/>
                  <a:gd name="T11" fmla="*/ 1 h 236"/>
                  <a:gd name="T12" fmla="*/ 1 w 218"/>
                  <a:gd name="T13" fmla="*/ 1 h 236"/>
                  <a:gd name="T14" fmla="*/ 1 w 218"/>
                  <a:gd name="T15" fmla="*/ 1 h 236"/>
                  <a:gd name="T16" fmla="*/ 1 w 218"/>
                  <a:gd name="T17" fmla="*/ 1 h 236"/>
                  <a:gd name="T18" fmla="*/ 1 w 218"/>
                  <a:gd name="T19" fmla="*/ 1 h 236"/>
                  <a:gd name="T20" fmla="*/ 1 w 218"/>
                  <a:gd name="T21" fmla="*/ 0 h 2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8"/>
                  <a:gd name="T34" fmla="*/ 0 h 236"/>
                  <a:gd name="T35" fmla="*/ 218 w 218"/>
                  <a:gd name="T36" fmla="*/ 236 h 2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8" h="236">
                    <a:moveTo>
                      <a:pt x="118" y="0"/>
                    </a:moveTo>
                    <a:lnTo>
                      <a:pt x="74" y="59"/>
                    </a:lnTo>
                    <a:lnTo>
                      <a:pt x="0" y="52"/>
                    </a:lnTo>
                    <a:lnTo>
                      <a:pt x="59" y="121"/>
                    </a:lnTo>
                    <a:lnTo>
                      <a:pt x="4" y="207"/>
                    </a:lnTo>
                    <a:lnTo>
                      <a:pt x="103" y="153"/>
                    </a:lnTo>
                    <a:lnTo>
                      <a:pt x="171" y="236"/>
                    </a:lnTo>
                    <a:lnTo>
                      <a:pt x="154" y="130"/>
                    </a:lnTo>
                    <a:lnTo>
                      <a:pt x="218" y="67"/>
                    </a:lnTo>
                    <a:lnTo>
                      <a:pt x="140" y="69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8" name="Freeform 33">
                <a:extLst>
                  <a:ext uri="{FF2B5EF4-FFF2-40B4-BE49-F238E27FC236}">
                    <a16:creationId xmlns:a16="http://schemas.microsoft.com/office/drawing/2014/main" id="{7E213662-04CD-94F0-8B54-A46303ABE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6" y="2575"/>
                <a:ext cx="106" cy="118"/>
              </a:xfrm>
              <a:custGeom>
                <a:avLst/>
                <a:gdLst>
                  <a:gd name="T0" fmla="*/ 1 w 212"/>
                  <a:gd name="T1" fmla="*/ 1 h 235"/>
                  <a:gd name="T2" fmla="*/ 1 w 212"/>
                  <a:gd name="T3" fmla="*/ 1 h 235"/>
                  <a:gd name="T4" fmla="*/ 1 w 212"/>
                  <a:gd name="T5" fmla="*/ 1 h 235"/>
                  <a:gd name="T6" fmla="*/ 1 w 212"/>
                  <a:gd name="T7" fmla="*/ 1 h 235"/>
                  <a:gd name="T8" fmla="*/ 1 w 212"/>
                  <a:gd name="T9" fmla="*/ 1 h 235"/>
                  <a:gd name="T10" fmla="*/ 1 w 212"/>
                  <a:gd name="T11" fmla="*/ 1 h 235"/>
                  <a:gd name="T12" fmla="*/ 1 w 212"/>
                  <a:gd name="T13" fmla="*/ 1 h 235"/>
                  <a:gd name="T14" fmla="*/ 1 w 212"/>
                  <a:gd name="T15" fmla="*/ 1 h 235"/>
                  <a:gd name="T16" fmla="*/ 1 w 212"/>
                  <a:gd name="T17" fmla="*/ 1 h 235"/>
                  <a:gd name="T18" fmla="*/ 0 w 212"/>
                  <a:gd name="T19" fmla="*/ 1 h 235"/>
                  <a:gd name="T20" fmla="*/ 0 w 212"/>
                  <a:gd name="T21" fmla="*/ 1 h 235"/>
                  <a:gd name="T22" fmla="*/ 1 w 212"/>
                  <a:gd name="T23" fmla="*/ 1 h 235"/>
                  <a:gd name="T24" fmla="*/ 1 w 212"/>
                  <a:gd name="T25" fmla="*/ 1 h 235"/>
                  <a:gd name="T26" fmla="*/ 1 w 212"/>
                  <a:gd name="T27" fmla="*/ 1 h 235"/>
                  <a:gd name="T28" fmla="*/ 1 w 212"/>
                  <a:gd name="T29" fmla="*/ 1 h 235"/>
                  <a:gd name="T30" fmla="*/ 1 w 212"/>
                  <a:gd name="T31" fmla="*/ 1 h 235"/>
                  <a:gd name="T32" fmla="*/ 1 w 212"/>
                  <a:gd name="T33" fmla="*/ 1 h 235"/>
                  <a:gd name="T34" fmla="*/ 1 w 212"/>
                  <a:gd name="T35" fmla="*/ 1 h 235"/>
                  <a:gd name="T36" fmla="*/ 1 w 212"/>
                  <a:gd name="T37" fmla="*/ 1 h 235"/>
                  <a:gd name="T38" fmla="*/ 1 w 212"/>
                  <a:gd name="T39" fmla="*/ 1 h 235"/>
                  <a:gd name="T40" fmla="*/ 1 w 212"/>
                  <a:gd name="T41" fmla="*/ 1 h 235"/>
                  <a:gd name="T42" fmla="*/ 1 w 212"/>
                  <a:gd name="T43" fmla="*/ 1 h 235"/>
                  <a:gd name="T44" fmla="*/ 1 w 212"/>
                  <a:gd name="T45" fmla="*/ 1 h 235"/>
                  <a:gd name="T46" fmla="*/ 1 w 212"/>
                  <a:gd name="T47" fmla="*/ 1 h 235"/>
                  <a:gd name="T48" fmla="*/ 1 w 212"/>
                  <a:gd name="T49" fmla="*/ 1 h 235"/>
                  <a:gd name="T50" fmla="*/ 1 w 212"/>
                  <a:gd name="T51" fmla="*/ 1 h 235"/>
                  <a:gd name="T52" fmla="*/ 1 w 212"/>
                  <a:gd name="T53" fmla="*/ 1 h 235"/>
                  <a:gd name="T54" fmla="*/ 1 w 212"/>
                  <a:gd name="T55" fmla="*/ 1 h 235"/>
                  <a:gd name="T56" fmla="*/ 1 w 212"/>
                  <a:gd name="T57" fmla="*/ 1 h 235"/>
                  <a:gd name="T58" fmla="*/ 1 w 212"/>
                  <a:gd name="T59" fmla="*/ 1 h 235"/>
                  <a:gd name="T60" fmla="*/ 1 w 212"/>
                  <a:gd name="T61" fmla="*/ 1 h 235"/>
                  <a:gd name="T62" fmla="*/ 1 w 212"/>
                  <a:gd name="T63" fmla="*/ 1 h 235"/>
                  <a:gd name="T64" fmla="*/ 1 w 212"/>
                  <a:gd name="T65" fmla="*/ 1 h 235"/>
                  <a:gd name="T66" fmla="*/ 1 w 212"/>
                  <a:gd name="T67" fmla="*/ 1 h 235"/>
                  <a:gd name="T68" fmla="*/ 1 w 212"/>
                  <a:gd name="T69" fmla="*/ 1 h 235"/>
                  <a:gd name="T70" fmla="*/ 1 w 212"/>
                  <a:gd name="T71" fmla="*/ 1 h 235"/>
                  <a:gd name="T72" fmla="*/ 1 w 212"/>
                  <a:gd name="T73" fmla="*/ 1 h 235"/>
                  <a:gd name="T74" fmla="*/ 1 w 212"/>
                  <a:gd name="T75" fmla="*/ 1 h 235"/>
                  <a:gd name="T76" fmla="*/ 1 w 212"/>
                  <a:gd name="T77" fmla="*/ 1 h 235"/>
                  <a:gd name="T78" fmla="*/ 1 w 212"/>
                  <a:gd name="T79" fmla="*/ 1 h 235"/>
                  <a:gd name="T80" fmla="*/ 1 w 212"/>
                  <a:gd name="T81" fmla="*/ 1 h 235"/>
                  <a:gd name="T82" fmla="*/ 1 w 212"/>
                  <a:gd name="T83" fmla="*/ 1 h 235"/>
                  <a:gd name="T84" fmla="*/ 1 w 212"/>
                  <a:gd name="T85" fmla="*/ 1 h 235"/>
                  <a:gd name="T86" fmla="*/ 1 w 212"/>
                  <a:gd name="T87" fmla="*/ 1 h 235"/>
                  <a:gd name="T88" fmla="*/ 1 w 212"/>
                  <a:gd name="T89" fmla="*/ 1 h 235"/>
                  <a:gd name="T90" fmla="*/ 1 w 212"/>
                  <a:gd name="T91" fmla="*/ 1 h 235"/>
                  <a:gd name="T92" fmla="*/ 1 w 212"/>
                  <a:gd name="T93" fmla="*/ 1 h 235"/>
                  <a:gd name="T94" fmla="*/ 1 w 212"/>
                  <a:gd name="T95" fmla="*/ 1 h 235"/>
                  <a:gd name="T96" fmla="*/ 1 w 212"/>
                  <a:gd name="T97" fmla="*/ 1 h 235"/>
                  <a:gd name="T98" fmla="*/ 1 w 212"/>
                  <a:gd name="T99" fmla="*/ 1 h 235"/>
                  <a:gd name="T100" fmla="*/ 1 w 212"/>
                  <a:gd name="T101" fmla="*/ 1 h 235"/>
                  <a:gd name="T102" fmla="*/ 1 w 212"/>
                  <a:gd name="T103" fmla="*/ 1 h 235"/>
                  <a:gd name="T104" fmla="*/ 1 w 212"/>
                  <a:gd name="T105" fmla="*/ 1 h 235"/>
                  <a:gd name="T106" fmla="*/ 1 w 212"/>
                  <a:gd name="T107" fmla="*/ 0 h 235"/>
                  <a:gd name="T108" fmla="*/ 1 w 212"/>
                  <a:gd name="T109" fmla="*/ 1 h 235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212"/>
                  <a:gd name="T166" fmla="*/ 0 h 235"/>
                  <a:gd name="T167" fmla="*/ 212 w 212"/>
                  <a:gd name="T168" fmla="*/ 235 h 235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212" h="235">
                    <a:moveTo>
                      <a:pt x="59" y="2"/>
                    </a:moveTo>
                    <a:lnTo>
                      <a:pt x="42" y="12"/>
                    </a:lnTo>
                    <a:lnTo>
                      <a:pt x="35" y="19"/>
                    </a:lnTo>
                    <a:lnTo>
                      <a:pt x="28" y="26"/>
                    </a:lnTo>
                    <a:lnTo>
                      <a:pt x="18" y="40"/>
                    </a:lnTo>
                    <a:lnTo>
                      <a:pt x="13" y="52"/>
                    </a:lnTo>
                    <a:lnTo>
                      <a:pt x="7" y="63"/>
                    </a:lnTo>
                    <a:lnTo>
                      <a:pt x="3" y="82"/>
                    </a:lnTo>
                    <a:lnTo>
                      <a:pt x="1" y="92"/>
                    </a:lnTo>
                    <a:lnTo>
                      <a:pt x="0" y="100"/>
                    </a:lnTo>
                    <a:lnTo>
                      <a:pt x="0" y="115"/>
                    </a:lnTo>
                    <a:lnTo>
                      <a:pt x="1" y="130"/>
                    </a:lnTo>
                    <a:lnTo>
                      <a:pt x="4" y="145"/>
                    </a:lnTo>
                    <a:lnTo>
                      <a:pt x="7" y="156"/>
                    </a:lnTo>
                    <a:lnTo>
                      <a:pt x="12" y="167"/>
                    </a:lnTo>
                    <a:lnTo>
                      <a:pt x="17" y="177"/>
                    </a:lnTo>
                    <a:lnTo>
                      <a:pt x="24" y="188"/>
                    </a:lnTo>
                    <a:lnTo>
                      <a:pt x="31" y="196"/>
                    </a:lnTo>
                    <a:lnTo>
                      <a:pt x="42" y="205"/>
                    </a:lnTo>
                    <a:lnTo>
                      <a:pt x="50" y="212"/>
                    </a:lnTo>
                    <a:lnTo>
                      <a:pt x="59" y="218"/>
                    </a:lnTo>
                    <a:lnTo>
                      <a:pt x="68" y="223"/>
                    </a:lnTo>
                    <a:lnTo>
                      <a:pt x="77" y="229"/>
                    </a:lnTo>
                    <a:lnTo>
                      <a:pt x="87" y="232"/>
                    </a:lnTo>
                    <a:lnTo>
                      <a:pt x="99" y="234"/>
                    </a:lnTo>
                    <a:lnTo>
                      <a:pt x="108" y="235"/>
                    </a:lnTo>
                    <a:lnTo>
                      <a:pt x="124" y="235"/>
                    </a:lnTo>
                    <a:lnTo>
                      <a:pt x="137" y="234"/>
                    </a:lnTo>
                    <a:lnTo>
                      <a:pt x="146" y="233"/>
                    </a:lnTo>
                    <a:lnTo>
                      <a:pt x="155" y="231"/>
                    </a:lnTo>
                    <a:lnTo>
                      <a:pt x="164" y="228"/>
                    </a:lnTo>
                    <a:lnTo>
                      <a:pt x="176" y="223"/>
                    </a:lnTo>
                    <a:lnTo>
                      <a:pt x="185" y="217"/>
                    </a:lnTo>
                    <a:lnTo>
                      <a:pt x="193" y="209"/>
                    </a:lnTo>
                    <a:lnTo>
                      <a:pt x="198" y="202"/>
                    </a:lnTo>
                    <a:lnTo>
                      <a:pt x="202" y="192"/>
                    </a:lnTo>
                    <a:lnTo>
                      <a:pt x="207" y="181"/>
                    </a:lnTo>
                    <a:lnTo>
                      <a:pt x="210" y="163"/>
                    </a:lnTo>
                    <a:lnTo>
                      <a:pt x="212" y="150"/>
                    </a:lnTo>
                    <a:lnTo>
                      <a:pt x="197" y="154"/>
                    </a:lnTo>
                    <a:lnTo>
                      <a:pt x="185" y="161"/>
                    </a:lnTo>
                    <a:lnTo>
                      <a:pt x="168" y="166"/>
                    </a:lnTo>
                    <a:lnTo>
                      <a:pt x="146" y="169"/>
                    </a:lnTo>
                    <a:lnTo>
                      <a:pt x="125" y="170"/>
                    </a:lnTo>
                    <a:lnTo>
                      <a:pt x="108" y="167"/>
                    </a:lnTo>
                    <a:lnTo>
                      <a:pt x="86" y="157"/>
                    </a:lnTo>
                    <a:lnTo>
                      <a:pt x="69" y="144"/>
                    </a:lnTo>
                    <a:lnTo>
                      <a:pt x="59" y="125"/>
                    </a:lnTo>
                    <a:lnTo>
                      <a:pt x="53" y="108"/>
                    </a:lnTo>
                    <a:lnTo>
                      <a:pt x="52" y="86"/>
                    </a:lnTo>
                    <a:lnTo>
                      <a:pt x="52" y="68"/>
                    </a:lnTo>
                    <a:lnTo>
                      <a:pt x="55" y="45"/>
                    </a:lnTo>
                    <a:lnTo>
                      <a:pt x="60" y="20"/>
                    </a:lnTo>
                    <a:lnTo>
                      <a:pt x="73" y="0"/>
                    </a:lnTo>
                    <a:lnTo>
                      <a:pt x="59" y="2"/>
                    </a:lnTo>
                    <a:close/>
                  </a:path>
                </a:pathLst>
              </a:custGeom>
              <a:solidFill>
                <a:srgbClr val="0000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0" name="Group 34">
              <a:extLst>
                <a:ext uri="{FF2B5EF4-FFF2-40B4-BE49-F238E27FC236}">
                  <a16:creationId xmlns:a16="http://schemas.microsoft.com/office/drawing/2014/main" id="{1C84A4FA-12CE-FC20-71C8-9CFB35C5FE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3" y="2673"/>
              <a:ext cx="281" cy="164"/>
              <a:chOff x="3253" y="2561"/>
              <a:chExt cx="281" cy="164"/>
            </a:xfrm>
          </p:grpSpPr>
          <p:sp>
            <p:nvSpPr>
              <p:cNvPr id="22695" name="Freeform 35">
                <a:extLst>
                  <a:ext uri="{FF2B5EF4-FFF2-40B4-BE49-F238E27FC236}">
                    <a16:creationId xmlns:a16="http://schemas.microsoft.com/office/drawing/2014/main" id="{286311C4-01EA-F520-7F16-C13546D2E3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5" y="2607"/>
                <a:ext cx="109" cy="118"/>
              </a:xfrm>
              <a:custGeom>
                <a:avLst/>
                <a:gdLst>
                  <a:gd name="T0" fmla="*/ 1 w 218"/>
                  <a:gd name="T1" fmla="*/ 0 h 236"/>
                  <a:gd name="T2" fmla="*/ 1 w 218"/>
                  <a:gd name="T3" fmla="*/ 1 h 236"/>
                  <a:gd name="T4" fmla="*/ 0 w 218"/>
                  <a:gd name="T5" fmla="*/ 1 h 236"/>
                  <a:gd name="T6" fmla="*/ 1 w 218"/>
                  <a:gd name="T7" fmla="*/ 1 h 236"/>
                  <a:gd name="T8" fmla="*/ 1 w 218"/>
                  <a:gd name="T9" fmla="*/ 1 h 236"/>
                  <a:gd name="T10" fmla="*/ 1 w 218"/>
                  <a:gd name="T11" fmla="*/ 1 h 236"/>
                  <a:gd name="T12" fmla="*/ 1 w 218"/>
                  <a:gd name="T13" fmla="*/ 1 h 236"/>
                  <a:gd name="T14" fmla="*/ 1 w 218"/>
                  <a:gd name="T15" fmla="*/ 1 h 236"/>
                  <a:gd name="T16" fmla="*/ 1 w 218"/>
                  <a:gd name="T17" fmla="*/ 1 h 236"/>
                  <a:gd name="T18" fmla="*/ 1 w 218"/>
                  <a:gd name="T19" fmla="*/ 1 h 236"/>
                  <a:gd name="T20" fmla="*/ 1 w 218"/>
                  <a:gd name="T21" fmla="*/ 0 h 2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8"/>
                  <a:gd name="T34" fmla="*/ 0 h 236"/>
                  <a:gd name="T35" fmla="*/ 218 w 218"/>
                  <a:gd name="T36" fmla="*/ 236 h 2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8" h="236">
                    <a:moveTo>
                      <a:pt x="118" y="0"/>
                    </a:moveTo>
                    <a:lnTo>
                      <a:pt x="74" y="59"/>
                    </a:lnTo>
                    <a:lnTo>
                      <a:pt x="0" y="52"/>
                    </a:lnTo>
                    <a:lnTo>
                      <a:pt x="59" y="120"/>
                    </a:lnTo>
                    <a:lnTo>
                      <a:pt x="5" y="207"/>
                    </a:lnTo>
                    <a:lnTo>
                      <a:pt x="103" y="153"/>
                    </a:lnTo>
                    <a:lnTo>
                      <a:pt x="171" y="236"/>
                    </a:lnTo>
                    <a:lnTo>
                      <a:pt x="154" y="130"/>
                    </a:lnTo>
                    <a:lnTo>
                      <a:pt x="218" y="67"/>
                    </a:lnTo>
                    <a:lnTo>
                      <a:pt x="140" y="70"/>
                    </a:lnTo>
                    <a:lnTo>
                      <a:pt x="118" y="0"/>
                    </a:lnTo>
                    <a:close/>
                  </a:path>
                </a:pathLst>
              </a:custGeom>
              <a:solidFill>
                <a:srgbClr val="FF9F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6" name="Freeform 36">
                <a:extLst>
                  <a:ext uri="{FF2B5EF4-FFF2-40B4-BE49-F238E27FC236}">
                    <a16:creationId xmlns:a16="http://schemas.microsoft.com/office/drawing/2014/main" id="{40894A2E-C4A0-99BC-4315-DE2A3C47B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3" y="2561"/>
                <a:ext cx="105" cy="118"/>
              </a:xfrm>
              <a:custGeom>
                <a:avLst/>
                <a:gdLst>
                  <a:gd name="T0" fmla="*/ 0 w 212"/>
                  <a:gd name="T1" fmla="*/ 1 h 236"/>
                  <a:gd name="T2" fmla="*/ 0 w 212"/>
                  <a:gd name="T3" fmla="*/ 1 h 236"/>
                  <a:gd name="T4" fmla="*/ 0 w 212"/>
                  <a:gd name="T5" fmla="*/ 1 h 236"/>
                  <a:gd name="T6" fmla="*/ 0 w 212"/>
                  <a:gd name="T7" fmla="*/ 1 h 236"/>
                  <a:gd name="T8" fmla="*/ 0 w 212"/>
                  <a:gd name="T9" fmla="*/ 1 h 236"/>
                  <a:gd name="T10" fmla="*/ 0 w 212"/>
                  <a:gd name="T11" fmla="*/ 1 h 236"/>
                  <a:gd name="T12" fmla="*/ 0 w 212"/>
                  <a:gd name="T13" fmla="*/ 1 h 236"/>
                  <a:gd name="T14" fmla="*/ 0 w 212"/>
                  <a:gd name="T15" fmla="*/ 1 h 236"/>
                  <a:gd name="T16" fmla="*/ 0 w 212"/>
                  <a:gd name="T17" fmla="*/ 1 h 236"/>
                  <a:gd name="T18" fmla="*/ 0 w 212"/>
                  <a:gd name="T19" fmla="*/ 1 h 236"/>
                  <a:gd name="T20" fmla="*/ 0 w 212"/>
                  <a:gd name="T21" fmla="*/ 1 h 236"/>
                  <a:gd name="T22" fmla="*/ 0 w 212"/>
                  <a:gd name="T23" fmla="*/ 1 h 236"/>
                  <a:gd name="T24" fmla="*/ 0 w 212"/>
                  <a:gd name="T25" fmla="*/ 1 h 236"/>
                  <a:gd name="T26" fmla="*/ 0 w 212"/>
                  <a:gd name="T27" fmla="*/ 1 h 236"/>
                  <a:gd name="T28" fmla="*/ 0 w 212"/>
                  <a:gd name="T29" fmla="*/ 1 h 236"/>
                  <a:gd name="T30" fmla="*/ 0 w 212"/>
                  <a:gd name="T31" fmla="*/ 1 h 236"/>
                  <a:gd name="T32" fmla="*/ 0 w 212"/>
                  <a:gd name="T33" fmla="*/ 1 h 236"/>
                  <a:gd name="T34" fmla="*/ 0 w 212"/>
                  <a:gd name="T35" fmla="*/ 1 h 236"/>
                  <a:gd name="T36" fmla="*/ 0 w 212"/>
                  <a:gd name="T37" fmla="*/ 1 h 236"/>
                  <a:gd name="T38" fmla="*/ 0 w 212"/>
                  <a:gd name="T39" fmla="*/ 1 h 236"/>
                  <a:gd name="T40" fmla="*/ 0 w 212"/>
                  <a:gd name="T41" fmla="*/ 1 h 236"/>
                  <a:gd name="T42" fmla="*/ 0 w 212"/>
                  <a:gd name="T43" fmla="*/ 1 h 236"/>
                  <a:gd name="T44" fmla="*/ 0 w 212"/>
                  <a:gd name="T45" fmla="*/ 1 h 236"/>
                  <a:gd name="T46" fmla="*/ 0 w 212"/>
                  <a:gd name="T47" fmla="*/ 1 h 236"/>
                  <a:gd name="T48" fmla="*/ 0 w 212"/>
                  <a:gd name="T49" fmla="*/ 1 h 236"/>
                  <a:gd name="T50" fmla="*/ 0 w 212"/>
                  <a:gd name="T51" fmla="*/ 1 h 236"/>
                  <a:gd name="T52" fmla="*/ 0 w 212"/>
                  <a:gd name="T53" fmla="*/ 1 h 236"/>
                  <a:gd name="T54" fmla="*/ 0 w 212"/>
                  <a:gd name="T55" fmla="*/ 1 h 236"/>
                  <a:gd name="T56" fmla="*/ 0 w 212"/>
                  <a:gd name="T57" fmla="*/ 1 h 236"/>
                  <a:gd name="T58" fmla="*/ 0 w 212"/>
                  <a:gd name="T59" fmla="*/ 1 h 236"/>
                  <a:gd name="T60" fmla="*/ 0 w 212"/>
                  <a:gd name="T61" fmla="*/ 1 h 236"/>
                  <a:gd name="T62" fmla="*/ 0 w 212"/>
                  <a:gd name="T63" fmla="*/ 1 h 236"/>
                  <a:gd name="T64" fmla="*/ 0 w 212"/>
                  <a:gd name="T65" fmla="*/ 1 h 236"/>
                  <a:gd name="T66" fmla="*/ 0 w 212"/>
                  <a:gd name="T67" fmla="*/ 1 h 236"/>
                  <a:gd name="T68" fmla="*/ 0 w 212"/>
                  <a:gd name="T69" fmla="*/ 1 h 236"/>
                  <a:gd name="T70" fmla="*/ 0 w 212"/>
                  <a:gd name="T71" fmla="*/ 1 h 236"/>
                  <a:gd name="T72" fmla="*/ 0 w 212"/>
                  <a:gd name="T73" fmla="*/ 1 h 236"/>
                  <a:gd name="T74" fmla="*/ 0 w 212"/>
                  <a:gd name="T75" fmla="*/ 1 h 236"/>
                  <a:gd name="T76" fmla="*/ 0 w 212"/>
                  <a:gd name="T77" fmla="*/ 1 h 236"/>
                  <a:gd name="T78" fmla="*/ 0 w 212"/>
                  <a:gd name="T79" fmla="*/ 1 h 236"/>
                  <a:gd name="T80" fmla="*/ 0 w 212"/>
                  <a:gd name="T81" fmla="*/ 1 h 236"/>
                  <a:gd name="T82" fmla="*/ 0 w 212"/>
                  <a:gd name="T83" fmla="*/ 1 h 236"/>
                  <a:gd name="T84" fmla="*/ 0 w 212"/>
                  <a:gd name="T85" fmla="*/ 1 h 236"/>
                  <a:gd name="T86" fmla="*/ 0 w 212"/>
                  <a:gd name="T87" fmla="*/ 1 h 236"/>
                  <a:gd name="T88" fmla="*/ 0 w 212"/>
                  <a:gd name="T89" fmla="*/ 1 h 236"/>
                  <a:gd name="T90" fmla="*/ 0 w 212"/>
                  <a:gd name="T91" fmla="*/ 1 h 236"/>
                  <a:gd name="T92" fmla="*/ 0 w 212"/>
                  <a:gd name="T93" fmla="*/ 1 h 236"/>
                  <a:gd name="T94" fmla="*/ 0 w 212"/>
                  <a:gd name="T95" fmla="*/ 1 h 236"/>
                  <a:gd name="T96" fmla="*/ 0 w 212"/>
                  <a:gd name="T97" fmla="*/ 1 h 236"/>
                  <a:gd name="T98" fmla="*/ 0 w 212"/>
                  <a:gd name="T99" fmla="*/ 1 h 236"/>
                  <a:gd name="T100" fmla="*/ 0 w 212"/>
                  <a:gd name="T101" fmla="*/ 1 h 236"/>
                  <a:gd name="T102" fmla="*/ 0 w 212"/>
                  <a:gd name="T103" fmla="*/ 1 h 236"/>
                  <a:gd name="T104" fmla="*/ 0 w 212"/>
                  <a:gd name="T105" fmla="*/ 1 h 236"/>
                  <a:gd name="T106" fmla="*/ 0 w 212"/>
                  <a:gd name="T107" fmla="*/ 0 h 236"/>
                  <a:gd name="T108" fmla="*/ 0 w 212"/>
                  <a:gd name="T109" fmla="*/ 1 h 2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212"/>
                  <a:gd name="T166" fmla="*/ 0 h 236"/>
                  <a:gd name="T167" fmla="*/ 212 w 212"/>
                  <a:gd name="T168" fmla="*/ 236 h 2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212" h="236">
                    <a:moveTo>
                      <a:pt x="59" y="2"/>
                    </a:moveTo>
                    <a:lnTo>
                      <a:pt x="42" y="13"/>
                    </a:lnTo>
                    <a:lnTo>
                      <a:pt x="35" y="19"/>
                    </a:lnTo>
                    <a:lnTo>
                      <a:pt x="28" y="26"/>
                    </a:lnTo>
                    <a:lnTo>
                      <a:pt x="18" y="42"/>
                    </a:lnTo>
                    <a:lnTo>
                      <a:pt x="13" y="52"/>
                    </a:lnTo>
                    <a:lnTo>
                      <a:pt x="8" y="64"/>
                    </a:lnTo>
                    <a:lnTo>
                      <a:pt x="3" y="85"/>
                    </a:lnTo>
                    <a:lnTo>
                      <a:pt x="1" y="93"/>
                    </a:lnTo>
                    <a:lnTo>
                      <a:pt x="0" y="102"/>
                    </a:lnTo>
                    <a:lnTo>
                      <a:pt x="0" y="116"/>
                    </a:lnTo>
                    <a:lnTo>
                      <a:pt x="1" y="130"/>
                    </a:lnTo>
                    <a:lnTo>
                      <a:pt x="4" y="145"/>
                    </a:lnTo>
                    <a:lnTo>
                      <a:pt x="8" y="157"/>
                    </a:lnTo>
                    <a:lnTo>
                      <a:pt x="12" y="168"/>
                    </a:lnTo>
                    <a:lnTo>
                      <a:pt x="17" y="178"/>
                    </a:lnTo>
                    <a:lnTo>
                      <a:pt x="25" y="188"/>
                    </a:lnTo>
                    <a:lnTo>
                      <a:pt x="31" y="197"/>
                    </a:lnTo>
                    <a:lnTo>
                      <a:pt x="42" y="206"/>
                    </a:lnTo>
                    <a:lnTo>
                      <a:pt x="50" y="213"/>
                    </a:lnTo>
                    <a:lnTo>
                      <a:pt x="59" y="219"/>
                    </a:lnTo>
                    <a:lnTo>
                      <a:pt x="69" y="225"/>
                    </a:lnTo>
                    <a:lnTo>
                      <a:pt x="77" y="229"/>
                    </a:lnTo>
                    <a:lnTo>
                      <a:pt x="88" y="232"/>
                    </a:lnTo>
                    <a:lnTo>
                      <a:pt x="100" y="235"/>
                    </a:lnTo>
                    <a:lnTo>
                      <a:pt x="108" y="236"/>
                    </a:lnTo>
                    <a:lnTo>
                      <a:pt x="124" y="236"/>
                    </a:lnTo>
                    <a:lnTo>
                      <a:pt x="137" y="235"/>
                    </a:lnTo>
                    <a:lnTo>
                      <a:pt x="147" y="233"/>
                    </a:lnTo>
                    <a:lnTo>
                      <a:pt x="155" y="231"/>
                    </a:lnTo>
                    <a:lnTo>
                      <a:pt x="165" y="229"/>
                    </a:lnTo>
                    <a:lnTo>
                      <a:pt x="176" y="224"/>
                    </a:lnTo>
                    <a:lnTo>
                      <a:pt x="185" y="218"/>
                    </a:lnTo>
                    <a:lnTo>
                      <a:pt x="194" y="210"/>
                    </a:lnTo>
                    <a:lnTo>
                      <a:pt x="198" y="202"/>
                    </a:lnTo>
                    <a:lnTo>
                      <a:pt x="202" y="194"/>
                    </a:lnTo>
                    <a:lnTo>
                      <a:pt x="207" y="182"/>
                    </a:lnTo>
                    <a:lnTo>
                      <a:pt x="211" y="165"/>
                    </a:lnTo>
                    <a:lnTo>
                      <a:pt x="212" y="151"/>
                    </a:lnTo>
                    <a:lnTo>
                      <a:pt x="197" y="155"/>
                    </a:lnTo>
                    <a:lnTo>
                      <a:pt x="185" y="162"/>
                    </a:lnTo>
                    <a:lnTo>
                      <a:pt x="168" y="167"/>
                    </a:lnTo>
                    <a:lnTo>
                      <a:pt x="148" y="170"/>
                    </a:lnTo>
                    <a:lnTo>
                      <a:pt x="125" y="170"/>
                    </a:lnTo>
                    <a:lnTo>
                      <a:pt x="108" y="168"/>
                    </a:lnTo>
                    <a:lnTo>
                      <a:pt x="87" y="157"/>
                    </a:lnTo>
                    <a:lnTo>
                      <a:pt x="70" y="144"/>
                    </a:lnTo>
                    <a:lnTo>
                      <a:pt x="59" y="126"/>
                    </a:lnTo>
                    <a:lnTo>
                      <a:pt x="54" y="109"/>
                    </a:lnTo>
                    <a:lnTo>
                      <a:pt x="52" y="89"/>
                    </a:lnTo>
                    <a:lnTo>
                      <a:pt x="52" y="70"/>
                    </a:lnTo>
                    <a:lnTo>
                      <a:pt x="56" y="45"/>
                    </a:lnTo>
                    <a:lnTo>
                      <a:pt x="60" y="21"/>
                    </a:lnTo>
                    <a:lnTo>
                      <a:pt x="73" y="0"/>
                    </a:lnTo>
                    <a:lnTo>
                      <a:pt x="59" y="2"/>
                    </a:lnTo>
                    <a:close/>
                  </a:path>
                </a:pathLst>
              </a:custGeom>
              <a:solidFill>
                <a:srgbClr val="FF9F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1" name="Group 37">
              <a:extLst>
                <a:ext uri="{FF2B5EF4-FFF2-40B4-BE49-F238E27FC236}">
                  <a16:creationId xmlns:a16="http://schemas.microsoft.com/office/drawing/2014/main" id="{65953BD4-D441-FD73-C8C8-FA23433E5F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9" y="2608"/>
              <a:ext cx="244" cy="386"/>
              <a:chOff x="3639" y="2496"/>
              <a:chExt cx="244" cy="386"/>
            </a:xfrm>
          </p:grpSpPr>
          <p:sp>
            <p:nvSpPr>
              <p:cNvPr id="22693" name="Freeform 38">
                <a:extLst>
                  <a:ext uri="{FF2B5EF4-FFF2-40B4-BE49-F238E27FC236}">
                    <a16:creationId xmlns:a16="http://schemas.microsoft.com/office/drawing/2014/main" id="{CF5F4282-85B0-C374-3F5F-E130F44F65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2496"/>
                <a:ext cx="201" cy="337"/>
              </a:xfrm>
              <a:custGeom>
                <a:avLst/>
                <a:gdLst>
                  <a:gd name="T0" fmla="*/ 1 w 401"/>
                  <a:gd name="T1" fmla="*/ 1 h 673"/>
                  <a:gd name="T2" fmla="*/ 1 w 401"/>
                  <a:gd name="T3" fmla="*/ 1 h 673"/>
                  <a:gd name="T4" fmla="*/ 1 w 401"/>
                  <a:gd name="T5" fmla="*/ 1 h 673"/>
                  <a:gd name="T6" fmla="*/ 1 w 401"/>
                  <a:gd name="T7" fmla="*/ 1 h 673"/>
                  <a:gd name="T8" fmla="*/ 1 w 401"/>
                  <a:gd name="T9" fmla="*/ 1 h 673"/>
                  <a:gd name="T10" fmla="*/ 1 w 401"/>
                  <a:gd name="T11" fmla="*/ 1 h 673"/>
                  <a:gd name="T12" fmla="*/ 1 w 401"/>
                  <a:gd name="T13" fmla="*/ 1 h 673"/>
                  <a:gd name="T14" fmla="*/ 1 w 401"/>
                  <a:gd name="T15" fmla="*/ 1 h 673"/>
                  <a:gd name="T16" fmla="*/ 1 w 401"/>
                  <a:gd name="T17" fmla="*/ 1 h 673"/>
                  <a:gd name="T18" fmla="*/ 1 w 401"/>
                  <a:gd name="T19" fmla="*/ 1 h 673"/>
                  <a:gd name="T20" fmla="*/ 1 w 401"/>
                  <a:gd name="T21" fmla="*/ 1 h 673"/>
                  <a:gd name="T22" fmla="*/ 0 w 401"/>
                  <a:gd name="T23" fmla="*/ 1 h 673"/>
                  <a:gd name="T24" fmla="*/ 1 w 401"/>
                  <a:gd name="T25" fmla="*/ 1 h 673"/>
                  <a:gd name="T26" fmla="*/ 1 w 401"/>
                  <a:gd name="T27" fmla="*/ 1 h 673"/>
                  <a:gd name="T28" fmla="*/ 1 w 401"/>
                  <a:gd name="T29" fmla="*/ 1 h 673"/>
                  <a:gd name="T30" fmla="*/ 1 w 401"/>
                  <a:gd name="T31" fmla="*/ 1 h 673"/>
                  <a:gd name="T32" fmla="*/ 1 w 401"/>
                  <a:gd name="T33" fmla="*/ 1 h 673"/>
                  <a:gd name="T34" fmla="*/ 1 w 401"/>
                  <a:gd name="T35" fmla="*/ 1 h 673"/>
                  <a:gd name="T36" fmla="*/ 1 w 401"/>
                  <a:gd name="T37" fmla="*/ 1 h 673"/>
                  <a:gd name="T38" fmla="*/ 1 w 401"/>
                  <a:gd name="T39" fmla="*/ 0 h 673"/>
                  <a:gd name="T40" fmla="*/ 1 w 401"/>
                  <a:gd name="T41" fmla="*/ 1 h 673"/>
                  <a:gd name="T42" fmla="*/ 1 w 401"/>
                  <a:gd name="T43" fmla="*/ 1 h 673"/>
                  <a:gd name="T44" fmla="*/ 1 w 401"/>
                  <a:gd name="T45" fmla="*/ 1 h 673"/>
                  <a:gd name="T46" fmla="*/ 1 w 401"/>
                  <a:gd name="T47" fmla="*/ 1 h 673"/>
                  <a:gd name="T48" fmla="*/ 1 w 401"/>
                  <a:gd name="T49" fmla="*/ 1 h 673"/>
                  <a:gd name="T50" fmla="*/ 1 w 401"/>
                  <a:gd name="T51" fmla="*/ 1 h 673"/>
                  <a:gd name="T52" fmla="*/ 1 w 401"/>
                  <a:gd name="T53" fmla="*/ 1 h 673"/>
                  <a:gd name="T54" fmla="*/ 1 w 401"/>
                  <a:gd name="T55" fmla="*/ 1 h 673"/>
                  <a:gd name="T56" fmla="*/ 1 w 401"/>
                  <a:gd name="T57" fmla="*/ 1 h 67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401"/>
                  <a:gd name="T88" fmla="*/ 0 h 673"/>
                  <a:gd name="T89" fmla="*/ 401 w 401"/>
                  <a:gd name="T90" fmla="*/ 673 h 67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401" h="673">
                    <a:moveTo>
                      <a:pt x="370" y="651"/>
                    </a:moveTo>
                    <a:lnTo>
                      <a:pt x="323" y="666"/>
                    </a:lnTo>
                    <a:lnTo>
                      <a:pt x="258" y="673"/>
                    </a:lnTo>
                    <a:lnTo>
                      <a:pt x="193" y="673"/>
                    </a:lnTo>
                    <a:lnTo>
                      <a:pt x="149" y="660"/>
                    </a:lnTo>
                    <a:lnTo>
                      <a:pt x="126" y="657"/>
                    </a:lnTo>
                    <a:lnTo>
                      <a:pt x="98" y="558"/>
                    </a:lnTo>
                    <a:lnTo>
                      <a:pt x="81" y="445"/>
                    </a:lnTo>
                    <a:lnTo>
                      <a:pt x="57" y="319"/>
                    </a:lnTo>
                    <a:lnTo>
                      <a:pt x="30" y="180"/>
                    </a:lnTo>
                    <a:lnTo>
                      <a:pt x="3" y="123"/>
                    </a:lnTo>
                    <a:lnTo>
                      <a:pt x="0" y="88"/>
                    </a:lnTo>
                    <a:lnTo>
                      <a:pt x="6" y="74"/>
                    </a:lnTo>
                    <a:lnTo>
                      <a:pt x="26" y="58"/>
                    </a:lnTo>
                    <a:lnTo>
                      <a:pt x="40" y="48"/>
                    </a:lnTo>
                    <a:lnTo>
                      <a:pt x="81" y="37"/>
                    </a:lnTo>
                    <a:lnTo>
                      <a:pt x="156" y="37"/>
                    </a:lnTo>
                    <a:lnTo>
                      <a:pt x="224" y="24"/>
                    </a:lnTo>
                    <a:lnTo>
                      <a:pt x="292" y="10"/>
                    </a:lnTo>
                    <a:lnTo>
                      <a:pt x="349" y="0"/>
                    </a:lnTo>
                    <a:lnTo>
                      <a:pt x="401" y="163"/>
                    </a:lnTo>
                    <a:lnTo>
                      <a:pt x="187" y="160"/>
                    </a:lnTo>
                    <a:lnTo>
                      <a:pt x="156" y="154"/>
                    </a:lnTo>
                    <a:lnTo>
                      <a:pt x="156" y="174"/>
                    </a:lnTo>
                    <a:lnTo>
                      <a:pt x="180" y="293"/>
                    </a:lnTo>
                    <a:lnTo>
                      <a:pt x="201" y="367"/>
                    </a:lnTo>
                    <a:lnTo>
                      <a:pt x="241" y="436"/>
                    </a:lnTo>
                    <a:lnTo>
                      <a:pt x="298" y="525"/>
                    </a:lnTo>
                    <a:lnTo>
                      <a:pt x="370" y="651"/>
                    </a:lnTo>
                    <a:close/>
                  </a:path>
                </a:pathLst>
              </a:custGeom>
              <a:solidFill>
                <a:srgbClr val="3F5F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4" name="Freeform 39">
                <a:extLst>
                  <a:ext uri="{FF2B5EF4-FFF2-40B4-BE49-F238E27FC236}">
                    <a16:creationId xmlns:a16="http://schemas.microsoft.com/office/drawing/2014/main" id="{D3328C43-B08C-6900-F902-65AD833BC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9" y="2823"/>
                <a:ext cx="237" cy="59"/>
              </a:xfrm>
              <a:custGeom>
                <a:avLst/>
                <a:gdLst>
                  <a:gd name="T0" fmla="*/ 0 w 476"/>
                  <a:gd name="T1" fmla="*/ 0 h 119"/>
                  <a:gd name="T2" fmla="*/ 0 w 476"/>
                  <a:gd name="T3" fmla="*/ 0 h 119"/>
                  <a:gd name="T4" fmla="*/ 0 w 476"/>
                  <a:gd name="T5" fmla="*/ 0 h 119"/>
                  <a:gd name="T6" fmla="*/ 0 w 476"/>
                  <a:gd name="T7" fmla="*/ 0 h 119"/>
                  <a:gd name="T8" fmla="*/ 0 w 476"/>
                  <a:gd name="T9" fmla="*/ 0 h 119"/>
                  <a:gd name="T10" fmla="*/ 0 w 476"/>
                  <a:gd name="T11" fmla="*/ 0 h 119"/>
                  <a:gd name="T12" fmla="*/ 0 w 476"/>
                  <a:gd name="T13" fmla="*/ 0 h 119"/>
                  <a:gd name="T14" fmla="*/ 0 w 476"/>
                  <a:gd name="T15" fmla="*/ 0 h 119"/>
                  <a:gd name="T16" fmla="*/ 0 w 476"/>
                  <a:gd name="T17" fmla="*/ 0 h 119"/>
                  <a:gd name="T18" fmla="*/ 0 w 476"/>
                  <a:gd name="T19" fmla="*/ 0 h 119"/>
                  <a:gd name="T20" fmla="*/ 0 w 476"/>
                  <a:gd name="T21" fmla="*/ 0 h 119"/>
                  <a:gd name="T22" fmla="*/ 0 w 476"/>
                  <a:gd name="T23" fmla="*/ 0 h 119"/>
                  <a:gd name="T24" fmla="*/ 0 w 476"/>
                  <a:gd name="T25" fmla="*/ 0 h 119"/>
                  <a:gd name="T26" fmla="*/ 0 w 476"/>
                  <a:gd name="T27" fmla="*/ 0 h 119"/>
                  <a:gd name="T28" fmla="*/ 0 w 476"/>
                  <a:gd name="T29" fmla="*/ 0 h 119"/>
                  <a:gd name="T30" fmla="*/ 0 w 476"/>
                  <a:gd name="T31" fmla="*/ 0 h 119"/>
                  <a:gd name="T32" fmla="*/ 0 w 476"/>
                  <a:gd name="T33" fmla="*/ 0 h 119"/>
                  <a:gd name="T34" fmla="*/ 0 w 476"/>
                  <a:gd name="T35" fmla="*/ 0 h 119"/>
                  <a:gd name="T36" fmla="*/ 0 w 476"/>
                  <a:gd name="T37" fmla="*/ 0 h 119"/>
                  <a:gd name="T38" fmla="*/ 0 w 476"/>
                  <a:gd name="T39" fmla="*/ 0 h 119"/>
                  <a:gd name="T40" fmla="*/ 0 w 476"/>
                  <a:gd name="T41" fmla="*/ 0 h 119"/>
                  <a:gd name="T42" fmla="*/ 0 w 476"/>
                  <a:gd name="T43" fmla="*/ 0 h 119"/>
                  <a:gd name="T44" fmla="*/ 0 w 476"/>
                  <a:gd name="T45" fmla="*/ 0 h 11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476"/>
                  <a:gd name="T70" fmla="*/ 0 h 119"/>
                  <a:gd name="T71" fmla="*/ 476 w 476"/>
                  <a:gd name="T72" fmla="*/ 119 h 119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476" h="119">
                    <a:moveTo>
                      <a:pt x="217" y="3"/>
                    </a:moveTo>
                    <a:lnTo>
                      <a:pt x="140" y="15"/>
                    </a:lnTo>
                    <a:lnTo>
                      <a:pt x="79" y="30"/>
                    </a:lnTo>
                    <a:lnTo>
                      <a:pt x="47" y="38"/>
                    </a:lnTo>
                    <a:lnTo>
                      <a:pt x="20" y="56"/>
                    </a:lnTo>
                    <a:lnTo>
                      <a:pt x="8" y="69"/>
                    </a:lnTo>
                    <a:lnTo>
                      <a:pt x="0" y="91"/>
                    </a:lnTo>
                    <a:lnTo>
                      <a:pt x="2" y="107"/>
                    </a:lnTo>
                    <a:lnTo>
                      <a:pt x="10" y="113"/>
                    </a:lnTo>
                    <a:lnTo>
                      <a:pt x="27" y="118"/>
                    </a:lnTo>
                    <a:lnTo>
                      <a:pt x="80" y="113"/>
                    </a:lnTo>
                    <a:lnTo>
                      <a:pt x="165" y="106"/>
                    </a:lnTo>
                    <a:lnTo>
                      <a:pt x="256" y="95"/>
                    </a:lnTo>
                    <a:lnTo>
                      <a:pt x="311" y="92"/>
                    </a:lnTo>
                    <a:lnTo>
                      <a:pt x="318" y="109"/>
                    </a:lnTo>
                    <a:lnTo>
                      <a:pt x="377" y="118"/>
                    </a:lnTo>
                    <a:lnTo>
                      <a:pt x="434" y="119"/>
                    </a:lnTo>
                    <a:lnTo>
                      <a:pt x="468" y="115"/>
                    </a:lnTo>
                    <a:lnTo>
                      <a:pt x="476" y="92"/>
                    </a:lnTo>
                    <a:lnTo>
                      <a:pt x="470" y="52"/>
                    </a:lnTo>
                    <a:lnTo>
                      <a:pt x="453" y="0"/>
                    </a:lnTo>
                    <a:lnTo>
                      <a:pt x="237" y="0"/>
                    </a:lnTo>
                    <a:lnTo>
                      <a:pt x="217" y="3"/>
                    </a:lnTo>
                    <a:close/>
                  </a:path>
                </a:pathLst>
              </a:custGeom>
              <a:solidFill>
                <a:srgbClr val="7F5F3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2" name="Group 40">
              <a:extLst>
                <a:ext uri="{FF2B5EF4-FFF2-40B4-BE49-F238E27FC236}">
                  <a16:creationId xmlns:a16="http://schemas.microsoft.com/office/drawing/2014/main" id="{3336B850-C2D3-ADDA-8C2C-8626DB6B2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3" y="2606"/>
              <a:ext cx="414" cy="418"/>
              <a:chOff x="3593" y="2494"/>
              <a:chExt cx="414" cy="418"/>
            </a:xfrm>
          </p:grpSpPr>
          <p:sp>
            <p:nvSpPr>
              <p:cNvPr id="22691" name="Freeform 41">
                <a:extLst>
                  <a:ext uri="{FF2B5EF4-FFF2-40B4-BE49-F238E27FC236}">
                    <a16:creationId xmlns:a16="http://schemas.microsoft.com/office/drawing/2014/main" id="{ADF36A71-6159-B459-130D-2E2E91984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843"/>
                <a:ext cx="263" cy="69"/>
              </a:xfrm>
              <a:custGeom>
                <a:avLst/>
                <a:gdLst>
                  <a:gd name="T0" fmla="*/ 1 w 526"/>
                  <a:gd name="T1" fmla="*/ 1 h 137"/>
                  <a:gd name="T2" fmla="*/ 1 w 526"/>
                  <a:gd name="T3" fmla="*/ 1 h 137"/>
                  <a:gd name="T4" fmla="*/ 1 w 526"/>
                  <a:gd name="T5" fmla="*/ 1 h 137"/>
                  <a:gd name="T6" fmla="*/ 1 w 526"/>
                  <a:gd name="T7" fmla="*/ 1 h 137"/>
                  <a:gd name="T8" fmla="*/ 1 w 526"/>
                  <a:gd name="T9" fmla="*/ 1 h 137"/>
                  <a:gd name="T10" fmla="*/ 1 w 526"/>
                  <a:gd name="T11" fmla="*/ 1 h 137"/>
                  <a:gd name="T12" fmla="*/ 0 w 526"/>
                  <a:gd name="T13" fmla="*/ 1 h 137"/>
                  <a:gd name="T14" fmla="*/ 1 w 526"/>
                  <a:gd name="T15" fmla="*/ 1 h 137"/>
                  <a:gd name="T16" fmla="*/ 1 w 526"/>
                  <a:gd name="T17" fmla="*/ 1 h 137"/>
                  <a:gd name="T18" fmla="*/ 1 w 526"/>
                  <a:gd name="T19" fmla="*/ 1 h 137"/>
                  <a:gd name="T20" fmla="*/ 1 w 526"/>
                  <a:gd name="T21" fmla="*/ 1 h 137"/>
                  <a:gd name="T22" fmla="*/ 1 w 526"/>
                  <a:gd name="T23" fmla="*/ 1 h 137"/>
                  <a:gd name="T24" fmla="*/ 1 w 526"/>
                  <a:gd name="T25" fmla="*/ 1 h 137"/>
                  <a:gd name="T26" fmla="*/ 1 w 526"/>
                  <a:gd name="T27" fmla="*/ 1 h 137"/>
                  <a:gd name="T28" fmla="*/ 1 w 526"/>
                  <a:gd name="T29" fmla="*/ 1 h 137"/>
                  <a:gd name="T30" fmla="*/ 1 w 526"/>
                  <a:gd name="T31" fmla="*/ 1 h 137"/>
                  <a:gd name="T32" fmla="*/ 1 w 526"/>
                  <a:gd name="T33" fmla="*/ 1 h 137"/>
                  <a:gd name="T34" fmla="*/ 1 w 526"/>
                  <a:gd name="T35" fmla="*/ 1 h 137"/>
                  <a:gd name="T36" fmla="*/ 1 w 526"/>
                  <a:gd name="T37" fmla="*/ 1 h 137"/>
                  <a:gd name="T38" fmla="*/ 1 w 526"/>
                  <a:gd name="T39" fmla="*/ 1 h 137"/>
                  <a:gd name="T40" fmla="*/ 1 w 526"/>
                  <a:gd name="T41" fmla="*/ 1 h 137"/>
                  <a:gd name="T42" fmla="*/ 1 w 526"/>
                  <a:gd name="T43" fmla="*/ 0 h 137"/>
                  <a:gd name="T44" fmla="*/ 1 w 526"/>
                  <a:gd name="T45" fmla="*/ 0 h 137"/>
                  <a:gd name="T46" fmla="*/ 1 w 526"/>
                  <a:gd name="T47" fmla="*/ 1 h 137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526"/>
                  <a:gd name="T73" fmla="*/ 0 h 137"/>
                  <a:gd name="T74" fmla="*/ 526 w 526"/>
                  <a:gd name="T75" fmla="*/ 137 h 137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526" h="137">
                    <a:moveTo>
                      <a:pt x="240" y="5"/>
                    </a:moveTo>
                    <a:lnTo>
                      <a:pt x="154" y="19"/>
                    </a:lnTo>
                    <a:lnTo>
                      <a:pt x="86" y="36"/>
                    </a:lnTo>
                    <a:lnTo>
                      <a:pt x="50" y="45"/>
                    </a:lnTo>
                    <a:lnTo>
                      <a:pt x="21" y="65"/>
                    </a:lnTo>
                    <a:lnTo>
                      <a:pt x="9" y="80"/>
                    </a:lnTo>
                    <a:lnTo>
                      <a:pt x="0" y="103"/>
                    </a:lnTo>
                    <a:lnTo>
                      <a:pt x="1" y="122"/>
                    </a:lnTo>
                    <a:lnTo>
                      <a:pt x="10" y="129"/>
                    </a:lnTo>
                    <a:lnTo>
                      <a:pt x="26" y="134"/>
                    </a:lnTo>
                    <a:lnTo>
                      <a:pt x="80" y="137"/>
                    </a:lnTo>
                    <a:lnTo>
                      <a:pt x="185" y="131"/>
                    </a:lnTo>
                    <a:lnTo>
                      <a:pt x="283" y="119"/>
                    </a:lnTo>
                    <a:lnTo>
                      <a:pt x="343" y="105"/>
                    </a:lnTo>
                    <a:lnTo>
                      <a:pt x="350" y="124"/>
                    </a:lnTo>
                    <a:lnTo>
                      <a:pt x="384" y="129"/>
                    </a:lnTo>
                    <a:lnTo>
                      <a:pt x="416" y="132"/>
                    </a:lnTo>
                    <a:lnTo>
                      <a:pt x="480" y="134"/>
                    </a:lnTo>
                    <a:lnTo>
                      <a:pt x="518" y="131"/>
                    </a:lnTo>
                    <a:lnTo>
                      <a:pt x="526" y="105"/>
                    </a:lnTo>
                    <a:lnTo>
                      <a:pt x="519" y="60"/>
                    </a:lnTo>
                    <a:lnTo>
                      <a:pt x="500" y="0"/>
                    </a:lnTo>
                    <a:lnTo>
                      <a:pt x="261" y="0"/>
                    </a:lnTo>
                    <a:lnTo>
                      <a:pt x="240" y="5"/>
                    </a:lnTo>
                    <a:close/>
                  </a:path>
                </a:pathLst>
              </a:custGeom>
              <a:solidFill>
                <a:srgbClr val="7F5F3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92" name="Freeform 42">
                <a:extLst>
                  <a:ext uri="{FF2B5EF4-FFF2-40B4-BE49-F238E27FC236}">
                    <a16:creationId xmlns:a16="http://schemas.microsoft.com/office/drawing/2014/main" id="{714ACB65-C2AC-F329-C1DC-ED07D1ABB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0" y="2494"/>
                <a:ext cx="337" cy="369"/>
              </a:xfrm>
              <a:custGeom>
                <a:avLst/>
                <a:gdLst>
                  <a:gd name="T0" fmla="*/ 0 w 675"/>
                  <a:gd name="T1" fmla="*/ 1 h 738"/>
                  <a:gd name="T2" fmla="*/ 0 w 675"/>
                  <a:gd name="T3" fmla="*/ 1 h 738"/>
                  <a:gd name="T4" fmla="*/ 0 w 675"/>
                  <a:gd name="T5" fmla="*/ 1 h 738"/>
                  <a:gd name="T6" fmla="*/ 0 w 675"/>
                  <a:gd name="T7" fmla="*/ 1 h 738"/>
                  <a:gd name="T8" fmla="*/ 0 w 675"/>
                  <a:gd name="T9" fmla="*/ 1 h 738"/>
                  <a:gd name="T10" fmla="*/ 0 w 675"/>
                  <a:gd name="T11" fmla="*/ 1 h 738"/>
                  <a:gd name="T12" fmla="*/ 0 w 675"/>
                  <a:gd name="T13" fmla="*/ 1 h 738"/>
                  <a:gd name="T14" fmla="*/ 0 w 675"/>
                  <a:gd name="T15" fmla="*/ 1 h 738"/>
                  <a:gd name="T16" fmla="*/ 0 w 675"/>
                  <a:gd name="T17" fmla="*/ 1 h 738"/>
                  <a:gd name="T18" fmla="*/ 0 w 675"/>
                  <a:gd name="T19" fmla="*/ 1 h 738"/>
                  <a:gd name="T20" fmla="*/ 0 w 675"/>
                  <a:gd name="T21" fmla="*/ 1 h 738"/>
                  <a:gd name="T22" fmla="*/ 0 w 675"/>
                  <a:gd name="T23" fmla="*/ 1 h 738"/>
                  <a:gd name="T24" fmla="*/ 0 w 675"/>
                  <a:gd name="T25" fmla="*/ 1 h 738"/>
                  <a:gd name="T26" fmla="*/ 0 w 675"/>
                  <a:gd name="T27" fmla="*/ 1 h 738"/>
                  <a:gd name="T28" fmla="*/ 0 w 675"/>
                  <a:gd name="T29" fmla="*/ 1 h 738"/>
                  <a:gd name="T30" fmla="*/ 0 w 675"/>
                  <a:gd name="T31" fmla="*/ 1 h 738"/>
                  <a:gd name="T32" fmla="*/ 0 w 675"/>
                  <a:gd name="T33" fmla="*/ 1 h 738"/>
                  <a:gd name="T34" fmla="*/ 0 w 675"/>
                  <a:gd name="T35" fmla="*/ 1 h 738"/>
                  <a:gd name="T36" fmla="*/ 0 w 675"/>
                  <a:gd name="T37" fmla="*/ 1 h 738"/>
                  <a:gd name="T38" fmla="*/ 0 w 675"/>
                  <a:gd name="T39" fmla="*/ 1 h 738"/>
                  <a:gd name="T40" fmla="*/ 0 w 675"/>
                  <a:gd name="T41" fmla="*/ 1 h 738"/>
                  <a:gd name="T42" fmla="*/ 0 w 675"/>
                  <a:gd name="T43" fmla="*/ 1 h 738"/>
                  <a:gd name="T44" fmla="*/ 0 w 675"/>
                  <a:gd name="T45" fmla="*/ 1 h 738"/>
                  <a:gd name="T46" fmla="*/ 0 w 675"/>
                  <a:gd name="T47" fmla="*/ 1 h 738"/>
                  <a:gd name="T48" fmla="*/ 0 w 675"/>
                  <a:gd name="T49" fmla="*/ 1 h 738"/>
                  <a:gd name="T50" fmla="*/ 0 w 675"/>
                  <a:gd name="T51" fmla="*/ 1 h 738"/>
                  <a:gd name="T52" fmla="*/ 0 w 675"/>
                  <a:gd name="T53" fmla="*/ 1 h 738"/>
                  <a:gd name="T54" fmla="*/ 0 w 675"/>
                  <a:gd name="T55" fmla="*/ 1 h 738"/>
                  <a:gd name="T56" fmla="*/ 0 w 675"/>
                  <a:gd name="T57" fmla="*/ 1 h 738"/>
                  <a:gd name="T58" fmla="*/ 0 w 675"/>
                  <a:gd name="T59" fmla="*/ 1 h 738"/>
                  <a:gd name="T60" fmla="*/ 0 w 675"/>
                  <a:gd name="T61" fmla="*/ 1 h 738"/>
                  <a:gd name="T62" fmla="*/ 0 w 675"/>
                  <a:gd name="T63" fmla="*/ 1 h 738"/>
                  <a:gd name="T64" fmla="*/ 0 w 675"/>
                  <a:gd name="T65" fmla="*/ 1 h 738"/>
                  <a:gd name="T66" fmla="*/ 0 w 675"/>
                  <a:gd name="T67" fmla="*/ 1 h 738"/>
                  <a:gd name="T68" fmla="*/ 0 w 675"/>
                  <a:gd name="T69" fmla="*/ 1 h 738"/>
                  <a:gd name="T70" fmla="*/ 0 w 675"/>
                  <a:gd name="T71" fmla="*/ 1 h 738"/>
                  <a:gd name="T72" fmla="*/ 0 w 675"/>
                  <a:gd name="T73" fmla="*/ 1 h 738"/>
                  <a:gd name="T74" fmla="*/ 0 w 675"/>
                  <a:gd name="T75" fmla="*/ 1 h 738"/>
                  <a:gd name="T76" fmla="*/ 0 w 675"/>
                  <a:gd name="T77" fmla="*/ 1 h 738"/>
                  <a:gd name="T78" fmla="*/ 0 w 675"/>
                  <a:gd name="T79" fmla="*/ 1 h 738"/>
                  <a:gd name="T80" fmla="*/ 0 w 675"/>
                  <a:gd name="T81" fmla="*/ 1 h 738"/>
                  <a:gd name="T82" fmla="*/ 0 w 675"/>
                  <a:gd name="T83" fmla="*/ 1 h 738"/>
                  <a:gd name="T84" fmla="*/ 0 w 675"/>
                  <a:gd name="T85" fmla="*/ 0 h 738"/>
                  <a:gd name="T86" fmla="*/ 0 w 675"/>
                  <a:gd name="T87" fmla="*/ 1 h 738"/>
                  <a:gd name="T88" fmla="*/ 0 w 675"/>
                  <a:gd name="T89" fmla="*/ 1 h 738"/>
                  <a:gd name="T90" fmla="*/ 0 w 675"/>
                  <a:gd name="T91" fmla="*/ 1 h 73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675"/>
                  <a:gd name="T139" fmla="*/ 0 h 738"/>
                  <a:gd name="T140" fmla="*/ 675 w 675"/>
                  <a:gd name="T141" fmla="*/ 738 h 73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675" h="738">
                    <a:moveTo>
                      <a:pt x="641" y="45"/>
                    </a:moveTo>
                    <a:lnTo>
                      <a:pt x="667" y="103"/>
                    </a:lnTo>
                    <a:lnTo>
                      <a:pt x="670" y="123"/>
                    </a:lnTo>
                    <a:lnTo>
                      <a:pt x="675" y="154"/>
                    </a:lnTo>
                    <a:lnTo>
                      <a:pt x="667" y="192"/>
                    </a:lnTo>
                    <a:lnTo>
                      <a:pt x="647" y="212"/>
                    </a:lnTo>
                    <a:lnTo>
                      <a:pt x="627" y="226"/>
                    </a:lnTo>
                    <a:lnTo>
                      <a:pt x="596" y="228"/>
                    </a:lnTo>
                    <a:lnTo>
                      <a:pt x="535" y="228"/>
                    </a:lnTo>
                    <a:lnTo>
                      <a:pt x="473" y="231"/>
                    </a:lnTo>
                    <a:lnTo>
                      <a:pt x="415" y="222"/>
                    </a:lnTo>
                    <a:lnTo>
                      <a:pt x="381" y="215"/>
                    </a:lnTo>
                    <a:lnTo>
                      <a:pt x="313" y="201"/>
                    </a:lnTo>
                    <a:lnTo>
                      <a:pt x="263" y="184"/>
                    </a:lnTo>
                    <a:lnTo>
                      <a:pt x="212" y="167"/>
                    </a:lnTo>
                    <a:lnTo>
                      <a:pt x="164" y="140"/>
                    </a:lnTo>
                    <a:lnTo>
                      <a:pt x="178" y="178"/>
                    </a:lnTo>
                    <a:lnTo>
                      <a:pt x="198" y="231"/>
                    </a:lnTo>
                    <a:lnTo>
                      <a:pt x="205" y="306"/>
                    </a:lnTo>
                    <a:lnTo>
                      <a:pt x="212" y="364"/>
                    </a:lnTo>
                    <a:lnTo>
                      <a:pt x="235" y="443"/>
                    </a:lnTo>
                    <a:lnTo>
                      <a:pt x="270" y="541"/>
                    </a:lnTo>
                    <a:lnTo>
                      <a:pt x="301" y="621"/>
                    </a:lnTo>
                    <a:lnTo>
                      <a:pt x="340" y="701"/>
                    </a:lnTo>
                    <a:lnTo>
                      <a:pt x="301" y="732"/>
                    </a:lnTo>
                    <a:lnTo>
                      <a:pt x="202" y="738"/>
                    </a:lnTo>
                    <a:lnTo>
                      <a:pt x="131" y="732"/>
                    </a:lnTo>
                    <a:lnTo>
                      <a:pt x="96" y="721"/>
                    </a:lnTo>
                    <a:lnTo>
                      <a:pt x="79" y="711"/>
                    </a:lnTo>
                    <a:lnTo>
                      <a:pt x="89" y="633"/>
                    </a:lnTo>
                    <a:lnTo>
                      <a:pt x="82" y="529"/>
                    </a:lnTo>
                    <a:lnTo>
                      <a:pt x="72" y="378"/>
                    </a:lnTo>
                    <a:lnTo>
                      <a:pt x="65" y="283"/>
                    </a:lnTo>
                    <a:lnTo>
                      <a:pt x="51" y="215"/>
                    </a:lnTo>
                    <a:lnTo>
                      <a:pt x="45" y="201"/>
                    </a:lnTo>
                    <a:lnTo>
                      <a:pt x="17" y="184"/>
                    </a:lnTo>
                    <a:lnTo>
                      <a:pt x="4" y="150"/>
                    </a:lnTo>
                    <a:lnTo>
                      <a:pt x="0" y="103"/>
                    </a:lnTo>
                    <a:lnTo>
                      <a:pt x="4" y="66"/>
                    </a:lnTo>
                    <a:lnTo>
                      <a:pt x="17" y="41"/>
                    </a:lnTo>
                    <a:lnTo>
                      <a:pt x="96" y="31"/>
                    </a:lnTo>
                    <a:lnTo>
                      <a:pt x="263" y="18"/>
                    </a:lnTo>
                    <a:lnTo>
                      <a:pt x="334" y="0"/>
                    </a:lnTo>
                    <a:lnTo>
                      <a:pt x="449" y="11"/>
                    </a:lnTo>
                    <a:lnTo>
                      <a:pt x="544" y="18"/>
                    </a:lnTo>
                    <a:lnTo>
                      <a:pt x="641" y="45"/>
                    </a:lnTo>
                    <a:close/>
                  </a:path>
                </a:pathLst>
              </a:custGeom>
              <a:solidFill>
                <a:srgbClr val="3F5F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633" name="Freeform 43">
              <a:extLst>
                <a:ext uri="{FF2B5EF4-FFF2-40B4-BE49-F238E27FC236}">
                  <a16:creationId xmlns:a16="http://schemas.microsoft.com/office/drawing/2014/main" id="{40C019C5-53D7-EC24-5433-A523D1CCA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2763"/>
              <a:ext cx="351" cy="272"/>
            </a:xfrm>
            <a:custGeom>
              <a:avLst/>
              <a:gdLst>
                <a:gd name="T0" fmla="*/ 1 w 702"/>
                <a:gd name="T1" fmla="*/ 1 h 544"/>
                <a:gd name="T2" fmla="*/ 1 w 702"/>
                <a:gd name="T3" fmla="*/ 1 h 544"/>
                <a:gd name="T4" fmla="*/ 1 w 702"/>
                <a:gd name="T5" fmla="*/ 1 h 544"/>
                <a:gd name="T6" fmla="*/ 1 w 702"/>
                <a:gd name="T7" fmla="*/ 1 h 544"/>
                <a:gd name="T8" fmla="*/ 1 w 702"/>
                <a:gd name="T9" fmla="*/ 1 h 544"/>
                <a:gd name="T10" fmla="*/ 1 w 702"/>
                <a:gd name="T11" fmla="*/ 1 h 544"/>
                <a:gd name="T12" fmla="*/ 1 w 702"/>
                <a:gd name="T13" fmla="*/ 1 h 544"/>
                <a:gd name="T14" fmla="*/ 1 w 702"/>
                <a:gd name="T15" fmla="*/ 1 h 544"/>
                <a:gd name="T16" fmla="*/ 1 w 702"/>
                <a:gd name="T17" fmla="*/ 1 h 544"/>
                <a:gd name="T18" fmla="*/ 1 w 702"/>
                <a:gd name="T19" fmla="*/ 1 h 544"/>
                <a:gd name="T20" fmla="*/ 1 w 702"/>
                <a:gd name="T21" fmla="*/ 1 h 544"/>
                <a:gd name="T22" fmla="*/ 1 w 702"/>
                <a:gd name="T23" fmla="*/ 1 h 544"/>
                <a:gd name="T24" fmla="*/ 1 w 702"/>
                <a:gd name="T25" fmla="*/ 1 h 544"/>
                <a:gd name="T26" fmla="*/ 1 w 702"/>
                <a:gd name="T27" fmla="*/ 1 h 544"/>
                <a:gd name="T28" fmla="*/ 0 w 702"/>
                <a:gd name="T29" fmla="*/ 1 h 544"/>
                <a:gd name="T30" fmla="*/ 1 w 702"/>
                <a:gd name="T31" fmla="*/ 1 h 544"/>
                <a:gd name="T32" fmla="*/ 1 w 702"/>
                <a:gd name="T33" fmla="*/ 1 h 544"/>
                <a:gd name="T34" fmla="*/ 1 w 702"/>
                <a:gd name="T35" fmla="*/ 1 h 544"/>
                <a:gd name="T36" fmla="*/ 1 w 702"/>
                <a:gd name="T37" fmla="*/ 1 h 544"/>
                <a:gd name="T38" fmla="*/ 1 w 702"/>
                <a:gd name="T39" fmla="*/ 1 h 544"/>
                <a:gd name="T40" fmla="*/ 1 w 702"/>
                <a:gd name="T41" fmla="*/ 1 h 544"/>
                <a:gd name="T42" fmla="*/ 1 w 702"/>
                <a:gd name="T43" fmla="*/ 1 h 544"/>
                <a:gd name="T44" fmla="*/ 1 w 702"/>
                <a:gd name="T45" fmla="*/ 0 h 544"/>
                <a:gd name="T46" fmla="*/ 1 w 702"/>
                <a:gd name="T47" fmla="*/ 1 h 544"/>
                <a:gd name="T48" fmla="*/ 1 w 702"/>
                <a:gd name="T49" fmla="*/ 1 h 544"/>
                <a:gd name="T50" fmla="*/ 1 w 702"/>
                <a:gd name="T51" fmla="*/ 1 h 5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702"/>
                <a:gd name="T79" fmla="*/ 0 h 544"/>
                <a:gd name="T80" fmla="*/ 702 w 702"/>
                <a:gd name="T81" fmla="*/ 544 h 544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702" h="544">
                  <a:moveTo>
                    <a:pt x="494" y="9"/>
                  </a:moveTo>
                  <a:lnTo>
                    <a:pt x="702" y="493"/>
                  </a:lnTo>
                  <a:lnTo>
                    <a:pt x="694" y="503"/>
                  </a:lnTo>
                  <a:lnTo>
                    <a:pt x="678" y="495"/>
                  </a:lnTo>
                  <a:lnTo>
                    <a:pt x="481" y="29"/>
                  </a:lnTo>
                  <a:lnTo>
                    <a:pt x="469" y="23"/>
                  </a:lnTo>
                  <a:lnTo>
                    <a:pt x="393" y="21"/>
                  </a:lnTo>
                  <a:lnTo>
                    <a:pt x="294" y="24"/>
                  </a:lnTo>
                  <a:lnTo>
                    <a:pt x="208" y="30"/>
                  </a:lnTo>
                  <a:lnTo>
                    <a:pt x="182" y="37"/>
                  </a:lnTo>
                  <a:lnTo>
                    <a:pt x="166" y="49"/>
                  </a:lnTo>
                  <a:lnTo>
                    <a:pt x="157" y="64"/>
                  </a:lnTo>
                  <a:lnTo>
                    <a:pt x="20" y="539"/>
                  </a:lnTo>
                  <a:lnTo>
                    <a:pt x="9" y="544"/>
                  </a:lnTo>
                  <a:lnTo>
                    <a:pt x="0" y="533"/>
                  </a:lnTo>
                  <a:lnTo>
                    <a:pt x="136" y="61"/>
                  </a:lnTo>
                  <a:lnTo>
                    <a:pt x="150" y="35"/>
                  </a:lnTo>
                  <a:lnTo>
                    <a:pt x="162" y="24"/>
                  </a:lnTo>
                  <a:lnTo>
                    <a:pt x="174" y="18"/>
                  </a:lnTo>
                  <a:lnTo>
                    <a:pt x="189" y="11"/>
                  </a:lnTo>
                  <a:lnTo>
                    <a:pt x="217" y="9"/>
                  </a:lnTo>
                  <a:lnTo>
                    <a:pt x="309" y="3"/>
                  </a:lnTo>
                  <a:lnTo>
                    <a:pt x="410" y="0"/>
                  </a:lnTo>
                  <a:lnTo>
                    <a:pt x="458" y="1"/>
                  </a:lnTo>
                  <a:lnTo>
                    <a:pt x="482" y="3"/>
                  </a:lnTo>
                  <a:lnTo>
                    <a:pt x="494" y="9"/>
                  </a:lnTo>
                  <a:close/>
                </a:path>
              </a:pathLst>
            </a:custGeom>
            <a:solidFill>
              <a:srgbClr val="00FF00"/>
            </a:solidFill>
            <a:ln w="6350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634" name="Group 44">
              <a:extLst>
                <a:ext uri="{FF2B5EF4-FFF2-40B4-BE49-F238E27FC236}">
                  <a16:creationId xmlns:a16="http://schemas.microsoft.com/office/drawing/2014/main" id="{57712FDE-0B30-52A5-B719-0FEAF787CB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4" y="2330"/>
              <a:ext cx="283" cy="278"/>
              <a:chOff x="3314" y="2218"/>
              <a:chExt cx="283" cy="278"/>
            </a:xfrm>
          </p:grpSpPr>
          <p:grpSp>
            <p:nvGrpSpPr>
              <p:cNvPr id="22686" name="Group 45">
                <a:extLst>
                  <a:ext uri="{FF2B5EF4-FFF2-40B4-BE49-F238E27FC236}">
                    <a16:creationId xmlns:a16="http://schemas.microsoft.com/office/drawing/2014/main" id="{AD466DD1-7AF4-3001-F104-D2500D9977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14" y="2218"/>
                <a:ext cx="283" cy="278"/>
                <a:chOff x="3314" y="2218"/>
                <a:chExt cx="283" cy="278"/>
              </a:xfrm>
            </p:grpSpPr>
            <p:sp>
              <p:nvSpPr>
                <p:cNvPr id="22688" name="Oval 46">
                  <a:extLst>
                    <a:ext uri="{FF2B5EF4-FFF2-40B4-BE49-F238E27FC236}">
                      <a16:creationId xmlns:a16="http://schemas.microsoft.com/office/drawing/2014/main" id="{8F87DBE9-87BA-F64C-72FD-FF115FE3D1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4" y="2218"/>
                  <a:ext cx="283" cy="278"/>
                </a:xfrm>
                <a:prstGeom prst="ellipse">
                  <a:avLst/>
                </a:prstGeom>
                <a:solidFill>
                  <a:srgbClr val="9F9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5pPr>
                  <a:lvl6pPr marL="25146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6pPr>
                  <a:lvl7pPr marL="29718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7pPr>
                  <a:lvl8pPr marL="34290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8pPr>
                  <a:lvl9pPr marL="38862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689" name="Oval 47">
                  <a:extLst>
                    <a:ext uri="{FF2B5EF4-FFF2-40B4-BE49-F238E27FC236}">
                      <a16:creationId xmlns:a16="http://schemas.microsoft.com/office/drawing/2014/main" id="{315EA7EC-3C85-4F68-F944-7A4EC81502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32" y="2220"/>
                  <a:ext cx="254" cy="248"/>
                </a:xfrm>
                <a:prstGeom prst="ellipse">
                  <a:avLst/>
                </a:prstGeom>
                <a:solidFill>
                  <a:srgbClr val="BFBFD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5pPr>
                  <a:lvl6pPr marL="25146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6pPr>
                  <a:lvl7pPr marL="29718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7pPr>
                  <a:lvl8pPr marL="34290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8pPr>
                  <a:lvl9pPr marL="38862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690" name="Oval 48">
                  <a:extLst>
                    <a:ext uri="{FF2B5EF4-FFF2-40B4-BE49-F238E27FC236}">
                      <a16:creationId xmlns:a16="http://schemas.microsoft.com/office/drawing/2014/main" id="{56386F7A-BF51-0C4D-CBB1-F072B248D6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78" y="2234"/>
                  <a:ext cx="196" cy="189"/>
                </a:xfrm>
                <a:prstGeom prst="ellipse">
                  <a:avLst/>
                </a:prstGeom>
                <a:solidFill>
                  <a:srgbClr val="DFD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5pPr>
                  <a:lvl6pPr marL="25146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6pPr>
                  <a:lvl7pPr marL="29718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7pPr>
                  <a:lvl8pPr marL="34290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8pPr>
                  <a:lvl9pPr marL="38862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2687" name="Oval 49">
                <a:extLst>
                  <a:ext uri="{FF2B5EF4-FFF2-40B4-BE49-F238E27FC236}">
                    <a16:creationId xmlns:a16="http://schemas.microsoft.com/office/drawing/2014/main" id="{89FB9A80-FFBE-F2DA-BFE5-E6A56665F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" y="2262"/>
                <a:ext cx="51" cy="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2635" name="Group 50">
              <a:extLst>
                <a:ext uri="{FF2B5EF4-FFF2-40B4-BE49-F238E27FC236}">
                  <a16:creationId xmlns:a16="http://schemas.microsoft.com/office/drawing/2014/main" id="{854779FB-21B0-E709-EC58-D118382324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9" y="2422"/>
              <a:ext cx="398" cy="199"/>
              <a:chOff x="3119" y="2310"/>
              <a:chExt cx="398" cy="199"/>
            </a:xfrm>
          </p:grpSpPr>
          <p:sp>
            <p:nvSpPr>
              <p:cNvPr id="22683" name="Freeform 51">
                <a:extLst>
                  <a:ext uri="{FF2B5EF4-FFF2-40B4-BE49-F238E27FC236}">
                    <a16:creationId xmlns:a16="http://schemas.microsoft.com/office/drawing/2014/main" id="{A74549C4-12FD-B205-F9E3-8650D1805D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2310"/>
                <a:ext cx="305" cy="187"/>
              </a:xfrm>
              <a:custGeom>
                <a:avLst/>
                <a:gdLst>
                  <a:gd name="T0" fmla="*/ 1 w 608"/>
                  <a:gd name="T1" fmla="*/ 1 h 374"/>
                  <a:gd name="T2" fmla="*/ 1 w 608"/>
                  <a:gd name="T3" fmla="*/ 1 h 374"/>
                  <a:gd name="T4" fmla="*/ 1 w 608"/>
                  <a:gd name="T5" fmla="*/ 1 h 374"/>
                  <a:gd name="T6" fmla="*/ 1 w 608"/>
                  <a:gd name="T7" fmla="*/ 1 h 374"/>
                  <a:gd name="T8" fmla="*/ 1 w 608"/>
                  <a:gd name="T9" fmla="*/ 1 h 374"/>
                  <a:gd name="T10" fmla="*/ 1 w 608"/>
                  <a:gd name="T11" fmla="*/ 1 h 374"/>
                  <a:gd name="T12" fmla="*/ 1 w 608"/>
                  <a:gd name="T13" fmla="*/ 1 h 374"/>
                  <a:gd name="T14" fmla="*/ 1 w 608"/>
                  <a:gd name="T15" fmla="*/ 1 h 374"/>
                  <a:gd name="T16" fmla="*/ 1 w 608"/>
                  <a:gd name="T17" fmla="*/ 1 h 374"/>
                  <a:gd name="T18" fmla="*/ 1 w 608"/>
                  <a:gd name="T19" fmla="*/ 1 h 374"/>
                  <a:gd name="T20" fmla="*/ 1 w 608"/>
                  <a:gd name="T21" fmla="*/ 1 h 374"/>
                  <a:gd name="T22" fmla="*/ 1 w 608"/>
                  <a:gd name="T23" fmla="*/ 1 h 374"/>
                  <a:gd name="T24" fmla="*/ 1 w 608"/>
                  <a:gd name="T25" fmla="*/ 1 h 374"/>
                  <a:gd name="T26" fmla="*/ 1 w 608"/>
                  <a:gd name="T27" fmla="*/ 1 h 374"/>
                  <a:gd name="T28" fmla="*/ 1 w 608"/>
                  <a:gd name="T29" fmla="*/ 1 h 374"/>
                  <a:gd name="T30" fmla="*/ 1 w 608"/>
                  <a:gd name="T31" fmla="*/ 1 h 374"/>
                  <a:gd name="T32" fmla="*/ 1 w 608"/>
                  <a:gd name="T33" fmla="*/ 1 h 374"/>
                  <a:gd name="T34" fmla="*/ 1 w 608"/>
                  <a:gd name="T35" fmla="*/ 1 h 374"/>
                  <a:gd name="T36" fmla="*/ 1 w 608"/>
                  <a:gd name="T37" fmla="*/ 1 h 374"/>
                  <a:gd name="T38" fmla="*/ 1 w 608"/>
                  <a:gd name="T39" fmla="*/ 1 h 374"/>
                  <a:gd name="T40" fmla="*/ 1 w 608"/>
                  <a:gd name="T41" fmla="*/ 1 h 374"/>
                  <a:gd name="T42" fmla="*/ 1 w 608"/>
                  <a:gd name="T43" fmla="*/ 1 h 374"/>
                  <a:gd name="T44" fmla="*/ 1 w 608"/>
                  <a:gd name="T45" fmla="*/ 1 h 374"/>
                  <a:gd name="T46" fmla="*/ 1 w 608"/>
                  <a:gd name="T47" fmla="*/ 1 h 374"/>
                  <a:gd name="T48" fmla="*/ 1 w 608"/>
                  <a:gd name="T49" fmla="*/ 1 h 374"/>
                  <a:gd name="T50" fmla="*/ 1 w 608"/>
                  <a:gd name="T51" fmla="*/ 1 h 374"/>
                  <a:gd name="T52" fmla="*/ 1 w 608"/>
                  <a:gd name="T53" fmla="*/ 1 h 374"/>
                  <a:gd name="T54" fmla="*/ 1 w 608"/>
                  <a:gd name="T55" fmla="*/ 1 h 374"/>
                  <a:gd name="T56" fmla="*/ 1 w 608"/>
                  <a:gd name="T57" fmla="*/ 1 h 374"/>
                  <a:gd name="T58" fmla="*/ 1 w 608"/>
                  <a:gd name="T59" fmla="*/ 1 h 374"/>
                  <a:gd name="T60" fmla="*/ 1 w 608"/>
                  <a:gd name="T61" fmla="*/ 1 h 374"/>
                  <a:gd name="T62" fmla="*/ 1 w 608"/>
                  <a:gd name="T63" fmla="*/ 1 h 37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608"/>
                  <a:gd name="T97" fmla="*/ 0 h 374"/>
                  <a:gd name="T98" fmla="*/ 608 w 608"/>
                  <a:gd name="T99" fmla="*/ 374 h 374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608" h="374">
                    <a:moveTo>
                      <a:pt x="0" y="308"/>
                    </a:moveTo>
                    <a:lnTo>
                      <a:pt x="21" y="359"/>
                    </a:lnTo>
                    <a:lnTo>
                      <a:pt x="26" y="367"/>
                    </a:lnTo>
                    <a:lnTo>
                      <a:pt x="30" y="371"/>
                    </a:lnTo>
                    <a:lnTo>
                      <a:pt x="36" y="374"/>
                    </a:lnTo>
                    <a:lnTo>
                      <a:pt x="47" y="374"/>
                    </a:lnTo>
                    <a:lnTo>
                      <a:pt x="59" y="370"/>
                    </a:lnTo>
                    <a:lnTo>
                      <a:pt x="346" y="205"/>
                    </a:lnTo>
                    <a:lnTo>
                      <a:pt x="363" y="200"/>
                    </a:lnTo>
                    <a:lnTo>
                      <a:pt x="374" y="208"/>
                    </a:lnTo>
                    <a:lnTo>
                      <a:pt x="393" y="216"/>
                    </a:lnTo>
                    <a:lnTo>
                      <a:pt x="424" y="210"/>
                    </a:lnTo>
                    <a:lnTo>
                      <a:pt x="460" y="200"/>
                    </a:lnTo>
                    <a:lnTo>
                      <a:pt x="484" y="191"/>
                    </a:lnTo>
                    <a:lnTo>
                      <a:pt x="561" y="184"/>
                    </a:lnTo>
                    <a:lnTo>
                      <a:pt x="584" y="180"/>
                    </a:lnTo>
                    <a:lnTo>
                      <a:pt x="591" y="173"/>
                    </a:lnTo>
                    <a:lnTo>
                      <a:pt x="586" y="162"/>
                    </a:lnTo>
                    <a:lnTo>
                      <a:pt x="561" y="159"/>
                    </a:lnTo>
                    <a:lnTo>
                      <a:pt x="490" y="164"/>
                    </a:lnTo>
                    <a:lnTo>
                      <a:pt x="487" y="157"/>
                    </a:lnTo>
                    <a:lnTo>
                      <a:pt x="589" y="148"/>
                    </a:lnTo>
                    <a:lnTo>
                      <a:pt x="605" y="142"/>
                    </a:lnTo>
                    <a:lnTo>
                      <a:pt x="605" y="134"/>
                    </a:lnTo>
                    <a:lnTo>
                      <a:pt x="594" y="126"/>
                    </a:lnTo>
                    <a:lnTo>
                      <a:pt x="555" y="127"/>
                    </a:lnTo>
                    <a:lnTo>
                      <a:pt x="487" y="134"/>
                    </a:lnTo>
                    <a:lnTo>
                      <a:pt x="487" y="127"/>
                    </a:lnTo>
                    <a:lnTo>
                      <a:pt x="598" y="108"/>
                    </a:lnTo>
                    <a:lnTo>
                      <a:pt x="605" y="104"/>
                    </a:lnTo>
                    <a:lnTo>
                      <a:pt x="608" y="97"/>
                    </a:lnTo>
                    <a:lnTo>
                      <a:pt x="603" y="88"/>
                    </a:lnTo>
                    <a:lnTo>
                      <a:pt x="593" y="85"/>
                    </a:lnTo>
                    <a:lnTo>
                      <a:pt x="567" y="83"/>
                    </a:lnTo>
                    <a:lnTo>
                      <a:pt x="511" y="95"/>
                    </a:lnTo>
                    <a:lnTo>
                      <a:pt x="477" y="105"/>
                    </a:lnTo>
                    <a:lnTo>
                      <a:pt x="476" y="100"/>
                    </a:lnTo>
                    <a:lnTo>
                      <a:pt x="572" y="63"/>
                    </a:lnTo>
                    <a:lnTo>
                      <a:pt x="577" y="51"/>
                    </a:lnTo>
                    <a:lnTo>
                      <a:pt x="577" y="39"/>
                    </a:lnTo>
                    <a:lnTo>
                      <a:pt x="572" y="30"/>
                    </a:lnTo>
                    <a:lnTo>
                      <a:pt x="555" y="30"/>
                    </a:lnTo>
                    <a:lnTo>
                      <a:pt x="534" y="35"/>
                    </a:lnTo>
                    <a:lnTo>
                      <a:pt x="449" y="74"/>
                    </a:lnTo>
                    <a:lnTo>
                      <a:pt x="432" y="83"/>
                    </a:lnTo>
                    <a:lnTo>
                      <a:pt x="422" y="86"/>
                    </a:lnTo>
                    <a:lnTo>
                      <a:pt x="422" y="78"/>
                    </a:lnTo>
                    <a:lnTo>
                      <a:pt x="437" y="58"/>
                    </a:lnTo>
                    <a:lnTo>
                      <a:pt x="441" y="33"/>
                    </a:lnTo>
                    <a:lnTo>
                      <a:pt x="435" y="11"/>
                    </a:lnTo>
                    <a:lnTo>
                      <a:pt x="416" y="0"/>
                    </a:lnTo>
                    <a:lnTo>
                      <a:pt x="390" y="3"/>
                    </a:lnTo>
                    <a:lnTo>
                      <a:pt x="378" y="33"/>
                    </a:lnTo>
                    <a:lnTo>
                      <a:pt x="375" y="64"/>
                    </a:lnTo>
                    <a:lnTo>
                      <a:pt x="361" y="90"/>
                    </a:lnTo>
                    <a:lnTo>
                      <a:pt x="346" y="104"/>
                    </a:lnTo>
                    <a:lnTo>
                      <a:pt x="336" y="122"/>
                    </a:lnTo>
                    <a:lnTo>
                      <a:pt x="328" y="144"/>
                    </a:lnTo>
                    <a:lnTo>
                      <a:pt x="326" y="167"/>
                    </a:lnTo>
                    <a:lnTo>
                      <a:pt x="328" y="175"/>
                    </a:lnTo>
                    <a:lnTo>
                      <a:pt x="55" y="331"/>
                    </a:lnTo>
                    <a:lnTo>
                      <a:pt x="49" y="326"/>
                    </a:lnTo>
                    <a:lnTo>
                      <a:pt x="44" y="310"/>
                    </a:lnTo>
                    <a:lnTo>
                      <a:pt x="39" y="285"/>
                    </a:lnTo>
                    <a:lnTo>
                      <a:pt x="0" y="308"/>
                    </a:lnTo>
                    <a:close/>
                  </a:path>
                </a:pathLst>
              </a:custGeom>
              <a:solidFill>
                <a:srgbClr val="FF9F9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4" name="Freeform 52">
                <a:extLst>
                  <a:ext uri="{FF2B5EF4-FFF2-40B4-BE49-F238E27FC236}">
                    <a16:creationId xmlns:a16="http://schemas.microsoft.com/office/drawing/2014/main" id="{75E1908E-E385-BDA6-A6AE-F25851049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9" y="2314"/>
                <a:ext cx="127" cy="195"/>
              </a:xfrm>
              <a:custGeom>
                <a:avLst/>
                <a:gdLst>
                  <a:gd name="T0" fmla="*/ 1 w 253"/>
                  <a:gd name="T1" fmla="*/ 0 h 391"/>
                  <a:gd name="T2" fmla="*/ 1 w 253"/>
                  <a:gd name="T3" fmla="*/ 0 h 391"/>
                  <a:gd name="T4" fmla="*/ 1 w 253"/>
                  <a:gd name="T5" fmla="*/ 0 h 391"/>
                  <a:gd name="T6" fmla="*/ 1 w 253"/>
                  <a:gd name="T7" fmla="*/ 0 h 391"/>
                  <a:gd name="T8" fmla="*/ 1 w 253"/>
                  <a:gd name="T9" fmla="*/ 0 h 391"/>
                  <a:gd name="T10" fmla="*/ 1 w 253"/>
                  <a:gd name="T11" fmla="*/ 0 h 391"/>
                  <a:gd name="T12" fmla="*/ 1 w 253"/>
                  <a:gd name="T13" fmla="*/ 0 h 391"/>
                  <a:gd name="T14" fmla="*/ 1 w 253"/>
                  <a:gd name="T15" fmla="*/ 0 h 391"/>
                  <a:gd name="T16" fmla="*/ 1 w 253"/>
                  <a:gd name="T17" fmla="*/ 0 h 391"/>
                  <a:gd name="T18" fmla="*/ 1 w 253"/>
                  <a:gd name="T19" fmla="*/ 0 h 391"/>
                  <a:gd name="T20" fmla="*/ 1 w 253"/>
                  <a:gd name="T21" fmla="*/ 0 h 391"/>
                  <a:gd name="T22" fmla="*/ 1 w 253"/>
                  <a:gd name="T23" fmla="*/ 0 h 391"/>
                  <a:gd name="T24" fmla="*/ 1 w 253"/>
                  <a:gd name="T25" fmla="*/ 0 h 391"/>
                  <a:gd name="T26" fmla="*/ 1 w 253"/>
                  <a:gd name="T27" fmla="*/ 0 h 391"/>
                  <a:gd name="T28" fmla="*/ 1 w 253"/>
                  <a:gd name="T29" fmla="*/ 0 h 391"/>
                  <a:gd name="T30" fmla="*/ 1 w 253"/>
                  <a:gd name="T31" fmla="*/ 0 h 391"/>
                  <a:gd name="T32" fmla="*/ 1 w 253"/>
                  <a:gd name="T33" fmla="*/ 0 h 391"/>
                  <a:gd name="T34" fmla="*/ 1 w 253"/>
                  <a:gd name="T35" fmla="*/ 0 h 391"/>
                  <a:gd name="T36" fmla="*/ 1 w 253"/>
                  <a:gd name="T37" fmla="*/ 0 h 391"/>
                  <a:gd name="T38" fmla="*/ 1 w 253"/>
                  <a:gd name="T39" fmla="*/ 0 h 391"/>
                  <a:gd name="T40" fmla="*/ 1 w 253"/>
                  <a:gd name="T41" fmla="*/ 0 h 391"/>
                  <a:gd name="T42" fmla="*/ 1 w 253"/>
                  <a:gd name="T43" fmla="*/ 0 h 391"/>
                  <a:gd name="T44" fmla="*/ 1 w 253"/>
                  <a:gd name="T45" fmla="*/ 0 h 391"/>
                  <a:gd name="T46" fmla="*/ 1 w 253"/>
                  <a:gd name="T47" fmla="*/ 0 h 391"/>
                  <a:gd name="T48" fmla="*/ 0 w 253"/>
                  <a:gd name="T49" fmla="*/ 0 h 391"/>
                  <a:gd name="T50" fmla="*/ 0 w 253"/>
                  <a:gd name="T51" fmla="*/ 0 h 391"/>
                  <a:gd name="T52" fmla="*/ 0 w 253"/>
                  <a:gd name="T53" fmla="*/ 0 h 391"/>
                  <a:gd name="T54" fmla="*/ 1 w 253"/>
                  <a:gd name="T55" fmla="*/ 0 h 391"/>
                  <a:gd name="T56" fmla="*/ 1 w 253"/>
                  <a:gd name="T57" fmla="*/ 0 h 391"/>
                  <a:gd name="T58" fmla="*/ 1 w 253"/>
                  <a:gd name="T59" fmla="*/ 0 h 391"/>
                  <a:gd name="T60" fmla="*/ 1 w 253"/>
                  <a:gd name="T61" fmla="*/ 0 h 391"/>
                  <a:gd name="T62" fmla="*/ 1 w 253"/>
                  <a:gd name="T63" fmla="*/ 0 h 391"/>
                  <a:gd name="T64" fmla="*/ 1 w 253"/>
                  <a:gd name="T65" fmla="*/ 0 h 391"/>
                  <a:gd name="T66" fmla="*/ 1 w 253"/>
                  <a:gd name="T67" fmla="*/ 0 h 391"/>
                  <a:gd name="T68" fmla="*/ 1 w 253"/>
                  <a:gd name="T69" fmla="*/ 0 h 391"/>
                  <a:gd name="T70" fmla="*/ 1 w 253"/>
                  <a:gd name="T71" fmla="*/ 0 h 391"/>
                  <a:gd name="T72" fmla="*/ 1 w 253"/>
                  <a:gd name="T73" fmla="*/ 0 h 391"/>
                  <a:gd name="T74" fmla="*/ 1 w 253"/>
                  <a:gd name="T75" fmla="*/ 0 h 391"/>
                  <a:gd name="T76" fmla="*/ 1 w 253"/>
                  <a:gd name="T77" fmla="*/ 0 h 391"/>
                  <a:gd name="T78" fmla="*/ 1 w 253"/>
                  <a:gd name="T79" fmla="*/ 0 h 391"/>
                  <a:gd name="T80" fmla="*/ 1 w 253"/>
                  <a:gd name="T81" fmla="*/ 0 h 391"/>
                  <a:gd name="T82" fmla="*/ 1 w 253"/>
                  <a:gd name="T83" fmla="*/ 0 h 391"/>
                  <a:gd name="T84" fmla="*/ 1 w 253"/>
                  <a:gd name="T85" fmla="*/ 0 h 39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53"/>
                  <a:gd name="T130" fmla="*/ 0 h 391"/>
                  <a:gd name="T131" fmla="*/ 253 w 253"/>
                  <a:gd name="T132" fmla="*/ 391 h 39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53" h="391">
                    <a:moveTo>
                      <a:pt x="237" y="314"/>
                    </a:moveTo>
                    <a:lnTo>
                      <a:pt x="245" y="285"/>
                    </a:lnTo>
                    <a:lnTo>
                      <a:pt x="249" y="272"/>
                    </a:lnTo>
                    <a:lnTo>
                      <a:pt x="251" y="265"/>
                    </a:lnTo>
                    <a:lnTo>
                      <a:pt x="253" y="254"/>
                    </a:lnTo>
                    <a:lnTo>
                      <a:pt x="248" y="243"/>
                    </a:lnTo>
                    <a:lnTo>
                      <a:pt x="239" y="232"/>
                    </a:lnTo>
                    <a:lnTo>
                      <a:pt x="225" y="223"/>
                    </a:lnTo>
                    <a:lnTo>
                      <a:pt x="211" y="214"/>
                    </a:lnTo>
                    <a:lnTo>
                      <a:pt x="197" y="195"/>
                    </a:lnTo>
                    <a:lnTo>
                      <a:pt x="174" y="156"/>
                    </a:lnTo>
                    <a:lnTo>
                      <a:pt x="161" y="129"/>
                    </a:lnTo>
                    <a:lnTo>
                      <a:pt x="145" y="97"/>
                    </a:lnTo>
                    <a:lnTo>
                      <a:pt x="133" y="66"/>
                    </a:lnTo>
                    <a:lnTo>
                      <a:pt x="124" y="46"/>
                    </a:lnTo>
                    <a:lnTo>
                      <a:pt x="111" y="32"/>
                    </a:lnTo>
                    <a:lnTo>
                      <a:pt x="99" y="18"/>
                    </a:lnTo>
                    <a:lnTo>
                      <a:pt x="84" y="6"/>
                    </a:lnTo>
                    <a:lnTo>
                      <a:pt x="71" y="1"/>
                    </a:lnTo>
                    <a:lnTo>
                      <a:pt x="53" y="0"/>
                    </a:lnTo>
                    <a:lnTo>
                      <a:pt x="37" y="0"/>
                    </a:lnTo>
                    <a:lnTo>
                      <a:pt x="25" y="6"/>
                    </a:lnTo>
                    <a:lnTo>
                      <a:pt x="20" y="15"/>
                    </a:lnTo>
                    <a:lnTo>
                      <a:pt x="8" y="29"/>
                    </a:lnTo>
                    <a:lnTo>
                      <a:pt x="0" y="52"/>
                    </a:lnTo>
                    <a:lnTo>
                      <a:pt x="0" y="73"/>
                    </a:lnTo>
                    <a:lnTo>
                      <a:pt x="0" y="98"/>
                    </a:lnTo>
                    <a:lnTo>
                      <a:pt x="5" y="124"/>
                    </a:lnTo>
                    <a:lnTo>
                      <a:pt x="19" y="159"/>
                    </a:lnTo>
                    <a:lnTo>
                      <a:pt x="39" y="209"/>
                    </a:lnTo>
                    <a:lnTo>
                      <a:pt x="56" y="253"/>
                    </a:lnTo>
                    <a:lnTo>
                      <a:pt x="71" y="274"/>
                    </a:lnTo>
                    <a:lnTo>
                      <a:pt x="98" y="317"/>
                    </a:lnTo>
                    <a:lnTo>
                      <a:pt x="120" y="352"/>
                    </a:lnTo>
                    <a:lnTo>
                      <a:pt x="144" y="380"/>
                    </a:lnTo>
                    <a:lnTo>
                      <a:pt x="156" y="391"/>
                    </a:lnTo>
                    <a:lnTo>
                      <a:pt x="162" y="372"/>
                    </a:lnTo>
                    <a:lnTo>
                      <a:pt x="171" y="338"/>
                    </a:lnTo>
                    <a:lnTo>
                      <a:pt x="179" y="318"/>
                    </a:lnTo>
                    <a:lnTo>
                      <a:pt x="193" y="300"/>
                    </a:lnTo>
                    <a:lnTo>
                      <a:pt x="225" y="282"/>
                    </a:lnTo>
                    <a:lnTo>
                      <a:pt x="229" y="280"/>
                    </a:lnTo>
                    <a:lnTo>
                      <a:pt x="237" y="314"/>
                    </a:lnTo>
                    <a:close/>
                  </a:path>
                </a:pathLst>
              </a:custGeom>
              <a:solidFill>
                <a:srgbClr val="9F3FD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85" name="Freeform 53">
                <a:extLst>
                  <a:ext uri="{FF2B5EF4-FFF2-40B4-BE49-F238E27FC236}">
                    <a16:creationId xmlns:a16="http://schemas.microsoft.com/office/drawing/2014/main" id="{41DCDC1A-5FB7-1127-2D94-09EC990B4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7" y="2467"/>
                <a:ext cx="28" cy="42"/>
              </a:xfrm>
              <a:custGeom>
                <a:avLst/>
                <a:gdLst>
                  <a:gd name="T0" fmla="*/ 1 w 55"/>
                  <a:gd name="T1" fmla="*/ 0 h 83"/>
                  <a:gd name="T2" fmla="*/ 1 w 55"/>
                  <a:gd name="T3" fmla="*/ 1 h 83"/>
                  <a:gd name="T4" fmla="*/ 1 w 55"/>
                  <a:gd name="T5" fmla="*/ 1 h 83"/>
                  <a:gd name="T6" fmla="*/ 1 w 55"/>
                  <a:gd name="T7" fmla="*/ 1 h 83"/>
                  <a:gd name="T8" fmla="*/ 0 w 55"/>
                  <a:gd name="T9" fmla="*/ 1 h 83"/>
                  <a:gd name="T10" fmla="*/ 0 w 55"/>
                  <a:gd name="T11" fmla="*/ 1 h 83"/>
                  <a:gd name="T12" fmla="*/ 1 w 55"/>
                  <a:gd name="T13" fmla="*/ 1 h 83"/>
                  <a:gd name="T14" fmla="*/ 1 w 55"/>
                  <a:gd name="T15" fmla="*/ 1 h 83"/>
                  <a:gd name="T16" fmla="*/ 1 w 55"/>
                  <a:gd name="T17" fmla="*/ 1 h 83"/>
                  <a:gd name="T18" fmla="*/ 1 w 55"/>
                  <a:gd name="T19" fmla="*/ 1 h 83"/>
                  <a:gd name="T20" fmla="*/ 1 w 55"/>
                  <a:gd name="T21" fmla="*/ 1 h 83"/>
                  <a:gd name="T22" fmla="*/ 1 w 55"/>
                  <a:gd name="T23" fmla="*/ 0 h 8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55"/>
                  <a:gd name="T37" fmla="*/ 0 h 83"/>
                  <a:gd name="T38" fmla="*/ 55 w 55"/>
                  <a:gd name="T39" fmla="*/ 83 h 8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55" h="83">
                    <a:moveTo>
                      <a:pt x="34" y="0"/>
                    </a:moveTo>
                    <a:lnTo>
                      <a:pt x="22" y="15"/>
                    </a:lnTo>
                    <a:lnTo>
                      <a:pt x="15" y="34"/>
                    </a:lnTo>
                    <a:lnTo>
                      <a:pt x="6" y="66"/>
                    </a:lnTo>
                    <a:lnTo>
                      <a:pt x="0" y="82"/>
                    </a:lnTo>
                    <a:lnTo>
                      <a:pt x="0" y="83"/>
                    </a:lnTo>
                    <a:lnTo>
                      <a:pt x="17" y="80"/>
                    </a:lnTo>
                    <a:lnTo>
                      <a:pt x="41" y="65"/>
                    </a:lnTo>
                    <a:lnTo>
                      <a:pt x="51" y="54"/>
                    </a:lnTo>
                    <a:lnTo>
                      <a:pt x="55" y="48"/>
                    </a:lnTo>
                    <a:lnTo>
                      <a:pt x="47" y="28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7F00D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636" name="Group 54">
              <a:extLst>
                <a:ext uri="{FF2B5EF4-FFF2-40B4-BE49-F238E27FC236}">
                  <a16:creationId xmlns:a16="http://schemas.microsoft.com/office/drawing/2014/main" id="{58EE9031-563D-C3EA-ECD2-2F72F3CA40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8" y="2344"/>
              <a:ext cx="381" cy="338"/>
              <a:chOff x="3648" y="2232"/>
              <a:chExt cx="381" cy="338"/>
            </a:xfrm>
          </p:grpSpPr>
          <p:sp>
            <p:nvSpPr>
              <p:cNvPr id="22676" name="Freeform 55">
                <a:extLst>
                  <a:ext uri="{FF2B5EF4-FFF2-40B4-BE49-F238E27FC236}">
                    <a16:creationId xmlns:a16="http://schemas.microsoft.com/office/drawing/2014/main" id="{67867BEB-EF98-86AF-8CD0-1C73D536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8" y="2289"/>
                <a:ext cx="206" cy="204"/>
              </a:xfrm>
              <a:custGeom>
                <a:avLst/>
                <a:gdLst>
                  <a:gd name="T0" fmla="*/ 0 w 412"/>
                  <a:gd name="T1" fmla="*/ 1 h 406"/>
                  <a:gd name="T2" fmla="*/ 1 w 412"/>
                  <a:gd name="T3" fmla="*/ 0 h 406"/>
                  <a:gd name="T4" fmla="*/ 1 w 412"/>
                  <a:gd name="T5" fmla="*/ 1 h 406"/>
                  <a:gd name="T6" fmla="*/ 1 w 412"/>
                  <a:gd name="T7" fmla="*/ 1 h 406"/>
                  <a:gd name="T8" fmla="*/ 1 w 412"/>
                  <a:gd name="T9" fmla="*/ 1 h 406"/>
                  <a:gd name="T10" fmla="*/ 1 w 412"/>
                  <a:gd name="T11" fmla="*/ 1 h 406"/>
                  <a:gd name="T12" fmla="*/ 1 w 412"/>
                  <a:gd name="T13" fmla="*/ 1 h 406"/>
                  <a:gd name="T14" fmla="*/ 1 w 412"/>
                  <a:gd name="T15" fmla="*/ 1 h 406"/>
                  <a:gd name="T16" fmla="*/ 1 w 412"/>
                  <a:gd name="T17" fmla="*/ 1 h 406"/>
                  <a:gd name="T18" fmla="*/ 1 w 412"/>
                  <a:gd name="T19" fmla="*/ 1 h 406"/>
                  <a:gd name="T20" fmla="*/ 1 w 412"/>
                  <a:gd name="T21" fmla="*/ 1 h 406"/>
                  <a:gd name="T22" fmla="*/ 1 w 412"/>
                  <a:gd name="T23" fmla="*/ 1 h 406"/>
                  <a:gd name="T24" fmla="*/ 1 w 412"/>
                  <a:gd name="T25" fmla="*/ 1 h 406"/>
                  <a:gd name="T26" fmla="*/ 1 w 412"/>
                  <a:gd name="T27" fmla="*/ 1 h 406"/>
                  <a:gd name="T28" fmla="*/ 1 w 412"/>
                  <a:gd name="T29" fmla="*/ 1 h 406"/>
                  <a:gd name="T30" fmla="*/ 1 w 412"/>
                  <a:gd name="T31" fmla="*/ 1 h 406"/>
                  <a:gd name="T32" fmla="*/ 1 w 412"/>
                  <a:gd name="T33" fmla="*/ 1 h 406"/>
                  <a:gd name="T34" fmla="*/ 0 w 412"/>
                  <a:gd name="T35" fmla="*/ 1 h 40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412"/>
                  <a:gd name="T55" fmla="*/ 0 h 406"/>
                  <a:gd name="T56" fmla="*/ 412 w 412"/>
                  <a:gd name="T57" fmla="*/ 406 h 40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412" h="406">
                    <a:moveTo>
                      <a:pt x="0" y="62"/>
                    </a:moveTo>
                    <a:lnTo>
                      <a:pt x="137" y="0"/>
                    </a:lnTo>
                    <a:lnTo>
                      <a:pt x="186" y="166"/>
                    </a:lnTo>
                    <a:lnTo>
                      <a:pt x="222" y="253"/>
                    </a:lnTo>
                    <a:lnTo>
                      <a:pt x="281" y="184"/>
                    </a:lnTo>
                    <a:lnTo>
                      <a:pt x="316" y="140"/>
                    </a:lnTo>
                    <a:lnTo>
                      <a:pt x="347" y="120"/>
                    </a:lnTo>
                    <a:lnTo>
                      <a:pt x="366" y="113"/>
                    </a:lnTo>
                    <a:lnTo>
                      <a:pt x="386" y="116"/>
                    </a:lnTo>
                    <a:lnTo>
                      <a:pt x="407" y="134"/>
                    </a:lnTo>
                    <a:lnTo>
                      <a:pt x="412" y="152"/>
                    </a:lnTo>
                    <a:lnTo>
                      <a:pt x="408" y="219"/>
                    </a:lnTo>
                    <a:lnTo>
                      <a:pt x="232" y="405"/>
                    </a:lnTo>
                    <a:lnTo>
                      <a:pt x="208" y="406"/>
                    </a:lnTo>
                    <a:lnTo>
                      <a:pt x="176" y="388"/>
                    </a:lnTo>
                    <a:lnTo>
                      <a:pt x="149" y="360"/>
                    </a:lnTo>
                    <a:lnTo>
                      <a:pt x="75" y="245"/>
                    </a:lnTo>
                    <a:lnTo>
                      <a:pt x="0" y="62"/>
                    </a:lnTo>
                    <a:close/>
                  </a:path>
                </a:pathLst>
              </a:custGeom>
              <a:solidFill>
                <a:srgbClr val="3F5F00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677" name="Group 56">
                <a:extLst>
                  <a:ext uri="{FF2B5EF4-FFF2-40B4-BE49-F238E27FC236}">
                    <a16:creationId xmlns:a16="http://schemas.microsoft.com/office/drawing/2014/main" id="{B4F61DA7-062F-A7F7-9ECF-59F1B73374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56" y="2232"/>
                <a:ext cx="273" cy="338"/>
                <a:chOff x="3756" y="2232"/>
                <a:chExt cx="273" cy="338"/>
              </a:xfrm>
            </p:grpSpPr>
            <p:sp>
              <p:nvSpPr>
                <p:cNvPr id="22678" name="Freeform 57">
                  <a:extLst>
                    <a:ext uri="{FF2B5EF4-FFF2-40B4-BE49-F238E27FC236}">
                      <a16:creationId xmlns:a16="http://schemas.microsoft.com/office/drawing/2014/main" id="{52A7CBF4-36A7-A19B-BE4C-9BBA9C255AD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56" y="2280"/>
                  <a:ext cx="39" cy="218"/>
                </a:xfrm>
                <a:custGeom>
                  <a:avLst/>
                  <a:gdLst>
                    <a:gd name="T0" fmla="*/ 1 w 78"/>
                    <a:gd name="T1" fmla="*/ 0 h 435"/>
                    <a:gd name="T2" fmla="*/ 1 w 78"/>
                    <a:gd name="T3" fmla="*/ 1 h 435"/>
                    <a:gd name="T4" fmla="*/ 1 w 78"/>
                    <a:gd name="T5" fmla="*/ 1 h 435"/>
                    <a:gd name="T6" fmla="*/ 1 w 78"/>
                    <a:gd name="T7" fmla="*/ 1 h 435"/>
                    <a:gd name="T8" fmla="*/ 1 w 78"/>
                    <a:gd name="T9" fmla="*/ 1 h 435"/>
                    <a:gd name="T10" fmla="*/ 0 w 78"/>
                    <a:gd name="T11" fmla="*/ 1 h 435"/>
                    <a:gd name="T12" fmla="*/ 0 w 78"/>
                    <a:gd name="T13" fmla="*/ 1 h 435"/>
                    <a:gd name="T14" fmla="*/ 1 w 78"/>
                    <a:gd name="T15" fmla="*/ 1 h 435"/>
                    <a:gd name="T16" fmla="*/ 1 w 78"/>
                    <a:gd name="T17" fmla="*/ 1 h 435"/>
                    <a:gd name="T18" fmla="*/ 1 w 78"/>
                    <a:gd name="T19" fmla="*/ 1 h 435"/>
                    <a:gd name="T20" fmla="*/ 1 w 78"/>
                    <a:gd name="T21" fmla="*/ 1 h 435"/>
                    <a:gd name="T22" fmla="*/ 1 w 78"/>
                    <a:gd name="T23" fmla="*/ 1 h 435"/>
                    <a:gd name="T24" fmla="*/ 1 w 78"/>
                    <a:gd name="T25" fmla="*/ 1 h 435"/>
                    <a:gd name="T26" fmla="*/ 1 w 78"/>
                    <a:gd name="T27" fmla="*/ 0 h 435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8"/>
                    <a:gd name="T43" fmla="*/ 0 h 435"/>
                    <a:gd name="T44" fmla="*/ 78 w 78"/>
                    <a:gd name="T45" fmla="*/ 435 h 435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8" h="435">
                      <a:moveTo>
                        <a:pt x="38" y="0"/>
                      </a:moveTo>
                      <a:lnTo>
                        <a:pt x="14" y="13"/>
                      </a:lnTo>
                      <a:lnTo>
                        <a:pt x="14" y="57"/>
                      </a:lnTo>
                      <a:lnTo>
                        <a:pt x="34" y="71"/>
                      </a:lnTo>
                      <a:lnTo>
                        <a:pt x="14" y="101"/>
                      </a:lnTo>
                      <a:lnTo>
                        <a:pt x="0" y="139"/>
                      </a:lnTo>
                      <a:lnTo>
                        <a:pt x="0" y="234"/>
                      </a:lnTo>
                      <a:lnTo>
                        <a:pt x="14" y="335"/>
                      </a:lnTo>
                      <a:lnTo>
                        <a:pt x="38" y="418"/>
                      </a:lnTo>
                      <a:lnTo>
                        <a:pt x="64" y="435"/>
                      </a:lnTo>
                      <a:lnTo>
                        <a:pt x="78" y="394"/>
                      </a:lnTo>
                      <a:lnTo>
                        <a:pt x="61" y="261"/>
                      </a:lnTo>
                      <a:lnTo>
                        <a:pt x="58" y="81"/>
                      </a:lnTo>
                      <a:lnTo>
                        <a:pt x="38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79" name="Freeform 58">
                  <a:extLst>
                    <a:ext uri="{FF2B5EF4-FFF2-40B4-BE49-F238E27FC236}">
                      <a16:creationId xmlns:a16="http://schemas.microsoft.com/office/drawing/2014/main" id="{2AFEC76D-69F1-8EA6-5717-49BD7F03F9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73" y="2232"/>
                  <a:ext cx="64" cy="86"/>
                </a:xfrm>
                <a:custGeom>
                  <a:avLst/>
                  <a:gdLst>
                    <a:gd name="T0" fmla="*/ 0 w 129"/>
                    <a:gd name="T1" fmla="*/ 1 h 171"/>
                    <a:gd name="T2" fmla="*/ 0 w 129"/>
                    <a:gd name="T3" fmla="*/ 0 h 171"/>
                    <a:gd name="T4" fmla="*/ 0 w 129"/>
                    <a:gd name="T5" fmla="*/ 1 h 171"/>
                    <a:gd name="T6" fmla="*/ 0 w 129"/>
                    <a:gd name="T7" fmla="*/ 1 h 171"/>
                    <a:gd name="T8" fmla="*/ 0 w 129"/>
                    <a:gd name="T9" fmla="*/ 1 h 171"/>
                    <a:gd name="T10" fmla="*/ 0 w 129"/>
                    <a:gd name="T11" fmla="*/ 1 h 17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9"/>
                    <a:gd name="T19" fmla="*/ 0 h 171"/>
                    <a:gd name="T20" fmla="*/ 129 w 129"/>
                    <a:gd name="T21" fmla="*/ 171 h 17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9" h="171">
                      <a:moveTo>
                        <a:pt x="129" y="37"/>
                      </a:moveTo>
                      <a:lnTo>
                        <a:pt x="85" y="0"/>
                      </a:lnTo>
                      <a:lnTo>
                        <a:pt x="7" y="68"/>
                      </a:lnTo>
                      <a:lnTo>
                        <a:pt x="0" y="99"/>
                      </a:lnTo>
                      <a:lnTo>
                        <a:pt x="17" y="171"/>
                      </a:lnTo>
                      <a:lnTo>
                        <a:pt x="129" y="37"/>
                      </a:lnTo>
                      <a:close/>
                    </a:path>
                  </a:pathLst>
                </a:custGeom>
                <a:solidFill>
                  <a:srgbClr val="FFFFB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80" name="Group 59">
                  <a:extLst>
                    <a:ext uri="{FF2B5EF4-FFF2-40B4-BE49-F238E27FC236}">
                      <a16:creationId xmlns:a16="http://schemas.microsoft.com/office/drawing/2014/main" id="{02358536-C184-C0E9-25AE-51DA1C2D00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773" y="2249"/>
                  <a:ext cx="256" cy="321"/>
                  <a:chOff x="3773" y="2249"/>
                  <a:chExt cx="256" cy="321"/>
                </a:xfrm>
              </p:grpSpPr>
              <p:sp>
                <p:nvSpPr>
                  <p:cNvPr id="22681" name="Freeform 60">
                    <a:extLst>
                      <a:ext uri="{FF2B5EF4-FFF2-40B4-BE49-F238E27FC236}">
                        <a16:creationId xmlns:a16="http://schemas.microsoft.com/office/drawing/2014/main" id="{4FA27567-FE4F-F133-97BA-1C9001AC7A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73" y="2249"/>
                    <a:ext cx="256" cy="321"/>
                  </a:xfrm>
                  <a:custGeom>
                    <a:avLst/>
                    <a:gdLst>
                      <a:gd name="T0" fmla="*/ 0 w 514"/>
                      <a:gd name="T1" fmla="*/ 1 h 640"/>
                      <a:gd name="T2" fmla="*/ 0 w 514"/>
                      <a:gd name="T3" fmla="*/ 0 h 640"/>
                      <a:gd name="T4" fmla="*/ 0 w 514"/>
                      <a:gd name="T5" fmla="*/ 1 h 640"/>
                      <a:gd name="T6" fmla="*/ 0 w 514"/>
                      <a:gd name="T7" fmla="*/ 1 h 640"/>
                      <a:gd name="T8" fmla="*/ 0 w 514"/>
                      <a:gd name="T9" fmla="*/ 1 h 640"/>
                      <a:gd name="T10" fmla="*/ 0 w 514"/>
                      <a:gd name="T11" fmla="*/ 1 h 640"/>
                      <a:gd name="T12" fmla="*/ 0 w 514"/>
                      <a:gd name="T13" fmla="*/ 1 h 640"/>
                      <a:gd name="T14" fmla="*/ 0 w 514"/>
                      <a:gd name="T15" fmla="*/ 1 h 640"/>
                      <a:gd name="T16" fmla="*/ 0 w 514"/>
                      <a:gd name="T17" fmla="*/ 1 h 640"/>
                      <a:gd name="T18" fmla="*/ 0 w 514"/>
                      <a:gd name="T19" fmla="*/ 1 h 640"/>
                      <a:gd name="T20" fmla="*/ 0 w 514"/>
                      <a:gd name="T21" fmla="*/ 1 h 640"/>
                      <a:gd name="T22" fmla="*/ 0 w 514"/>
                      <a:gd name="T23" fmla="*/ 1 h 640"/>
                      <a:gd name="T24" fmla="*/ 0 w 514"/>
                      <a:gd name="T25" fmla="*/ 1 h 640"/>
                      <a:gd name="T26" fmla="*/ 0 w 514"/>
                      <a:gd name="T27" fmla="*/ 1 h 640"/>
                      <a:gd name="T28" fmla="*/ 0 w 514"/>
                      <a:gd name="T29" fmla="*/ 1 h 640"/>
                      <a:gd name="T30" fmla="*/ 0 w 514"/>
                      <a:gd name="T31" fmla="*/ 1 h 640"/>
                      <a:gd name="T32" fmla="*/ 0 w 514"/>
                      <a:gd name="T33" fmla="*/ 1 h 640"/>
                      <a:gd name="T34" fmla="*/ 0 w 514"/>
                      <a:gd name="T35" fmla="*/ 1 h 640"/>
                      <a:gd name="T36" fmla="*/ 0 w 514"/>
                      <a:gd name="T37" fmla="*/ 1 h 640"/>
                      <a:gd name="T38" fmla="*/ 0 w 514"/>
                      <a:gd name="T39" fmla="*/ 1 h 640"/>
                      <a:gd name="T40" fmla="*/ 0 w 514"/>
                      <a:gd name="T41" fmla="*/ 1 h 640"/>
                      <a:gd name="T42" fmla="*/ 0 w 514"/>
                      <a:gd name="T43" fmla="*/ 1 h 640"/>
                      <a:gd name="T44" fmla="*/ 0 w 514"/>
                      <a:gd name="T45" fmla="*/ 1 h 640"/>
                      <a:gd name="T46" fmla="*/ 0 w 514"/>
                      <a:gd name="T47" fmla="*/ 1 h 640"/>
                      <a:gd name="T48" fmla="*/ 0 w 514"/>
                      <a:gd name="T49" fmla="*/ 1 h 640"/>
                      <a:gd name="T50" fmla="*/ 0 w 514"/>
                      <a:gd name="T51" fmla="*/ 1 h 640"/>
                      <a:gd name="T52" fmla="*/ 0 w 514"/>
                      <a:gd name="T53" fmla="*/ 1 h 640"/>
                      <a:gd name="T54" fmla="*/ 0 w 514"/>
                      <a:gd name="T55" fmla="*/ 1 h 640"/>
                      <a:gd name="T56" fmla="*/ 0 w 514"/>
                      <a:gd name="T57" fmla="*/ 1 h 640"/>
                      <a:gd name="T58" fmla="*/ 0 w 514"/>
                      <a:gd name="T59" fmla="*/ 1 h 640"/>
                      <a:gd name="T60" fmla="*/ 0 w 514"/>
                      <a:gd name="T61" fmla="*/ 1 h 640"/>
                      <a:gd name="T62" fmla="*/ 0 w 514"/>
                      <a:gd name="T63" fmla="*/ 1 h 640"/>
                      <a:gd name="T64" fmla="*/ 0 w 514"/>
                      <a:gd name="T65" fmla="*/ 1 h 640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w 514"/>
                      <a:gd name="T100" fmla="*/ 0 h 640"/>
                      <a:gd name="T101" fmla="*/ 514 w 514"/>
                      <a:gd name="T102" fmla="*/ 640 h 640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T99" t="T100" r="T101" b="T102"/>
                    <a:pathLst>
                      <a:path w="514" h="640">
                        <a:moveTo>
                          <a:pt x="112" y="7"/>
                        </a:moveTo>
                        <a:lnTo>
                          <a:pt x="143" y="0"/>
                        </a:lnTo>
                        <a:lnTo>
                          <a:pt x="169" y="7"/>
                        </a:lnTo>
                        <a:lnTo>
                          <a:pt x="190" y="24"/>
                        </a:lnTo>
                        <a:lnTo>
                          <a:pt x="213" y="65"/>
                        </a:lnTo>
                        <a:lnTo>
                          <a:pt x="238" y="146"/>
                        </a:lnTo>
                        <a:lnTo>
                          <a:pt x="282" y="249"/>
                        </a:lnTo>
                        <a:lnTo>
                          <a:pt x="344" y="377"/>
                        </a:lnTo>
                        <a:lnTo>
                          <a:pt x="401" y="449"/>
                        </a:lnTo>
                        <a:lnTo>
                          <a:pt x="465" y="520"/>
                        </a:lnTo>
                        <a:lnTo>
                          <a:pt x="490" y="555"/>
                        </a:lnTo>
                        <a:lnTo>
                          <a:pt x="514" y="586"/>
                        </a:lnTo>
                        <a:lnTo>
                          <a:pt x="470" y="620"/>
                        </a:lnTo>
                        <a:lnTo>
                          <a:pt x="445" y="637"/>
                        </a:lnTo>
                        <a:lnTo>
                          <a:pt x="411" y="600"/>
                        </a:lnTo>
                        <a:lnTo>
                          <a:pt x="408" y="640"/>
                        </a:lnTo>
                        <a:lnTo>
                          <a:pt x="333" y="637"/>
                        </a:lnTo>
                        <a:lnTo>
                          <a:pt x="268" y="640"/>
                        </a:lnTo>
                        <a:lnTo>
                          <a:pt x="176" y="634"/>
                        </a:lnTo>
                        <a:lnTo>
                          <a:pt x="61" y="612"/>
                        </a:lnTo>
                        <a:lnTo>
                          <a:pt x="17" y="579"/>
                        </a:lnTo>
                        <a:lnTo>
                          <a:pt x="13" y="555"/>
                        </a:lnTo>
                        <a:lnTo>
                          <a:pt x="47" y="497"/>
                        </a:lnTo>
                        <a:lnTo>
                          <a:pt x="55" y="446"/>
                        </a:lnTo>
                        <a:lnTo>
                          <a:pt x="41" y="377"/>
                        </a:lnTo>
                        <a:lnTo>
                          <a:pt x="7" y="285"/>
                        </a:lnTo>
                        <a:lnTo>
                          <a:pt x="0" y="229"/>
                        </a:lnTo>
                        <a:lnTo>
                          <a:pt x="4" y="188"/>
                        </a:lnTo>
                        <a:lnTo>
                          <a:pt x="17" y="150"/>
                        </a:lnTo>
                        <a:lnTo>
                          <a:pt x="38" y="106"/>
                        </a:lnTo>
                        <a:lnTo>
                          <a:pt x="65" y="59"/>
                        </a:lnTo>
                        <a:lnTo>
                          <a:pt x="85" y="31"/>
                        </a:lnTo>
                        <a:lnTo>
                          <a:pt x="112" y="7"/>
                        </a:lnTo>
                        <a:close/>
                      </a:path>
                    </a:pathLst>
                  </a:custGeom>
                  <a:solidFill>
                    <a:srgbClr val="3F5F00"/>
                  </a:solidFill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82" name="Freeform 61">
                    <a:extLst>
                      <a:ext uri="{FF2B5EF4-FFF2-40B4-BE49-F238E27FC236}">
                        <a16:creationId xmlns:a16="http://schemas.microsoft.com/office/drawing/2014/main" id="{9B9B263C-123F-979C-D61B-ED4056DB7EE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795" y="2251"/>
                    <a:ext cx="51" cy="165"/>
                  </a:xfrm>
                  <a:custGeom>
                    <a:avLst/>
                    <a:gdLst>
                      <a:gd name="T0" fmla="*/ 0 w 103"/>
                      <a:gd name="T1" fmla="*/ 0 h 330"/>
                      <a:gd name="T2" fmla="*/ 0 w 103"/>
                      <a:gd name="T3" fmla="*/ 1 h 330"/>
                      <a:gd name="T4" fmla="*/ 0 w 103"/>
                      <a:gd name="T5" fmla="*/ 1 h 330"/>
                      <a:gd name="T6" fmla="*/ 0 w 103"/>
                      <a:gd name="T7" fmla="*/ 1 h 330"/>
                      <a:gd name="T8" fmla="*/ 0 w 103"/>
                      <a:gd name="T9" fmla="*/ 1 h 330"/>
                      <a:gd name="T10" fmla="*/ 0 w 103"/>
                      <a:gd name="T11" fmla="*/ 1 h 3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03"/>
                      <a:gd name="T19" fmla="*/ 0 h 330"/>
                      <a:gd name="T20" fmla="*/ 103 w 103"/>
                      <a:gd name="T21" fmla="*/ 330 h 3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03" h="330">
                        <a:moveTo>
                          <a:pt x="103" y="0"/>
                        </a:moveTo>
                        <a:lnTo>
                          <a:pt x="94" y="45"/>
                        </a:lnTo>
                        <a:lnTo>
                          <a:pt x="71" y="113"/>
                        </a:lnTo>
                        <a:lnTo>
                          <a:pt x="34" y="79"/>
                        </a:lnTo>
                        <a:lnTo>
                          <a:pt x="52" y="130"/>
                        </a:lnTo>
                        <a:lnTo>
                          <a:pt x="0" y="330"/>
                        </a:lnTo>
                      </a:path>
                    </a:pathLst>
                  </a:custGeom>
                  <a:noFill/>
                  <a:ln w="635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22637" name="Group 62">
              <a:extLst>
                <a:ext uri="{FF2B5EF4-FFF2-40B4-BE49-F238E27FC236}">
                  <a16:creationId xmlns:a16="http://schemas.microsoft.com/office/drawing/2014/main" id="{230FAE2B-7046-9EB3-A644-CA7917C4B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3" y="2546"/>
              <a:ext cx="147" cy="91"/>
              <a:chOff x="3513" y="2434"/>
              <a:chExt cx="147" cy="91"/>
            </a:xfrm>
          </p:grpSpPr>
          <p:sp>
            <p:nvSpPr>
              <p:cNvPr id="22671" name="Freeform 63">
                <a:extLst>
                  <a:ext uri="{FF2B5EF4-FFF2-40B4-BE49-F238E27FC236}">
                    <a16:creationId xmlns:a16="http://schemas.microsoft.com/office/drawing/2014/main" id="{FD7B6563-6370-544C-F2CF-1ADE4AA5A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3" y="2434"/>
                <a:ext cx="147" cy="91"/>
              </a:xfrm>
              <a:custGeom>
                <a:avLst/>
                <a:gdLst>
                  <a:gd name="T0" fmla="*/ 1 w 294"/>
                  <a:gd name="T1" fmla="*/ 1 h 180"/>
                  <a:gd name="T2" fmla="*/ 1 w 294"/>
                  <a:gd name="T3" fmla="*/ 1 h 180"/>
                  <a:gd name="T4" fmla="*/ 1 w 294"/>
                  <a:gd name="T5" fmla="*/ 1 h 180"/>
                  <a:gd name="T6" fmla="*/ 1 w 294"/>
                  <a:gd name="T7" fmla="*/ 1 h 180"/>
                  <a:gd name="T8" fmla="*/ 0 w 294"/>
                  <a:gd name="T9" fmla="*/ 1 h 180"/>
                  <a:gd name="T10" fmla="*/ 1 w 294"/>
                  <a:gd name="T11" fmla="*/ 1 h 180"/>
                  <a:gd name="T12" fmla="*/ 1 w 294"/>
                  <a:gd name="T13" fmla="*/ 1 h 180"/>
                  <a:gd name="T14" fmla="*/ 1 w 294"/>
                  <a:gd name="T15" fmla="*/ 1 h 180"/>
                  <a:gd name="T16" fmla="*/ 1 w 294"/>
                  <a:gd name="T17" fmla="*/ 1 h 180"/>
                  <a:gd name="T18" fmla="*/ 1 w 294"/>
                  <a:gd name="T19" fmla="*/ 1 h 180"/>
                  <a:gd name="T20" fmla="*/ 1 w 294"/>
                  <a:gd name="T21" fmla="*/ 1 h 180"/>
                  <a:gd name="T22" fmla="*/ 1 w 294"/>
                  <a:gd name="T23" fmla="*/ 1 h 180"/>
                  <a:gd name="T24" fmla="*/ 1 w 294"/>
                  <a:gd name="T25" fmla="*/ 1 h 180"/>
                  <a:gd name="T26" fmla="*/ 1 w 294"/>
                  <a:gd name="T27" fmla="*/ 1 h 180"/>
                  <a:gd name="T28" fmla="*/ 1 w 294"/>
                  <a:gd name="T29" fmla="*/ 1 h 180"/>
                  <a:gd name="T30" fmla="*/ 1 w 294"/>
                  <a:gd name="T31" fmla="*/ 1 h 180"/>
                  <a:gd name="T32" fmla="*/ 1 w 294"/>
                  <a:gd name="T33" fmla="*/ 1 h 180"/>
                  <a:gd name="T34" fmla="*/ 1 w 294"/>
                  <a:gd name="T35" fmla="*/ 1 h 180"/>
                  <a:gd name="T36" fmla="*/ 1 w 294"/>
                  <a:gd name="T37" fmla="*/ 1 h 180"/>
                  <a:gd name="T38" fmla="*/ 1 w 294"/>
                  <a:gd name="T39" fmla="*/ 1 h 180"/>
                  <a:gd name="T40" fmla="*/ 1 w 294"/>
                  <a:gd name="T41" fmla="*/ 1 h 180"/>
                  <a:gd name="T42" fmla="*/ 1 w 294"/>
                  <a:gd name="T43" fmla="*/ 1 h 180"/>
                  <a:gd name="T44" fmla="*/ 1 w 294"/>
                  <a:gd name="T45" fmla="*/ 1 h 180"/>
                  <a:gd name="T46" fmla="*/ 1 w 294"/>
                  <a:gd name="T47" fmla="*/ 1 h 180"/>
                  <a:gd name="T48" fmla="*/ 1 w 294"/>
                  <a:gd name="T49" fmla="*/ 1 h 180"/>
                  <a:gd name="T50" fmla="*/ 1 w 294"/>
                  <a:gd name="T51" fmla="*/ 1 h 180"/>
                  <a:gd name="T52" fmla="*/ 1 w 294"/>
                  <a:gd name="T53" fmla="*/ 1 h 180"/>
                  <a:gd name="T54" fmla="*/ 1 w 294"/>
                  <a:gd name="T55" fmla="*/ 1 h 180"/>
                  <a:gd name="T56" fmla="*/ 1 w 294"/>
                  <a:gd name="T57" fmla="*/ 1 h 180"/>
                  <a:gd name="T58" fmla="*/ 1 w 294"/>
                  <a:gd name="T59" fmla="*/ 1 h 180"/>
                  <a:gd name="T60" fmla="*/ 1 w 294"/>
                  <a:gd name="T61" fmla="*/ 1 h 180"/>
                  <a:gd name="T62" fmla="*/ 1 w 294"/>
                  <a:gd name="T63" fmla="*/ 1 h 180"/>
                  <a:gd name="T64" fmla="*/ 1 w 294"/>
                  <a:gd name="T65" fmla="*/ 1 h 180"/>
                  <a:gd name="T66" fmla="*/ 1 w 294"/>
                  <a:gd name="T67" fmla="*/ 0 h 180"/>
                  <a:gd name="T68" fmla="*/ 1 w 294"/>
                  <a:gd name="T69" fmla="*/ 1 h 18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294"/>
                  <a:gd name="T106" fmla="*/ 0 h 180"/>
                  <a:gd name="T107" fmla="*/ 294 w 294"/>
                  <a:gd name="T108" fmla="*/ 180 h 180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294" h="180">
                    <a:moveTo>
                      <a:pt x="216" y="1"/>
                    </a:moveTo>
                    <a:lnTo>
                      <a:pt x="58" y="21"/>
                    </a:lnTo>
                    <a:lnTo>
                      <a:pt x="16" y="26"/>
                    </a:lnTo>
                    <a:lnTo>
                      <a:pt x="5" y="30"/>
                    </a:lnTo>
                    <a:lnTo>
                      <a:pt x="0" y="35"/>
                    </a:lnTo>
                    <a:lnTo>
                      <a:pt x="1" y="49"/>
                    </a:lnTo>
                    <a:lnTo>
                      <a:pt x="14" y="68"/>
                    </a:lnTo>
                    <a:lnTo>
                      <a:pt x="24" y="86"/>
                    </a:lnTo>
                    <a:lnTo>
                      <a:pt x="23" y="113"/>
                    </a:lnTo>
                    <a:lnTo>
                      <a:pt x="65" y="142"/>
                    </a:lnTo>
                    <a:lnTo>
                      <a:pt x="74" y="147"/>
                    </a:lnTo>
                    <a:lnTo>
                      <a:pt x="84" y="146"/>
                    </a:lnTo>
                    <a:lnTo>
                      <a:pt x="105" y="155"/>
                    </a:lnTo>
                    <a:lnTo>
                      <a:pt x="126" y="166"/>
                    </a:lnTo>
                    <a:lnTo>
                      <a:pt x="145" y="180"/>
                    </a:lnTo>
                    <a:lnTo>
                      <a:pt x="158" y="179"/>
                    </a:lnTo>
                    <a:lnTo>
                      <a:pt x="174" y="170"/>
                    </a:lnTo>
                    <a:lnTo>
                      <a:pt x="174" y="156"/>
                    </a:lnTo>
                    <a:lnTo>
                      <a:pt x="162" y="144"/>
                    </a:lnTo>
                    <a:lnTo>
                      <a:pt x="141" y="133"/>
                    </a:lnTo>
                    <a:lnTo>
                      <a:pt x="128" y="129"/>
                    </a:lnTo>
                    <a:lnTo>
                      <a:pt x="146" y="108"/>
                    </a:lnTo>
                    <a:lnTo>
                      <a:pt x="164" y="98"/>
                    </a:lnTo>
                    <a:lnTo>
                      <a:pt x="168" y="103"/>
                    </a:lnTo>
                    <a:lnTo>
                      <a:pt x="182" y="107"/>
                    </a:lnTo>
                    <a:lnTo>
                      <a:pt x="201" y="107"/>
                    </a:lnTo>
                    <a:lnTo>
                      <a:pt x="214" y="101"/>
                    </a:lnTo>
                    <a:lnTo>
                      <a:pt x="234" y="92"/>
                    </a:lnTo>
                    <a:lnTo>
                      <a:pt x="241" y="84"/>
                    </a:lnTo>
                    <a:lnTo>
                      <a:pt x="248" y="71"/>
                    </a:lnTo>
                    <a:lnTo>
                      <a:pt x="259" y="61"/>
                    </a:lnTo>
                    <a:lnTo>
                      <a:pt x="275" y="57"/>
                    </a:lnTo>
                    <a:lnTo>
                      <a:pt x="294" y="57"/>
                    </a:lnTo>
                    <a:lnTo>
                      <a:pt x="276" y="0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F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672" name="Group 64">
                <a:extLst>
                  <a:ext uri="{FF2B5EF4-FFF2-40B4-BE49-F238E27FC236}">
                    <a16:creationId xmlns:a16="http://schemas.microsoft.com/office/drawing/2014/main" id="{29923005-34E2-7BC6-2CDF-F1ABEB6D29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25" y="2454"/>
                <a:ext cx="52" cy="55"/>
                <a:chOff x="3525" y="2454"/>
                <a:chExt cx="52" cy="55"/>
              </a:xfrm>
            </p:grpSpPr>
            <p:sp>
              <p:nvSpPr>
                <p:cNvPr id="22673" name="Freeform 65">
                  <a:extLst>
                    <a:ext uri="{FF2B5EF4-FFF2-40B4-BE49-F238E27FC236}">
                      <a16:creationId xmlns:a16="http://schemas.microsoft.com/office/drawing/2014/main" id="{EF260C86-0BE4-B562-E2F0-BB596FBCD0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5" y="2454"/>
                  <a:ext cx="42" cy="25"/>
                </a:xfrm>
                <a:custGeom>
                  <a:avLst/>
                  <a:gdLst>
                    <a:gd name="T0" fmla="*/ 0 w 85"/>
                    <a:gd name="T1" fmla="*/ 1 h 49"/>
                    <a:gd name="T2" fmla="*/ 0 w 85"/>
                    <a:gd name="T3" fmla="*/ 0 h 49"/>
                    <a:gd name="T4" fmla="*/ 0 w 85"/>
                    <a:gd name="T5" fmla="*/ 1 h 49"/>
                    <a:gd name="T6" fmla="*/ 0 w 85"/>
                    <a:gd name="T7" fmla="*/ 1 h 49"/>
                    <a:gd name="T8" fmla="*/ 0 w 85"/>
                    <a:gd name="T9" fmla="*/ 1 h 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"/>
                    <a:gd name="T16" fmla="*/ 0 h 49"/>
                    <a:gd name="T17" fmla="*/ 85 w 85"/>
                    <a:gd name="T18" fmla="*/ 49 h 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" h="49">
                      <a:moveTo>
                        <a:pt x="85" y="3"/>
                      </a:moveTo>
                      <a:lnTo>
                        <a:pt x="43" y="0"/>
                      </a:lnTo>
                      <a:lnTo>
                        <a:pt x="5" y="22"/>
                      </a:lnTo>
                      <a:lnTo>
                        <a:pt x="0" y="41"/>
                      </a:lnTo>
                      <a:lnTo>
                        <a:pt x="2" y="49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74" name="Freeform 66">
                  <a:extLst>
                    <a:ext uri="{FF2B5EF4-FFF2-40B4-BE49-F238E27FC236}">
                      <a16:creationId xmlns:a16="http://schemas.microsoft.com/office/drawing/2014/main" id="{B9AEBC9C-4E32-DBD8-6E2E-BAAA32FB5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0" y="2469"/>
                  <a:ext cx="27" cy="40"/>
                </a:xfrm>
                <a:custGeom>
                  <a:avLst/>
                  <a:gdLst>
                    <a:gd name="T0" fmla="*/ 1 w 52"/>
                    <a:gd name="T1" fmla="*/ 0 h 80"/>
                    <a:gd name="T2" fmla="*/ 1 w 52"/>
                    <a:gd name="T3" fmla="*/ 1 h 80"/>
                    <a:gd name="T4" fmla="*/ 0 w 52"/>
                    <a:gd name="T5" fmla="*/ 1 h 80"/>
                    <a:gd name="T6" fmla="*/ 1 w 52"/>
                    <a:gd name="T7" fmla="*/ 1 h 80"/>
                    <a:gd name="T8" fmla="*/ 1 w 52"/>
                    <a:gd name="T9" fmla="*/ 1 h 80"/>
                    <a:gd name="T10" fmla="*/ 1 w 52"/>
                    <a:gd name="T11" fmla="*/ 1 h 8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2"/>
                    <a:gd name="T19" fmla="*/ 0 h 80"/>
                    <a:gd name="T20" fmla="*/ 52 w 52"/>
                    <a:gd name="T21" fmla="*/ 80 h 80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2" h="80">
                      <a:moveTo>
                        <a:pt x="52" y="0"/>
                      </a:moveTo>
                      <a:lnTo>
                        <a:pt x="5" y="49"/>
                      </a:lnTo>
                      <a:lnTo>
                        <a:pt x="0" y="59"/>
                      </a:lnTo>
                      <a:lnTo>
                        <a:pt x="5" y="70"/>
                      </a:lnTo>
                      <a:lnTo>
                        <a:pt x="9" y="78"/>
                      </a:lnTo>
                      <a:lnTo>
                        <a:pt x="12" y="80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75" name="Freeform 67">
                  <a:extLst>
                    <a:ext uri="{FF2B5EF4-FFF2-40B4-BE49-F238E27FC236}">
                      <a16:creationId xmlns:a16="http://schemas.microsoft.com/office/drawing/2014/main" id="{3A6FD70E-45B6-E430-AB54-1E85E174C3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37" y="2463"/>
                  <a:ext cx="35" cy="45"/>
                </a:xfrm>
                <a:custGeom>
                  <a:avLst/>
                  <a:gdLst>
                    <a:gd name="T0" fmla="*/ 1 w 68"/>
                    <a:gd name="T1" fmla="*/ 0 h 91"/>
                    <a:gd name="T2" fmla="*/ 1 w 68"/>
                    <a:gd name="T3" fmla="*/ 0 h 91"/>
                    <a:gd name="T4" fmla="*/ 1 w 68"/>
                    <a:gd name="T5" fmla="*/ 0 h 91"/>
                    <a:gd name="T6" fmla="*/ 0 w 68"/>
                    <a:gd name="T7" fmla="*/ 0 h 91"/>
                    <a:gd name="T8" fmla="*/ 1 w 68"/>
                    <a:gd name="T9" fmla="*/ 0 h 91"/>
                    <a:gd name="T10" fmla="*/ 1 w 68"/>
                    <a:gd name="T11" fmla="*/ 0 h 9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68"/>
                    <a:gd name="T19" fmla="*/ 0 h 91"/>
                    <a:gd name="T20" fmla="*/ 68 w 68"/>
                    <a:gd name="T21" fmla="*/ 91 h 91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68" h="91">
                      <a:moveTo>
                        <a:pt x="68" y="0"/>
                      </a:moveTo>
                      <a:lnTo>
                        <a:pt x="36" y="8"/>
                      </a:lnTo>
                      <a:lnTo>
                        <a:pt x="5" y="27"/>
                      </a:lnTo>
                      <a:lnTo>
                        <a:pt x="0" y="46"/>
                      </a:lnTo>
                      <a:lnTo>
                        <a:pt x="26" y="87"/>
                      </a:lnTo>
                      <a:lnTo>
                        <a:pt x="35" y="91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2638" name="Freeform 68">
              <a:extLst>
                <a:ext uri="{FF2B5EF4-FFF2-40B4-BE49-F238E27FC236}">
                  <a16:creationId xmlns:a16="http://schemas.microsoft.com/office/drawing/2014/main" id="{A28B1698-AE26-CC54-585B-6AFAD737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2539"/>
              <a:ext cx="44" cy="46"/>
            </a:xfrm>
            <a:custGeom>
              <a:avLst/>
              <a:gdLst>
                <a:gd name="T0" fmla="*/ 0 w 86"/>
                <a:gd name="T1" fmla="*/ 1 h 91"/>
                <a:gd name="T2" fmla="*/ 1 w 86"/>
                <a:gd name="T3" fmla="*/ 1 h 91"/>
                <a:gd name="T4" fmla="*/ 1 w 86"/>
                <a:gd name="T5" fmla="*/ 1 h 91"/>
                <a:gd name="T6" fmla="*/ 1 w 86"/>
                <a:gd name="T7" fmla="*/ 0 h 91"/>
                <a:gd name="T8" fmla="*/ 0 w 86"/>
                <a:gd name="T9" fmla="*/ 1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6"/>
                <a:gd name="T16" fmla="*/ 0 h 91"/>
                <a:gd name="T17" fmla="*/ 86 w 86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6" h="91">
                  <a:moveTo>
                    <a:pt x="0" y="1"/>
                  </a:moveTo>
                  <a:lnTo>
                    <a:pt x="38" y="91"/>
                  </a:lnTo>
                  <a:lnTo>
                    <a:pt x="86" y="89"/>
                  </a:lnTo>
                  <a:lnTo>
                    <a:pt x="60" y="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9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39" name="Freeform 69">
              <a:extLst>
                <a:ext uri="{FF2B5EF4-FFF2-40B4-BE49-F238E27FC236}">
                  <a16:creationId xmlns:a16="http://schemas.microsoft.com/office/drawing/2014/main" id="{1E5D6106-26A9-509B-25DA-65C2FA4F9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2427"/>
              <a:ext cx="233" cy="171"/>
            </a:xfrm>
            <a:custGeom>
              <a:avLst/>
              <a:gdLst>
                <a:gd name="T0" fmla="*/ 1 w 466"/>
                <a:gd name="T1" fmla="*/ 1 h 342"/>
                <a:gd name="T2" fmla="*/ 1 w 466"/>
                <a:gd name="T3" fmla="*/ 1 h 342"/>
                <a:gd name="T4" fmla="*/ 1 w 466"/>
                <a:gd name="T5" fmla="*/ 1 h 342"/>
                <a:gd name="T6" fmla="*/ 1 w 466"/>
                <a:gd name="T7" fmla="*/ 1 h 342"/>
                <a:gd name="T8" fmla="*/ 1 w 466"/>
                <a:gd name="T9" fmla="*/ 1 h 342"/>
                <a:gd name="T10" fmla="*/ 1 w 466"/>
                <a:gd name="T11" fmla="*/ 1 h 342"/>
                <a:gd name="T12" fmla="*/ 1 w 466"/>
                <a:gd name="T13" fmla="*/ 1 h 342"/>
                <a:gd name="T14" fmla="*/ 1 w 466"/>
                <a:gd name="T15" fmla="*/ 1 h 342"/>
                <a:gd name="T16" fmla="*/ 1 w 466"/>
                <a:gd name="T17" fmla="*/ 1 h 342"/>
                <a:gd name="T18" fmla="*/ 1 w 466"/>
                <a:gd name="T19" fmla="*/ 1 h 342"/>
                <a:gd name="T20" fmla="*/ 1 w 466"/>
                <a:gd name="T21" fmla="*/ 1 h 342"/>
                <a:gd name="T22" fmla="*/ 1 w 466"/>
                <a:gd name="T23" fmla="*/ 1 h 342"/>
                <a:gd name="T24" fmla="*/ 1 w 466"/>
                <a:gd name="T25" fmla="*/ 1 h 342"/>
                <a:gd name="T26" fmla="*/ 1 w 466"/>
                <a:gd name="T27" fmla="*/ 1 h 342"/>
                <a:gd name="T28" fmla="*/ 1 w 466"/>
                <a:gd name="T29" fmla="*/ 0 h 342"/>
                <a:gd name="T30" fmla="*/ 1 w 466"/>
                <a:gd name="T31" fmla="*/ 1 h 342"/>
                <a:gd name="T32" fmla="*/ 1 w 466"/>
                <a:gd name="T33" fmla="*/ 1 h 342"/>
                <a:gd name="T34" fmla="*/ 1 w 466"/>
                <a:gd name="T35" fmla="*/ 1 h 342"/>
                <a:gd name="T36" fmla="*/ 1 w 466"/>
                <a:gd name="T37" fmla="*/ 1 h 342"/>
                <a:gd name="T38" fmla="*/ 1 w 466"/>
                <a:gd name="T39" fmla="*/ 1 h 342"/>
                <a:gd name="T40" fmla="*/ 1 w 466"/>
                <a:gd name="T41" fmla="*/ 1 h 342"/>
                <a:gd name="T42" fmla="*/ 1 w 466"/>
                <a:gd name="T43" fmla="*/ 1 h 342"/>
                <a:gd name="T44" fmla="*/ 1 w 466"/>
                <a:gd name="T45" fmla="*/ 1 h 342"/>
                <a:gd name="T46" fmla="*/ 1 w 466"/>
                <a:gd name="T47" fmla="*/ 1 h 342"/>
                <a:gd name="T48" fmla="*/ 1 w 466"/>
                <a:gd name="T49" fmla="*/ 1 h 342"/>
                <a:gd name="T50" fmla="*/ 1 w 466"/>
                <a:gd name="T51" fmla="*/ 1 h 342"/>
                <a:gd name="T52" fmla="*/ 0 w 466"/>
                <a:gd name="T53" fmla="*/ 1 h 342"/>
                <a:gd name="T54" fmla="*/ 1 w 466"/>
                <a:gd name="T55" fmla="*/ 1 h 342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66"/>
                <a:gd name="T85" fmla="*/ 0 h 342"/>
                <a:gd name="T86" fmla="*/ 466 w 466"/>
                <a:gd name="T87" fmla="*/ 342 h 342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66" h="342">
                  <a:moveTo>
                    <a:pt x="3" y="226"/>
                  </a:moveTo>
                  <a:lnTo>
                    <a:pt x="9" y="257"/>
                  </a:lnTo>
                  <a:lnTo>
                    <a:pt x="21" y="292"/>
                  </a:lnTo>
                  <a:lnTo>
                    <a:pt x="28" y="320"/>
                  </a:lnTo>
                  <a:lnTo>
                    <a:pt x="106" y="322"/>
                  </a:lnTo>
                  <a:lnTo>
                    <a:pt x="170" y="326"/>
                  </a:lnTo>
                  <a:lnTo>
                    <a:pt x="236" y="337"/>
                  </a:lnTo>
                  <a:lnTo>
                    <a:pt x="272" y="342"/>
                  </a:lnTo>
                  <a:lnTo>
                    <a:pt x="327" y="297"/>
                  </a:lnTo>
                  <a:lnTo>
                    <a:pt x="395" y="207"/>
                  </a:lnTo>
                  <a:lnTo>
                    <a:pt x="438" y="137"/>
                  </a:lnTo>
                  <a:lnTo>
                    <a:pt x="460" y="87"/>
                  </a:lnTo>
                  <a:lnTo>
                    <a:pt x="466" y="40"/>
                  </a:lnTo>
                  <a:lnTo>
                    <a:pt x="451" y="15"/>
                  </a:lnTo>
                  <a:lnTo>
                    <a:pt x="419" y="0"/>
                  </a:lnTo>
                  <a:lnTo>
                    <a:pt x="382" y="9"/>
                  </a:lnTo>
                  <a:lnTo>
                    <a:pt x="348" y="39"/>
                  </a:lnTo>
                  <a:lnTo>
                    <a:pt x="314" y="84"/>
                  </a:lnTo>
                  <a:lnTo>
                    <a:pt x="282" y="121"/>
                  </a:lnTo>
                  <a:lnTo>
                    <a:pt x="251" y="163"/>
                  </a:lnTo>
                  <a:lnTo>
                    <a:pt x="238" y="188"/>
                  </a:lnTo>
                  <a:lnTo>
                    <a:pt x="241" y="203"/>
                  </a:lnTo>
                  <a:lnTo>
                    <a:pt x="234" y="212"/>
                  </a:lnTo>
                  <a:lnTo>
                    <a:pt x="225" y="217"/>
                  </a:lnTo>
                  <a:lnTo>
                    <a:pt x="195" y="219"/>
                  </a:lnTo>
                  <a:lnTo>
                    <a:pt x="98" y="208"/>
                  </a:lnTo>
                  <a:lnTo>
                    <a:pt x="0" y="200"/>
                  </a:lnTo>
                  <a:lnTo>
                    <a:pt x="3" y="226"/>
                  </a:lnTo>
                  <a:close/>
                </a:path>
              </a:pathLst>
            </a:custGeom>
            <a:solidFill>
              <a:srgbClr val="3F5F00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640" name="Group 70">
              <a:extLst>
                <a:ext uri="{FF2B5EF4-FFF2-40B4-BE49-F238E27FC236}">
                  <a16:creationId xmlns:a16="http://schemas.microsoft.com/office/drawing/2014/main" id="{0C4F9D93-77C8-16CD-0FF4-79B4A6B967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43" y="2298"/>
              <a:ext cx="108" cy="115"/>
              <a:chOff x="3603" y="2186"/>
              <a:chExt cx="108" cy="115"/>
            </a:xfrm>
          </p:grpSpPr>
          <p:sp>
            <p:nvSpPr>
              <p:cNvPr id="22668" name="Freeform 71">
                <a:extLst>
                  <a:ext uri="{FF2B5EF4-FFF2-40B4-BE49-F238E27FC236}">
                    <a16:creationId xmlns:a16="http://schemas.microsoft.com/office/drawing/2014/main" id="{129ABDC9-274E-12F5-7971-49545C880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2186"/>
                <a:ext cx="108" cy="115"/>
              </a:xfrm>
              <a:custGeom>
                <a:avLst/>
                <a:gdLst>
                  <a:gd name="T0" fmla="*/ 1 w 216"/>
                  <a:gd name="T1" fmla="*/ 1 h 228"/>
                  <a:gd name="T2" fmla="*/ 1 w 216"/>
                  <a:gd name="T3" fmla="*/ 1 h 228"/>
                  <a:gd name="T4" fmla="*/ 1 w 216"/>
                  <a:gd name="T5" fmla="*/ 1 h 228"/>
                  <a:gd name="T6" fmla="*/ 1 w 216"/>
                  <a:gd name="T7" fmla="*/ 1 h 228"/>
                  <a:gd name="T8" fmla="*/ 1 w 216"/>
                  <a:gd name="T9" fmla="*/ 1 h 228"/>
                  <a:gd name="T10" fmla="*/ 0 w 216"/>
                  <a:gd name="T11" fmla="*/ 1 h 228"/>
                  <a:gd name="T12" fmla="*/ 0 w 216"/>
                  <a:gd name="T13" fmla="*/ 1 h 228"/>
                  <a:gd name="T14" fmla="*/ 1 w 216"/>
                  <a:gd name="T15" fmla="*/ 1 h 228"/>
                  <a:gd name="T16" fmla="*/ 1 w 216"/>
                  <a:gd name="T17" fmla="*/ 1 h 228"/>
                  <a:gd name="T18" fmla="*/ 1 w 216"/>
                  <a:gd name="T19" fmla="*/ 1 h 228"/>
                  <a:gd name="T20" fmla="*/ 1 w 216"/>
                  <a:gd name="T21" fmla="*/ 0 h 228"/>
                  <a:gd name="T22" fmla="*/ 1 w 216"/>
                  <a:gd name="T23" fmla="*/ 1 h 228"/>
                  <a:gd name="T24" fmla="*/ 1 w 216"/>
                  <a:gd name="T25" fmla="*/ 1 h 228"/>
                  <a:gd name="T26" fmla="*/ 1 w 216"/>
                  <a:gd name="T27" fmla="*/ 1 h 228"/>
                  <a:gd name="T28" fmla="*/ 1 w 216"/>
                  <a:gd name="T29" fmla="*/ 1 h 228"/>
                  <a:gd name="T30" fmla="*/ 1 w 216"/>
                  <a:gd name="T31" fmla="*/ 1 h 228"/>
                  <a:gd name="T32" fmla="*/ 1 w 216"/>
                  <a:gd name="T33" fmla="*/ 1 h 228"/>
                  <a:gd name="T34" fmla="*/ 1 w 216"/>
                  <a:gd name="T35" fmla="*/ 1 h 228"/>
                  <a:gd name="T36" fmla="*/ 1 w 216"/>
                  <a:gd name="T37" fmla="*/ 1 h 228"/>
                  <a:gd name="T38" fmla="*/ 1 w 216"/>
                  <a:gd name="T39" fmla="*/ 1 h 228"/>
                  <a:gd name="T40" fmla="*/ 1 w 216"/>
                  <a:gd name="T41" fmla="*/ 1 h 228"/>
                  <a:gd name="T42" fmla="*/ 1 w 216"/>
                  <a:gd name="T43" fmla="*/ 1 h 228"/>
                  <a:gd name="T44" fmla="*/ 1 w 216"/>
                  <a:gd name="T45" fmla="*/ 1 h 228"/>
                  <a:gd name="T46" fmla="*/ 1 w 216"/>
                  <a:gd name="T47" fmla="*/ 1 h 228"/>
                  <a:gd name="T48" fmla="*/ 1 w 216"/>
                  <a:gd name="T49" fmla="*/ 1 h 228"/>
                  <a:gd name="T50" fmla="*/ 1 w 216"/>
                  <a:gd name="T51" fmla="*/ 1 h 228"/>
                  <a:gd name="T52" fmla="*/ 1 w 216"/>
                  <a:gd name="T53" fmla="*/ 1 h 228"/>
                  <a:gd name="T54" fmla="*/ 1 w 216"/>
                  <a:gd name="T55" fmla="*/ 1 h 228"/>
                  <a:gd name="T56" fmla="*/ 1 w 216"/>
                  <a:gd name="T57" fmla="*/ 1 h 228"/>
                  <a:gd name="T58" fmla="*/ 1 w 216"/>
                  <a:gd name="T59" fmla="*/ 1 h 228"/>
                  <a:gd name="T60" fmla="*/ 1 w 216"/>
                  <a:gd name="T61" fmla="*/ 1 h 228"/>
                  <a:gd name="T62" fmla="*/ 1 w 216"/>
                  <a:gd name="T63" fmla="*/ 1 h 228"/>
                  <a:gd name="T64" fmla="*/ 1 w 216"/>
                  <a:gd name="T65" fmla="*/ 1 h 228"/>
                  <a:gd name="T66" fmla="*/ 1 w 216"/>
                  <a:gd name="T67" fmla="*/ 1 h 228"/>
                  <a:gd name="T68" fmla="*/ 1 w 216"/>
                  <a:gd name="T69" fmla="*/ 1 h 228"/>
                  <a:gd name="T70" fmla="*/ 1 w 216"/>
                  <a:gd name="T71" fmla="*/ 1 h 228"/>
                  <a:gd name="T72" fmla="*/ 1 w 216"/>
                  <a:gd name="T73" fmla="*/ 1 h 228"/>
                  <a:gd name="T74" fmla="*/ 1 w 216"/>
                  <a:gd name="T75" fmla="*/ 1 h 228"/>
                  <a:gd name="T76" fmla="*/ 1 w 216"/>
                  <a:gd name="T77" fmla="*/ 1 h 228"/>
                  <a:gd name="T78" fmla="*/ 1 w 216"/>
                  <a:gd name="T79" fmla="*/ 1 h 228"/>
                  <a:gd name="T80" fmla="*/ 1 w 216"/>
                  <a:gd name="T81" fmla="*/ 1 h 228"/>
                  <a:gd name="T82" fmla="*/ 1 w 216"/>
                  <a:gd name="T83" fmla="*/ 1 h 2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6"/>
                  <a:gd name="T127" fmla="*/ 0 h 228"/>
                  <a:gd name="T128" fmla="*/ 216 w 216"/>
                  <a:gd name="T129" fmla="*/ 228 h 22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6" h="228">
                    <a:moveTo>
                      <a:pt x="99" y="216"/>
                    </a:moveTo>
                    <a:lnTo>
                      <a:pt x="93" y="206"/>
                    </a:lnTo>
                    <a:lnTo>
                      <a:pt x="75" y="198"/>
                    </a:lnTo>
                    <a:lnTo>
                      <a:pt x="54" y="189"/>
                    </a:lnTo>
                    <a:lnTo>
                      <a:pt x="25" y="131"/>
                    </a:lnTo>
                    <a:lnTo>
                      <a:pt x="0" y="78"/>
                    </a:lnTo>
                    <a:lnTo>
                      <a:pt x="0" y="51"/>
                    </a:lnTo>
                    <a:lnTo>
                      <a:pt x="43" y="7"/>
                    </a:lnTo>
                    <a:lnTo>
                      <a:pt x="75" y="5"/>
                    </a:lnTo>
                    <a:lnTo>
                      <a:pt x="84" y="11"/>
                    </a:lnTo>
                    <a:lnTo>
                      <a:pt x="113" y="0"/>
                    </a:lnTo>
                    <a:lnTo>
                      <a:pt x="124" y="1"/>
                    </a:lnTo>
                    <a:lnTo>
                      <a:pt x="133" y="8"/>
                    </a:lnTo>
                    <a:lnTo>
                      <a:pt x="136" y="18"/>
                    </a:lnTo>
                    <a:lnTo>
                      <a:pt x="130" y="28"/>
                    </a:lnTo>
                    <a:lnTo>
                      <a:pt x="78" y="54"/>
                    </a:lnTo>
                    <a:lnTo>
                      <a:pt x="67" y="92"/>
                    </a:lnTo>
                    <a:lnTo>
                      <a:pt x="86" y="64"/>
                    </a:lnTo>
                    <a:lnTo>
                      <a:pt x="135" y="49"/>
                    </a:lnTo>
                    <a:lnTo>
                      <a:pt x="142" y="49"/>
                    </a:lnTo>
                    <a:lnTo>
                      <a:pt x="149" y="55"/>
                    </a:lnTo>
                    <a:lnTo>
                      <a:pt x="153" y="70"/>
                    </a:lnTo>
                    <a:lnTo>
                      <a:pt x="147" y="80"/>
                    </a:lnTo>
                    <a:lnTo>
                      <a:pt x="107" y="96"/>
                    </a:lnTo>
                    <a:lnTo>
                      <a:pt x="106" y="112"/>
                    </a:lnTo>
                    <a:lnTo>
                      <a:pt x="132" y="144"/>
                    </a:lnTo>
                    <a:lnTo>
                      <a:pt x="144" y="143"/>
                    </a:lnTo>
                    <a:lnTo>
                      <a:pt x="155" y="141"/>
                    </a:lnTo>
                    <a:lnTo>
                      <a:pt x="170" y="131"/>
                    </a:lnTo>
                    <a:lnTo>
                      <a:pt x="178" y="120"/>
                    </a:lnTo>
                    <a:lnTo>
                      <a:pt x="191" y="114"/>
                    </a:lnTo>
                    <a:lnTo>
                      <a:pt x="202" y="115"/>
                    </a:lnTo>
                    <a:lnTo>
                      <a:pt x="211" y="119"/>
                    </a:lnTo>
                    <a:lnTo>
                      <a:pt x="215" y="131"/>
                    </a:lnTo>
                    <a:lnTo>
                      <a:pt x="216" y="141"/>
                    </a:lnTo>
                    <a:lnTo>
                      <a:pt x="211" y="148"/>
                    </a:lnTo>
                    <a:lnTo>
                      <a:pt x="193" y="157"/>
                    </a:lnTo>
                    <a:lnTo>
                      <a:pt x="170" y="164"/>
                    </a:lnTo>
                    <a:lnTo>
                      <a:pt x="161" y="172"/>
                    </a:lnTo>
                    <a:lnTo>
                      <a:pt x="177" y="203"/>
                    </a:lnTo>
                    <a:lnTo>
                      <a:pt x="106" y="228"/>
                    </a:lnTo>
                    <a:lnTo>
                      <a:pt x="99" y="216"/>
                    </a:lnTo>
                    <a:close/>
                  </a:path>
                </a:pathLst>
              </a:custGeom>
              <a:solidFill>
                <a:srgbClr val="FFBFB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69" name="Freeform 72">
                <a:extLst>
                  <a:ext uri="{FF2B5EF4-FFF2-40B4-BE49-F238E27FC236}">
                    <a16:creationId xmlns:a16="http://schemas.microsoft.com/office/drawing/2014/main" id="{AFC97896-F838-07A3-568D-4F1BC3A9C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2250"/>
                <a:ext cx="5" cy="10"/>
              </a:xfrm>
              <a:custGeom>
                <a:avLst/>
                <a:gdLst>
                  <a:gd name="T0" fmla="*/ 0 w 10"/>
                  <a:gd name="T1" fmla="*/ 0 h 19"/>
                  <a:gd name="T2" fmla="*/ 1 w 10"/>
                  <a:gd name="T3" fmla="*/ 1 h 19"/>
                  <a:gd name="T4" fmla="*/ 1 w 10"/>
                  <a:gd name="T5" fmla="*/ 1 h 19"/>
                  <a:gd name="T6" fmla="*/ 1 w 10"/>
                  <a:gd name="T7" fmla="*/ 1 h 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"/>
                  <a:gd name="T13" fmla="*/ 0 h 19"/>
                  <a:gd name="T14" fmla="*/ 10 w 10"/>
                  <a:gd name="T15" fmla="*/ 19 h 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" h="19">
                    <a:moveTo>
                      <a:pt x="0" y="0"/>
                    </a:moveTo>
                    <a:lnTo>
                      <a:pt x="1" y="9"/>
                    </a:lnTo>
                    <a:lnTo>
                      <a:pt x="6" y="15"/>
                    </a:lnTo>
                    <a:lnTo>
                      <a:pt x="10" y="19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70" name="Freeform 73">
                <a:extLst>
                  <a:ext uri="{FF2B5EF4-FFF2-40B4-BE49-F238E27FC236}">
                    <a16:creationId xmlns:a16="http://schemas.microsoft.com/office/drawing/2014/main" id="{658DE25A-BFA4-A01E-88DC-BA427D58A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2193"/>
                <a:ext cx="24" cy="29"/>
              </a:xfrm>
              <a:custGeom>
                <a:avLst/>
                <a:gdLst>
                  <a:gd name="T0" fmla="*/ 1 w 48"/>
                  <a:gd name="T1" fmla="*/ 0 h 58"/>
                  <a:gd name="T2" fmla="*/ 1 w 48"/>
                  <a:gd name="T3" fmla="*/ 1 h 58"/>
                  <a:gd name="T4" fmla="*/ 1 w 48"/>
                  <a:gd name="T5" fmla="*/ 1 h 58"/>
                  <a:gd name="T6" fmla="*/ 1 w 48"/>
                  <a:gd name="T7" fmla="*/ 1 h 58"/>
                  <a:gd name="T8" fmla="*/ 0 w 48"/>
                  <a:gd name="T9" fmla="*/ 1 h 58"/>
                  <a:gd name="T10" fmla="*/ 0 w 48"/>
                  <a:gd name="T11" fmla="*/ 1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8"/>
                  <a:gd name="T19" fmla="*/ 0 h 58"/>
                  <a:gd name="T20" fmla="*/ 48 w 48"/>
                  <a:gd name="T21" fmla="*/ 58 h 5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8" h="58">
                    <a:moveTo>
                      <a:pt x="48" y="0"/>
                    </a:moveTo>
                    <a:lnTo>
                      <a:pt x="19" y="12"/>
                    </a:lnTo>
                    <a:lnTo>
                      <a:pt x="10" y="23"/>
                    </a:lnTo>
                    <a:lnTo>
                      <a:pt x="5" y="38"/>
                    </a:lnTo>
                    <a:lnTo>
                      <a:pt x="0" y="55"/>
                    </a:lnTo>
                    <a:lnTo>
                      <a:pt x="0" y="58"/>
                    </a:lnTo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641" name="Freeform 74">
              <a:extLst>
                <a:ext uri="{FF2B5EF4-FFF2-40B4-BE49-F238E27FC236}">
                  <a16:creationId xmlns:a16="http://schemas.microsoft.com/office/drawing/2014/main" id="{14F0017F-86A5-2D93-9237-C3E05D2E8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2385"/>
              <a:ext cx="63" cy="44"/>
            </a:xfrm>
            <a:custGeom>
              <a:avLst/>
              <a:gdLst>
                <a:gd name="T0" fmla="*/ 0 w 127"/>
                <a:gd name="T1" fmla="*/ 1 h 86"/>
                <a:gd name="T2" fmla="*/ 0 w 127"/>
                <a:gd name="T3" fmla="*/ 1 h 86"/>
                <a:gd name="T4" fmla="*/ 0 w 127"/>
                <a:gd name="T5" fmla="*/ 0 h 86"/>
                <a:gd name="T6" fmla="*/ 0 w 127"/>
                <a:gd name="T7" fmla="*/ 1 h 86"/>
                <a:gd name="T8" fmla="*/ 0 w 127"/>
                <a:gd name="T9" fmla="*/ 1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7"/>
                <a:gd name="T16" fmla="*/ 0 h 86"/>
                <a:gd name="T17" fmla="*/ 127 w 12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7" h="86">
                  <a:moveTo>
                    <a:pt x="18" y="86"/>
                  </a:moveTo>
                  <a:lnTo>
                    <a:pt x="0" y="43"/>
                  </a:lnTo>
                  <a:lnTo>
                    <a:pt x="107" y="0"/>
                  </a:lnTo>
                  <a:lnTo>
                    <a:pt x="127" y="37"/>
                  </a:lnTo>
                  <a:lnTo>
                    <a:pt x="18" y="86"/>
                  </a:lnTo>
                  <a:close/>
                </a:path>
              </a:pathLst>
            </a:custGeom>
            <a:solidFill>
              <a:srgbClr val="FFFFBF"/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642" name="Group 75">
              <a:extLst>
                <a:ext uri="{FF2B5EF4-FFF2-40B4-BE49-F238E27FC236}">
                  <a16:creationId xmlns:a16="http://schemas.microsoft.com/office/drawing/2014/main" id="{E73A2D1F-FBEC-5F52-0A65-89E552E32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7" y="2065"/>
              <a:ext cx="445" cy="617"/>
              <a:chOff x="2907" y="1953"/>
              <a:chExt cx="445" cy="617"/>
            </a:xfrm>
          </p:grpSpPr>
          <p:grpSp>
            <p:nvGrpSpPr>
              <p:cNvPr id="22648" name="Group 76">
                <a:extLst>
                  <a:ext uri="{FF2B5EF4-FFF2-40B4-BE49-F238E27FC236}">
                    <a16:creationId xmlns:a16="http://schemas.microsoft.com/office/drawing/2014/main" id="{BDBF979F-2998-F81C-1951-8FD05823B9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3" y="1992"/>
                <a:ext cx="249" cy="307"/>
                <a:chOff x="3103" y="1992"/>
                <a:chExt cx="249" cy="307"/>
              </a:xfrm>
            </p:grpSpPr>
            <p:sp>
              <p:nvSpPr>
                <p:cNvPr id="22654" name="Freeform 77">
                  <a:extLst>
                    <a:ext uri="{FF2B5EF4-FFF2-40B4-BE49-F238E27FC236}">
                      <a16:creationId xmlns:a16="http://schemas.microsoft.com/office/drawing/2014/main" id="{8F1307E7-7DC8-4452-51C3-C48E67F30E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6" y="2215"/>
                  <a:ext cx="54" cy="84"/>
                </a:xfrm>
                <a:custGeom>
                  <a:avLst/>
                  <a:gdLst>
                    <a:gd name="T0" fmla="*/ 1 w 108"/>
                    <a:gd name="T1" fmla="*/ 0 h 168"/>
                    <a:gd name="T2" fmla="*/ 1 w 108"/>
                    <a:gd name="T3" fmla="*/ 1 h 168"/>
                    <a:gd name="T4" fmla="*/ 1 w 108"/>
                    <a:gd name="T5" fmla="*/ 1 h 168"/>
                    <a:gd name="T6" fmla="*/ 0 w 108"/>
                    <a:gd name="T7" fmla="*/ 1 h 168"/>
                    <a:gd name="T8" fmla="*/ 1 w 108"/>
                    <a:gd name="T9" fmla="*/ 1 h 168"/>
                    <a:gd name="T10" fmla="*/ 1 w 108"/>
                    <a:gd name="T11" fmla="*/ 1 h 168"/>
                    <a:gd name="T12" fmla="*/ 1 w 108"/>
                    <a:gd name="T13" fmla="*/ 1 h 168"/>
                    <a:gd name="T14" fmla="*/ 1 w 108"/>
                    <a:gd name="T15" fmla="*/ 1 h 168"/>
                    <a:gd name="T16" fmla="*/ 1 w 108"/>
                    <a:gd name="T17" fmla="*/ 0 h 168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08"/>
                    <a:gd name="T28" fmla="*/ 0 h 168"/>
                    <a:gd name="T29" fmla="*/ 108 w 108"/>
                    <a:gd name="T30" fmla="*/ 168 h 168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08" h="168">
                      <a:moveTo>
                        <a:pt x="41" y="0"/>
                      </a:moveTo>
                      <a:lnTo>
                        <a:pt x="36" y="59"/>
                      </a:lnTo>
                      <a:lnTo>
                        <a:pt x="18" y="114"/>
                      </a:lnTo>
                      <a:lnTo>
                        <a:pt x="0" y="141"/>
                      </a:lnTo>
                      <a:lnTo>
                        <a:pt x="54" y="168"/>
                      </a:lnTo>
                      <a:lnTo>
                        <a:pt x="85" y="105"/>
                      </a:lnTo>
                      <a:lnTo>
                        <a:pt x="95" y="63"/>
                      </a:lnTo>
                      <a:lnTo>
                        <a:pt x="108" y="9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solidFill>
                  <a:srgbClr val="FF9F9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2655" name="Group 78">
                  <a:extLst>
                    <a:ext uri="{FF2B5EF4-FFF2-40B4-BE49-F238E27FC236}">
                      <a16:creationId xmlns:a16="http://schemas.microsoft.com/office/drawing/2014/main" id="{7901F9D2-7AF7-7CB8-4D1C-DC47F4D94B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03" y="1992"/>
                  <a:ext cx="249" cy="289"/>
                  <a:chOff x="3103" y="1992"/>
                  <a:chExt cx="249" cy="289"/>
                </a:xfrm>
              </p:grpSpPr>
              <p:grpSp>
                <p:nvGrpSpPr>
                  <p:cNvPr id="22656" name="Group 79">
                    <a:extLst>
                      <a:ext uri="{FF2B5EF4-FFF2-40B4-BE49-F238E27FC236}">
                        <a16:creationId xmlns:a16="http://schemas.microsoft.com/office/drawing/2014/main" id="{02BEDECB-CCE5-172C-078A-54AA3776521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15" y="2183"/>
                    <a:ext cx="32" cy="40"/>
                    <a:chOff x="3215" y="2183"/>
                    <a:chExt cx="32" cy="40"/>
                  </a:xfrm>
                </p:grpSpPr>
                <p:sp>
                  <p:nvSpPr>
                    <p:cNvPr id="22666" name="Freeform 80">
                      <a:extLst>
                        <a:ext uri="{FF2B5EF4-FFF2-40B4-BE49-F238E27FC236}">
                          <a16:creationId xmlns:a16="http://schemas.microsoft.com/office/drawing/2014/main" id="{4798643A-F2C7-3DBD-2672-3160439DF67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15" y="2183"/>
                      <a:ext cx="32" cy="18"/>
                    </a:xfrm>
                    <a:custGeom>
                      <a:avLst/>
                      <a:gdLst>
                        <a:gd name="T0" fmla="*/ 0 w 65"/>
                        <a:gd name="T1" fmla="*/ 1 h 36"/>
                        <a:gd name="T2" fmla="*/ 0 w 65"/>
                        <a:gd name="T3" fmla="*/ 1 h 36"/>
                        <a:gd name="T4" fmla="*/ 0 w 65"/>
                        <a:gd name="T5" fmla="*/ 1 h 36"/>
                        <a:gd name="T6" fmla="*/ 0 w 65"/>
                        <a:gd name="T7" fmla="*/ 0 h 36"/>
                        <a:gd name="T8" fmla="*/ 0 w 65"/>
                        <a:gd name="T9" fmla="*/ 1 h 3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65"/>
                        <a:gd name="T16" fmla="*/ 0 h 36"/>
                        <a:gd name="T17" fmla="*/ 65 w 65"/>
                        <a:gd name="T18" fmla="*/ 36 h 3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65" h="36">
                          <a:moveTo>
                            <a:pt x="65" y="4"/>
                          </a:moveTo>
                          <a:lnTo>
                            <a:pt x="62" y="36"/>
                          </a:lnTo>
                          <a:lnTo>
                            <a:pt x="0" y="28"/>
                          </a:lnTo>
                          <a:lnTo>
                            <a:pt x="11" y="0"/>
                          </a:lnTo>
                          <a:lnTo>
                            <a:pt x="65" y="4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67" name="Freeform 81">
                      <a:extLst>
                        <a:ext uri="{FF2B5EF4-FFF2-40B4-BE49-F238E27FC236}">
                          <a16:creationId xmlns:a16="http://schemas.microsoft.com/office/drawing/2014/main" id="{89B8D99F-ECF0-9448-A6C8-AAC6F482FD0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15" y="2199"/>
                      <a:ext cx="23" cy="24"/>
                    </a:xfrm>
                    <a:custGeom>
                      <a:avLst/>
                      <a:gdLst>
                        <a:gd name="T0" fmla="*/ 1 w 46"/>
                        <a:gd name="T1" fmla="*/ 1 h 48"/>
                        <a:gd name="T2" fmla="*/ 1 w 46"/>
                        <a:gd name="T3" fmla="*/ 1 h 48"/>
                        <a:gd name="T4" fmla="*/ 1 w 46"/>
                        <a:gd name="T5" fmla="*/ 1 h 48"/>
                        <a:gd name="T6" fmla="*/ 1 w 46"/>
                        <a:gd name="T7" fmla="*/ 1 h 48"/>
                        <a:gd name="T8" fmla="*/ 1 w 46"/>
                        <a:gd name="T9" fmla="*/ 1 h 48"/>
                        <a:gd name="T10" fmla="*/ 1 w 46"/>
                        <a:gd name="T11" fmla="*/ 1 h 48"/>
                        <a:gd name="T12" fmla="*/ 0 w 46"/>
                        <a:gd name="T13" fmla="*/ 0 h 48"/>
                        <a:gd name="T14" fmla="*/ 1 w 46"/>
                        <a:gd name="T15" fmla="*/ 1 h 48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46"/>
                        <a:gd name="T25" fmla="*/ 0 h 48"/>
                        <a:gd name="T26" fmla="*/ 46 w 46"/>
                        <a:gd name="T27" fmla="*/ 48 h 48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46" h="48">
                          <a:moveTo>
                            <a:pt x="46" y="2"/>
                          </a:moveTo>
                          <a:lnTo>
                            <a:pt x="43" y="16"/>
                          </a:lnTo>
                          <a:lnTo>
                            <a:pt x="43" y="24"/>
                          </a:lnTo>
                          <a:lnTo>
                            <a:pt x="43" y="31"/>
                          </a:lnTo>
                          <a:lnTo>
                            <a:pt x="46" y="48"/>
                          </a:lnTo>
                          <a:lnTo>
                            <a:pt x="2" y="27"/>
                          </a:lnTo>
                          <a:lnTo>
                            <a:pt x="0" y="0"/>
                          </a:lnTo>
                          <a:lnTo>
                            <a:pt x="46" y="2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22657" name="Group 82">
                    <a:extLst>
                      <a:ext uri="{FF2B5EF4-FFF2-40B4-BE49-F238E27FC236}">
                        <a16:creationId xmlns:a16="http://schemas.microsoft.com/office/drawing/2014/main" id="{B93DB8A1-6880-1C01-943F-CF6FD87B072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03" y="1992"/>
                    <a:ext cx="249" cy="289"/>
                    <a:chOff x="3103" y="1992"/>
                    <a:chExt cx="249" cy="289"/>
                  </a:xfrm>
                </p:grpSpPr>
                <p:sp>
                  <p:nvSpPr>
                    <p:cNvPr id="22663" name="Freeform 83">
                      <a:extLst>
                        <a:ext uri="{FF2B5EF4-FFF2-40B4-BE49-F238E27FC236}">
                          <a16:creationId xmlns:a16="http://schemas.microsoft.com/office/drawing/2014/main" id="{EC23E436-DC09-5274-D4F0-2BD34D72FD2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03" y="1992"/>
                      <a:ext cx="249" cy="289"/>
                    </a:xfrm>
                    <a:custGeom>
                      <a:avLst/>
                      <a:gdLst>
                        <a:gd name="T0" fmla="*/ 1 w 498"/>
                        <a:gd name="T1" fmla="*/ 0 h 579"/>
                        <a:gd name="T2" fmla="*/ 1 w 498"/>
                        <a:gd name="T3" fmla="*/ 0 h 579"/>
                        <a:gd name="T4" fmla="*/ 1 w 498"/>
                        <a:gd name="T5" fmla="*/ 0 h 579"/>
                        <a:gd name="T6" fmla="*/ 1 w 498"/>
                        <a:gd name="T7" fmla="*/ 0 h 579"/>
                        <a:gd name="T8" fmla="*/ 1 w 498"/>
                        <a:gd name="T9" fmla="*/ 0 h 579"/>
                        <a:gd name="T10" fmla="*/ 1 w 498"/>
                        <a:gd name="T11" fmla="*/ 0 h 579"/>
                        <a:gd name="T12" fmla="*/ 1 w 498"/>
                        <a:gd name="T13" fmla="*/ 0 h 579"/>
                        <a:gd name="T14" fmla="*/ 1 w 498"/>
                        <a:gd name="T15" fmla="*/ 0 h 579"/>
                        <a:gd name="T16" fmla="*/ 1 w 498"/>
                        <a:gd name="T17" fmla="*/ 0 h 579"/>
                        <a:gd name="T18" fmla="*/ 1 w 498"/>
                        <a:gd name="T19" fmla="*/ 0 h 579"/>
                        <a:gd name="T20" fmla="*/ 1 w 498"/>
                        <a:gd name="T21" fmla="*/ 0 h 579"/>
                        <a:gd name="T22" fmla="*/ 1 w 498"/>
                        <a:gd name="T23" fmla="*/ 0 h 579"/>
                        <a:gd name="T24" fmla="*/ 1 w 498"/>
                        <a:gd name="T25" fmla="*/ 0 h 579"/>
                        <a:gd name="T26" fmla="*/ 1 w 498"/>
                        <a:gd name="T27" fmla="*/ 0 h 579"/>
                        <a:gd name="T28" fmla="*/ 1 w 498"/>
                        <a:gd name="T29" fmla="*/ 0 h 579"/>
                        <a:gd name="T30" fmla="*/ 1 w 498"/>
                        <a:gd name="T31" fmla="*/ 0 h 579"/>
                        <a:gd name="T32" fmla="*/ 1 w 498"/>
                        <a:gd name="T33" fmla="*/ 0 h 579"/>
                        <a:gd name="T34" fmla="*/ 1 w 498"/>
                        <a:gd name="T35" fmla="*/ 0 h 579"/>
                        <a:gd name="T36" fmla="*/ 1 w 498"/>
                        <a:gd name="T37" fmla="*/ 0 h 579"/>
                        <a:gd name="T38" fmla="*/ 1 w 498"/>
                        <a:gd name="T39" fmla="*/ 0 h 579"/>
                        <a:gd name="T40" fmla="*/ 1 w 498"/>
                        <a:gd name="T41" fmla="*/ 0 h 579"/>
                        <a:gd name="T42" fmla="*/ 1 w 498"/>
                        <a:gd name="T43" fmla="*/ 0 h 579"/>
                        <a:gd name="T44" fmla="*/ 1 w 498"/>
                        <a:gd name="T45" fmla="*/ 0 h 579"/>
                        <a:gd name="T46" fmla="*/ 1 w 498"/>
                        <a:gd name="T47" fmla="*/ 0 h 579"/>
                        <a:gd name="T48" fmla="*/ 1 w 498"/>
                        <a:gd name="T49" fmla="*/ 0 h 579"/>
                        <a:gd name="T50" fmla="*/ 1 w 498"/>
                        <a:gd name="T51" fmla="*/ 0 h 579"/>
                        <a:gd name="T52" fmla="*/ 1 w 498"/>
                        <a:gd name="T53" fmla="*/ 0 h 579"/>
                        <a:gd name="T54" fmla="*/ 1 w 498"/>
                        <a:gd name="T55" fmla="*/ 0 h 579"/>
                        <a:gd name="T56" fmla="*/ 1 w 498"/>
                        <a:gd name="T57" fmla="*/ 0 h 579"/>
                        <a:gd name="T58" fmla="*/ 1 w 498"/>
                        <a:gd name="T59" fmla="*/ 0 h 579"/>
                        <a:gd name="T60" fmla="*/ 1 w 498"/>
                        <a:gd name="T61" fmla="*/ 0 h 579"/>
                        <a:gd name="T62" fmla="*/ 0 w 498"/>
                        <a:gd name="T63" fmla="*/ 0 h 579"/>
                        <a:gd name="T64" fmla="*/ 1 w 498"/>
                        <a:gd name="T65" fmla="*/ 0 h 579"/>
                        <a:gd name="T66" fmla="*/ 1 w 498"/>
                        <a:gd name="T67" fmla="*/ 0 h 579"/>
                        <a:gd name="T68" fmla="*/ 1 w 498"/>
                        <a:gd name="T69" fmla="*/ 0 h 579"/>
                        <a:gd name="T70" fmla="*/ 1 w 498"/>
                        <a:gd name="T71" fmla="*/ 0 h 579"/>
                        <a:gd name="T72" fmla="*/ 1 w 498"/>
                        <a:gd name="T73" fmla="*/ 0 h 579"/>
                        <a:gd name="T74" fmla="*/ 1 w 498"/>
                        <a:gd name="T75" fmla="*/ 0 h 579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w 498"/>
                        <a:gd name="T115" fmla="*/ 0 h 579"/>
                        <a:gd name="T116" fmla="*/ 498 w 498"/>
                        <a:gd name="T117" fmla="*/ 579 h 579"/>
                      </a:gdLst>
                      <a:ahLst/>
                      <a:cxnLst>
                        <a:cxn ang="T76">
                          <a:pos x="T0" y="T1"/>
                        </a:cxn>
                        <a:cxn ang="T77">
                          <a:pos x="T2" y="T3"/>
                        </a:cxn>
                        <a:cxn ang="T78">
                          <a:pos x="T4" y="T5"/>
                        </a:cxn>
                        <a:cxn ang="T79">
                          <a:pos x="T6" y="T7"/>
                        </a:cxn>
                        <a:cxn ang="T80">
                          <a:pos x="T8" y="T9"/>
                        </a:cxn>
                        <a:cxn ang="T81">
                          <a:pos x="T10" y="T11"/>
                        </a:cxn>
                        <a:cxn ang="T82">
                          <a:pos x="T12" y="T13"/>
                        </a:cxn>
                        <a:cxn ang="T83">
                          <a:pos x="T14" y="T15"/>
                        </a:cxn>
                        <a:cxn ang="T84">
                          <a:pos x="T16" y="T17"/>
                        </a:cxn>
                        <a:cxn ang="T85">
                          <a:pos x="T18" y="T19"/>
                        </a:cxn>
                        <a:cxn ang="T86">
                          <a:pos x="T20" y="T21"/>
                        </a:cxn>
                        <a:cxn ang="T87">
                          <a:pos x="T22" y="T23"/>
                        </a:cxn>
                        <a:cxn ang="T88">
                          <a:pos x="T24" y="T25"/>
                        </a:cxn>
                        <a:cxn ang="T89">
                          <a:pos x="T26" y="T27"/>
                        </a:cxn>
                        <a:cxn ang="T90">
                          <a:pos x="T28" y="T29"/>
                        </a:cxn>
                        <a:cxn ang="T91">
                          <a:pos x="T30" y="T31"/>
                        </a:cxn>
                        <a:cxn ang="T92">
                          <a:pos x="T32" y="T33"/>
                        </a:cxn>
                        <a:cxn ang="T93">
                          <a:pos x="T34" y="T35"/>
                        </a:cxn>
                        <a:cxn ang="T94">
                          <a:pos x="T36" y="T37"/>
                        </a:cxn>
                        <a:cxn ang="T95">
                          <a:pos x="T38" y="T39"/>
                        </a:cxn>
                        <a:cxn ang="T96">
                          <a:pos x="T40" y="T41"/>
                        </a:cxn>
                        <a:cxn ang="T97">
                          <a:pos x="T42" y="T43"/>
                        </a:cxn>
                        <a:cxn ang="T98">
                          <a:pos x="T44" y="T45"/>
                        </a:cxn>
                        <a:cxn ang="T99">
                          <a:pos x="T46" y="T47"/>
                        </a:cxn>
                        <a:cxn ang="T100">
                          <a:pos x="T48" y="T49"/>
                        </a:cxn>
                        <a:cxn ang="T101">
                          <a:pos x="T50" y="T51"/>
                        </a:cxn>
                        <a:cxn ang="T102">
                          <a:pos x="T52" y="T53"/>
                        </a:cxn>
                        <a:cxn ang="T103">
                          <a:pos x="T54" y="T55"/>
                        </a:cxn>
                        <a:cxn ang="T104">
                          <a:pos x="T56" y="T57"/>
                        </a:cxn>
                        <a:cxn ang="T105">
                          <a:pos x="T58" y="T59"/>
                        </a:cxn>
                        <a:cxn ang="T106">
                          <a:pos x="T60" y="T61"/>
                        </a:cxn>
                        <a:cxn ang="T107">
                          <a:pos x="T62" y="T63"/>
                        </a:cxn>
                        <a:cxn ang="T108">
                          <a:pos x="T64" y="T65"/>
                        </a:cxn>
                        <a:cxn ang="T109">
                          <a:pos x="T66" y="T67"/>
                        </a:cxn>
                        <a:cxn ang="T110">
                          <a:pos x="T68" y="T69"/>
                        </a:cxn>
                        <a:cxn ang="T111">
                          <a:pos x="T70" y="T71"/>
                        </a:cxn>
                        <a:cxn ang="T112">
                          <a:pos x="T72" y="T73"/>
                        </a:cxn>
                        <a:cxn ang="T113">
                          <a:pos x="T74" y="T75"/>
                        </a:cxn>
                      </a:cxnLst>
                      <a:rect l="T114" t="T115" r="T116" b="T117"/>
                      <a:pathLst>
                        <a:path w="498" h="579">
                          <a:moveTo>
                            <a:pt x="302" y="27"/>
                          </a:moveTo>
                          <a:lnTo>
                            <a:pt x="340" y="48"/>
                          </a:lnTo>
                          <a:lnTo>
                            <a:pt x="361" y="65"/>
                          </a:lnTo>
                          <a:lnTo>
                            <a:pt x="377" y="79"/>
                          </a:lnTo>
                          <a:lnTo>
                            <a:pt x="399" y="104"/>
                          </a:lnTo>
                          <a:lnTo>
                            <a:pt x="411" y="127"/>
                          </a:lnTo>
                          <a:lnTo>
                            <a:pt x="416" y="148"/>
                          </a:lnTo>
                          <a:lnTo>
                            <a:pt x="415" y="179"/>
                          </a:lnTo>
                          <a:lnTo>
                            <a:pt x="409" y="196"/>
                          </a:lnTo>
                          <a:lnTo>
                            <a:pt x="412" y="210"/>
                          </a:lnTo>
                          <a:lnTo>
                            <a:pt x="423" y="228"/>
                          </a:lnTo>
                          <a:lnTo>
                            <a:pt x="443" y="253"/>
                          </a:lnTo>
                          <a:lnTo>
                            <a:pt x="461" y="276"/>
                          </a:lnTo>
                          <a:lnTo>
                            <a:pt x="475" y="302"/>
                          </a:lnTo>
                          <a:lnTo>
                            <a:pt x="489" y="325"/>
                          </a:lnTo>
                          <a:lnTo>
                            <a:pt x="495" y="343"/>
                          </a:lnTo>
                          <a:lnTo>
                            <a:pt x="498" y="361"/>
                          </a:lnTo>
                          <a:lnTo>
                            <a:pt x="493" y="384"/>
                          </a:lnTo>
                          <a:lnTo>
                            <a:pt x="487" y="396"/>
                          </a:lnTo>
                          <a:lnTo>
                            <a:pt x="481" y="405"/>
                          </a:lnTo>
                          <a:lnTo>
                            <a:pt x="469" y="413"/>
                          </a:lnTo>
                          <a:lnTo>
                            <a:pt x="452" y="412"/>
                          </a:lnTo>
                          <a:lnTo>
                            <a:pt x="430" y="401"/>
                          </a:lnTo>
                          <a:lnTo>
                            <a:pt x="403" y="386"/>
                          </a:lnTo>
                          <a:lnTo>
                            <a:pt x="375" y="370"/>
                          </a:lnTo>
                          <a:lnTo>
                            <a:pt x="377" y="346"/>
                          </a:lnTo>
                          <a:lnTo>
                            <a:pt x="372" y="408"/>
                          </a:lnTo>
                          <a:lnTo>
                            <a:pt x="358" y="413"/>
                          </a:lnTo>
                          <a:lnTo>
                            <a:pt x="344" y="399"/>
                          </a:lnTo>
                          <a:lnTo>
                            <a:pt x="317" y="386"/>
                          </a:lnTo>
                          <a:lnTo>
                            <a:pt x="292" y="382"/>
                          </a:lnTo>
                          <a:lnTo>
                            <a:pt x="257" y="387"/>
                          </a:lnTo>
                          <a:lnTo>
                            <a:pt x="237" y="396"/>
                          </a:lnTo>
                          <a:lnTo>
                            <a:pt x="229" y="412"/>
                          </a:lnTo>
                          <a:lnTo>
                            <a:pt x="229" y="425"/>
                          </a:lnTo>
                          <a:lnTo>
                            <a:pt x="234" y="433"/>
                          </a:lnTo>
                          <a:lnTo>
                            <a:pt x="261" y="447"/>
                          </a:lnTo>
                          <a:lnTo>
                            <a:pt x="288" y="454"/>
                          </a:lnTo>
                          <a:lnTo>
                            <a:pt x="315" y="461"/>
                          </a:lnTo>
                          <a:lnTo>
                            <a:pt x="338" y="461"/>
                          </a:lnTo>
                          <a:lnTo>
                            <a:pt x="341" y="456"/>
                          </a:lnTo>
                          <a:lnTo>
                            <a:pt x="334" y="514"/>
                          </a:lnTo>
                          <a:lnTo>
                            <a:pt x="327" y="545"/>
                          </a:lnTo>
                          <a:lnTo>
                            <a:pt x="324" y="562"/>
                          </a:lnTo>
                          <a:lnTo>
                            <a:pt x="319" y="570"/>
                          </a:lnTo>
                          <a:lnTo>
                            <a:pt x="305" y="579"/>
                          </a:lnTo>
                          <a:lnTo>
                            <a:pt x="289" y="577"/>
                          </a:lnTo>
                          <a:lnTo>
                            <a:pt x="266" y="565"/>
                          </a:lnTo>
                          <a:lnTo>
                            <a:pt x="210" y="531"/>
                          </a:lnTo>
                          <a:lnTo>
                            <a:pt x="156" y="495"/>
                          </a:lnTo>
                          <a:lnTo>
                            <a:pt x="113" y="467"/>
                          </a:lnTo>
                          <a:lnTo>
                            <a:pt x="103" y="454"/>
                          </a:lnTo>
                          <a:lnTo>
                            <a:pt x="98" y="441"/>
                          </a:lnTo>
                          <a:lnTo>
                            <a:pt x="97" y="433"/>
                          </a:lnTo>
                          <a:lnTo>
                            <a:pt x="80" y="436"/>
                          </a:lnTo>
                          <a:lnTo>
                            <a:pt x="63" y="436"/>
                          </a:lnTo>
                          <a:lnTo>
                            <a:pt x="51" y="432"/>
                          </a:lnTo>
                          <a:lnTo>
                            <a:pt x="39" y="416"/>
                          </a:lnTo>
                          <a:lnTo>
                            <a:pt x="32" y="396"/>
                          </a:lnTo>
                          <a:lnTo>
                            <a:pt x="34" y="365"/>
                          </a:lnTo>
                          <a:lnTo>
                            <a:pt x="31" y="343"/>
                          </a:lnTo>
                          <a:lnTo>
                            <a:pt x="17" y="312"/>
                          </a:lnTo>
                          <a:lnTo>
                            <a:pt x="3" y="278"/>
                          </a:lnTo>
                          <a:lnTo>
                            <a:pt x="0" y="215"/>
                          </a:lnTo>
                          <a:lnTo>
                            <a:pt x="5" y="157"/>
                          </a:lnTo>
                          <a:lnTo>
                            <a:pt x="23" y="102"/>
                          </a:lnTo>
                          <a:lnTo>
                            <a:pt x="40" y="73"/>
                          </a:lnTo>
                          <a:lnTo>
                            <a:pt x="61" y="50"/>
                          </a:lnTo>
                          <a:lnTo>
                            <a:pt x="85" y="27"/>
                          </a:lnTo>
                          <a:lnTo>
                            <a:pt x="122" y="12"/>
                          </a:lnTo>
                          <a:lnTo>
                            <a:pt x="152" y="4"/>
                          </a:lnTo>
                          <a:lnTo>
                            <a:pt x="189" y="0"/>
                          </a:lnTo>
                          <a:lnTo>
                            <a:pt x="222" y="4"/>
                          </a:lnTo>
                          <a:lnTo>
                            <a:pt x="246" y="7"/>
                          </a:lnTo>
                          <a:lnTo>
                            <a:pt x="271" y="15"/>
                          </a:lnTo>
                          <a:lnTo>
                            <a:pt x="302" y="27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64" name="Freeform 84">
                      <a:extLst>
                        <a:ext uri="{FF2B5EF4-FFF2-40B4-BE49-F238E27FC236}">
                          <a16:creationId xmlns:a16="http://schemas.microsoft.com/office/drawing/2014/main" id="{7CEC308B-6C4A-7C13-9860-C7451963022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16" y="2045"/>
                      <a:ext cx="58" cy="38"/>
                    </a:xfrm>
                    <a:custGeom>
                      <a:avLst/>
                      <a:gdLst>
                        <a:gd name="T0" fmla="*/ 0 w 118"/>
                        <a:gd name="T1" fmla="*/ 1 h 76"/>
                        <a:gd name="T2" fmla="*/ 0 w 118"/>
                        <a:gd name="T3" fmla="*/ 1 h 76"/>
                        <a:gd name="T4" fmla="*/ 0 w 118"/>
                        <a:gd name="T5" fmla="*/ 1 h 76"/>
                        <a:gd name="T6" fmla="*/ 0 w 118"/>
                        <a:gd name="T7" fmla="*/ 1 h 76"/>
                        <a:gd name="T8" fmla="*/ 0 w 118"/>
                        <a:gd name="T9" fmla="*/ 0 h 76"/>
                        <a:gd name="T10" fmla="*/ 0 w 118"/>
                        <a:gd name="T11" fmla="*/ 0 h 76"/>
                        <a:gd name="T12" fmla="*/ 0 w 118"/>
                        <a:gd name="T13" fmla="*/ 1 h 76"/>
                        <a:gd name="T14" fmla="*/ 0 w 118"/>
                        <a:gd name="T15" fmla="*/ 1 h 76"/>
                        <a:gd name="T16" fmla="*/ 0 w 118"/>
                        <a:gd name="T17" fmla="*/ 1 h 76"/>
                        <a:gd name="T18" fmla="*/ 0 w 118"/>
                        <a:gd name="T19" fmla="*/ 1 h 76"/>
                        <a:gd name="T20" fmla="*/ 0 w 118"/>
                        <a:gd name="T21" fmla="*/ 1 h 76"/>
                        <a:gd name="T22" fmla="*/ 0 w 118"/>
                        <a:gd name="T23" fmla="*/ 1 h 76"/>
                        <a:gd name="T24" fmla="*/ 0 w 118"/>
                        <a:gd name="T25" fmla="*/ 1 h 76"/>
                        <a:gd name="T26" fmla="*/ 0 w 118"/>
                        <a:gd name="T27" fmla="*/ 1 h 76"/>
                        <a:gd name="T28" fmla="*/ 0 w 118"/>
                        <a:gd name="T29" fmla="*/ 1 h 76"/>
                        <a:gd name="T30" fmla="*/ 0 w 118"/>
                        <a:gd name="T31" fmla="*/ 1 h 76"/>
                        <a:gd name="T32" fmla="*/ 0 w 118"/>
                        <a:gd name="T33" fmla="*/ 1 h 76"/>
                        <a:gd name="T34" fmla="*/ 0 w 118"/>
                        <a:gd name="T35" fmla="*/ 1 h 7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118"/>
                        <a:gd name="T55" fmla="*/ 0 h 76"/>
                        <a:gd name="T56" fmla="*/ 118 w 118"/>
                        <a:gd name="T57" fmla="*/ 76 h 76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118" h="76">
                          <a:moveTo>
                            <a:pt x="4" y="48"/>
                          </a:moveTo>
                          <a:lnTo>
                            <a:pt x="29" y="28"/>
                          </a:lnTo>
                          <a:lnTo>
                            <a:pt x="58" y="11"/>
                          </a:lnTo>
                          <a:lnTo>
                            <a:pt x="86" y="2"/>
                          </a:lnTo>
                          <a:lnTo>
                            <a:pt x="99" y="0"/>
                          </a:lnTo>
                          <a:lnTo>
                            <a:pt x="109" y="0"/>
                          </a:lnTo>
                          <a:lnTo>
                            <a:pt x="116" y="6"/>
                          </a:lnTo>
                          <a:lnTo>
                            <a:pt x="118" y="14"/>
                          </a:lnTo>
                          <a:lnTo>
                            <a:pt x="116" y="22"/>
                          </a:lnTo>
                          <a:lnTo>
                            <a:pt x="106" y="26"/>
                          </a:lnTo>
                          <a:lnTo>
                            <a:pt x="89" y="31"/>
                          </a:lnTo>
                          <a:lnTo>
                            <a:pt x="64" y="42"/>
                          </a:lnTo>
                          <a:lnTo>
                            <a:pt x="44" y="54"/>
                          </a:lnTo>
                          <a:lnTo>
                            <a:pt x="29" y="63"/>
                          </a:lnTo>
                          <a:lnTo>
                            <a:pt x="17" y="74"/>
                          </a:lnTo>
                          <a:lnTo>
                            <a:pt x="6" y="76"/>
                          </a:lnTo>
                          <a:lnTo>
                            <a:pt x="0" y="63"/>
                          </a:lnTo>
                          <a:lnTo>
                            <a:pt x="4" y="48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65" name="Freeform 85">
                      <a:extLst>
                        <a:ext uri="{FF2B5EF4-FFF2-40B4-BE49-F238E27FC236}">
                          <a16:creationId xmlns:a16="http://schemas.microsoft.com/office/drawing/2014/main" id="{AFE511A9-DB77-71BE-747E-2DCBEC0BFB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39" y="2127"/>
                      <a:ext cx="69" cy="77"/>
                    </a:xfrm>
                    <a:custGeom>
                      <a:avLst/>
                      <a:gdLst>
                        <a:gd name="T0" fmla="*/ 1 w 138"/>
                        <a:gd name="T1" fmla="*/ 0 h 155"/>
                        <a:gd name="T2" fmla="*/ 1 w 138"/>
                        <a:gd name="T3" fmla="*/ 0 h 155"/>
                        <a:gd name="T4" fmla="*/ 1 w 138"/>
                        <a:gd name="T5" fmla="*/ 0 h 155"/>
                        <a:gd name="T6" fmla="*/ 1 w 138"/>
                        <a:gd name="T7" fmla="*/ 0 h 155"/>
                        <a:gd name="T8" fmla="*/ 1 w 138"/>
                        <a:gd name="T9" fmla="*/ 0 h 155"/>
                        <a:gd name="T10" fmla="*/ 1 w 138"/>
                        <a:gd name="T11" fmla="*/ 0 h 155"/>
                        <a:gd name="T12" fmla="*/ 1 w 138"/>
                        <a:gd name="T13" fmla="*/ 0 h 155"/>
                        <a:gd name="T14" fmla="*/ 1 w 138"/>
                        <a:gd name="T15" fmla="*/ 0 h 155"/>
                        <a:gd name="T16" fmla="*/ 1 w 138"/>
                        <a:gd name="T17" fmla="*/ 0 h 155"/>
                        <a:gd name="T18" fmla="*/ 1 w 138"/>
                        <a:gd name="T19" fmla="*/ 0 h 155"/>
                        <a:gd name="T20" fmla="*/ 1 w 138"/>
                        <a:gd name="T21" fmla="*/ 0 h 155"/>
                        <a:gd name="T22" fmla="*/ 1 w 138"/>
                        <a:gd name="T23" fmla="*/ 0 h 155"/>
                        <a:gd name="T24" fmla="*/ 0 w 138"/>
                        <a:gd name="T25" fmla="*/ 0 h 155"/>
                        <a:gd name="T26" fmla="*/ 1 w 138"/>
                        <a:gd name="T27" fmla="*/ 0 h 155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38"/>
                        <a:gd name="T43" fmla="*/ 0 h 155"/>
                        <a:gd name="T44" fmla="*/ 138 w 138"/>
                        <a:gd name="T45" fmla="*/ 155 h 155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38" h="155">
                          <a:moveTo>
                            <a:pt x="124" y="0"/>
                          </a:moveTo>
                          <a:lnTo>
                            <a:pt x="131" y="30"/>
                          </a:lnTo>
                          <a:lnTo>
                            <a:pt x="136" y="54"/>
                          </a:lnTo>
                          <a:lnTo>
                            <a:pt x="138" y="85"/>
                          </a:lnTo>
                          <a:lnTo>
                            <a:pt x="131" y="112"/>
                          </a:lnTo>
                          <a:lnTo>
                            <a:pt x="105" y="94"/>
                          </a:lnTo>
                          <a:lnTo>
                            <a:pt x="104" y="137"/>
                          </a:lnTo>
                          <a:lnTo>
                            <a:pt x="76" y="121"/>
                          </a:lnTo>
                          <a:lnTo>
                            <a:pt x="68" y="155"/>
                          </a:lnTo>
                          <a:lnTo>
                            <a:pt x="45" y="149"/>
                          </a:lnTo>
                          <a:lnTo>
                            <a:pt x="30" y="135"/>
                          </a:lnTo>
                          <a:lnTo>
                            <a:pt x="16" y="114"/>
                          </a:lnTo>
                          <a:lnTo>
                            <a:pt x="0" y="83"/>
                          </a:lnTo>
                          <a:lnTo>
                            <a:pt x="124" y="0"/>
                          </a:lnTo>
                          <a:close/>
                        </a:path>
                      </a:pathLst>
                    </a:custGeom>
                    <a:solidFill>
                      <a:srgbClr val="3F1F00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2658" name="Arc 86">
                    <a:extLst>
                      <a:ext uri="{FF2B5EF4-FFF2-40B4-BE49-F238E27FC236}">
                        <a16:creationId xmlns:a16="http://schemas.microsoft.com/office/drawing/2014/main" id="{EEBED90A-C562-3A83-A2C8-A0C99B4316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16" y="2185"/>
                    <a:ext cx="31" cy="53"/>
                  </a:xfrm>
                  <a:custGeom>
                    <a:avLst/>
                    <a:gdLst>
                      <a:gd name="T0" fmla="*/ 0 w 43200"/>
                      <a:gd name="T1" fmla="*/ 0 h 43200"/>
                      <a:gd name="T2" fmla="*/ 0 w 43200"/>
                      <a:gd name="T3" fmla="*/ 0 h 43200"/>
                      <a:gd name="T4" fmla="*/ 0 w 43200"/>
                      <a:gd name="T5" fmla="*/ 0 h 43200"/>
                      <a:gd name="T6" fmla="*/ 0 60000 65536"/>
                      <a:gd name="T7" fmla="*/ 0 60000 65536"/>
                      <a:gd name="T8" fmla="*/ 0 60000 65536"/>
                      <a:gd name="T9" fmla="*/ 0 w 43200"/>
                      <a:gd name="T10" fmla="*/ 0 h 43200"/>
                      <a:gd name="T11" fmla="*/ 43200 w 43200"/>
                      <a:gd name="T12" fmla="*/ 43200 h 432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3200" h="43200" fill="none" extrusionOk="0">
                        <a:moveTo>
                          <a:pt x="43172" y="20502"/>
                        </a:moveTo>
                        <a:cubicBezTo>
                          <a:pt x="43190" y="20868"/>
                          <a:pt x="43200" y="21234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-1" y="9670"/>
                          <a:pt x="9670" y="0"/>
                          <a:pt x="21599" y="0"/>
                        </a:cubicBezTo>
                      </a:path>
                      <a:path w="43200" h="43200" stroke="0" extrusionOk="0">
                        <a:moveTo>
                          <a:pt x="43172" y="20502"/>
                        </a:moveTo>
                        <a:cubicBezTo>
                          <a:pt x="43190" y="20868"/>
                          <a:pt x="43200" y="21234"/>
                          <a:pt x="43200" y="21600"/>
                        </a:cubicBezTo>
                        <a:cubicBezTo>
                          <a:pt x="43200" y="33529"/>
                          <a:pt x="33529" y="43200"/>
                          <a:pt x="21600" y="43200"/>
                        </a:cubicBezTo>
                        <a:cubicBezTo>
                          <a:pt x="9670" y="43200"/>
                          <a:pt x="0" y="33529"/>
                          <a:pt x="0" y="21600"/>
                        </a:cubicBezTo>
                        <a:cubicBezTo>
                          <a:pt x="-1" y="9670"/>
                          <a:pt x="9670" y="0"/>
                          <a:pt x="21599" y="0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26988">
                    <a:solidFill>
                      <a:srgbClr val="FF9F1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2659" name="Group 87">
                    <a:extLst>
                      <a:ext uri="{FF2B5EF4-FFF2-40B4-BE49-F238E27FC236}">
                        <a16:creationId xmlns:a16="http://schemas.microsoft.com/office/drawing/2014/main" id="{478B7E48-6531-DF02-A45A-ABEBFBE5FA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33" y="2069"/>
                    <a:ext cx="60" cy="69"/>
                    <a:chOff x="3233" y="2069"/>
                    <a:chExt cx="60" cy="69"/>
                  </a:xfrm>
                </p:grpSpPr>
                <p:sp>
                  <p:nvSpPr>
                    <p:cNvPr id="22660" name="Freeform 88">
                      <a:extLst>
                        <a:ext uri="{FF2B5EF4-FFF2-40B4-BE49-F238E27FC236}">
                          <a16:creationId xmlns:a16="http://schemas.microsoft.com/office/drawing/2014/main" id="{30FC8A05-F5F0-406E-CC74-41A3DC8772E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40" y="2075"/>
                      <a:ext cx="53" cy="63"/>
                    </a:xfrm>
                    <a:custGeom>
                      <a:avLst/>
                      <a:gdLst>
                        <a:gd name="T0" fmla="*/ 1 w 106"/>
                        <a:gd name="T1" fmla="*/ 1 h 126"/>
                        <a:gd name="T2" fmla="*/ 1 w 106"/>
                        <a:gd name="T3" fmla="*/ 1 h 126"/>
                        <a:gd name="T4" fmla="*/ 1 w 106"/>
                        <a:gd name="T5" fmla="*/ 1 h 126"/>
                        <a:gd name="T6" fmla="*/ 1 w 106"/>
                        <a:gd name="T7" fmla="*/ 1 h 126"/>
                        <a:gd name="T8" fmla="*/ 1 w 106"/>
                        <a:gd name="T9" fmla="*/ 1 h 126"/>
                        <a:gd name="T10" fmla="*/ 1 w 106"/>
                        <a:gd name="T11" fmla="*/ 1 h 126"/>
                        <a:gd name="T12" fmla="*/ 1 w 106"/>
                        <a:gd name="T13" fmla="*/ 1 h 126"/>
                        <a:gd name="T14" fmla="*/ 1 w 106"/>
                        <a:gd name="T15" fmla="*/ 1 h 126"/>
                        <a:gd name="T16" fmla="*/ 1 w 106"/>
                        <a:gd name="T17" fmla="*/ 1 h 126"/>
                        <a:gd name="T18" fmla="*/ 1 w 106"/>
                        <a:gd name="T19" fmla="*/ 1 h 126"/>
                        <a:gd name="T20" fmla="*/ 1 w 106"/>
                        <a:gd name="T21" fmla="*/ 1 h 126"/>
                        <a:gd name="T22" fmla="*/ 1 w 106"/>
                        <a:gd name="T23" fmla="*/ 1 h 126"/>
                        <a:gd name="T24" fmla="*/ 1 w 106"/>
                        <a:gd name="T25" fmla="*/ 1 h 126"/>
                        <a:gd name="T26" fmla="*/ 1 w 106"/>
                        <a:gd name="T27" fmla="*/ 1 h 126"/>
                        <a:gd name="T28" fmla="*/ 1 w 106"/>
                        <a:gd name="T29" fmla="*/ 1 h 126"/>
                        <a:gd name="T30" fmla="*/ 1 w 106"/>
                        <a:gd name="T31" fmla="*/ 1 h 126"/>
                        <a:gd name="T32" fmla="*/ 0 w 106"/>
                        <a:gd name="T33" fmla="*/ 1 h 126"/>
                        <a:gd name="T34" fmla="*/ 0 w 106"/>
                        <a:gd name="T35" fmla="*/ 1 h 126"/>
                        <a:gd name="T36" fmla="*/ 1 w 106"/>
                        <a:gd name="T37" fmla="*/ 1 h 126"/>
                        <a:gd name="T38" fmla="*/ 1 w 106"/>
                        <a:gd name="T39" fmla="*/ 1 h 126"/>
                        <a:gd name="T40" fmla="*/ 1 w 106"/>
                        <a:gd name="T41" fmla="*/ 1 h 126"/>
                        <a:gd name="T42" fmla="*/ 1 w 106"/>
                        <a:gd name="T43" fmla="*/ 1 h 126"/>
                        <a:gd name="T44" fmla="*/ 1 w 106"/>
                        <a:gd name="T45" fmla="*/ 1 h 126"/>
                        <a:gd name="T46" fmla="*/ 1 w 106"/>
                        <a:gd name="T47" fmla="*/ 0 h 126"/>
                        <a:gd name="T48" fmla="*/ 1 w 106"/>
                        <a:gd name="T49" fmla="*/ 1 h 126"/>
                        <a:gd name="T50" fmla="*/ 1 w 106"/>
                        <a:gd name="T51" fmla="*/ 1 h 126"/>
                        <a:gd name="T52" fmla="*/ 1 w 106"/>
                        <a:gd name="T53" fmla="*/ 1 h 12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w 106"/>
                        <a:gd name="T82" fmla="*/ 0 h 126"/>
                        <a:gd name="T83" fmla="*/ 106 w 106"/>
                        <a:gd name="T84" fmla="*/ 126 h 126"/>
                      </a:gdLst>
                      <a:ahLst/>
                      <a:cxnLst>
                        <a:cxn ang="T54">
                          <a:pos x="T0" y="T1"/>
                        </a:cxn>
                        <a:cxn ang="T55">
                          <a:pos x="T2" y="T3"/>
                        </a:cxn>
                        <a:cxn ang="T56">
                          <a:pos x="T4" y="T5"/>
                        </a:cxn>
                        <a:cxn ang="T57">
                          <a:pos x="T6" y="T7"/>
                        </a:cxn>
                        <a:cxn ang="T58">
                          <a:pos x="T8" y="T9"/>
                        </a:cxn>
                        <a:cxn ang="T59">
                          <a:pos x="T10" y="T11"/>
                        </a:cxn>
                        <a:cxn ang="T60">
                          <a:pos x="T12" y="T13"/>
                        </a:cxn>
                        <a:cxn ang="T61">
                          <a:pos x="T14" y="T15"/>
                        </a:cxn>
                        <a:cxn ang="T62">
                          <a:pos x="T16" y="T17"/>
                        </a:cxn>
                        <a:cxn ang="T63">
                          <a:pos x="T18" y="T19"/>
                        </a:cxn>
                        <a:cxn ang="T64">
                          <a:pos x="T20" y="T21"/>
                        </a:cxn>
                        <a:cxn ang="T65">
                          <a:pos x="T22" y="T23"/>
                        </a:cxn>
                        <a:cxn ang="T66">
                          <a:pos x="T24" y="T25"/>
                        </a:cxn>
                        <a:cxn ang="T67">
                          <a:pos x="T26" y="T27"/>
                        </a:cxn>
                        <a:cxn ang="T68">
                          <a:pos x="T28" y="T29"/>
                        </a:cxn>
                        <a:cxn ang="T69">
                          <a:pos x="T30" y="T31"/>
                        </a:cxn>
                        <a:cxn ang="T70">
                          <a:pos x="T32" y="T33"/>
                        </a:cxn>
                        <a:cxn ang="T71">
                          <a:pos x="T34" y="T35"/>
                        </a:cxn>
                        <a:cxn ang="T72">
                          <a:pos x="T36" y="T37"/>
                        </a:cxn>
                        <a:cxn ang="T73">
                          <a:pos x="T38" y="T39"/>
                        </a:cxn>
                        <a:cxn ang="T74">
                          <a:pos x="T40" y="T41"/>
                        </a:cxn>
                        <a:cxn ang="T75">
                          <a:pos x="T42" y="T43"/>
                        </a:cxn>
                        <a:cxn ang="T76">
                          <a:pos x="T44" y="T45"/>
                        </a:cxn>
                        <a:cxn ang="T77">
                          <a:pos x="T46" y="T47"/>
                        </a:cxn>
                        <a:cxn ang="T78">
                          <a:pos x="T48" y="T49"/>
                        </a:cxn>
                        <a:cxn ang="T79">
                          <a:pos x="T50" y="T51"/>
                        </a:cxn>
                        <a:cxn ang="T80">
                          <a:pos x="T52" y="T53"/>
                        </a:cxn>
                      </a:cxnLst>
                      <a:rect l="T81" t="T82" r="T83" b="T84"/>
                      <a:pathLst>
                        <a:path w="106" h="126">
                          <a:moveTo>
                            <a:pt x="95" y="18"/>
                          </a:moveTo>
                          <a:lnTo>
                            <a:pt x="104" y="35"/>
                          </a:lnTo>
                          <a:lnTo>
                            <a:pt x="106" y="49"/>
                          </a:lnTo>
                          <a:lnTo>
                            <a:pt x="106" y="63"/>
                          </a:lnTo>
                          <a:lnTo>
                            <a:pt x="104" y="76"/>
                          </a:lnTo>
                          <a:lnTo>
                            <a:pt x="101" y="87"/>
                          </a:lnTo>
                          <a:lnTo>
                            <a:pt x="95" y="101"/>
                          </a:lnTo>
                          <a:lnTo>
                            <a:pt x="86" y="112"/>
                          </a:lnTo>
                          <a:lnTo>
                            <a:pt x="75" y="121"/>
                          </a:lnTo>
                          <a:lnTo>
                            <a:pt x="64" y="126"/>
                          </a:lnTo>
                          <a:lnTo>
                            <a:pt x="49" y="126"/>
                          </a:lnTo>
                          <a:lnTo>
                            <a:pt x="37" y="123"/>
                          </a:lnTo>
                          <a:lnTo>
                            <a:pt x="27" y="118"/>
                          </a:lnTo>
                          <a:lnTo>
                            <a:pt x="20" y="110"/>
                          </a:lnTo>
                          <a:lnTo>
                            <a:pt x="11" y="100"/>
                          </a:lnTo>
                          <a:lnTo>
                            <a:pt x="4" y="87"/>
                          </a:lnTo>
                          <a:lnTo>
                            <a:pt x="0" y="71"/>
                          </a:lnTo>
                          <a:lnTo>
                            <a:pt x="0" y="55"/>
                          </a:lnTo>
                          <a:lnTo>
                            <a:pt x="5" y="41"/>
                          </a:lnTo>
                          <a:lnTo>
                            <a:pt x="7" y="30"/>
                          </a:lnTo>
                          <a:lnTo>
                            <a:pt x="14" y="20"/>
                          </a:lnTo>
                          <a:lnTo>
                            <a:pt x="24" y="10"/>
                          </a:lnTo>
                          <a:lnTo>
                            <a:pt x="40" y="1"/>
                          </a:lnTo>
                          <a:lnTo>
                            <a:pt x="57" y="0"/>
                          </a:lnTo>
                          <a:lnTo>
                            <a:pt x="73" y="2"/>
                          </a:lnTo>
                          <a:lnTo>
                            <a:pt x="84" y="9"/>
                          </a:lnTo>
                          <a:lnTo>
                            <a:pt x="95" y="18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61" name="Freeform 89">
                      <a:extLst>
                        <a:ext uri="{FF2B5EF4-FFF2-40B4-BE49-F238E27FC236}">
                          <a16:creationId xmlns:a16="http://schemas.microsoft.com/office/drawing/2014/main" id="{0FCE7771-0104-4C7A-0893-DAAECAB468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61" y="2110"/>
                      <a:ext cx="21" cy="25"/>
                    </a:xfrm>
                    <a:custGeom>
                      <a:avLst/>
                      <a:gdLst>
                        <a:gd name="T0" fmla="*/ 0 w 43"/>
                        <a:gd name="T1" fmla="*/ 0 h 51"/>
                        <a:gd name="T2" fmla="*/ 0 w 43"/>
                        <a:gd name="T3" fmla="*/ 0 h 51"/>
                        <a:gd name="T4" fmla="*/ 0 w 43"/>
                        <a:gd name="T5" fmla="*/ 0 h 51"/>
                        <a:gd name="T6" fmla="*/ 0 w 43"/>
                        <a:gd name="T7" fmla="*/ 0 h 51"/>
                        <a:gd name="T8" fmla="*/ 0 w 43"/>
                        <a:gd name="T9" fmla="*/ 0 h 51"/>
                        <a:gd name="T10" fmla="*/ 0 w 43"/>
                        <a:gd name="T11" fmla="*/ 0 h 51"/>
                        <a:gd name="T12" fmla="*/ 0 w 43"/>
                        <a:gd name="T13" fmla="*/ 0 h 51"/>
                        <a:gd name="T14" fmla="*/ 0 w 43"/>
                        <a:gd name="T15" fmla="*/ 0 h 51"/>
                        <a:gd name="T16" fmla="*/ 0 w 43"/>
                        <a:gd name="T17" fmla="*/ 0 h 51"/>
                        <a:gd name="T18" fmla="*/ 0 w 43"/>
                        <a:gd name="T19" fmla="*/ 0 h 51"/>
                        <a:gd name="T20" fmla="*/ 0 w 43"/>
                        <a:gd name="T21" fmla="*/ 0 h 51"/>
                        <a:gd name="T22" fmla="*/ 0 w 43"/>
                        <a:gd name="T23" fmla="*/ 0 h 51"/>
                        <a:gd name="T24" fmla="*/ 0 w 43"/>
                        <a:gd name="T25" fmla="*/ 0 h 51"/>
                        <a:gd name="T26" fmla="*/ 0 w 43"/>
                        <a:gd name="T27" fmla="*/ 0 h 51"/>
                        <a:gd name="T28" fmla="*/ 0 w 43"/>
                        <a:gd name="T29" fmla="*/ 0 h 51"/>
                        <a:gd name="T30" fmla="*/ 0 w 43"/>
                        <a:gd name="T31" fmla="*/ 0 h 51"/>
                        <a:gd name="T32" fmla="*/ 0 w 43"/>
                        <a:gd name="T33" fmla="*/ 0 h 51"/>
                        <a:gd name="T34" fmla="*/ 0 w 43"/>
                        <a:gd name="T35" fmla="*/ 0 h 51"/>
                        <a:gd name="T36" fmla="*/ 0 w 43"/>
                        <a:gd name="T37" fmla="*/ 0 h 51"/>
                        <a:gd name="T38" fmla="*/ 0 w 43"/>
                        <a:gd name="T39" fmla="*/ 0 h 51"/>
                        <a:gd name="T40" fmla="*/ 0 w 43"/>
                        <a:gd name="T41" fmla="*/ 0 h 51"/>
                        <a:gd name="T42" fmla="*/ 0 w 43"/>
                        <a:gd name="T43" fmla="*/ 0 h 51"/>
                        <a:gd name="T44" fmla="*/ 0 w 43"/>
                        <a:gd name="T45" fmla="*/ 0 h 51"/>
                        <a:gd name="T46" fmla="*/ 0 w 43"/>
                        <a:gd name="T47" fmla="*/ 0 h 51"/>
                        <a:gd name="T48" fmla="*/ 0 w 43"/>
                        <a:gd name="T49" fmla="*/ 0 h 51"/>
                        <a:gd name="T50" fmla="*/ 0 w 43"/>
                        <a:gd name="T51" fmla="*/ 0 h 51"/>
                        <a:gd name="T52" fmla="*/ 0 w 43"/>
                        <a:gd name="T53" fmla="*/ 0 h 51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w 43"/>
                        <a:gd name="T82" fmla="*/ 0 h 51"/>
                        <a:gd name="T83" fmla="*/ 43 w 43"/>
                        <a:gd name="T84" fmla="*/ 51 h 51"/>
                      </a:gdLst>
                      <a:ahLst/>
                      <a:cxnLst>
                        <a:cxn ang="T54">
                          <a:pos x="T0" y="T1"/>
                        </a:cxn>
                        <a:cxn ang="T55">
                          <a:pos x="T2" y="T3"/>
                        </a:cxn>
                        <a:cxn ang="T56">
                          <a:pos x="T4" y="T5"/>
                        </a:cxn>
                        <a:cxn ang="T57">
                          <a:pos x="T6" y="T7"/>
                        </a:cxn>
                        <a:cxn ang="T58">
                          <a:pos x="T8" y="T9"/>
                        </a:cxn>
                        <a:cxn ang="T59">
                          <a:pos x="T10" y="T11"/>
                        </a:cxn>
                        <a:cxn ang="T60">
                          <a:pos x="T12" y="T13"/>
                        </a:cxn>
                        <a:cxn ang="T61">
                          <a:pos x="T14" y="T15"/>
                        </a:cxn>
                        <a:cxn ang="T62">
                          <a:pos x="T16" y="T17"/>
                        </a:cxn>
                        <a:cxn ang="T63">
                          <a:pos x="T18" y="T19"/>
                        </a:cxn>
                        <a:cxn ang="T64">
                          <a:pos x="T20" y="T21"/>
                        </a:cxn>
                        <a:cxn ang="T65">
                          <a:pos x="T22" y="T23"/>
                        </a:cxn>
                        <a:cxn ang="T66">
                          <a:pos x="T24" y="T25"/>
                        </a:cxn>
                        <a:cxn ang="T67">
                          <a:pos x="T26" y="T27"/>
                        </a:cxn>
                        <a:cxn ang="T68">
                          <a:pos x="T28" y="T29"/>
                        </a:cxn>
                        <a:cxn ang="T69">
                          <a:pos x="T30" y="T31"/>
                        </a:cxn>
                        <a:cxn ang="T70">
                          <a:pos x="T32" y="T33"/>
                        </a:cxn>
                        <a:cxn ang="T71">
                          <a:pos x="T34" y="T35"/>
                        </a:cxn>
                        <a:cxn ang="T72">
                          <a:pos x="T36" y="T37"/>
                        </a:cxn>
                        <a:cxn ang="T73">
                          <a:pos x="T38" y="T39"/>
                        </a:cxn>
                        <a:cxn ang="T74">
                          <a:pos x="T40" y="T41"/>
                        </a:cxn>
                        <a:cxn ang="T75">
                          <a:pos x="T42" y="T43"/>
                        </a:cxn>
                        <a:cxn ang="T76">
                          <a:pos x="T44" y="T45"/>
                        </a:cxn>
                        <a:cxn ang="T77">
                          <a:pos x="T46" y="T47"/>
                        </a:cxn>
                        <a:cxn ang="T78">
                          <a:pos x="T48" y="T49"/>
                        </a:cxn>
                        <a:cxn ang="T79">
                          <a:pos x="T50" y="T51"/>
                        </a:cxn>
                        <a:cxn ang="T80">
                          <a:pos x="T52" y="T53"/>
                        </a:cxn>
                      </a:cxnLst>
                      <a:rect l="T81" t="T82" r="T83" b="T84"/>
                      <a:pathLst>
                        <a:path w="43" h="51">
                          <a:moveTo>
                            <a:pt x="39" y="7"/>
                          </a:moveTo>
                          <a:lnTo>
                            <a:pt x="43" y="14"/>
                          </a:lnTo>
                          <a:lnTo>
                            <a:pt x="43" y="19"/>
                          </a:lnTo>
                          <a:lnTo>
                            <a:pt x="43" y="25"/>
                          </a:lnTo>
                          <a:lnTo>
                            <a:pt x="43" y="31"/>
                          </a:lnTo>
                          <a:lnTo>
                            <a:pt x="41" y="36"/>
                          </a:lnTo>
                          <a:lnTo>
                            <a:pt x="39" y="40"/>
                          </a:lnTo>
                          <a:lnTo>
                            <a:pt x="34" y="46"/>
                          </a:lnTo>
                          <a:lnTo>
                            <a:pt x="31" y="50"/>
                          </a:lnTo>
                          <a:lnTo>
                            <a:pt x="26" y="51"/>
                          </a:lnTo>
                          <a:lnTo>
                            <a:pt x="19" y="51"/>
                          </a:lnTo>
                          <a:lnTo>
                            <a:pt x="14" y="50"/>
                          </a:lnTo>
                          <a:lnTo>
                            <a:pt x="11" y="48"/>
                          </a:lnTo>
                          <a:lnTo>
                            <a:pt x="8" y="45"/>
                          </a:lnTo>
                          <a:lnTo>
                            <a:pt x="4" y="40"/>
                          </a:lnTo>
                          <a:lnTo>
                            <a:pt x="1" y="36"/>
                          </a:lnTo>
                          <a:lnTo>
                            <a:pt x="0" y="29"/>
                          </a:lnTo>
                          <a:lnTo>
                            <a:pt x="0" y="21"/>
                          </a:lnTo>
                          <a:lnTo>
                            <a:pt x="1" y="16"/>
                          </a:lnTo>
                          <a:lnTo>
                            <a:pt x="3" y="13"/>
                          </a:lnTo>
                          <a:lnTo>
                            <a:pt x="6" y="8"/>
                          </a:lnTo>
                          <a:lnTo>
                            <a:pt x="10" y="3"/>
                          </a:lnTo>
                          <a:lnTo>
                            <a:pt x="16" y="0"/>
                          </a:lnTo>
                          <a:lnTo>
                            <a:pt x="24" y="0"/>
                          </a:lnTo>
                          <a:lnTo>
                            <a:pt x="30" y="1"/>
                          </a:lnTo>
                          <a:lnTo>
                            <a:pt x="33" y="3"/>
                          </a:lnTo>
                          <a:lnTo>
                            <a:pt x="39" y="7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62" name="Freeform 90">
                      <a:extLst>
                        <a:ext uri="{FF2B5EF4-FFF2-40B4-BE49-F238E27FC236}">
                          <a16:creationId xmlns:a16="http://schemas.microsoft.com/office/drawing/2014/main" id="{4EC5A608-1C22-9E8B-62D9-4775CC83CF1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233" y="2069"/>
                      <a:ext cx="57" cy="52"/>
                    </a:xfrm>
                    <a:custGeom>
                      <a:avLst/>
                      <a:gdLst>
                        <a:gd name="T0" fmla="*/ 1 w 114"/>
                        <a:gd name="T1" fmla="*/ 1 h 104"/>
                        <a:gd name="T2" fmla="*/ 1 w 114"/>
                        <a:gd name="T3" fmla="*/ 1 h 104"/>
                        <a:gd name="T4" fmla="*/ 1 w 114"/>
                        <a:gd name="T5" fmla="*/ 1 h 104"/>
                        <a:gd name="T6" fmla="*/ 1 w 114"/>
                        <a:gd name="T7" fmla="*/ 0 h 104"/>
                        <a:gd name="T8" fmla="*/ 1 w 114"/>
                        <a:gd name="T9" fmla="*/ 0 h 104"/>
                        <a:gd name="T10" fmla="*/ 1 w 114"/>
                        <a:gd name="T11" fmla="*/ 1 h 104"/>
                        <a:gd name="T12" fmla="*/ 1 w 114"/>
                        <a:gd name="T13" fmla="*/ 1 h 104"/>
                        <a:gd name="T14" fmla="*/ 1 w 114"/>
                        <a:gd name="T15" fmla="*/ 1 h 104"/>
                        <a:gd name="T16" fmla="*/ 1 w 114"/>
                        <a:gd name="T17" fmla="*/ 1 h 104"/>
                        <a:gd name="T18" fmla="*/ 1 w 114"/>
                        <a:gd name="T19" fmla="*/ 1 h 104"/>
                        <a:gd name="T20" fmla="*/ 1 w 114"/>
                        <a:gd name="T21" fmla="*/ 1 h 104"/>
                        <a:gd name="T22" fmla="*/ 1 w 114"/>
                        <a:gd name="T23" fmla="*/ 1 h 104"/>
                        <a:gd name="T24" fmla="*/ 0 w 114"/>
                        <a:gd name="T25" fmla="*/ 1 h 104"/>
                        <a:gd name="T26" fmla="*/ 0 w 114"/>
                        <a:gd name="T27" fmla="*/ 1 h 104"/>
                        <a:gd name="T28" fmla="*/ 0 w 114"/>
                        <a:gd name="T29" fmla="*/ 1 h 104"/>
                        <a:gd name="T30" fmla="*/ 1 w 114"/>
                        <a:gd name="T31" fmla="*/ 1 h 104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w 114"/>
                        <a:gd name="T49" fmla="*/ 0 h 104"/>
                        <a:gd name="T50" fmla="*/ 114 w 114"/>
                        <a:gd name="T51" fmla="*/ 104 h 104"/>
                      </a:gdLst>
                      <a:ahLst/>
                      <a:cxnLst>
                        <a:cxn ang="T32">
                          <a:pos x="T0" y="T1"/>
                        </a:cxn>
                        <a:cxn ang="T33">
                          <a:pos x="T2" y="T3"/>
                        </a:cxn>
                        <a:cxn ang="T34">
                          <a:pos x="T4" y="T5"/>
                        </a:cxn>
                        <a:cxn ang="T35">
                          <a:pos x="T6" y="T7"/>
                        </a:cxn>
                        <a:cxn ang="T36">
                          <a:pos x="T8" y="T9"/>
                        </a:cxn>
                        <a:cxn ang="T37">
                          <a:pos x="T10" y="T11"/>
                        </a:cxn>
                        <a:cxn ang="T38">
                          <a:pos x="T12" y="T13"/>
                        </a:cxn>
                        <a:cxn ang="T39">
                          <a:pos x="T14" y="T15"/>
                        </a:cxn>
                        <a:cxn ang="T40">
                          <a:pos x="T16" y="T17"/>
                        </a:cxn>
                        <a:cxn ang="T41">
                          <a:pos x="T18" y="T19"/>
                        </a:cxn>
                        <a:cxn ang="T42">
                          <a:pos x="T20" y="T21"/>
                        </a:cxn>
                        <a:cxn ang="T43">
                          <a:pos x="T22" y="T23"/>
                        </a:cxn>
                        <a:cxn ang="T44">
                          <a:pos x="T24" y="T25"/>
                        </a:cxn>
                        <a:cxn ang="T45">
                          <a:pos x="T26" y="T27"/>
                        </a:cxn>
                        <a:cxn ang="T46">
                          <a:pos x="T28" y="T29"/>
                        </a:cxn>
                        <a:cxn ang="T47">
                          <a:pos x="T30" y="T31"/>
                        </a:cxn>
                      </a:cxnLst>
                      <a:rect l="T48" t="T49" r="T50" b="T51"/>
                      <a:pathLst>
                        <a:path w="114" h="104">
                          <a:moveTo>
                            <a:pt x="114" y="26"/>
                          </a:moveTo>
                          <a:lnTo>
                            <a:pt x="99" y="13"/>
                          </a:lnTo>
                          <a:lnTo>
                            <a:pt x="83" y="5"/>
                          </a:lnTo>
                          <a:lnTo>
                            <a:pt x="69" y="0"/>
                          </a:lnTo>
                          <a:lnTo>
                            <a:pt x="55" y="0"/>
                          </a:lnTo>
                          <a:lnTo>
                            <a:pt x="41" y="4"/>
                          </a:lnTo>
                          <a:lnTo>
                            <a:pt x="33" y="8"/>
                          </a:lnTo>
                          <a:lnTo>
                            <a:pt x="23" y="14"/>
                          </a:lnTo>
                          <a:lnTo>
                            <a:pt x="16" y="24"/>
                          </a:lnTo>
                          <a:lnTo>
                            <a:pt x="8" y="41"/>
                          </a:lnTo>
                          <a:lnTo>
                            <a:pt x="6" y="55"/>
                          </a:lnTo>
                          <a:lnTo>
                            <a:pt x="2" y="68"/>
                          </a:lnTo>
                          <a:lnTo>
                            <a:pt x="0" y="80"/>
                          </a:lnTo>
                          <a:lnTo>
                            <a:pt x="0" y="96"/>
                          </a:lnTo>
                          <a:lnTo>
                            <a:pt x="0" y="104"/>
                          </a:lnTo>
                          <a:lnTo>
                            <a:pt x="114" y="26"/>
                          </a:lnTo>
                          <a:close/>
                        </a:path>
                      </a:pathLst>
                    </a:custGeom>
                    <a:solidFill>
                      <a:srgbClr val="FF9F9F"/>
                    </a:solidFill>
                    <a:ln w="635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  <p:grpSp>
            <p:nvGrpSpPr>
              <p:cNvPr id="22649" name="Group 91">
                <a:extLst>
                  <a:ext uri="{FF2B5EF4-FFF2-40B4-BE49-F238E27FC236}">
                    <a16:creationId xmlns:a16="http://schemas.microsoft.com/office/drawing/2014/main" id="{785893B9-0391-A78F-67B9-E516F954B4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07" y="1953"/>
                <a:ext cx="372" cy="617"/>
                <a:chOff x="2907" y="1953"/>
                <a:chExt cx="372" cy="617"/>
              </a:xfrm>
            </p:grpSpPr>
            <p:sp>
              <p:nvSpPr>
                <p:cNvPr id="22650" name="Freeform 92">
                  <a:extLst>
                    <a:ext uri="{FF2B5EF4-FFF2-40B4-BE49-F238E27FC236}">
                      <a16:creationId xmlns:a16="http://schemas.microsoft.com/office/drawing/2014/main" id="{464E853E-D64E-CE7D-10A8-1AED59366F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1953"/>
                  <a:ext cx="372" cy="617"/>
                </a:xfrm>
                <a:custGeom>
                  <a:avLst/>
                  <a:gdLst>
                    <a:gd name="T0" fmla="*/ 1 w 744"/>
                    <a:gd name="T1" fmla="*/ 1 h 1233"/>
                    <a:gd name="T2" fmla="*/ 1 w 744"/>
                    <a:gd name="T3" fmla="*/ 1 h 1233"/>
                    <a:gd name="T4" fmla="*/ 1 w 744"/>
                    <a:gd name="T5" fmla="*/ 1 h 1233"/>
                    <a:gd name="T6" fmla="*/ 1 w 744"/>
                    <a:gd name="T7" fmla="*/ 1 h 1233"/>
                    <a:gd name="T8" fmla="*/ 1 w 744"/>
                    <a:gd name="T9" fmla="*/ 1 h 1233"/>
                    <a:gd name="T10" fmla="*/ 1 w 744"/>
                    <a:gd name="T11" fmla="*/ 1 h 1233"/>
                    <a:gd name="T12" fmla="*/ 1 w 744"/>
                    <a:gd name="T13" fmla="*/ 1 h 1233"/>
                    <a:gd name="T14" fmla="*/ 1 w 744"/>
                    <a:gd name="T15" fmla="*/ 0 h 1233"/>
                    <a:gd name="T16" fmla="*/ 1 w 744"/>
                    <a:gd name="T17" fmla="*/ 1 h 1233"/>
                    <a:gd name="T18" fmla="*/ 1 w 744"/>
                    <a:gd name="T19" fmla="*/ 1 h 1233"/>
                    <a:gd name="T20" fmla="*/ 1 w 744"/>
                    <a:gd name="T21" fmla="*/ 1 h 1233"/>
                    <a:gd name="T22" fmla="*/ 1 w 744"/>
                    <a:gd name="T23" fmla="*/ 1 h 1233"/>
                    <a:gd name="T24" fmla="*/ 1 w 744"/>
                    <a:gd name="T25" fmla="*/ 1 h 1233"/>
                    <a:gd name="T26" fmla="*/ 1 w 744"/>
                    <a:gd name="T27" fmla="*/ 1 h 1233"/>
                    <a:gd name="T28" fmla="*/ 1 w 744"/>
                    <a:gd name="T29" fmla="*/ 1 h 1233"/>
                    <a:gd name="T30" fmla="*/ 1 w 744"/>
                    <a:gd name="T31" fmla="*/ 1 h 1233"/>
                    <a:gd name="T32" fmla="*/ 1 w 744"/>
                    <a:gd name="T33" fmla="*/ 1 h 1233"/>
                    <a:gd name="T34" fmla="*/ 1 w 744"/>
                    <a:gd name="T35" fmla="*/ 1 h 1233"/>
                    <a:gd name="T36" fmla="*/ 1 w 744"/>
                    <a:gd name="T37" fmla="*/ 1 h 1233"/>
                    <a:gd name="T38" fmla="*/ 1 w 744"/>
                    <a:gd name="T39" fmla="*/ 1 h 1233"/>
                    <a:gd name="T40" fmla="*/ 1 w 744"/>
                    <a:gd name="T41" fmla="*/ 1 h 1233"/>
                    <a:gd name="T42" fmla="*/ 1 w 744"/>
                    <a:gd name="T43" fmla="*/ 1 h 1233"/>
                    <a:gd name="T44" fmla="*/ 1 w 744"/>
                    <a:gd name="T45" fmla="*/ 1 h 1233"/>
                    <a:gd name="T46" fmla="*/ 1 w 744"/>
                    <a:gd name="T47" fmla="*/ 1 h 1233"/>
                    <a:gd name="T48" fmla="*/ 1 w 744"/>
                    <a:gd name="T49" fmla="*/ 1 h 1233"/>
                    <a:gd name="T50" fmla="*/ 1 w 744"/>
                    <a:gd name="T51" fmla="*/ 1 h 1233"/>
                    <a:gd name="T52" fmla="*/ 0 w 744"/>
                    <a:gd name="T53" fmla="*/ 1 h 1233"/>
                    <a:gd name="T54" fmla="*/ 1 w 744"/>
                    <a:gd name="T55" fmla="*/ 1 h 1233"/>
                    <a:gd name="T56" fmla="*/ 1 w 744"/>
                    <a:gd name="T57" fmla="*/ 1 h 1233"/>
                    <a:gd name="T58" fmla="*/ 0 w 744"/>
                    <a:gd name="T59" fmla="*/ 1 h 1233"/>
                    <a:gd name="T60" fmla="*/ 1 w 744"/>
                    <a:gd name="T61" fmla="*/ 1 h 1233"/>
                    <a:gd name="T62" fmla="*/ 1 w 744"/>
                    <a:gd name="T63" fmla="*/ 1 h 1233"/>
                    <a:gd name="T64" fmla="*/ 1 w 744"/>
                    <a:gd name="T65" fmla="*/ 1 h 1233"/>
                    <a:gd name="T66" fmla="*/ 1 w 744"/>
                    <a:gd name="T67" fmla="*/ 1 h 1233"/>
                    <a:gd name="T68" fmla="*/ 1 w 744"/>
                    <a:gd name="T69" fmla="*/ 1 h 1233"/>
                    <a:gd name="T70" fmla="*/ 1 w 744"/>
                    <a:gd name="T71" fmla="*/ 1 h 1233"/>
                    <a:gd name="T72" fmla="*/ 1 w 744"/>
                    <a:gd name="T73" fmla="*/ 1 h 1233"/>
                    <a:gd name="T74" fmla="*/ 1 w 744"/>
                    <a:gd name="T75" fmla="*/ 1 h 1233"/>
                    <a:gd name="T76" fmla="*/ 1 w 744"/>
                    <a:gd name="T77" fmla="*/ 1 h 1233"/>
                    <a:gd name="T78" fmla="*/ 1 w 744"/>
                    <a:gd name="T79" fmla="*/ 1 h 1233"/>
                    <a:gd name="T80" fmla="*/ 1 w 744"/>
                    <a:gd name="T81" fmla="*/ 1 h 1233"/>
                    <a:gd name="T82" fmla="*/ 1 w 744"/>
                    <a:gd name="T83" fmla="*/ 1 h 1233"/>
                    <a:gd name="T84" fmla="*/ 1 w 744"/>
                    <a:gd name="T85" fmla="*/ 1 h 1233"/>
                    <a:gd name="T86" fmla="*/ 1 w 744"/>
                    <a:gd name="T87" fmla="*/ 1 h 1233"/>
                    <a:gd name="T88" fmla="*/ 1 w 744"/>
                    <a:gd name="T89" fmla="*/ 1 h 1233"/>
                    <a:gd name="T90" fmla="*/ 1 w 744"/>
                    <a:gd name="T91" fmla="*/ 1 h 1233"/>
                    <a:gd name="T92" fmla="*/ 1 w 744"/>
                    <a:gd name="T93" fmla="*/ 1 h 1233"/>
                    <a:gd name="T94" fmla="*/ 1 w 744"/>
                    <a:gd name="T95" fmla="*/ 1 h 1233"/>
                    <a:gd name="T96" fmla="*/ 1 w 744"/>
                    <a:gd name="T97" fmla="*/ 1 h 1233"/>
                    <a:gd name="T98" fmla="*/ 1 w 744"/>
                    <a:gd name="T99" fmla="*/ 1 h 1233"/>
                    <a:gd name="T100" fmla="*/ 1 w 744"/>
                    <a:gd name="T101" fmla="*/ 1 h 1233"/>
                    <a:gd name="T102" fmla="*/ 1 w 744"/>
                    <a:gd name="T103" fmla="*/ 1 h 1233"/>
                    <a:gd name="T104" fmla="*/ 1 w 744"/>
                    <a:gd name="T105" fmla="*/ 1 h 1233"/>
                    <a:gd name="T106" fmla="*/ 1 w 744"/>
                    <a:gd name="T107" fmla="*/ 1 h 1233"/>
                    <a:gd name="T108" fmla="*/ 1 w 744"/>
                    <a:gd name="T109" fmla="*/ 1 h 1233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w 744"/>
                    <a:gd name="T166" fmla="*/ 0 h 1233"/>
                    <a:gd name="T167" fmla="*/ 744 w 744"/>
                    <a:gd name="T168" fmla="*/ 1233 h 1233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T165" t="T166" r="T167" b="T168"/>
                  <a:pathLst>
                    <a:path w="744" h="1233">
                      <a:moveTo>
                        <a:pt x="731" y="147"/>
                      </a:moveTo>
                      <a:lnTo>
                        <a:pt x="744" y="123"/>
                      </a:lnTo>
                      <a:lnTo>
                        <a:pt x="741" y="100"/>
                      </a:lnTo>
                      <a:lnTo>
                        <a:pt x="724" y="69"/>
                      </a:lnTo>
                      <a:lnTo>
                        <a:pt x="687" y="35"/>
                      </a:lnTo>
                      <a:lnTo>
                        <a:pt x="632" y="14"/>
                      </a:lnTo>
                      <a:lnTo>
                        <a:pt x="567" y="11"/>
                      </a:lnTo>
                      <a:lnTo>
                        <a:pt x="519" y="0"/>
                      </a:lnTo>
                      <a:lnTo>
                        <a:pt x="459" y="14"/>
                      </a:lnTo>
                      <a:lnTo>
                        <a:pt x="425" y="21"/>
                      </a:lnTo>
                      <a:lnTo>
                        <a:pt x="381" y="42"/>
                      </a:lnTo>
                      <a:lnTo>
                        <a:pt x="347" y="62"/>
                      </a:lnTo>
                      <a:lnTo>
                        <a:pt x="323" y="106"/>
                      </a:lnTo>
                      <a:lnTo>
                        <a:pt x="282" y="178"/>
                      </a:lnTo>
                      <a:lnTo>
                        <a:pt x="231" y="290"/>
                      </a:lnTo>
                      <a:lnTo>
                        <a:pt x="214" y="352"/>
                      </a:lnTo>
                      <a:lnTo>
                        <a:pt x="210" y="403"/>
                      </a:lnTo>
                      <a:lnTo>
                        <a:pt x="234" y="474"/>
                      </a:lnTo>
                      <a:lnTo>
                        <a:pt x="269" y="529"/>
                      </a:lnTo>
                      <a:lnTo>
                        <a:pt x="272" y="607"/>
                      </a:lnTo>
                      <a:lnTo>
                        <a:pt x="258" y="672"/>
                      </a:lnTo>
                      <a:lnTo>
                        <a:pt x="221" y="791"/>
                      </a:lnTo>
                      <a:lnTo>
                        <a:pt x="200" y="822"/>
                      </a:lnTo>
                      <a:lnTo>
                        <a:pt x="115" y="920"/>
                      </a:lnTo>
                      <a:lnTo>
                        <a:pt x="41" y="978"/>
                      </a:lnTo>
                      <a:lnTo>
                        <a:pt x="14" y="1004"/>
                      </a:lnTo>
                      <a:lnTo>
                        <a:pt x="0" y="1032"/>
                      </a:lnTo>
                      <a:lnTo>
                        <a:pt x="98" y="1012"/>
                      </a:lnTo>
                      <a:lnTo>
                        <a:pt x="27" y="1070"/>
                      </a:lnTo>
                      <a:lnTo>
                        <a:pt x="0" y="1138"/>
                      </a:lnTo>
                      <a:lnTo>
                        <a:pt x="44" y="1113"/>
                      </a:lnTo>
                      <a:lnTo>
                        <a:pt x="108" y="1052"/>
                      </a:lnTo>
                      <a:lnTo>
                        <a:pt x="152" y="1018"/>
                      </a:lnTo>
                      <a:lnTo>
                        <a:pt x="74" y="1141"/>
                      </a:lnTo>
                      <a:lnTo>
                        <a:pt x="41" y="1233"/>
                      </a:lnTo>
                      <a:lnTo>
                        <a:pt x="118" y="1158"/>
                      </a:lnTo>
                      <a:lnTo>
                        <a:pt x="186" y="1056"/>
                      </a:lnTo>
                      <a:lnTo>
                        <a:pt x="186" y="1127"/>
                      </a:lnTo>
                      <a:lnTo>
                        <a:pt x="252" y="998"/>
                      </a:lnTo>
                      <a:lnTo>
                        <a:pt x="313" y="865"/>
                      </a:lnTo>
                      <a:lnTo>
                        <a:pt x="330" y="818"/>
                      </a:lnTo>
                      <a:lnTo>
                        <a:pt x="353" y="699"/>
                      </a:lnTo>
                      <a:lnTo>
                        <a:pt x="384" y="634"/>
                      </a:lnTo>
                      <a:lnTo>
                        <a:pt x="401" y="541"/>
                      </a:lnTo>
                      <a:lnTo>
                        <a:pt x="404" y="521"/>
                      </a:lnTo>
                      <a:lnTo>
                        <a:pt x="422" y="491"/>
                      </a:lnTo>
                      <a:lnTo>
                        <a:pt x="442" y="484"/>
                      </a:lnTo>
                      <a:lnTo>
                        <a:pt x="462" y="474"/>
                      </a:lnTo>
                      <a:lnTo>
                        <a:pt x="504" y="453"/>
                      </a:lnTo>
                      <a:lnTo>
                        <a:pt x="536" y="429"/>
                      </a:lnTo>
                      <a:lnTo>
                        <a:pt x="581" y="396"/>
                      </a:lnTo>
                      <a:lnTo>
                        <a:pt x="628" y="332"/>
                      </a:lnTo>
                      <a:lnTo>
                        <a:pt x="665" y="263"/>
                      </a:lnTo>
                      <a:lnTo>
                        <a:pt x="717" y="189"/>
                      </a:lnTo>
                      <a:lnTo>
                        <a:pt x="731" y="147"/>
                      </a:lnTo>
                      <a:close/>
                    </a:path>
                  </a:pathLst>
                </a:custGeom>
                <a:solidFill>
                  <a:srgbClr val="FF00FF"/>
                </a:solidFill>
                <a:ln w="63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51" name="Oval 93">
                  <a:extLst>
                    <a:ext uri="{FF2B5EF4-FFF2-40B4-BE49-F238E27FC236}">
                      <a16:creationId xmlns:a16="http://schemas.microsoft.com/office/drawing/2014/main" id="{DC71D7BD-3C69-E389-F8FE-01FCD04195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29" y="2198"/>
                  <a:ext cx="84" cy="84"/>
                </a:xfrm>
                <a:prstGeom prst="ellipse">
                  <a:avLst/>
                </a:prstGeom>
                <a:solidFill>
                  <a:srgbClr val="FF00FF"/>
                </a:solidFill>
                <a:ln w="142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5pPr>
                  <a:lvl6pPr marL="25146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6pPr>
                  <a:lvl7pPr marL="29718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7pPr>
                  <a:lvl8pPr marL="34290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8pPr>
                  <a:lvl9pPr marL="3886200" indent="-228600" algn="ctr" eaLnBrk="0" fontAlgn="base" hangingPunct="0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tx2"/>
                    </a:buClr>
                    <a:buFont typeface="Monotype Sorts" pitchFamily="2" charset="2"/>
                    <a:buChar char="&amp;"/>
                    <a:defRPr sz="2400" b="1">
                      <a:solidFill>
                        <a:schemeClr val="bg1"/>
                      </a:solidFill>
                      <a:latin typeface="仿宋_GB2312" pitchFamily="49" charset="-122"/>
                      <a:ea typeface="仿宋_GB2312" pitchFamily="49" charset="-122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2652" name="Freeform 94">
                  <a:extLst>
                    <a:ext uri="{FF2B5EF4-FFF2-40B4-BE49-F238E27FC236}">
                      <a16:creationId xmlns:a16="http://schemas.microsoft.com/office/drawing/2014/main" id="{087D6BE5-82B6-7AD0-8D41-4C3E7A2AB3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8" y="1965"/>
                  <a:ext cx="158" cy="228"/>
                </a:xfrm>
                <a:custGeom>
                  <a:avLst/>
                  <a:gdLst>
                    <a:gd name="T0" fmla="*/ 1 w 315"/>
                    <a:gd name="T1" fmla="*/ 0 h 455"/>
                    <a:gd name="T2" fmla="*/ 1 w 315"/>
                    <a:gd name="T3" fmla="*/ 1 h 455"/>
                    <a:gd name="T4" fmla="*/ 1 w 315"/>
                    <a:gd name="T5" fmla="*/ 1 h 455"/>
                    <a:gd name="T6" fmla="*/ 1 w 315"/>
                    <a:gd name="T7" fmla="*/ 1 h 455"/>
                    <a:gd name="T8" fmla="*/ 1 w 315"/>
                    <a:gd name="T9" fmla="*/ 1 h 455"/>
                    <a:gd name="T10" fmla="*/ 1 w 315"/>
                    <a:gd name="T11" fmla="*/ 1 h 455"/>
                    <a:gd name="T12" fmla="*/ 1 w 315"/>
                    <a:gd name="T13" fmla="*/ 1 h 455"/>
                    <a:gd name="T14" fmla="*/ 1 w 315"/>
                    <a:gd name="T15" fmla="*/ 1 h 455"/>
                    <a:gd name="T16" fmla="*/ 1 w 315"/>
                    <a:gd name="T17" fmla="*/ 1 h 455"/>
                    <a:gd name="T18" fmla="*/ 1 w 315"/>
                    <a:gd name="T19" fmla="*/ 1 h 455"/>
                    <a:gd name="T20" fmla="*/ 1 w 315"/>
                    <a:gd name="T21" fmla="*/ 1 h 455"/>
                    <a:gd name="T22" fmla="*/ 1 w 315"/>
                    <a:gd name="T23" fmla="*/ 1 h 455"/>
                    <a:gd name="T24" fmla="*/ 1 w 315"/>
                    <a:gd name="T25" fmla="*/ 1 h 455"/>
                    <a:gd name="T26" fmla="*/ 1 w 315"/>
                    <a:gd name="T27" fmla="*/ 1 h 455"/>
                    <a:gd name="T28" fmla="*/ 1 w 315"/>
                    <a:gd name="T29" fmla="*/ 1 h 455"/>
                    <a:gd name="T30" fmla="*/ 1 w 315"/>
                    <a:gd name="T31" fmla="*/ 1 h 455"/>
                    <a:gd name="T32" fmla="*/ 1 w 315"/>
                    <a:gd name="T33" fmla="*/ 1 h 455"/>
                    <a:gd name="T34" fmla="*/ 1 w 315"/>
                    <a:gd name="T35" fmla="*/ 1 h 455"/>
                    <a:gd name="T36" fmla="*/ 1 w 315"/>
                    <a:gd name="T37" fmla="*/ 1 h 455"/>
                    <a:gd name="T38" fmla="*/ 1 w 315"/>
                    <a:gd name="T39" fmla="*/ 1 h 455"/>
                    <a:gd name="T40" fmla="*/ 0 w 315"/>
                    <a:gd name="T41" fmla="*/ 1 h 45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315"/>
                    <a:gd name="T64" fmla="*/ 0 h 455"/>
                    <a:gd name="T65" fmla="*/ 315 w 315"/>
                    <a:gd name="T66" fmla="*/ 455 h 455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315" h="455">
                      <a:moveTo>
                        <a:pt x="315" y="0"/>
                      </a:moveTo>
                      <a:lnTo>
                        <a:pt x="291" y="24"/>
                      </a:lnTo>
                      <a:lnTo>
                        <a:pt x="264" y="50"/>
                      </a:lnTo>
                      <a:lnTo>
                        <a:pt x="245" y="71"/>
                      </a:lnTo>
                      <a:lnTo>
                        <a:pt x="229" y="95"/>
                      </a:lnTo>
                      <a:lnTo>
                        <a:pt x="218" y="114"/>
                      </a:lnTo>
                      <a:lnTo>
                        <a:pt x="209" y="139"/>
                      </a:lnTo>
                      <a:lnTo>
                        <a:pt x="201" y="170"/>
                      </a:lnTo>
                      <a:lnTo>
                        <a:pt x="189" y="215"/>
                      </a:lnTo>
                      <a:lnTo>
                        <a:pt x="183" y="243"/>
                      </a:lnTo>
                      <a:lnTo>
                        <a:pt x="175" y="274"/>
                      </a:lnTo>
                      <a:lnTo>
                        <a:pt x="162" y="299"/>
                      </a:lnTo>
                      <a:lnTo>
                        <a:pt x="147" y="325"/>
                      </a:lnTo>
                      <a:lnTo>
                        <a:pt x="130" y="345"/>
                      </a:lnTo>
                      <a:lnTo>
                        <a:pt x="109" y="365"/>
                      </a:lnTo>
                      <a:lnTo>
                        <a:pt x="88" y="383"/>
                      </a:lnTo>
                      <a:lnTo>
                        <a:pt x="63" y="402"/>
                      </a:lnTo>
                      <a:lnTo>
                        <a:pt x="43" y="416"/>
                      </a:lnTo>
                      <a:lnTo>
                        <a:pt x="25" y="428"/>
                      </a:lnTo>
                      <a:lnTo>
                        <a:pt x="9" y="442"/>
                      </a:lnTo>
                      <a:lnTo>
                        <a:pt x="0" y="455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53" name="Freeform 95">
                  <a:extLst>
                    <a:ext uri="{FF2B5EF4-FFF2-40B4-BE49-F238E27FC236}">
                      <a16:creationId xmlns:a16="http://schemas.microsoft.com/office/drawing/2014/main" id="{55C7C10B-4E41-A725-3301-612A7E90C2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1" y="1957"/>
                  <a:ext cx="117" cy="235"/>
                </a:xfrm>
                <a:custGeom>
                  <a:avLst/>
                  <a:gdLst>
                    <a:gd name="T0" fmla="*/ 1 w 234"/>
                    <a:gd name="T1" fmla="*/ 0 h 469"/>
                    <a:gd name="T2" fmla="*/ 1 w 234"/>
                    <a:gd name="T3" fmla="*/ 1 h 469"/>
                    <a:gd name="T4" fmla="*/ 1 w 234"/>
                    <a:gd name="T5" fmla="*/ 1 h 469"/>
                    <a:gd name="T6" fmla="*/ 1 w 234"/>
                    <a:gd name="T7" fmla="*/ 1 h 469"/>
                    <a:gd name="T8" fmla="*/ 1 w 234"/>
                    <a:gd name="T9" fmla="*/ 1 h 469"/>
                    <a:gd name="T10" fmla="*/ 1 w 234"/>
                    <a:gd name="T11" fmla="*/ 1 h 469"/>
                    <a:gd name="T12" fmla="*/ 1 w 234"/>
                    <a:gd name="T13" fmla="*/ 1 h 469"/>
                    <a:gd name="T14" fmla="*/ 1 w 234"/>
                    <a:gd name="T15" fmla="*/ 1 h 469"/>
                    <a:gd name="T16" fmla="*/ 1 w 234"/>
                    <a:gd name="T17" fmla="*/ 1 h 469"/>
                    <a:gd name="T18" fmla="*/ 1 w 234"/>
                    <a:gd name="T19" fmla="*/ 1 h 469"/>
                    <a:gd name="T20" fmla="*/ 1 w 234"/>
                    <a:gd name="T21" fmla="*/ 1 h 469"/>
                    <a:gd name="T22" fmla="*/ 1 w 234"/>
                    <a:gd name="T23" fmla="*/ 1 h 469"/>
                    <a:gd name="T24" fmla="*/ 1 w 234"/>
                    <a:gd name="T25" fmla="*/ 1 h 469"/>
                    <a:gd name="T26" fmla="*/ 1 w 234"/>
                    <a:gd name="T27" fmla="*/ 1 h 469"/>
                    <a:gd name="T28" fmla="*/ 1 w 234"/>
                    <a:gd name="T29" fmla="*/ 1 h 469"/>
                    <a:gd name="T30" fmla="*/ 0 w 234"/>
                    <a:gd name="T31" fmla="*/ 1 h 469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w 234"/>
                    <a:gd name="T49" fmla="*/ 0 h 469"/>
                    <a:gd name="T50" fmla="*/ 234 w 234"/>
                    <a:gd name="T51" fmla="*/ 469 h 469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T48" t="T49" r="T50" b="T51"/>
                  <a:pathLst>
                    <a:path w="234" h="469">
                      <a:moveTo>
                        <a:pt x="234" y="0"/>
                      </a:moveTo>
                      <a:lnTo>
                        <a:pt x="185" y="35"/>
                      </a:lnTo>
                      <a:lnTo>
                        <a:pt x="161" y="59"/>
                      </a:lnTo>
                      <a:lnTo>
                        <a:pt x="143" y="84"/>
                      </a:lnTo>
                      <a:lnTo>
                        <a:pt x="130" y="110"/>
                      </a:lnTo>
                      <a:lnTo>
                        <a:pt x="119" y="140"/>
                      </a:lnTo>
                      <a:lnTo>
                        <a:pt x="107" y="187"/>
                      </a:lnTo>
                      <a:lnTo>
                        <a:pt x="100" y="220"/>
                      </a:lnTo>
                      <a:lnTo>
                        <a:pt x="89" y="250"/>
                      </a:lnTo>
                      <a:lnTo>
                        <a:pt x="72" y="281"/>
                      </a:lnTo>
                      <a:lnTo>
                        <a:pt x="58" y="310"/>
                      </a:lnTo>
                      <a:lnTo>
                        <a:pt x="46" y="331"/>
                      </a:lnTo>
                      <a:lnTo>
                        <a:pt x="34" y="364"/>
                      </a:lnTo>
                      <a:lnTo>
                        <a:pt x="20" y="395"/>
                      </a:lnTo>
                      <a:lnTo>
                        <a:pt x="6" y="435"/>
                      </a:lnTo>
                      <a:lnTo>
                        <a:pt x="0" y="469"/>
                      </a:lnTo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2643" name="Group 96">
              <a:extLst>
                <a:ext uri="{FF2B5EF4-FFF2-40B4-BE49-F238E27FC236}">
                  <a16:creationId xmlns:a16="http://schemas.microsoft.com/office/drawing/2014/main" id="{A4AC954A-C07B-1701-BF63-15FEF30149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4" y="2384"/>
              <a:ext cx="91" cy="48"/>
              <a:chOff x="3114" y="2272"/>
              <a:chExt cx="91" cy="48"/>
            </a:xfrm>
          </p:grpSpPr>
          <p:sp>
            <p:nvSpPr>
              <p:cNvPr id="22644" name="Oval 97">
                <a:extLst>
                  <a:ext uri="{FF2B5EF4-FFF2-40B4-BE49-F238E27FC236}">
                    <a16:creationId xmlns:a16="http://schemas.microsoft.com/office/drawing/2014/main" id="{AEE792C2-97E3-B696-CE04-467EC708D8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4" y="2272"/>
                <a:ext cx="24" cy="25"/>
              </a:xfrm>
              <a:prstGeom prst="ellipse">
                <a:avLst/>
              </a:prstGeom>
              <a:solidFill>
                <a:srgbClr val="FF9F1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45" name="Oval 98">
                <a:extLst>
                  <a:ext uri="{FF2B5EF4-FFF2-40B4-BE49-F238E27FC236}">
                    <a16:creationId xmlns:a16="http://schemas.microsoft.com/office/drawing/2014/main" id="{BDDED162-0E8F-C014-97F5-4DC955A263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9" y="2285"/>
                <a:ext cx="24" cy="25"/>
              </a:xfrm>
              <a:prstGeom prst="ellipse">
                <a:avLst/>
              </a:prstGeom>
              <a:solidFill>
                <a:srgbClr val="FF9F1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46" name="Oval 99">
                <a:extLst>
                  <a:ext uri="{FF2B5EF4-FFF2-40B4-BE49-F238E27FC236}">
                    <a16:creationId xmlns:a16="http://schemas.microsoft.com/office/drawing/2014/main" id="{27CEC9DD-38D6-2350-8796-D83D31449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2279"/>
                <a:ext cx="25" cy="24"/>
              </a:xfrm>
              <a:prstGeom prst="ellipse">
                <a:avLst/>
              </a:prstGeom>
              <a:solidFill>
                <a:srgbClr val="FF9F1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47" name="Oval 100">
                <a:extLst>
                  <a:ext uri="{FF2B5EF4-FFF2-40B4-BE49-F238E27FC236}">
                    <a16:creationId xmlns:a16="http://schemas.microsoft.com/office/drawing/2014/main" id="{3EAE2AC0-5A31-7803-0EF5-397170882B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4" y="2295"/>
                <a:ext cx="25" cy="25"/>
              </a:xfrm>
              <a:prstGeom prst="ellipse">
                <a:avLst/>
              </a:prstGeom>
              <a:solidFill>
                <a:srgbClr val="FF9F1F"/>
              </a:solidFill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5pPr>
                <a:lvl6pPr marL="25146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6pPr>
                <a:lvl7pPr marL="29718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7pPr>
                <a:lvl8pPr marL="34290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8pPr>
                <a:lvl9pPr marL="3886200" indent="-22860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tx2"/>
                  </a:buClr>
                  <a:buFont typeface="Monotype Sorts" pitchFamily="2" charset="2"/>
                  <a:buChar char="&amp;"/>
                  <a:defRPr sz="2400" b="1">
                    <a:solidFill>
                      <a:schemeClr val="bg1"/>
                    </a:solidFill>
                    <a:latin typeface="仿宋_GB2312" pitchFamily="49" charset="-122"/>
                    <a:ea typeface="仿宋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31" name="Group 101">
            <a:extLst>
              <a:ext uri="{FF2B5EF4-FFF2-40B4-BE49-F238E27FC236}">
                <a16:creationId xmlns:a16="http://schemas.microsoft.com/office/drawing/2014/main" id="{8CBEAA3E-8D6E-A3B3-4045-CC083748AB13}"/>
              </a:ext>
            </a:extLst>
          </p:cNvPr>
          <p:cNvGrpSpPr>
            <a:grpSpLocks/>
          </p:cNvGrpSpPr>
          <p:nvPr/>
        </p:nvGrpSpPr>
        <p:grpSpPr bwMode="auto">
          <a:xfrm>
            <a:off x="5203825" y="2528888"/>
            <a:ext cx="3533775" cy="2076450"/>
            <a:chOff x="2308" y="1351"/>
            <a:chExt cx="2226" cy="1020"/>
          </a:xfrm>
        </p:grpSpPr>
        <p:sp>
          <p:nvSpPr>
            <p:cNvPr id="22544" name="Freeform 102">
              <a:extLst>
                <a:ext uri="{FF2B5EF4-FFF2-40B4-BE49-F238E27FC236}">
                  <a16:creationId xmlns:a16="http://schemas.microsoft.com/office/drawing/2014/main" id="{DE953667-702A-D47B-581B-679561B7F16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12" y="2180"/>
              <a:ext cx="2122" cy="155"/>
            </a:xfrm>
            <a:custGeom>
              <a:avLst/>
              <a:gdLst>
                <a:gd name="T0" fmla="*/ 0 w 3180"/>
                <a:gd name="T1" fmla="*/ 2 h 204"/>
                <a:gd name="T2" fmla="*/ 1 w 3180"/>
                <a:gd name="T3" fmla="*/ 2 h 204"/>
                <a:gd name="T4" fmla="*/ 1 w 3180"/>
                <a:gd name="T5" fmla="*/ 2 h 204"/>
                <a:gd name="T6" fmla="*/ 1 w 3180"/>
                <a:gd name="T7" fmla="*/ 2 h 204"/>
                <a:gd name="T8" fmla="*/ 1 w 3180"/>
                <a:gd name="T9" fmla="*/ 2 h 204"/>
                <a:gd name="T10" fmla="*/ 1 w 3180"/>
                <a:gd name="T11" fmla="*/ 2 h 204"/>
                <a:gd name="T12" fmla="*/ 2 w 3180"/>
                <a:gd name="T13" fmla="*/ 2 h 204"/>
                <a:gd name="T14" fmla="*/ 3 w 3180"/>
                <a:gd name="T15" fmla="*/ 2 h 204"/>
                <a:gd name="T16" fmla="*/ 3 w 3180"/>
                <a:gd name="T17" fmla="*/ 2 h 204"/>
                <a:gd name="T18" fmla="*/ 3 w 3180"/>
                <a:gd name="T19" fmla="*/ 3 h 204"/>
                <a:gd name="T20" fmla="*/ 3 w 3180"/>
                <a:gd name="T21" fmla="*/ 2 h 204"/>
                <a:gd name="T22" fmla="*/ 4 w 3180"/>
                <a:gd name="T23" fmla="*/ 2 h 204"/>
                <a:gd name="T24" fmla="*/ 5 w 3180"/>
                <a:gd name="T25" fmla="*/ 2 h 204"/>
                <a:gd name="T26" fmla="*/ 6 w 3180"/>
                <a:gd name="T27" fmla="*/ 2 h 204"/>
                <a:gd name="T28" fmla="*/ 6 w 3180"/>
                <a:gd name="T29" fmla="*/ 3 h 204"/>
                <a:gd name="T30" fmla="*/ 6 w 3180"/>
                <a:gd name="T31" fmla="*/ 3 h 204"/>
                <a:gd name="T32" fmla="*/ 7 w 3180"/>
                <a:gd name="T33" fmla="*/ 2 h 204"/>
                <a:gd name="T34" fmla="*/ 7 w 3180"/>
                <a:gd name="T35" fmla="*/ 2 h 204"/>
                <a:gd name="T36" fmla="*/ 7 w 3180"/>
                <a:gd name="T37" fmla="*/ 3 h 204"/>
                <a:gd name="T38" fmla="*/ 7 w 3180"/>
                <a:gd name="T39" fmla="*/ 4 h 204"/>
                <a:gd name="T40" fmla="*/ 7 w 3180"/>
                <a:gd name="T41" fmla="*/ 3 h 204"/>
                <a:gd name="T42" fmla="*/ 8 w 3180"/>
                <a:gd name="T43" fmla="*/ 3 h 204"/>
                <a:gd name="T44" fmla="*/ 9 w 3180"/>
                <a:gd name="T45" fmla="*/ 4 h 204"/>
                <a:gd name="T46" fmla="*/ 10 w 3180"/>
                <a:gd name="T47" fmla="*/ 2 h 204"/>
                <a:gd name="T48" fmla="*/ 10 w 3180"/>
                <a:gd name="T49" fmla="*/ 3 h 204"/>
                <a:gd name="T50" fmla="*/ 10 w 3180"/>
                <a:gd name="T51" fmla="*/ 4 h 204"/>
                <a:gd name="T52" fmla="*/ 10 w 3180"/>
                <a:gd name="T53" fmla="*/ 4 h 204"/>
                <a:gd name="T54" fmla="*/ 10 w 3180"/>
                <a:gd name="T55" fmla="*/ 3 h 204"/>
                <a:gd name="T56" fmla="*/ 10 w 3180"/>
                <a:gd name="T57" fmla="*/ 4 h 204"/>
                <a:gd name="T58" fmla="*/ 10 w 3180"/>
                <a:gd name="T59" fmla="*/ 4 h 204"/>
                <a:gd name="T60" fmla="*/ 10 w 3180"/>
                <a:gd name="T61" fmla="*/ 3 h 204"/>
                <a:gd name="T62" fmla="*/ 11 w 3180"/>
                <a:gd name="T63" fmla="*/ 4 h 204"/>
                <a:gd name="T64" fmla="*/ 11 w 3180"/>
                <a:gd name="T65" fmla="*/ 4 h 20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80"/>
                <a:gd name="T100" fmla="*/ 0 h 204"/>
                <a:gd name="T101" fmla="*/ 3180 w 3180"/>
                <a:gd name="T102" fmla="*/ 204 h 20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80" h="204">
                  <a:moveTo>
                    <a:pt x="0" y="50"/>
                  </a:moveTo>
                  <a:cubicBezTo>
                    <a:pt x="32" y="46"/>
                    <a:pt x="65" y="46"/>
                    <a:pt x="96" y="38"/>
                  </a:cubicBezTo>
                  <a:cubicBezTo>
                    <a:pt x="183" y="14"/>
                    <a:pt x="75" y="0"/>
                    <a:pt x="180" y="26"/>
                  </a:cubicBezTo>
                  <a:cubicBezTo>
                    <a:pt x="276" y="90"/>
                    <a:pt x="156" y="26"/>
                    <a:pt x="252" y="26"/>
                  </a:cubicBezTo>
                  <a:cubicBezTo>
                    <a:pt x="277" y="26"/>
                    <a:pt x="300" y="42"/>
                    <a:pt x="324" y="50"/>
                  </a:cubicBezTo>
                  <a:cubicBezTo>
                    <a:pt x="336" y="54"/>
                    <a:pt x="360" y="62"/>
                    <a:pt x="360" y="62"/>
                  </a:cubicBezTo>
                  <a:cubicBezTo>
                    <a:pt x="511" y="39"/>
                    <a:pt x="491" y="35"/>
                    <a:pt x="600" y="62"/>
                  </a:cubicBezTo>
                  <a:cubicBezTo>
                    <a:pt x="674" y="51"/>
                    <a:pt x="745" y="38"/>
                    <a:pt x="816" y="14"/>
                  </a:cubicBezTo>
                  <a:cubicBezTo>
                    <a:pt x="820" y="42"/>
                    <a:pt x="822" y="70"/>
                    <a:pt x="828" y="98"/>
                  </a:cubicBezTo>
                  <a:cubicBezTo>
                    <a:pt x="830" y="110"/>
                    <a:pt x="828" y="136"/>
                    <a:pt x="840" y="134"/>
                  </a:cubicBezTo>
                  <a:cubicBezTo>
                    <a:pt x="862" y="130"/>
                    <a:pt x="872" y="102"/>
                    <a:pt x="888" y="86"/>
                  </a:cubicBezTo>
                  <a:cubicBezTo>
                    <a:pt x="968" y="113"/>
                    <a:pt x="1043" y="61"/>
                    <a:pt x="1116" y="110"/>
                  </a:cubicBezTo>
                  <a:cubicBezTo>
                    <a:pt x="1222" y="84"/>
                    <a:pt x="1332" y="80"/>
                    <a:pt x="1440" y="62"/>
                  </a:cubicBezTo>
                  <a:cubicBezTo>
                    <a:pt x="1477" y="172"/>
                    <a:pt x="1422" y="48"/>
                    <a:pt x="1656" y="74"/>
                  </a:cubicBezTo>
                  <a:cubicBezTo>
                    <a:pt x="1672" y="76"/>
                    <a:pt x="1664" y="106"/>
                    <a:pt x="1668" y="122"/>
                  </a:cubicBezTo>
                  <a:cubicBezTo>
                    <a:pt x="1754" y="93"/>
                    <a:pt x="1647" y="122"/>
                    <a:pt x="1752" y="122"/>
                  </a:cubicBezTo>
                  <a:cubicBezTo>
                    <a:pt x="1784" y="122"/>
                    <a:pt x="1816" y="114"/>
                    <a:pt x="1848" y="110"/>
                  </a:cubicBezTo>
                  <a:cubicBezTo>
                    <a:pt x="1899" y="186"/>
                    <a:pt x="1841" y="124"/>
                    <a:pt x="1968" y="110"/>
                  </a:cubicBezTo>
                  <a:cubicBezTo>
                    <a:pt x="2008" y="106"/>
                    <a:pt x="2048" y="118"/>
                    <a:pt x="2088" y="122"/>
                  </a:cubicBezTo>
                  <a:cubicBezTo>
                    <a:pt x="2202" y="84"/>
                    <a:pt x="2027" y="129"/>
                    <a:pt x="2136" y="170"/>
                  </a:cubicBezTo>
                  <a:cubicBezTo>
                    <a:pt x="2163" y="180"/>
                    <a:pt x="2192" y="153"/>
                    <a:pt x="2220" y="146"/>
                  </a:cubicBezTo>
                  <a:cubicBezTo>
                    <a:pt x="2244" y="141"/>
                    <a:pt x="2268" y="138"/>
                    <a:pt x="2292" y="134"/>
                  </a:cubicBezTo>
                  <a:cubicBezTo>
                    <a:pt x="2362" y="204"/>
                    <a:pt x="2416" y="182"/>
                    <a:pt x="2508" y="170"/>
                  </a:cubicBezTo>
                  <a:cubicBezTo>
                    <a:pt x="2611" y="136"/>
                    <a:pt x="2713" y="122"/>
                    <a:pt x="2820" y="110"/>
                  </a:cubicBezTo>
                  <a:cubicBezTo>
                    <a:pt x="2828" y="122"/>
                    <a:pt x="2838" y="133"/>
                    <a:pt x="2844" y="146"/>
                  </a:cubicBezTo>
                  <a:cubicBezTo>
                    <a:pt x="2850" y="161"/>
                    <a:pt x="2840" y="190"/>
                    <a:pt x="2856" y="194"/>
                  </a:cubicBezTo>
                  <a:cubicBezTo>
                    <a:pt x="2872" y="198"/>
                    <a:pt x="2877" y="166"/>
                    <a:pt x="2892" y="158"/>
                  </a:cubicBezTo>
                  <a:cubicBezTo>
                    <a:pt x="2906" y="150"/>
                    <a:pt x="2924" y="150"/>
                    <a:pt x="2940" y="146"/>
                  </a:cubicBezTo>
                  <a:cubicBezTo>
                    <a:pt x="3009" y="100"/>
                    <a:pt x="2952" y="122"/>
                    <a:pt x="2988" y="158"/>
                  </a:cubicBezTo>
                  <a:cubicBezTo>
                    <a:pt x="2997" y="167"/>
                    <a:pt x="3012" y="166"/>
                    <a:pt x="3024" y="170"/>
                  </a:cubicBezTo>
                  <a:cubicBezTo>
                    <a:pt x="3036" y="162"/>
                    <a:pt x="3046" y="143"/>
                    <a:pt x="3060" y="146"/>
                  </a:cubicBezTo>
                  <a:cubicBezTo>
                    <a:pt x="3088" y="152"/>
                    <a:pt x="3132" y="194"/>
                    <a:pt x="3132" y="194"/>
                  </a:cubicBezTo>
                  <a:cubicBezTo>
                    <a:pt x="3173" y="180"/>
                    <a:pt x="3159" y="191"/>
                    <a:pt x="3180" y="170"/>
                  </a:cubicBezTo>
                </a:path>
              </a:pathLst>
            </a:custGeom>
            <a:noFill/>
            <a:ln w="76200">
              <a:solidFill>
                <a:srgbClr val="00FF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5" name="Freeform 103">
              <a:extLst>
                <a:ext uri="{FF2B5EF4-FFF2-40B4-BE49-F238E27FC236}">
                  <a16:creationId xmlns:a16="http://schemas.microsoft.com/office/drawing/2014/main" id="{0CB70838-12D5-B35F-8F5B-0255A7128C1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08" y="2217"/>
              <a:ext cx="2122" cy="154"/>
            </a:xfrm>
            <a:custGeom>
              <a:avLst/>
              <a:gdLst>
                <a:gd name="T0" fmla="*/ 0 w 3180"/>
                <a:gd name="T1" fmla="*/ 2 h 204"/>
                <a:gd name="T2" fmla="*/ 1 w 3180"/>
                <a:gd name="T3" fmla="*/ 2 h 204"/>
                <a:gd name="T4" fmla="*/ 1 w 3180"/>
                <a:gd name="T5" fmla="*/ 2 h 204"/>
                <a:gd name="T6" fmla="*/ 1 w 3180"/>
                <a:gd name="T7" fmla="*/ 2 h 204"/>
                <a:gd name="T8" fmla="*/ 1 w 3180"/>
                <a:gd name="T9" fmla="*/ 2 h 204"/>
                <a:gd name="T10" fmla="*/ 1 w 3180"/>
                <a:gd name="T11" fmla="*/ 2 h 204"/>
                <a:gd name="T12" fmla="*/ 2 w 3180"/>
                <a:gd name="T13" fmla="*/ 2 h 204"/>
                <a:gd name="T14" fmla="*/ 3 w 3180"/>
                <a:gd name="T15" fmla="*/ 2 h 204"/>
                <a:gd name="T16" fmla="*/ 3 w 3180"/>
                <a:gd name="T17" fmla="*/ 2 h 204"/>
                <a:gd name="T18" fmla="*/ 3 w 3180"/>
                <a:gd name="T19" fmla="*/ 3 h 204"/>
                <a:gd name="T20" fmla="*/ 3 w 3180"/>
                <a:gd name="T21" fmla="*/ 2 h 204"/>
                <a:gd name="T22" fmla="*/ 4 w 3180"/>
                <a:gd name="T23" fmla="*/ 2 h 204"/>
                <a:gd name="T24" fmla="*/ 5 w 3180"/>
                <a:gd name="T25" fmla="*/ 2 h 204"/>
                <a:gd name="T26" fmla="*/ 6 w 3180"/>
                <a:gd name="T27" fmla="*/ 2 h 204"/>
                <a:gd name="T28" fmla="*/ 6 w 3180"/>
                <a:gd name="T29" fmla="*/ 3 h 204"/>
                <a:gd name="T30" fmla="*/ 6 w 3180"/>
                <a:gd name="T31" fmla="*/ 3 h 204"/>
                <a:gd name="T32" fmla="*/ 7 w 3180"/>
                <a:gd name="T33" fmla="*/ 2 h 204"/>
                <a:gd name="T34" fmla="*/ 7 w 3180"/>
                <a:gd name="T35" fmla="*/ 2 h 204"/>
                <a:gd name="T36" fmla="*/ 7 w 3180"/>
                <a:gd name="T37" fmla="*/ 3 h 204"/>
                <a:gd name="T38" fmla="*/ 7 w 3180"/>
                <a:gd name="T39" fmla="*/ 4 h 204"/>
                <a:gd name="T40" fmla="*/ 7 w 3180"/>
                <a:gd name="T41" fmla="*/ 3 h 204"/>
                <a:gd name="T42" fmla="*/ 8 w 3180"/>
                <a:gd name="T43" fmla="*/ 3 h 204"/>
                <a:gd name="T44" fmla="*/ 9 w 3180"/>
                <a:gd name="T45" fmla="*/ 4 h 204"/>
                <a:gd name="T46" fmla="*/ 10 w 3180"/>
                <a:gd name="T47" fmla="*/ 2 h 204"/>
                <a:gd name="T48" fmla="*/ 10 w 3180"/>
                <a:gd name="T49" fmla="*/ 3 h 204"/>
                <a:gd name="T50" fmla="*/ 10 w 3180"/>
                <a:gd name="T51" fmla="*/ 4 h 204"/>
                <a:gd name="T52" fmla="*/ 10 w 3180"/>
                <a:gd name="T53" fmla="*/ 4 h 204"/>
                <a:gd name="T54" fmla="*/ 10 w 3180"/>
                <a:gd name="T55" fmla="*/ 3 h 204"/>
                <a:gd name="T56" fmla="*/ 10 w 3180"/>
                <a:gd name="T57" fmla="*/ 4 h 204"/>
                <a:gd name="T58" fmla="*/ 10 w 3180"/>
                <a:gd name="T59" fmla="*/ 4 h 204"/>
                <a:gd name="T60" fmla="*/ 10 w 3180"/>
                <a:gd name="T61" fmla="*/ 3 h 204"/>
                <a:gd name="T62" fmla="*/ 11 w 3180"/>
                <a:gd name="T63" fmla="*/ 4 h 204"/>
                <a:gd name="T64" fmla="*/ 11 w 3180"/>
                <a:gd name="T65" fmla="*/ 4 h 20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3180"/>
                <a:gd name="T100" fmla="*/ 0 h 204"/>
                <a:gd name="T101" fmla="*/ 3180 w 3180"/>
                <a:gd name="T102" fmla="*/ 204 h 20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3180" h="204">
                  <a:moveTo>
                    <a:pt x="0" y="50"/>
                  </a:moveTo>
                  <a:cubicBezTo>
                    <a:pt x="32" y="46"/>
                    <a:pt x="65" y="46"/>
                    <a:pt x="96" y="38"/>
                  </a:cubicBezTo>
                  <a:cubicBezTo>
                    <a:pt x="183" y="14"/>
                    <a:pt x="75" y="0"/>
                    <a:pt x="180" y="26"/>
                  </a:cubicBezTo>
                  <a:cubicBezTo>
                    <a:pt x="276" y="90"/>
                    <a:pt x="156" y="26"/>
                    <a:pt x="252" y="26"/>
                  </a:cubicBezTo>
                  <a:cubicBezTo>
                    <a:pt x="277" y="26"/>
                    <a:pt x="300" y="42"/>
                    <a:pt x="324" y="50"/>
                  </a:cubicBezTo>
                  <a:cubicBezTo>
                    <a:pt x="336" y="54"/>
                    <a:pt x="360" y="62"/>
                    <a:pt x="360" y="62"/>
                  </a:cubicBezTo>
                  <a:cubicBezTo>
                    <a:pt x="511" y="39"/>
                    <a:pt x="491" y="35"/>
                    <a:pt x="600" y="62"/>
                  </a:cubicBezTo>
                  <a:cubicBezTo>
                    <a:pt x="674" y="51"/>
                    <a:pt x="745" y="38"/>
                    <a:pt x="816" y="14"/>
                  </a:cubicBezTo>
                  <a:cubicBezTo>
                    <a:pt x="820" y="42"/>
                    <a:pt x="822" y="70"/>
                    <a:pt x="828" y="98"/>
                  </a:cubicBezTo>
                  <a:cubicBezTo>
                    <a:pt x="830" y="110"/>
                    <a:pt x="828" y="136"/>
                    <a:pt x="840" y="134"/>
                  </a:cubicBezTo>
                  <a:cubicBezTo>
                    <a:pt x="862" y="130"/>
                    <a:pt x="872" y="102"/>
                    <a:pt x="888" y="86"/>
                  </a:cubicBezTo>
                  <a:cubicBezTo>
                    <a:pt x="968" y="113"/>
                    <a:pt x="1043" y="61"/>
                    <a:pt x="1116" y="110"/>
                  </a:cubicBezTo>
                  <a:cubicBezTo>
                    <a:pt x="1222" y="84"/>
                    <a:pt x="1332" y="80"/>
                    <a:pt x="1440" y="62"/>
                  </a:cubicBezTo>
                  <a:cubicBezTo>
                    <a:pt x="1477" y="172"/>
                    <a:pt x="1422" y="48"/>
                    <a:pt x="1656" y="74"/>
                  </a:cubicBezTo>
                  <a:cubicBezTo>
                    <a:pt x="1672" y="76"/>
                    <a:pt x="1664" y="106"/>
                    <a:pt x="1668" y="122"/>
                  </a:cubicBezTo>
                  <a:cubicBezTo>
                    <a:pt x="1754" y="93"/>
                    <a:pt x="1647" y="122"/>
                    <a:pt x="1752" y="122"/>
                  </a:cubicBezTo>
                  <a:cubicBezTo>
                    <a:pt x="1784" y="122"/>
                    <a:pt x="1816" y="114"/>
                    <a:pt x="1848" y="110"/>
                  </a:cubicBezTo>
                  <a:cubicBezTo>
                    <a:pt x="1899" y="186"/>
                    <a:pt x="1841" y="124"/>
                    <a:pt x="1968" y="110"/>
                  </a:cubicBezTo>
                  <a:cubicBezTo>
                    <a:pt x="2008" y="106"/>
                    <a:pt x="2048" y="118"/>
                    <a:pt x="2088" y="122"/>
                  </a:cubicBezTo>
                  <a:cubicBezTo>
                    <a:pt x="2202" y="84"/>
                    <a:pt x="2027" y="129"/>
                    <a:pt x="2136" y="170"/>
                  </a:cubicBezTo>
                  <a:cubicBezTo>
                    <a:pt x="2163" y="180"/>
                    <a:pt x="2192" y="153"/>
                    <a:pt x="2220" y="146"/>
                  </a:cubicBezTo>
                  <a:cubicBezTo>
                    <a:pt x="2244" y="141"/>
                    <a:pt x="2268" y="138"/>
                    <a:pt x="2292" y="134"/>
                  </a:cubicBezTo>
                  <a:cubicBezTo>
                    <a:pt x="2362" y="204"/>
                    <a:pt x="2416" y="182"/>
                    <a:pt x="2508" y="170"/>
                  </a:cubicBezTo>
                  <a:cubicBezTo>
                    <a:pt x="2611" y="136"/>
                    <a:pt x="2713" y="122"/>
                    <a:pt x="2820" y="110"/>
                  </a:cubicBezTo>
                  <a:cubicBezTo>
                    <a:pt x="2828" y="122"/>
                    <a:pt x="2838" y="133"/>
                    <a:pt x="2844" y="146"/>
                  </a:cubicBezTo>
                  <a:cubicBezTo>
                    <a:pt x="2850" y="161"/>
                    <a:pt x="2840" y="190"/>
                    <a:pt x="2856" y="194"/>
                  </a:cubicBezTo>
                  <a:cubicBezTo>
                    <a:pt x="2872" y="198"/>
                    <a:pt x="2877" y="166"/>
                    <a:pt x="2892" y="158"/>
                  </a:cubicBezTo>
                  <a:cubicBezTo>
                    <a:pt x="2906" y="150"/>
                    <a:pt x="2924" y="150"/>
                    <a:pt x="2940" y="146"/>
                  </a:cubicBezTo>
                  <a:cubicBezTo>
                    <a:pt x="3009" y="100"/>
                    <a:pt x="2952" y="122"/>
                    <a:pt x="2988" y="158"/>
                  </a:cubicBezTo>
                  <a:cubicBezTo>
                    <a:pt x="2997" y="167"/>
                    <a:pt x="3012" y="166"/>
                    <a:pt x="3024" y="170"/>
                  </a:cubicBezTo>
                  <a:cubicBezTo>
                    <a:pt x="3036" y="162"/>
                    <a:pt x="3046" y="143"/>
                    <a:pt x="3060" y="146"/>
                  </a:cubicBezTo>
                  <a:cubicBezTo>
                    <a:pt x="3088" y="152"/>
                    <a:pt x="3132" y="194"/>
                    <a:pt x="3132" y="194"/>
                  </a:cubicBezTo>
                  <a:cubicBezTo>
                    <a:pt x="3173" y="180"/>
                    <a:pt x="3159" y="191"/>
                    <a:pt x="3180" y="170"/>
                  </a:cubicBezTo>
                </a:path>
              </a:pathLst>
            </a:custGeom>
            <a:noFill/>
            <a:ln w="76200">
              <a:solidFill>
                <a:srgbClr val="00FFFF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2546" name="Group 104">
              <a:extLst>
                <a:ext uri="{FF2B5EF4-FFF2-40B4-BE49-F238E27FC236}">
                  <a16:creationId xmlns:a16="http://schemas.microsoft.com/office/drawing/2014/main" id="{3C7D3545-13FA-95F6-EFEA-35712B73940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467" y="1351"/>
              <a:ext cx="1995" cy="943"/>
              <a:chOff x="2467" y="1351"/>
              <a:chExt cx="1995" cy="943"/>
            </a:xfrm>
          </p:grpSpPr>
          <p:sp>
            <p:nvSpPr>
              <p:cNvPr id="22547" name="AutoShape 105">
                <a:extLst>
                  <a:ext uri="{FF2B5EF4-FFF2-40B4-BE49-F238E27FC236}">
                    <a16:creationId xmlns:a16="http://schemas.microsoft.com/office/drawing/2014/main" id="{27AE81C9-CD05-0B3F-838B-A03850B30EDB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2467" y="1351"/>
                <a:ext cx="1995" cy="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548" name="Group 106">
                <a:extLst>
                  <a:ext uri="{FF2B5EF4-FFF2-40B4-BE49-F238E27FC236}">
                    <a16:creationId xmlns:a16="http://schemas.microsoft.com/office/drawing/2014/main" id="{1F94D0E9-3DE1-F59C-2A33-B4213FD327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8" y="1356"/>
                <a:ext cx="70" cy="470"/>
                <a:chOff x="2918" y="1356"/>
                <a:chExt cx="70" cy="470"/>
              </a:xfrm>
            </p:grpSpPr>
            <p:sp>
              <p:nvSpPr>
                <p:cNvPr id="22619" name="Freeform 107">
                  <a:extLst>
                    <a:ext uri="{FF2B5EF4-FFF2-40B4-BE49-F238E27FC236}">
                      <a16:creationId xmlns:a16="http://schemas.microsoft.com/office/drawing/2014/main" id="{78EE23F7-AE77-77DF-3910-B659FA3C09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9" y="1356"/>
                  <a:ext cx="9" cy="470"/>
                </a:xfrm>
                <a:custGeom>
                  <a:avLst/>
                  <a:gdLst>
                    <a:gd name="T0" fmla="*/ 0 w 19"/>
                    <a:gd name="T1" fmla="*/ 0 h 941"/>
                    <a:gd name="T2" fmla="*/ 0 w 19"/>
                    <a:gd name="T3" fmla="*/ 0 h 941"/>
                    <a:gd name="T4" fmla="*/ 0 w 19"/>
                    <a:gd name="T5" fmla="*/ 0 h 941"/>
                    <a:gd name="T6" fmla="*/ 0 w 19"/>
                    <a:gd name="T7" fmla="*/ 0 h 941"/>
                    <a:gd name="T8" fmla="*/ 0 w 19"/>
                    <a:gd name="T9" fmla="*/ 0 h 9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"/>
                    <a:gd name="T16" fmla="*/ 0 h 941"/>
                    <a:gd name="T17" fmla="*/ 19 w 19"/>
                    <a:gd name="T18" fmla="*/ 941 h 94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" h="941">
                      <a:moveTo>
                        <a:pt x="0" y="941"/>
                      </a:moveTo>
                      <a:lnTo>
                        <a:pt x="4" y="0"/>
                      </a:lnTo>
                      <a:lnTo>
                        <a:pt x="15" y="4"/>
                      </a:lnTo>
                      <a:lnTo>
                        <a:pt x="19" y="941"/>
                      </a:lnTo>
                      <a:lnTo>
                        <a:pt x="0" y="9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938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20" name="Freeform 108">
                  <a:extLst>
                    <a:ext uri="{FF2B5EF4-FFF2-40B4-BE49-F238E27FC236}">
                      <a16:creationId xmlns:a16="http://schemas.microsoft.com/office/drawing/2014/main" id="{549892DC-9813-BF06-D240-6B2E07E91B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8" y="1469"/>
                  <a:ext cx="61" cy="95"/>
                </a:xfrm>
                <a:custGeom>
                  <a:avLst/>
                  <a:gdLst>
                    <a:gd name="T0" fmla="*/ 0 w 123"/>
                    <a:gd name="T1" fmla="*/ 0 h 189"/>
                    <a:gd name="T2" fmla="*/ 0 w 123"/>
                    <a:gd name="T3" fmla="*/ 1 h 189"/>
                    <a:gd name="T4" fmla="*/ 0 w 123"/>
                    <a:gd name="T5" fmla="*/ 1 h 189"/>
                    <a:gd name="T6" fmla="*/ 0 w 123"/>
                    <a:gd name="T7" fmla="*/ 1 h 189"/>
                    <a:gd name="T8" fmla="*/ 0 w 123"/>
                    <a:gd name="T9" fmla="*/ 1 h 189"/>
                    <a:gd name="T10" fmla="*/ 0 w 123"/>
                    <a:gd name="T11" fmla="*/ 0 h 18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3"/>
                    <a:gd name="T19" fmla="*/ 0 h 189"/>
                    <a:gd name="T20" fmla="*/ 123 w 123"/>
                    <a:gd name="T21" fmla="*/ 189 h 189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3" h="189">
                      <a:moveTo>
                        <a:pt x="0" y="0"/>
                      </a:moveTo>
                      <a:lnTo>
                        <a:pt x="15" y="18"/>
                      </a:lnTo>
                      <a:lnTo>
                        <a:pt x="123" y="163"/>
                      </a:lnTo>
                      <a:lnTo>
                        <a:pt x="123" y="189"/>
                      </a:lnTo>
                      <a:lnTo>
                        <a:pt x="0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938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549" name="Freeform 109">
                <a:extLst>
                  <a:ext uri="{FF2B5EF4-FFF2-40B4-BE49-F238E27FC236}">
                    <a16:creationId xmlns:a16="http://schemas.microsoft.com/office/drawing/2014/main" id="{18F69E4F-EA6C-7F8F-7CB5-DEE6461C30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1899"/>
                <a:ext cx="1519" cy="123"/>
              </a:xfrm>
              <a:custGeom>
                <a:avLst/>
                <a:gdLst>
                  <a:gd name="T0" fmla="*/ 0 w 3039"/>
                  <a:gd name="T1" fmla="*/ 1 h 246"/>
                  <a:gd name="T2" fmla="*/ 0 w 3039"/>
                  <a:gd name="T3" fmla="*/ 1 h 246"/>
                  <a:gd name="T4" fmla="*/ 0 w 3039"/>
                  <a:gd name="T5" fmla="*/ 1 h 246"/>
                  <a:gd name="T6" fmla="*/ 0 w 3039"/>
                  <a:gd name="T7" fmla="*/ 1 h 246"/>
                  <a:gd name="T8" fmla="*/ 0 w 3039"/>
                  <a:gd name="T9" fmla="*/ 0 h 246"/>
                  <a:gd name="T10" fmla="*/ 0 w 3039"/>
                  <a:gd name="T11" fmla="*/ 1 h 246"/>
                  <a:gd name="T12" fmla="*/ 0 w 3039"/>
                  <a:gd name="T13" fmla="*/ 1 h 246"/>
                  <a:gd name="T14" fmla="*/ 0 w 3039"/>
                  <a:gd name="T15" fmla="*/ 1 h 246"/>
                  <a:gd name="T16" fmla="*/ 0 w 3039"/>
                  <a:gd name="T17" fmla="*/ 1 h 246"/>
                  <a:gd name="T18" fmla="*/ 0 w 3039"/>
                  <a:gd name="T19" fmla="*/ 1 h 246"/>
                  <a:gd name="T20" fmla="*/ 0 w 3039"/>
                  <a:gd name="T21" fmla="*/ 1 h 246"/>
                  <a:gd name="T22" fmla="*/ 0 w 3039"/>
                  <a:gd name="T23" fmla="*/ 1 h 246"/>
                  <a:gd name="T24" fmla="*/ 0 w 3039"/>
                  <a:gd name="T25" fmla="*/ 1 h 246"/>
                  <a:gd name="T26" fmla="*/ 0 w 3039"/>
                  <a:gd name="T27" fmla="*/ 1 h 246"/>
                  <a:gd name="T28" fmla="*/ 0 w 3039"/>
                  <a:gd name="T29" fmla="*/ 1 h 246"/>
                  <a:gd name="T30" fmla="*/ 0 w 3039"/>
                  <a:gd name="T31" fmla="*/ 1 h 246"/>
                  <a:gd name="T32" fmla="*/ 0 w 3039"/>
                  <a:gd name="T33" fmla="*/ 1 h 246"/>
                  <a:gd name="T34" fmla="*/ 0 w 3039"/>
                  <a:gd name="T35" fmla="*/ 1 h 246"/>
                  <a:gd name="T36" fmla="*/ 0 w 3039"/>
                  <a:gd name="T37" fmla="*/ 1 h 246"/>
                  <a:gd name="T38" fmla="*/ 0 w 3039"/>
                  <a:gd name="T39" fmla="*/ 1 h 24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3039"/>
                  <a:gd name="T61" fmla="*/ 0 h 246"/>
                  <a:gd name="T62" fmla="*/ 3039 w 3039"/>
                  <a:gd name="T63" fmla="*/ 246 h 24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3039" h="246">
                    <a:moveTo>
                      <a:pt x="0" y="167"/>
                    </a:moveTo>
                    <a:lnTo>
                      <a:pt x="464" y="115"/>
                    </a:lnTo>
                    <a:lnTo>
                      <a:pt x="464" y="35"/>
                    </a:lnTo>
                    <a:lnTo>
                      <a:pt x="1796" y="25"/>
                    </a:lnTo>
                    <a:lnTo>
                      <a:pt x="2357" y="0"/>
                    </a:lnTo>
                    <a:lnTo>
                      <a:pt x="2581" y="2"/>
                    </a:lnTo>
                    <a:lnTo>
                      <a:pt x="2789" y="8"/>
                    </a:lnTo>
                    <a:lnTo>
                      <a:pt x="2841" y="11"/>
                    </a:lnTo>
                    <a:lnTo>
                      <a:pt x="2886" y="15"/>
                    </a:lnTo>
                    <a:lnTo>
                      <a:pt x="2917" y="19"/>
                    </a:lnTo>
                    <a:lnTo>
                      <a:pt x="2960" y="28"/>
                    </a:lnTo>
                    <a:lnTo>
                      <a:pt x="3002" y="39"/>
                    </a:lnTo>
                    <a:lnTo>
                      <a:pt x="3039" y="52"/>
                    </a:lnTo>
                    <a:lnTo>
                      <a:pt x="3031" y="79"/>
                    </a:lnTo>
                    <a:lnTo>
                      <a:pt x="2926" y="79"/>
                    </a:lnTo>
                    <a:lnTo>
                      <a:pt x="2926" y="220"/>
                    </a:lnTo>
                    <a:lnTo>
                      <a:pt x="2149" y="246"/>
                    </a:lnTo>
                    <a:lnTo>
                      <a:pt x="1107" y="220"/>
                    </a:lnTo>
                    <a:lnTo>
                      <a:pt x="359" y="202"/>
                    </a:lnTo>
                    <a:lnTo>
                      <a:pt x="0" y="167"/>
                    </a:lnTo>
                    <a:close/>
                  </a:path>
                </a:pathLst>
              </a:custGeom>
              <a:solidFill>
                <a:schemeClr val="accent2"/>
              </a:solidFill>
              <a:ln w="8001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0" name="Freeform 110">
                <a:extLst>
                  <a:ext uri="{FF2B5EF4-FFF2-40B4-BE49-F238E27FC236}">
                    <a16:creationId xmlns:a16="http://schemas.microsoft.com/office/drawing/2014/main" id="{2CBF98A5-6A41-2BC9-7443-B7EFC9889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561"/>
                <a:ext cx="93" cy="121"/>
              </a:xfrm>
              <a:custGeom>
                <a:avLst/>
                <a:gdLst>
                  <a:gd name="T0" fmla="*/ 0 w 188"/>
                  <a:gd name="T1" fmla="*/ 0 h 243"/>
                  <a:gd name="T2" fmla="*/ 0 w 188"/>
                  <a:gd name="T3" fmla="*/ 0 h 243"/>
                  <a:gd name="T4" fmla="*/ 0 w 188"/>
                  <a:gd name="T5" fmla="*/ 0 h 243"/>
                  <a:gd name="T6" fmla="*/ 0 w 188"/>
                  <a:gd name="T7" fmla="*/ 0 h 243"/>
                  <a:gd name="T8" fmla="*/ 0 w 188"/>
                  <a:gd name="T9" fmla="*/ 0 h 243"/>
                  <a:gd name="T10" fmla="*/ 0 w 188"/>
                  <a:gd name="T11" fmla="*/ 0 h 243"/>
                  <a:gd name="T12" fmla="*/ 0 w 188"/>
                  <a:gd name="T13" fmla="*/ 0 h 243"/>
                  <a:gd name="T14" fmla="*/ 0 w 188"/>
                  <a:gd name="T15" fmla="*/ 0 h 243"/>
                  <a:gd name="T16" fmla="*/ 0 w 188"/>
                  <a:gd name="T17" fmla="*/ 0 h 243"/>
                  <a:gd name="T18" fmla="*/ 0 w 188"/>
                  <a:gd name="T19" fmla="*/ 0 h 243"/>
                  <a:gd name="T20" fmla="*/ 0 w 188"/>
                  <a:gd name="T21" fmla="*/ 0 h 243"/>
                  <a:gd name="T22" fmla="*/ 0 w 188"/>
                  <a:gd name="T23" fmla="*/ 0 h 243"/>
                  <a:gd name="T24" fmla="*/ 0 w 188"/>
                  <a:gd name="T25" fmla="*/ 0 h 243"/>
                  <a:gd name="T26" fmla="*/ 0 w 188"/>
                  <a:gd name="T27" fmla="*/ 0 h 243"/>
                  <a:gd name="T28" fmla="*/ 0 w 188"/>
                  <a:gd name="T29" fmla="*/ 0 h 243"/>
                  <a:gd name="T30" fmla="*/ 0 w 188"/>
                  <a:gd name="T31" fmla="*/ 0 h 243"/>
                  <a:gd name="T32" fmla="*/ 0 w 188"/>
                  <a:gd name="T33" fmla="*/ 0 h 243"/>
                  <a:gd name="T34" fmla="*/ 0 w 188"/>
                  <a:gd name="T35" fmla="*/ 0 h 24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8"/>
                  <a:gd name="T55" fmla="*/ 0 h 243"/>
                  <a:gd name="T56" fmla="*/ 188 w 188"/>
                  <a:gd name="T57" fmla="*/ 243 h 24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8" h="243">
                    <a:moveTo>
                      <a:pt x="188" y="28"/>
                    </a:moveTo>
                    <a:lnTo>
                      <a:pt x="155" y="17"/>
                    </a:lnTo>
                    <a:lnTo>
                      <a:pt x="126" y="7"/>
                    </a:lnTo>
                    <a:lnTo>
                      <a:pt x="104" y="3"/>
                    </a:lnTo>
                    <a:lnTo>
                      <a:pt x="79" y="0"/>
                    </a:lnTo>
                    <a:lnTo>
                      <a:pt x="58" y="3"/>
                    </a:lnTo>
                    <a:lnTo>
                      <a:pt x="34" y="6"/>
                    </a:lnTo>
                    <a:lnTo>
                      <a:pt x="15" y="11"/>
                    </a:lnTo>
                    <a:lnTo>
                      <a:pt x="0" y="20"/>
                    </a:lnTo>
                    <a:lnTo>
                      <a:pt x="0" y="199"/>
                    </a:lnTo>
                    <a:lnTo>
                      <a:pt x="41" y="194"/>
                    </a:lnTo>
                    <a:lnTo>
                      <a:pt x="86" y="194"/>
                    </a:lnTo>
                    <a:lnTo>
                      <a:pt x="108" y="197"/>
                    </a:lnTo>
                    <a:lnTo>
                      <a:pt x="131" y="202"/>
                    </a:lnTo>
                    <a:lnTo>
                      <a:pt x="151" y="213"/>
                    </a:lnTo>
                    <a:lnTo>
                      <a:pt x="171" y="227"/>
                    </a:lnTo>
                    <a:lnTo>
                      <a:pt x="188" y="243"/>
                    </a:lnTo>
                    <a:lnTo>
                      <a:pt x="188" y="28"/>
                    </a:lnTo>
                    <a:close/>
                  </a:path>
                </a:pathLst>
              </a:custGeom>
              <a:solidFill>
                <a:srgbClr val="FFFFDF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1" name="Freeform 111">
                <a:extLst>
                  <a:ext uri="{FF2B5EF4-FFF2-40B4-BE49-F238E27FC236}">
                    <a16:creationId xmlns:a16="http://schemas.microsoft.com/office/drawing/2014/main" id="{45837452-1528-3EAB-2F4F-C54439557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658"/>
                <a:ext cx="96" cy="34"/>
              </a:xfrm>
              <a:custGeom>
                <a:avLst/>
                <a:gdLst>
                  <a:gd name="T0" fmla="*/ 0 w 194"/>
                  <a:gd name="T1" fmla="*/ 0 h 70"/>
                  <a:gd name="T2" fmla="*/ 0 w 194"/>
                  <a:gd name="T3" fmla="*/ 0 h 70"/>
                  <a:gd name="T4" fmla="*/ 0 w 194"/>
                  <a:gd name="T5" fmla="*/ 0 h 70"/>
                  <a:gd name="T6" fmla="*/ 0 w 194"/>
                  <a:gd name="T7" fmla="*/ 0 h 70"/>
                  <a:gd name="T8" fmla="*/ 0 w 194"/>
                  <a:gd name="T9" fmla="*/ 0 h 70"/>
                  <a:gd name="T10" fmla="*/ 0 w 194"/>
                  <a:gd name="T11" fmla="*/ 0 h 70"/>
                  <a:gd name="T12" fmla="*/ 0 w 194"/>
                  <a:gd name="T13" fmla="*/ 0 h 70"/>
                  <a:gd name="T14" fmla="*/ 0 w 194"/>
                  <a:gd name="T15" fmla="*/ 0 h 70"/>
                  <a:gd name="T16" fmla="*/ 0 w 194"/>
                  <a:gd name="T17" fmla="*/ 0 h 70"/>
                  <a:gd name="T18" fmla="*/ 0 w 194"/>
                  <a:gd name="T19" fmla="*/ 0 h 70"/>
                  <a:gd name="T20" fmla="*/ 0 w 194"/>
                  <a:gd name="T21" fmla="*/ 0 h 70"/>
                  <a:gd name="T22" fmla="*/ 0 w 194"/>
                  <a:gd name="T23" fmla="*/ 0 h 70"/>
                  <a:gd name="T24" fmla="*/ 0 w 194"/>
                  <a:gd name="T25" fmla="*/ 0 h 70"/>
                  <a:gd name="T26" fmla="*/ 0 w 194"/>
                  <a:gd name="T27" fmla="*/ 0 h 70"/>
                  <a:gd name="T28" fmla="*/ 0 w 194"/>
                  <a:gd name="T29" fmla="*/ 0 h 70"/>
                  <a:gd name="T30" fmla="*/ 0 w 194"/>
                  <a:gd name="T31" fmla="*/ 0 h 7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94"/>
                  <a:gd name="T49" fmla="*/ 0 h 70"/>
                  <a:gd name="T50" fmla="*/ 194 w 194"/>
                  <a:gd name="T51" fmla="*/ 70 h 7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94" h="70">
                    <a:moveTo>
                      <a:pt x="0" y="4"/>
                    </a:moveTo>
                    <a:lnTo>
                      <a:pt x="28" y="0"/>
                    </a:lnTo>
                    <a:lnTo>
                      <a:pt x="65" y="0"/>
                    </a:lnTo>
                    <a:lnTo>
                      <a:pt x="96" y="0"/>
                    </a:lnTo>
                    <a:lnTo>
                      <a:pt x="116" y="4"/>
                    </a:lnTo>
                    <a:lnTo>
                      <a:pt x="134" y="9"/>
                    </a:lnTo>
                    <a:lnTo>
                      <a:pt x="145" y="16"/>
                    </a:lnTo>
                    <a:lnTo>
                      <a:pt x="158" y="24"/>
                    </a:lnTo>
                    <a:lnTo>
                      <a:pt x="175" y="37"/>
                    </a:lnTo>
                    <a:lnTo>
                      <a:pt x="186" y="48"/>
                    </a:lnTo>
                    <a:lnTo>
                      <a:pt x="194" y="64"/>
                    </a:lnTo>
                    <a:lnTo>
                      <a:pt x="45" y="70"/>
                    </a:lnTo>
                    <a:lnTo>
                      <a:pt x="29" y="60"/>
                    </a:lnTo>
                    <a:lnTo>
                      <a:pt x="14" y="41"/>
                    </a:lnTo>
                    <a:lnTo>
                      <a:pt x="0" y="2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79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552" name="Group 112">
                <a:extLst>
                  <a:ext uri="{FF2B5EF4-FFF2-40B4-BE49-F238E27FC236}">
                    <a16:creationId xmlns:a16="http://schemas.microsoft.com/office/drawing/2014/main" id="{D7F0B453-324E-571E-FFBE-7A0D6418BB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16" y="1654"/>
                <a:ext cx="950" cy="170"/>
                <a:chOff x="2916" y="1654"/>
                <a:chExt cx="950" cy="170"/>
              </a:xfrm>
            </p:grpSpPr>
            <p:grpSp>
              <p:nvGrpSpPr>
                <p:cNvPr id="22612" name="Group 113">
                  <a:extLst>
                    <a:ext uri="{FF2B5EF4-FFF2-40B4-BE49-F238E27FC236}">
                      <a16:creationId xmlns:a16="http://schemas.microsoft.com/office/drawing/2014/main" id="{70F54B06-94B8-5466-78B8-B59C8F29D64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916" y="1672"/>
                  <a:ext cx="949" cy="152"/>
                  <a:chOff x="2916" y="1672"/>
                  <a:chExt cx="949" cy="152"/>
                </a:xfrm>
              </p:grpSpPr>
              <p:grpSp>
                <p:nvGrpSpPr>
                  <p:cNvPr id="22614" name="Group 114">
                    <a:extLst>
                      <a:ext uri="{FF2B5EF4-FFF2-40B4-BE49-F238E27FC236}">
                        <a16:creationId xmlns:a16="http://schemas.microsoft.com/office/drawing/2014/main" id="{DB7DE428-E652-8F82-0AEE-EE35011EBC4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66" y="1725"/>
                    <a:ext cx="132" cy="84"/>
                    <a:chOff x="3666" y="1725"/>
                    <a:chExt cx="132" cy="84"/>
                  </a:xfrm>
                </p:grpSpPr>
                <p:sp>
                  <p:nvSpPr>
                    <p:cNvPr id="22616" name="Line 115">
                      <a:extLst>
                        <a:ext uri="{FF2B5EF4-FFF2-40B4-BE49-F238E27FC236}">
                          <a16:creationId xmlns:a16="http://schemas.microsoft.com/office/drawing/2014/main" id="{8547A8BA-B556-537F-DA22-16EFBB7FABC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66" y="1731"/>
                      <a:ext cx="1" cy="78"/>
                    </a:xfrm>
                    <a:prstGeom prst="line">
                      <a:avLst/>
                    </a:prstGeom>
                    <a:noFill/>
                    <a:ln w="1587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17" name="Line 116">
                      <a:extLst>
                        <a:ext uri="{FF2B5EF4-FFF2-40B4-BE49-F238E27FC236}">
                          <a16:creationId xmlns:a16="http://schemas.microsoft.com/office/drawing/2014/main" id="{00D6F63E-E53F-EFAC-EBED-F0246EB0822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28" y="1725"/>
                      <a:ext cx="1" cy="84"/>
                    </a:xfrm>
                    <a:prstGeom prst="line">
                      <a:avLst/>
                    </a:prstGeom>
                    <a:noFill/>
                    <a:ln w="1587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2618" name="Line 117">
                      <a:extLst>
                        <a:ext uri="{FF2B5EF4-FFF2-40B4-BE49-F238E27FC236}">
                          <a16:creationId xmlns:a16="http://schemas.microsoft.com/office/drawing/2014/main" id="{A1B48136-4DC0-274F-9AF7-6C6FC842EC1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797" y="1725"/>
                      <a:ext cx="1" cy="84"/>
                    </a:xfrm>
                    <a:prstGeom prst="line">
                      <a:avLst/>
                    </a:prstGeom>
                    <a:noFill/>
                    <a:ln w="15875">
                      <a:solidFill>
                        <a:schemeClr val="bg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2615" name="Freeform 118">
                    <a:extLst>
                      <a:ext uri="{FF2B5EF4-FFF2-40B4-BE49-F238E27FC236}">
                        <a16:creationId xmlns:a16="http://schemas.microsoft.com/office/drawing/2014/main" id="{ABB8B90F-92FF-90D1-BB9F-3A6200C3B7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1672"/>
                    <a:ext cx="949" cy="152"/>
                  </a:xfrm>
                  <a:custGeom>
                    <a:avLst/>
                    <a:gdLst>
                      <a:gd name="T0" fmla="*/ 1 w 1897"/>
                      <a:gd name="T1" fmla="*/ 1 h 304"/>
                      <a:gd name="T2" fmla="*/ 1 w 1897"/>
                      <a:gd name="T3" fmla="*/ 1 h 304"/>
                      <a:gd name="T4" fmla="*/ 1 w 1897"/>
                      <a:gd name="T5" fmla="*/ 1 h 304"/>
                      <a:gd name="T6" fmla="*/ 1 w 1897"/>
                      <a:gd name="T7" fmla="*/ 1 h 304"/>
                      <a:gd name="T8" fmla="*/ 1 w 1897"/>
                      <a:gd name="T9" fmla="*/ 1 h 304"/>
                      <a:gd name="T10" fmla="*/ 1 w 1897"/>
                      <a:gd name="T11" fmla="*/ 1 h 304"/>
                      <a:gd name="T12" fmla="*/ 1 w 1897"/>
                      <a:gd name="T13" fmla="*/ 1 h 304"/>
                      <a:gd name="T14" fmla="*/ 1 w 1897"/>
                      <a:gd name="T15" fmla="*/ 1 h 304"/>
                      <a:gd name="T16" fmla="*/ 1 w 1897"/>
                      <a:gd name="T17" fmla="*/ 1 h 304"/>
                      <a:gd name="T18" fmla="*/ 1 w 1897"/>
                      <a:gd name="T19" fmla="*/ 1 h 304"/>
                      <a:gd name="T20" fmla="*/ 1 w 1897"/>
                      <a:gd name="T21" fmla="*/ 1 h 304"/>
                      <a:gd name="T22" fmla="*/ 1 w 1897"/>
                      <a:gd name="T23" fmla="*/ 1 h 304"/>
                      <a:gd name="T24" fmla="*/ 1 w 1897"/>
                      <a:gd name="T25" fmla="*/ 1 h 304"/>
                      <a:gd name="T26" fmla="*/ 1 w 1897"/>
                      <a:gd name="T27" fmla="*/ 1 h 304"/>
                      <a:gd name="T28" fmla="*/ 1 w 1897"/>
                      <a:gd name="T29" fmla="*/ 1 h 304"/>
                      <a:gd name="T30" fmla="*/ 1 w 1897"/>
                      <a:gd name="T31" fmla="*/ 1 h 304"/>
                      <a:gd name="T32" fmla="*/ 1 w 1897"/>
                      <a:gd name="T33" fmla="*/ 1 h 304"/>
                      <a:gd name="T34" fmla="*/ 1 w 1897"/>
                      <a:gd name="T35" fmla="*/ 1 h 304"/>
                      <a:gd name="T36" fmla="*/ 1 w 1897"/>
                      <a:gd name="T37" fmla="*/ 1 h 304"/>
                      <a:gd name="T38" fmla="*/ 1 w 1897"/>
                      <a:gd name="T39" fmla="*/ 1 h 304"/>
                      <a:gd name="T40" fmla="*/ 0 w 1897"/>
                      <a:gd name="T41" fmla="*/ 1 h 304"/>
                      <a:gd name="T42" fmla="*/ 1 w 1897"/>
                      <a:gd name="T43" fmla="*/ 1 h 304"/>
                      <a:gd name="T44" fmla="*/ 1 w 1897"/>
                      <a:gd name="T45" fmla="*/ 1 h 304"/>
                      <a:gd name="T46" fmla="*/ 1 w 1897"/>
                      <a:gd name="T47" fmla="*/ 1 h 304"/>
                      <a:gd name="T48" fmla="*/ 1 w 1897"/>
                      <a:gd name="T49" fmla="*/ 1 h 304"/>
                      <a:gd name="T50" fmla="*/ 1 w 1897"/>
                      <a:gd name="T51" fmla="*/ 1 h 304"/>
                      <a:gd name="T52" fmla="*/ 1 w 1897"/>
                      <a:gd name="T53" fmla="*/ 1 h 304"/>
                      <a:gd name="T54" fmla="*/ 1 w 1897"/>
                      <a:gd name="T55" fmla="*/ 0 h 304"/>
                      <a:gd name="T56" fmla="*/ 1 w 1897"/>
                      <a:gd name="T57" fmla="*/ 1 h 304"/>
                      <a:gd name="T58" fmla="*/ 1 w 1897"/>
                      <a:gd name="T59" fmla="*/ 1 h 304"/>
                      <a:gd name="T60" fmla="*/ 1 w 1897"/>
                      <a:gd name="T61" fmla="*/ 1 h 304"/>
                      <a:gd name="T62" fmla="*/ 1 w 1897"/>
                      <a:gd name="T63" fmla="*/ 1 h 304"/>
                      <a:gd name="T64" fmla="*/ 1 w 1897"/>
                      <a:gd name="T65" fmla="*/ 1 h 304"/>
                      <a:gd name="T66" fmla="*/ 1 w 1897"/>
                      <a:gd name="T67" fmla="*/ 1 h 304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w 1897"/>
                      <a:gd name="T103" fmla="*/ 0 h 304"/>
                      <a:gd name="T104" fmla="*/ 1897 w 1897"/>
                      <a:gd name="T105" fmla="*/ 304 h 304"/>
                    </a:gdLst>
                    <a:ahLst/>
                    <a:cxnLst>
                      <a:cxn ang="T68">
                        <a:pos x="T0" y="T1"/>
                      </a:cxn>
                      <a:cxn ang="T69">
                        <a:pos x="T2" y="T3"/>
                      </a:cxn>
                      <a:cxn ang="T70">
                        <a:pos x="T4" y="T5"/>
                      </a:cxn>
                      <a:cxn ang="T71">
                        <a:pos x="T6" y="T7"/>
                      </a:cxn>
                      <a:cxn ang="T72">
                        <a:pos x="T8" y="T9"/>
                      </a:cxn>
                      <a:cxn ang="T73">
                        <a:pos x="T10" y="T11"/>
                      </a:cxn>
                      <a:cxn ang="T74">
                        <a:pos x="T12" y="T13"/>
                      </a:cxn>
                      <a:cxn ang="T75">
                        <a:pos x="T14" y="T15"/>
                      </a:cxn>
                      <a:cxn ang="T76">
                        <a:pos x="T16" y="T17"/>
                      </a:cxn>
                      <a:cxn ang="T77">
                        <a:pos x="T18" y="T19"/>
                      </a:cxn>
                      <a:cxn ang="T78">
                        <a:pos x="T20" y="T21"/>
                      </a:cxn>
                      <a:cxn ang="T79">
                        <a:pos x="T22" y="T23"/>
                      </a:cxn>
                      <a:cxn ang="T80">
                        <a:pos x="T24" y="T25"/>
                      </a:cxn>
                      <a:cxn ang="T81">
                        <a:pos x="T26" y="T27"/>
                      </a:cxn>
                      <a:cxn ang="T82">
                        <a:pos x="T28" y="T29"/>
                      </a:cxn>
                      <a:cxn ang="T83">
                        <a:pos x="T30" y="T31"/>
                      </a:cxn>
                      <a:cxn ang="T84">
                        <a:pos x="T32" y="T33"/>
                      </a:cxn>
                      <a:cxn ang="T85">
                        <a:pos x="T34" y="T35"/>
                      </a:cxn>
                      <a:cxn ang="T86">
                        <a:pos x="T36" y="T37"/>
                      </a:cxn>
                      <a:cxn ang="T87">
                        <a:pos x="T38" y="T39"/>
                      </a:cxn>
                      <a:cxn ang="T88">
                        <a:pos x="T40" y="T41"/>
                      </a:cxn>
                      <a:cxn ang="T89">
                        <a:pos x="T42" y="T43"/>
                      </a:cxn>
                      <a:cxn ang="T90">
                        <a:pos x="T44" y="T45"/>
                      </a:cxn>
                      <a:cxn ang="T91">
                        <a:pos x="T46" y="T47"/>
                      </a:cxn>
                      <a:cxn ang="T92">
                        <a:pos x="T48" y="T49"/>
                      </a:cxn>
                      <a:cxn ang="T93">
                        <a:pos x="T50" y="T51"/>
                      </a:cxn>
                      <a:cxn ang="T94">
                        <a:pos x="T52" y="T53"/>
                      </a:cxn>
                      <a:cxn ang="T95">
                        <a:pos x="T54" y="T55"/>
                      </a:cxn>
                      <a:cxn ang="T96">
                        <a:pos x="T56" y="T57"/>
                      </a:cxn>
                      <a:cxn ang="T97">
                        <a:pos x="T58" y="T59"/>
                      </a:cxn>
                      <a:cxn ang="T98">
                        <a:pos x="T60" y="T61"/>
                      </a:cxn>
                      <a:cxn ang="T99">
                        <a:pos x="T62" y="T63"/>
                      </a:cxn>
                      <a:cxn ang="T100">
                        <a:pos x="T64" y="T65"/>
                      </a:cxn>
                      <a:cxn ang="T101">
                        <a:pos x="T66" y="T67"/>
                      </a:cxn>
                    </a:cxnLst>
                    <a:rect l="T102" t="T103" r="T104" b="T105"/>
                    <a:pathLst>
                      <a:path w="1897" h="304">
                        <a:moveTo>
                          <a:pt x="1897" y="53"/>
                        </a:moveTo>
                        <a:lnTo>
                          <a:pt x="1896" y="74"/>
                        </a:lnTo>
                        <a:lnTo>
                          <a:pt x="1883" y="88"/>
                        </a:lnTo>
                        <a:lnTo>
                          <a:pt x="1867" y="96"/>
                        </a:lnTo>
                        <a:lnTo>
                          <a:pt x="1852" y="101"/>
                        </a:lnTo>
                        <a:lnTo>
                          <a:pt x="1833" y="107"/>
                        </a:lnTo>
                        <a:lnTo>
                          <a:pt x="1815" y="111"/>
                        </a:lnTo>
                        <a:lnTo>
                          <a:pt x="1781" y="115"/>
                        </a:lnTo>
                        <a:lnTo>
                          <a:pt x="1710" y="124"/>
                        </a:lnTo>
                        <a:lnTo>
                          <a:pt x="1643" y="128"/>
                        </a:lnTo>
                        <a:lnTo>
                          <a:pt x="1567" y="135"/>
                        </a:lnTo>
                        <a:lnTo>
                          <a:pt x="1477" y="144"/>
                        </a:lnTo>
                        <a:lnTo>
                          <a:pt x="1392" y="152"/>
                        </a:lnTo>
                        <a:lnTo>
                          <a:pt x="1392" y="273"/>
                        </a:lnTo>
                        <a:lnTo>
                          <a:pt x="520" y="304"/>
                        </a:lnTo>
                        <a:lnTo>
                          <a:pt x="516" y="107"/>
                        </a:lnTo>
                        <a:lnTo>
                          <a:pt x="422" y="113"/>
                        </a:lnTo>
                        <a:lnTo>
                          <a:pt x="381" y="300"/>
                        </a:lnTo>
                        <a:lnTo>
                          <a:pt x="347" y="301"/>
                        </a:lnTo>
                        <a:lnTo>
                          <a:pt x="388" y="108"/>
                        </a:lnTo>
                        <a:lnTo>
                          <a:pt x="0" y="121"/>
                        </a:lnTo>
                        <a:lnTo>
                          <a:pt x="7" y="81"/>
                        </a:lnTo>
                        <a:lnTo>
                          <a:pt x="373" y="57"/>
                        </a:lnTo>
                        <a:lnTo>
                          <a:pt x="748" y="49"/>
                        </a:lnTo>
                        <a:lnTo>
                          <a:pt x="976" y="40"/>
                        </a:lnTo>
                        <a:lnTo>
                          <a:pt x="1116" y="26"/>
                        </a:lnTo>
                        <a:lnTo>
                          <a:pt x="1276" y="9"/>
                        </a:lnTo>
                        <a:lnTo>
                          <a:pt x="1492" y="0"/>
                        </a:lnTo>
                        <a:lnTo>
                          <a:pt x="1623" y="5"/>
                        </a:lnTo>
                        <a:lnTo>
                          <a:pt x="1687" y="9"/>
                        </a:lnTo>
                        <a:lnTo>
                          <a:pt x="1753" y="16"/>
                        </a:lnTo>
                        <a:lnTo>
                          <a:pt x="1800" y="26"/>
                        </a:lnTo>
                        <a:lnTo>
                          <a:pt x="1845" y="36"/>
                        </a:lnTo>
                        <a:lnTo>
                          <a:pt x="1897" y="53"/>
                        </a:lnTo>
                        <a:close/>
                      </a:path>
                    </a:pathLst>
                  </a:custGeom>
                  <a:solidFill>
                    <a:srgbClr val="0000FF"/>
                  </a:solidFill>
                  <a:ln w="8001">
                    <a:solidFill>
                      <a:schemeClr val="accent2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2613" name="Freeform 119">
                  <a:extLst>
                    <a:ext uri="{FF2B5EF4-FFF2-40B4-BE49-F238E27FC236}">
                      <a16:creationId xmlns:a16="http://schemas.microsoft.com/office/drawing/2014/main" id="{28BB9932-092D-DCAF-4246-4B8E2CFC64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3" y="1654"/>
                  <a:ext cx="453" cy="44"/>
                </a:xfrm>
                <a:custGeom>
                  <a:avLst/>
                  <a:gdLst>
                    <a:gd name="T0" fmla="*/ 0 w 905"/>
                    <a:gd name="T1" fmla="*/ 0 h 88"/>
                    <a:gd name="T2" fmla="*/ 1 w 905"/>
                    <a:gd name="T3" fmla="*/ 0 h 88"/>
                    <a:gd name="T4" fmla="*/ 1 w 905"/>
                    <a:gd name="T5" fmla="*/ 0 h 88"/>
                    <a:gd name="T6" fmla="*/ 1 w 905"/>
                    <a:gd name="T7" fmla="*/ 0 h 88"/>
                    <a:gd name="T8" fmla="*/ 1 w 905"/>
                    <a:gd name="T9" fmla="*/ 0 h 88"/>
                    <a:gd name="T10" fmla="*/ 1 w 905"/>
                    <a:gd name="T11" fmla="*/ 1 h 88"/>
                    <a:gd name="T12" fmla="*/ 1 w 905"/>
                    <a:gd name="T13" fmla="*/ 1 h 88"/>
                    <a:gd name="T14" fmla="*/ 1 w 905"/>
                    <a:gd name="T15" fmla="*/ 1 h 88"/>
                    <a:gd name="T16" fmla="*/ 1 w 905"/>
                    <a:gd name="T17" fmla="*/ 1 h 88"/>
                    <a:gd name="T18" fmla="*/ 1 w 905"/>
                    <a:gd name="T19" fmla="*/ 1 h 88"/>
                    <a:gd name="T20" fmla="*/ 1 w 905"/>
                    <a:gd name="T21" fmla="*/ 1 h 88"/>
                    <a:gd name="T22" fmla="*/ 1 w 905"/>
                    <a:gd name="T23" fmla="*/ 1 h 88"/>
                    <a:gd name="T24" fmla="*/ 1 w 905"/>
                    <a:gd name="T25" fmla="*/ 1 h 88"/>
                    <a:gd name="T26" fmla="*/ 1 w 905"/>
                    <a:gd name="T27" fmla="*/ 1 h 88"/>
                    <a:gd name="T28" fmla="*/ 1 w 905"/>
                    <a:gd name="T29" fmla="*/ 1 h 88"/>
                    <a:gd name="T30" fmla="*/ 1 w 905"/>
                    <a:gd name="T31" fmla="*/ 1 h 88"/>
                    <a:gd name="T32" fmla="*/ 1 w 905"/>
                    <a:gd name="T33" fmla="*/ 1 h 88"/>
                    <a:gd name="T34" fmla="*/ 1 w 905"/>
                    <a:gd name="T35" fmla="*/ 1 h 88"/>
                    <a:gd name="T36" fmla="*/ 1 w 905"/>
                    <a:gd name="T37" fmla="*/ 1 h 88"/>
                    <a:gd name="T38" fmla="*/ 1 w 905"/>
                    <a:gd name="T39" fmla="*/ 1 h 88"/>
                    <a:gd name="T40" fmla="*/ 1 w 905"/>
                    <a:gd name="T41" fmla="*/ 1 h 88"/>
                    <a:gd name="T42" fmla="*/ 1 w 905"/>
                    <a:gd name="T43" fmla="*/ 1 h 88"/>
                    <a:gd name="T44" fmla="*/ 1 w 905"/>
                    <a:gd name="T45" fmla="*/ 1 h 88"/>
                    <a:gd name="T46" fmla="*/ 1 w 905"/>
                    <a:gd name="T47" fmla="*/ 1 h 88"/>
                    <a:gd name="T48" fmla="*/ 1 w 905"/>
                    <a:gd name="T49" fmla="*/ 1 h 88"/>
                    <a:gd name="T50" fmla="*/ 1 w 905"/>
                    <a:gd name="T51" fmla="*/ 1 h 88"/>
                    <a:gd name="T52" fmla="*/ 1 w 905"/>
                    <a:gd name="T53" fmla="*/ 1 h 88"/>
                    <a:gd name="T54" fmla="*/ 1 w 905"/>
                    <a:gd name="T55" fmla="*/ 1 h 88"/>
                    <a:gd name="T56" fmla="*/ 1 w 905"/>
                    <a:gd name="T57" fmla="*/ 1 h 88"/>
                    <a:gd name="T58" fmla="*/ 1 w 905"/>
                    <a:gd name="T59" fmla="*/ 1 h 88"/>
                    <a:gd name="T60" fmla="*/ 0 w 905"/>
                    <a:gd name="T61" fmla="*/ 1 h 88"/>
                    <a:gd name="T62" fmla="*/ 0 w 905"/>
                    <a:gd name="T63" fmla="*/ 0 h 88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905"/>
                    <a:gd name="T97" fmla="*/ 0 h 88"/>
                    <a:gd name="T98" fmla="*/ 905 w 905"/>
                    <a:gd name="T99" fmla="*/ 88 h 88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905" h="88">
                      <a:moveTo>
                        <a:pt x="0" y="0"/>
                      </a:moveTo>
                      <a:lnTo>
                        <a:pt x="108" y="0"/>
                      </a:lnTo>
                      <a:lnTo>
                        <a:pt x="273" y="0"/>
                      </a:lnTo>
                      <a:lnTo>
                        <a:pt x="397" y="0"/>
                      </a:lnTo>
                      <a:lnTo>
                        <a:pt x="478" y="0"/>
                      </a:lnTo>
                      <a:lnTo>
                        <a:pt x="557" y="3"/>
                      </a:lnTo>
                      <a:lnTo>
                        <a:pt x="623" y="8"/>
                      </a:lnTo>
                      <a:lnTo>
                        <a:pt x="680" y="11"/>
                      </a:lnTo>
                      <a:lnTo>
                        <a:pt x="717" y="14"/>
                      </a:lnTo>
                      <a:lnTo>
                        <a:pt x="752" y="20"/>
                      </a:lnTo>
                      <a:lnTo>
                        <a:pt x="783" y="24"/>
                      </a:lnTo>
                      <a:lnTo>
                        <a:pt x="812" y="33"/>
                      </a:lnTo>
                      <a:lnTo>
                        <a:pt x="837" y="41"/>
                      </a:lnTo>
                      <a:lnTo>
                        <a:pt x="858" y="48"/>
                      </a:lnTo>
                      <a:lnTo>
                        <a:pt x="880" y="58"/>
                      </a:lnTo>
                      <a:lnTo>
                        <a:pt x="902" y="72"/>
                      </a:lnTo>
                      <a:lnTo>
                        <a:pt x="905" y="88"/>
                      </a:lnTo>
                      <a:lnTo>
                        <a:pt x="883" y="81"/>
                      </a:lnTo>
                      <a:lnTo>
                        <a:pt x="857" y="72"/>
                      </a:lnTo>
                      <a:lnTo>
                        <a:pt x="812" y="65"/>
                      </a:lnTo>
                      <a:lnTo>
                        <a:pt x="772" y="58"/>
                      </a:lnTo>
                      <a:lnTo>
                        <a:pt x="737" y="54"/>
                      </a:lnTo>
                      <a:lnTo>
                        <a:pt x="702" y="51"/>
                      </a:lnTo>
                      <a:lnTo>
                        <a:pt x="670" y="51"/>
                      </a:lnTo>
                      <a:lnTo>
                        <a:pt x="628" y="51"/>
                      </a:lnTo>
                      <a:lnTo>
                        <a:pt x="577" y="52"/>
                      </a:lnTo>
                      <a:lnTo>
                        <a:pt x="516" y="51"/>
                      </a:lnTo>
                      <a:lnTo>
                        <a:pt x="415" y="54"/>
                      </a:lnTo>
                      <a:lnTo>
                        <a:pt x="272" y="62"/>
                      </a:lnTo>
                      <a:lnTo>
                        <a:pt x="90" y="71"/>
                      </a:lnTo>
                      <a:lnTo>
                        <a:pt x="0" y="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BF"/>
                </a:solidFill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553" name="Group 120">
                <a:extLst>
                  <a:ext uri="{FF2B5EF4-FFF2-40B4-BE49-F238E27FC236}">
                    <a16:creationId xmlns:a16="http://schemas.microsoft.com/office/drawing/2014/main" id="{2B1C4CEC-6993-DD5F-4E05-A1BB3FDB11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1" y="1619"/>
                <a:ext cx="1866" cy="371"/>
                <a:chOff x="2511" y="1619"/>
                <a:chExt cx="1866" cy="371"/>
              </a:xfrm>
            </p:grpSpPr>
            <p:sp>
              <p:nvSpPr>
                <p:cNvPr id="22610" name="Freeform 121">
                  <a:extLst>
                    <a:ext uri="{FF2B5EF4-FFF2-40B4-BE49-F238E27FC236}">
                      <a16:creationId xmlns:a16="http://schemas.microsoft.com/office/drawing/2014/main" id="{48DBBE66-DF62-20E7-EA75-9AD10AFE61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11" y="1736"/>
                  <a:ext cx="56" cy="254"/>
                </a:xfrm>
                <a:custGeom>
                  <a:avLst/>
                  <a:gdLst>
                    <a:gd name="T0" fmla="*/ 1 w 111"/>
                    <a:gd name="T1" fmla="*/ 1 h 508"/>
                    <a:gd name="T2" fmla="*/ 1 w 111"/>
                    <a:gd name="T3" fmla="*/ 1 h 508"/>
                    <a:gd name="T4" fmla="*/ 1 w 111"/>
                    <a:gd name="T5" fmla="*/ 1 h 508"/>
                    <a:gd name="T6" fmla="*/ 0 w 111"/>
                    <a:gd name="T7" fmla="*/ 0 h 508"/>
                    <a:gd name="T8" fmla="*/ 1 w 111"/>
                    <a:gd name="T9" fmla="*/ 1 h 50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"/>
                    <a:gd name="T16" fmla="*/ 0 h 508"/>
                    <a:gd name="T17" fmla="*/ 111 w 111"/>
                    <a:gd name="T18" fmla="*/ 508 h 50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" h="508">
                      <a:moveTo>
                        <a:pt x="90" y="506"/>
                      </a:moveTo>
                      <a:lnTo>
                        <a:pt x="111" y="508"/>
                      </a:lnTo>
                      <a:lnTo>
                        <a:pt x="7" y="8"/>
                      </a:lnTo>
                      <a:lnTo>
                        <a:pt x="0" y="0"/>
                      </a:lnTo>
                      <a:lnTo>
                        <a:pt x="90" y="5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938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611" name="Freeform 122">
                  <a:extLst>
                    <a:ext uri="{FF2B5EF4-FFF2-40B4-BE49-F238E27FC236}">
                      <a16:creationId xmlns:a16="http://schemas.microsoft.com/office/drawing/2014/main" id="{B978FBC7-83FA-E1C0-CA31-F70A04D4DF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61" y="1619"/>
                  <a:ext cx="16" cy="355"/>
                </a:xfrm>
                <a:custGeom>
                  <a:avLst/>
                  <a:gdLst>
                    <a:gd name="T0" fmla="*/ 1 w 31"/>
                    <a:gd name="T1" fmla="*/ 0 h 711"/>
                    <a:gd name="T2" fmla="*/ 1 w 31"/>
                    <a:gd name="T3" fmla="*/ 0 h 711"/>
                    <a:gd name="T4" fmla="*/ 0 w 31"/>
                    <a:gd name="T5" fmla="*/ 0 h 711"/>
                    <a:gd name="T6" fmla="*/ 1 w 31"/>
                    <a:gd name="T7" fmla="*/ 0 h 711"/>
                    <a:gd name="T8" fmla="*/ 1 w 31"/>
                    <a:gd name="T9" fmla="*/ 0 h 7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1"/>
                    <a:gd name="T16" fmla="*/ 0 h 711"/>
                    <a:gd name="T17" fmla="*/ 31 w 31"/>
                    <a:gd name="T18" fmla="*/ 711 h 7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1" h="711">
                      <a:moveTo>
                        <a:pt x="14" y="0"/>
                      </a:moveTo>
                      <a:lnTo>
                        <a:pt x="4" y="0"/>
                      </a:lnTo>
                      <a:lnTo>
                        <a:pt x="0" y="711"/>
                      </a:lnTo>
                      <a:lnTo>
                        <a:pt x="31" y="707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7938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2554" name="Freeform 123">
                <a:extLst>
                  <a:ext uri="{FF2B5EF4-FFF2-40B4-BE49-F238E27FC236}">
                    <a16:creationId xmlns:a16="http://schemas.microsoft.com/office/drawing/2014/main" id="{C622704B-5C8F-8F27-6410-43A975DF1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788"/>
                <a:ext cx="10" cy="28"/>
              </a:xfrm>
              <a:custGeom>
                <a:avLst/>
                <a:gdLst>
                  <a:gd name="T0" fmla="*/ 1 w 20"/>
                  <a:gd name="T1" fmla="*/ 0 h 57"/>
                  <a:gd name="T2" fmla="*/ 1 w 20"/>
                  <a:gd name="T3" fmla="*/ 0 h 57"/>
                  <a:gd name="T4" fmla="*/ 1 w 20"/>
                  <a:gd name="T5" fmla="*/ 0 h 57"/>
                  <a:gd name="T6" fmla="*/ 0 w 20"/>
                  <a:gd name="T7" fmla="*/ 0 h 57"/>
                  <a:gd name="T8" fmla="*/ 1 w 20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57"/>
                  <a:gd name="T17" fmla="*/ 20 w 20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57">
                    <a:moveTo>
                      <a:pt x="5" y="0"/>
                    </a:moveTo>
                    <a:lnTo>
                      <a:pt x="20" y="2"/>
                    </a:lnTo>
                    <a:lnTo>
                      <a:pt x="20" y="54"/>
                    </a:lnTo>
                    <a:lnTo>
                      <a:pt x="0" y="5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5" name="Freeform 124">
                <a:extLst>
                  <a:ext uri="{FF2B5EF4-FFF2-40B4-BE49-F238E27FC236}">
                    <a16:creationId xmlns:a16="http://schemas.microsoft.com/office/drawing/2014/main" id="{9718BC73-DD63-36AD-4EFC-A45288980A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875"/>
                <a:ext cx="10" cy="28"/>
              </a:xfrm>
              <a:custGeom>
                <a:avLst/>
                <a:gdLst>
                  <a:gd name="T0" fmla="*/ 1 w 20"/>
                  <a:gd name="T1" fmla="*/ 0 h 57"/>
                  <a:gd name="T2" fmla="*/ 1 w 20"/>
                  <a:gd name="T3" fmla="*/ 0 h 57"/>
                  <a:gd name="T4" fmla="*/ 1 w 20"/>
                  <a:gd name="T5" fmla="*/ 0 h 57"/>
                  <a:gd name="T6" fmla="*/ 0 w 20"/>
                  <a:gd name="T7" fmla="*/ 0 h 57"/>
                  <a:gd name="T8" fmla="*/ 1 w 20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0"/>
                  <a:gd name="T16" fmla="*/ 0 h 57"/>
                  <a:gd name="T17" fmla="*/ 20 w 20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0" h="57">
                    <a:moveTo>
                      <a:pt x="5" y="0"/>
                    </a:moveTo>
                    <a:lnTo>
                      <a:pt x="20" y="2"/>
                    </a:lnTo>
                    <a:lnTo>
                      <a:pt x="20" y="54"/>
                    </a:lnTo>
                    <a:lnTo>
                      <a:pt x="0" y="57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556" name="Group 125">
                <a:extLst>
                  <a:ext uri="{FF2B5EF4-FFF2-40B4-BE49-F238E27FC236}">
                    <a16:creationId xmlns:a16="http://schemas.microsoft.com/office/drawing/2014/main" id="{3CE15967-C153-9344-8EE9-96B6EDC201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72" y="1411"/>
                <a:ext cx="1978" cy="870"/>
                <a:chOff x="2472" y="1411"/>
                <a:chExt cx="1978" cy="870"/>
              </a:xfrm>
            </p:grpSpPr>
            <p:grpSp>
              <p:nvGrpSpPr>
                <p:cNvPr id="22561" name="Group 126">
                  <a:extLst>
                    <a:ext uri="{FF2B5EF4-FFF2-40B4-BE49-F238E27FC236}">
                      <a16:creationId xmlns:a16="http://schemas.microsoft.com/office/drawing/2014/main" id="{BF84B829-E2BA-FA72-E5F3-ECD62F0A3E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766" y="1681"/>
                  <a:ext cx="793" cy="348"/>
                  <a:chOff x="2766" y="1681"/>
                  <a:chExt cx="793" cy="348"/>
                </a:xfrm>
              </p:grpSpPr>
              <p:sp>
                <p:nvSpPr>
                  <p:cNvPr id="22599" name="Line 127">
                    <a:extLst>
                      <a:ext uri="{FF2B5EF4-FFF2-40B4-BE49-F238E27FC236}">
                        <a16:creationId xmlns:a16="http://schemas.microsoft.com/office/drawing/2014/main" id="{6715EC2D-712F-FFE8-26C0-AA43E1B7DD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552" y="1904"/>
                    <a:ext cx="1" cy="125"/>
                  </a:xfrm>
                  <a:prstGeom prst="line">
                    <a:avLst/>
                  </a:prstGeom>
                  <a:noFill/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0" name="Line 128">
                    <a:extLst>
                      <a:ext uri="{FF2B5EF4-FFF2-40B4-BE49-F238E27FC236}">
                        <a16:creationId xmlns:a16="http://schemas.microsoft.com/office/drawing/2014/main" id="{DFAB0574-A551-E3E8-51AA-12E2E33B8CA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47" y="1904"/>
                    <a:ext cx="1" cy="121"/>
                  </a:xfrm>
                  <a:prstGeom prst="line">
                    <a:avLst/>
                  </a:prstGeom>
                  <a:noFill/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1" name="Line 129">
                    <a:extLst>
                      <a:ext uri="{FF2B5EF4-FFF2-40B4-BE49-F238E27FC236}">
                        <a16:creationId xmlns:a16="http://schemas.microsoft.com/office/drawing/2014/main" id="{E1539902-7BD2-5C96-CDD2-4B150E6DFB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57" y="1907"/>
                    <a:ext cx="1" cy="116"/>
                  </a:xfrm>
                  <a:prstGeom prst="line">
                    <a:avLst/>
                  </a:prstGeom>
                  <a:noFill/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2" name="Line 130">
                    <a:extLst>
                      <a:ext uri="{FF2B5EF4-FFF2-40B4-BE49-F238E27FC236}">
                        <a16:creationId xmlns:a16="http://schemas.microsoft.com/office/drawing/2014/main" id="{190CCFFD-5B5E-7788-B7A7-D9DB4EC75E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66" y="1909"/>
                    <a:ext cx="1" cy="118"/>
                  </a:xfrm>
                  <a:prstGeom prst="line">
                    <a:avLst/>
                  </a:prstGeom>
                  <a:noFill/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3" name="Freeform 131">
                    <a:extLst>
                      <a:ext uri="{FF2B5EF4-FFF2-40B4-BE49-F238E27FC236}">
                        <a16:creationId xmlns:a16="http://schemas.microsoft.com/office/drawing/2014/main" id="{6D4C8FCB-47CB-D96B-D855-F3B967762F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85" y="1913"/>
                    <a:ext cx="2" cy="106"/>
                  </a:xfrm>
                  <a:custGeom>
                    <a:avLst/>
                    <a:gdLst>
                      <a:gd name="T0" fmla="*/ 1 w 4"/>
                      <a:gd name="T1" fmla="*/ 0 h 213"/>
                      <a:gd name="T2" fmla="*/ 1 w 4"/>
                      <a:gd name="T3" fmla="*/ 0 h 213"/>
                      <a:gd name="T4" fmla="*/ 0 w 4"/>
                      <a:gd name="T5" fmla="*/ 0 h 213"/>
                      <a:gd name="T6" fmla="*/ 1 w 4"/>
                      <a:gd name="T7" fmla="*/ 0 h 213"/>
                      <a:gd name="T8" fmla="*/ 1 w 4"/>
                      <a:gd name="T9" fmla="*/ 0 h 21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"/>
                      <a:gd name="T16" fmla="*/ 0 h 213"/>
                      <a:gd name="T17" fmla="*/ 4 w 4"/>
                      <a:gd name="T18" fmla="*/ 213 h 21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" h="213">
                        <a:moveTo>
                          <a:pt x="4" y="0"/>
                        </a:moveTo>
                        <a:lnTo>
                          <a:pt x="4" y="209"/>
                        </a:lnTo>
                        <a:lnTo>
                          <a:pt x="0" y="209"/>
                        </a:lnTo>
                        <a:lnTo>
                          <a:pt x="4" y="213"/>
                        </a:ln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FFFF9F"/>
                  </a:solidFill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4" name="Freeform 132">
                    <a:extLst>
                      <a:ext uri="{FF2B5EF4-FFF2-40B4-BE49-F238E27FC236}">
                        <a16:creationId xmlns:a16="http://schemas.microsoft.com/office/drawing/2014/main" id="{4E38EDAD-9B0B-76C9-BD0B-7290BDDEC03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55" y="1909"/>
                    <a:ext cx="4" cy="108"/>
                  </a:xfrm>
                  <a:custGeom>
                    <a:avLst/>
                    <a:gdLst>
                      <a:gd name="T0" fmla="*/ 1 w 8"/>
                      <a:gd name="T1" fmla="*/ 0 h 218"/>
                      <a:gd name="T2" fmla="*/ 0 w 8"/>
                      <a:gd name="T3" fmla="*/ 0 h 218"/>
                      <a:gd name="T4" fmla="*/ 0 w 8"/>
                      <a:gd name="T5" fmla="*/ 0 h 218"/>
                      <a:gd name="T6" fmla="*/ 1 w 8"/>
                      <a:gd name="T7" fmla="*/ 0 h 218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8"/>
                      <a:gd name="T13" fmla="*/ 0 h 218"/>
                      <a:gd name="T14" fmla="*/ 8 w 8"/>
                      <a:gd name="T15" fmla="*/ 218 h 218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8" h="218">
                        <a:moveTo>
                          <a:pt x="8" y="0"/>
                        </a:moveTo>
                        <a:lnTo>
                          <a:pt x="0" y="218"/>
                        </a:lnTo>
                        <a:lnTo>
                          <a:pt x="0" y="213"/>
                        </a:lnTo>
                        <a:lnTo>
                          <a:pt x="8" y="0"/>
                        </a:lnTo>
                        <a:close/>
                      </a:path>
                    </a:pathLst>
                  </a:custGeom>
                  <a:solidFill>
                    <a:srgbClr val="FFFF9F"/>
                  </a:solidFill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5" name="Line 133">
                    <a:extLst>
                      <a:ext uri="{FF2B5EF4-FFF2-40B4-BE49-F238E27FC236}">
                        <a16:creationId xmlns:a16="http://schemas.microsoft.com/office/drawing/2014/main" id="{F942C7A4-2B8D-925F-16EF-AEBC3C21F5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66" y="1911"/>
                    <a:ext cx="8" cy="104"/>
                  </a:xfrm>
                  <a:prstGeom prst="line">
                    <a:avLst/>
                  </a:prstGeom>
                  <a:noFill/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6" name="Freeform 134">
                    <a:extLst>
                      <a:ext uri="{FF2B5EF4-FFF2-40B4-BE49-F238E27FC236}">
                        <a16:creationId xmlns:a16="http://schemas.microsoft.com/office/drawing/2014/main" id="{AC3A465A-6436-C064-64D5-4F17D36085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558" y="1681"/>
                    <a:ext cx="1" cy="131"/>
                  </a:xfrm>
                  <a:custGeom>
                    <a:avLst/>
                    <a:gdLst>
                      <a:gd name="T0" fmla="*/ 1 w 1"/>
                      <a:gd name="T1" fmla="*/ 0 h 262"/>
                      <a:gd name="T2" fmla="*/ 0 w 1"/>
                      <a:gd name="T3" fmla="*/ 1 h 262"/>
                      <a:gd name="T4" fmla="*/ 0 w 1"/>
                      <a:gd name="T5" fmla="*/ 1 h 262"/>
                      <a:gd name="T6" fmla="*/ 1 w 1"/>
                      <a:gd name="T7" fmla="*/ 0 h 26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"/>
                      <a:gd name="T13" fmla="*/ 0 h 262"/>
                      <a:gd name="T14" fmla="*/ 1 w 1"/>
                      <a:gd name="T15" fmla="*/ 262 h 262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" h="262">
                        <a:moveTo>
                          <a:pt x="1" y="0"/>
                        </a:moveTo>
                        <a:lnTo>
                          <a:pt x="0" y="262"/>
                        </a:lnTo>
                        <a:lnTo>
                          <a:pt x="0" y="251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7" name="Line 135">
                    <a:extLst>
                      <a:ext uri="{FF2B5EF4-FFF2-40B4-BE49-F238E27FC236}">
                        <a16:creationId xmlns:a16="http://schemas.microsoft.com/office/drawing/2014/main" id="{B04A5229-07A9-9572-8B7F-4177DC8902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22" y="1688"/>
                    <a:ext cx="1" cy="139"/>
                  </a:xfrm>
                  <a:prstGeom prst="line">
                    <a:avLst/>
                  </a:prstGeom>
                  <a:noFill/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8" name="Line 136">
                    <a:extLst>
                      <a:ext uri="{FF2B5EF4-FFF2-40B4-BE49-F238E27FC236}">
                        <a16:creationId xmlns:a16="http://schemas.microsoft.com/office/drawing/2014/main" id="{6408E811-791E-B8F0-4E39-51A50167640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96" y="1692"/>
                    <a:ext cx="5" cy="139"/>
                  </a:xfrm>
                  <a:prstGeom prst="line">
                    <a:avLst/>
                  </a:prstGeom>
                  <a:noFill/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09" name="Freeform 137">
                    <a:extLst>
                      <a:ext uri="{FF2B5EF4-FFF2-40B4-BE49-F238E27FC236}">
                        <a16:creationId xmlns:a16="http://schemas.microsoft.com/office/drawing/2014/main" id="{B2A25C0C-451B-DFC2-D707-74C0BADA780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312" y="1684"/>
                    <a:ext cx="1" cy="140"/>
                  </a:xfrm>
                  <a:custGeom>
                    <a:avLst/>
                    <a:gdLst>
                      <a:gd name="T0" fmla="*/ 0 w 1"/>
                      <a:gd name="T1" fmla="*/ 0 h 280"/>
                      <a:gd name="T2" fmla="*/ 0 w 1"/>
                      <a:gd name="T3" fmla="*/ 1 h 280"/>
                      <a:gd name="T4" fmla="*/ 0 w 1"/>
                      <a:gd name="T5" fmla="*/ 1 h 280"/>
                      <a:gd name="T6" fmla="*/ 0 w 1"/>
                      <a:gd name="T7" fmla="*/ 0 h 28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1"/>
                      <a:gd name="T13" fmla="*/ 0 h 280"/>
                      <a:gd name="T14" fmla="*/ 1 w 1"/>
                      <a:gd name="T15" fmla="*/ 280 h 28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1" h="280">
                        <a:moveTo>
                          <a:pt x="0" y="0"/>
                        </a:moveTo>
                        <a:lnTo>
                          <a:pt x="0" y="280"/>
                        </a:lnTo>
                        <a:lnTo>
                          <a:pt x="0" y="271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7938">
                    <a:solidFill>
                      <a:srgbClr val="FFFF9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2562" name="Group 138">
                  <a:extLst>
                    <a:ext uri="{FF2B5EF4-FFF2-40B4-BE49-F238E27FC236}">
                      <a16:creationId xmlns:a16="http://schemas.microsoft.com/office/drawing/2014/main" id="{37EE35F5-9EA2-C1D0-AE72-6C4FDD63AB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72" y="1411"/>
                  <a:ext cx="1978" cy="870"/>
                  <a:chOff x="2472" y="1411"/>
                  <a:chExt cx="1978" cy="870"/>
                </a:xfrm>
              </p:grpSpPr>
              <p:grpSp>
                <p:nvGrpSpPr>
                  <p:cNvPr id="22563" name="Group 139">
                    <a:extLst>
                      <a:ext uri="{FF2B5EF4-FFF2-40B4-BE49-F238E27FC236}">
                        <a16:creationId xmlns:a16="http://schemas.microsoft.com/office/drawing/2014/main" id="{3975E8AD-96E1-637A-550A-0DE296BD14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3" y="1411"/>
                    <a:ext cx="325" cy="177"/>
                    <a:chOff x="3363" y="1411"/>
                    <a:chExt cx="325" cy="177"/>
                  </a:xfrm>
                </p:grpSpPr>
                <p:grpSp>
                  <p:nvGrpSpPr>
                    <p:cNvPr id="22586" name="Group 140">
                      <a:extLst>
                        <a:ext uri="{FF2B5EF4-FFF2-40B4-BE49-F238E27FC236}">
                          <a16:creationId xmlns:a16="http://schemas.microsoft.com/office/drawing/2014/main" id="{639574AB-309D-2B4F-EF47-11C6C5E23FC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524" y="1411"/>
                      <a:ext cx="84" cy="58"/>
                      <a:chOff x="3524" y="1411"/>
                      <a:chExt cx="84" cy="58"/>
                    </a:xfrm>
                  </p:grpSpPr>
                  <p:sp>
                    <p:nvSpPr>
                      <p:cNvPr id="22597" name="Line 141">
                        <a:extLst>
                          <a:ext uri="{FF2B5EF4-FFF2-40B4-BE49-F238E27FC236}">
                            <a16:creationId xmlns:a16="http://schemas.microsoft.com/office/drawing/2014/main" id="{9BC951F1-823F-0C7C-4074-BFC71C1FC4D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3563" y="1420"/>
                        <a:ext cx="2" cy="49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598" name="Line 142">
                        <a:extLst>
                          <a:ext uri="{FF2B5EF4-FFF2-40B4-BE49-F238E27FC236}">
                            <a16:creationId xmlns:a16="http://schemas.microsoft.com/office/drawing/2014/main" id="{91750BA1-3D6B-CD17-6D47-C581A535801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524" y="1411"/>
                        <a:ext cx="84" cy="16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2587" name="Group 143">
                      <a:extLst>
                        <a:ext uri="{FF2B5EF4-FFF2-40B4-BE49-F238E27FC236}">
                          <a16:creationId xmlns:a16="http://schemas.microsoft.com/office/drawing/2014/main" id="{7B9DF0F9-7F33-07DC-2E67-444EB1831B9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363" y="1460"/>
                      <a:ext cx="325" cy="128"/>
                      <a:chOff x="3363" y="1460"/>
                      <a:chExt cx="325" cy="128"/>
                    </a:xfrm>
                  </p:grpSpPr>
                  <p:sp>
                    <p:nvSpPr>
                      <p:cNvPr id="22588" name="Freeform 144">
                        <a:extLst>
                          <a:ext uri="{FF2B5EF4-FFF2-40B4-BE49-F238E27FC236}">
                            <a16:creationId xmlns:a16="http://schemas.microsoft.com/office/drawing/2014/main" id="{FFCA808E-6B63-C4D5-2A76-B5D7B7E0C7DF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63" y="1460"/>
                        <a:ext cx="325" cy="128"/>
                      </a:xfrm>
                      <a:custGeom>
                        <a:avLst/>
                        <a:gdLst>
                          <a:gd name="T0" fmla="*/ 0 w 652"/>
                          <a:gd name="T1" fmla="*/ 1 h 255"/>
                          <a:gd name="T2" fmla="*/ 0 w 652"/>
                          <a:gd name="T3" fmla="*/ 1 h 255"/>
                          <a:gd name="T4" fmla="*/ 0 w 652"/>
                          <a:gd name="T5" fmla="*/ 1 h 255"/>
                          <a:gd name="T6" fmla="*/ 0 w 652"/>
                          <a:gd name="T7" fmla="*/ 1 h 255"/>
                          <a:gd name="T8" fmla="*/ 0 w 652"/>
                          <a:gd name="T9" fmla="*/ 1 h 255"/>
                          <a:gd name="T10" fmla="*/ 0 w 652"/>
                          <a:gd name="T11" fmla="*/ 1 h 255"/>
                          <a:gd name="T12" fmla="*/ 0 w 652"/>
                          <a:gd name="T13" fmla="*/ 1 h 255"/>
                          <a:gd name="T14" fmla="*/ 0 w 652"/>
                          <a:gd name="T15" fmla="*/ 1 h 255"/>
                          <a:gd name="T16" fmla="*/ 0 w 652"/>
                          <a:gd name="T17" fmla="*/ 1 h 255"/>
                          <a:gd name="T18" fmla="*/ 0 w 652"/>
                          <a:gd name="T19" fmla="*/ 0 h 255"/>
                          <a:gd name="T20" fmla="*/ 0 w 652"/>
                          <a:gd name="T21" fmla="*/ 1 h 255"/>
                          <a:gd name="T22" fmla="*/ 0 w 652"/>
                          <a:gd name="T23" fmla="*/ 1 h 255"/>
                          <a:gd name="T24" fmla="*/ 0 w 652"/>
                          <a:gd name="T25" fmla="*/ 1 h 255"/>
                          <a:gd name="T26" fmla="*/ 0 w 652"/>
                          <a:gd name="T27" fmla="*/ 1 h 255"/>
                          <a:gd name="T28" fmla="*/ 0 w 652"/>
                          <a:gd name="T29" fmla="*/ 1 h 255"/>
                          <a:gd name="T30" fmla="*/ 0 w 652"/>
                          <a:gd name="T31" fmla="*/ 1 h 255"/>
                          <a:gd name="T32" fmla="*/ 0 w 652"/>
                          <a:gd name="T33" fmla="*/ 1 h 255"/>
                          <a:gd name="T34" fmla="*/ 0 w 652"/>
                          <a:gd name="T35" fmla="*/ 1 h 255"/>
                          <a:gd name="T36" fmla="*/ 0 w 652"/>
                          <a:gd name="T37" fmla="*/ 1 h 255"/>
                          <a:gd name="T38" fmla="*/ 0 w 652"/>
                          <a:gd name="T39" fmla="*/ 1 h 255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60000 65536"/>
                          <a:gd name="T55" fmla="*/ 0 60000 65536"/>
                          <a:gd name="T56" fmla="*/ 0 60000 65536"/>
                          <a:gd name="T57" fmla="*/ 0 60000 65536"/>
                          <a:gd name="T58" fmla="*/ 0 60000 65536"/>
                          <a:gd name="T59" fmla="*/ 0 60000 65536"/>
                          <a:gd name="T60" fmla="*/ 0 w 652"/>
                          <a:gd name="T61" fmla="*/ 0 h 255"/>
                          <a:gd name="T62" fmla="*/ 652 w 652"/>
                          <a:gd name="T63" fmla="*/ 255 h 255"/>
                        </a:gdLst>
                        <a:ahLst/>
                        <a:cxnLst>
                          <a:cxn ang="T40">
                            <a:pos x="T0" y="T1"/>
                          </a:cxn>
                          <a:cxn ang="T41">
                            <a:pos x="T2" y="T3"/>
                          </a:cxn>
                          <a:cxn ang="T42">
                            <a:pos x="T4" y="T5"/>
                          </a:cxn>
                          <a:cxn ang="T43">
                            <a:pos x="T6" y="T7"/>
                          </a:cxn>
                          <a:cxn ang="T44">
                            <a:pos x="T8" y="T9"/>
                          </a:cxn>
                          <a:cxn ang="T45">
                            <a:pos x="T10" y="T11"/>
                          </a:cxn>
                          <a:cxn ang="T46">
                            <a:pos x="T12" y="T13"/>
                          </a:cxn>
                          <a:cxn ang="T47">
                            <a:pos x="T14" y="T15"/>
                          </a:cxn>
                          <a:cxn ang="T48">
                            <a:pos x="T16" y="T17"/>
                          </a:cxn>
                          <a:cxn ang="T49">
                            <a:pos x="T18" y="T19"/>
                          </a:cxn>
                          <a:cxn ang="T50">
                            <a:pos x="T20" y="T21"/>
                          </a:cxn>
                          <a:cxn ang="T51">
                            <a:pos x="T22" y="T23"/>
                          </a:cxn>
                          <a:cxn ang="T52">
                            <a:pos x="T24" y="T25"/>
                          </a:cxn>
                          <a:cxn ang="T53">
                            <a:pos x="T26" y="T27"/>
                          </a:cxn>
                          <a:cxn ang="T54">
                            <a:pos x="T28" y="T29"/>
                          </a:cxn>
                          <a:cxn ang="T55">
                            <a:pos x="T30" y="T31"/>
                          </a:cxn>
                          <a:cxn ang="T56">
                            <a:pos x="T32" y="T33"/>
                          </a:cxn>
                          <a:cxn ang="T57">
                            <a:pos x="T34" y="T35"/>
                          </a:cxn>
                          <a:cxn ang="T58">
                            <a:pos x="T36" y="T37"/>
                          </a:cxn>
                          <a:cxn ang="T59">
                            <a:pos x="T38" y="T39"/>
                          </a:cxn>
                        </a:cxnLst>
                        <a:rect l="T60" t="T61" r="T62" b="T63"/>
                        <a:pathLst>
                          <a:path w="652" h="255">
                            <a:moveTo>
                              <a:pt x="0" y="255"/>
                            </a:moveTo>
                            <a:lnTo>
                              <a:pt x="15" y="132"/>
                            </a:lnTo>
                            <a:lnTo>
                              <a:pt x="23" y="92"/>
                            </a:lnTo>
                            <a:lnTo>
                              <a:pt x="28" y="73"/>
                            </a:lnTo>
                            <a:lnTo>
                              <a:pt x="38" y="62"/>
                            </a:lnTo>
                            <a:lnTo>
                              <a:pt x="64" y="48"/>
                            </a:lnTo>
                            <a:lnTo>
                              <a:pt x="132" y="31"/>
                            </a:lnTo>
                            <a:lnTo>
                              <a:pt x="210" y="19"/>
                            </a:lnTo>
                            <a:lnTo>
                              <a:pt x="289" y="8"/>
                            </a:lnTo>
                            <a:lnTo>
                              <a:pt x="394" y="0"/>
                            </a:lnTo>
                            <a:lnTo>
                              <a:pt x="492" y="8"/>
                            </a:lnTo>
                            <a:lnTo>
                              <a:pt x="513" y="12"/>
                            </a:lnTo>
                            <a:lnTo>
                              <a:pt x="533" y="22"/>
                            </a:lnTo>
                            <a:lnTo>
                              <a:pt x="555" y="32"/>
                            </a:lnTo>
                            <a:lnTo>
                              <a:pt x="577" y="44"/>
                            </a:lnTo>
                            <a:lnTo>
                              <a:pt x="598" y="58"/>
                            </a:lnTo>
                            <a:lnTo>
                              <a:pt x="614" y="75"/>
                            </a:lnTo>
                            <a:lnTo>
                              <a:pt x="625" y="110"/>
                            </a:lnTo>
                            <a:lnTo>
                              <a:pt x="652" y="255"/>
                            </a:lnTo>
                            <a:lnTo>
                              <a:pt x="0" y="255"/>
                            </a:ln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7938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22589" name="Group 145">
                        <a:extLst>
                          <a:ext uri="{FF2B5EF4-FFF2-40B4-BE49-F238E27FC236}">
                            <a16:creationId xmlns:a16="http://schemas.microsoft.com/office/drawing/2014/main" id="{7403D89A-4848-3B7E-8BEC-5CF4DFA664B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385" y="1483"/>
                        <a:ext cx="290" cy="104"/>
                        <a:chOff x="3385" y="1483"/>
                        <a:chExt cx="290" cy="104"/>
                      </a:xfrm>
                    </p:grpSpPr>
                    <p:sp>
                      <p:nvSpPr>
                        <p:cNvPr id="22590" name="Freeform 146">
                          <a:extLst>
                            <a:ext uri="{FF2B5EF4-FFF2-40B4-BE49-F238E27FC236}">
                              <a16:creationId xmlns:a16="http://schemas.microsoft.com/office/drawing/2014/main" id="{A44FDABD-E8E8-343B-E70A-D0BFF6C10EC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627" y="1493"/>
                          <a:ext cx="48" cy="77"/>
                        </a:xfrm>
                        <a:custGeom>
                          <a:avLst/>
                          <a:gdLst>
                            <a:gd name="T0" fmla="*/ 1 w 95"/>
                            <a:gd name="T1" fmla="*/ 0 h 155"/>
                            <a:gd name="T2" fmla="*/ 0 w 95"/>
                            <a:gd name="T3" fmla="*/ 0 h 155"/>
                            <a:gd name="T4" fmla="*/ 1 w 95"/>
                            <a:gd name="T5" fmla="*/ 0 h 155"/>
                            <a:gd name="T6" fmla="*/ 1 w 95"/>
                            <a:gd name="T7" fmla="*/ 0 h 155"/>
                            <a:gd name="T8" fmla="*/ 1 w 95"/>
                            <a:gd name="T9" fmla="*/ 0 h 155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95"/>
                            <a:gd name="T16" fmla="*/ 0 h 155"/>
                            <a:gd name="T17" fmla="*/ 95 w 95"/>
                            <a:gd name="T18" fmla="*/ 155 h 155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95" h="155">
                              <a:moveTo>
                                <a:pt x="74" y="28"/>
                              </a:moveTo>
                              <a:lnTo>
                                <a:pt x="0" y="0"/>
                              </a:lnTo>
                              <a:lnTo>
                                <a:pt x="14" y="139"/>
                              </a:lnTo>
                              <a:lnTo>
                                <a:pt x="95" y="155"/>
                              </a:lnTo>
                              <a:lnTo>
                                <a:pt x="74" y="28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 w="8001">
                          <a:solidFill>
                            <a:schemeClr val="accent2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91" name="Freeform 147">
                          <a:extLst>
                            <a:ext uri="{FF2B5EF4-FFF2-40B4-BE49-F238E27FC236}">
                              <a16:creationId xmlns:a16="http://schemas.microsoft.com/office/drawing/2014/main" id="{14940F06-80D5-1B8B-F0E5-D6E78A41102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63" y="1485"/>
                          <a:ext cx="59" cy="78"/>
                        </a:xfrm>
                        <a:custGeom>
                          <a:avLst/>
                          <a:gdLst>
                            <a:gd name="T0" fmla="*/ 1 w 117"/>
                            <a:gd name="T1" fmla="*/ 1 h 156"/>
                            <a:gd name="T2" fmla="*/ 0 w 117"/>
                            <a:gd name="T3" fmla="*/ 0 h 156"/>
                            <a:gd name="T4" fmla="*/ 1 w 117"/>
                            <a:gd name="T5" fmla="*/ 1 h 156"/>
                            <a:gd name="T6" fmla="*/ 1 w 117"/>
                            <a:gd name="T7" fmla="*/ 1 h 156"/>
                            <a:gd name="T8" fmla="*/ 1 w 117"/>
                            <a:gd name="T9" fmla="*/ 1 h 156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117"/>
                            <a:gd name="T16" fmla="*/ 0 h 156"/>
                            <a:gd name="T17" fmla="*/ 117 w 117"/>
                            <a:gd name="T18" fmla="*/ 156 h 156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117" h="156">
                              <a:moveTo>
                                <a:pt x="102" y="9"/>
                              </a:moveTo>
                              <a:lnTo>
                                <a:pt x="0" y="0"/>
                              </a:lnTo>
                              <a:lnTo>
                                <a:pt x="15" y="152"/>
                              </a:lnTo>
                              <a:lnTo>
                                <a:pt x="117" y="156"/>
                              </a:lnTo>
                              <a:lnTo>
                                <a:pt x="102" y="9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92" name="Freeform 148">
                          <a:extLst>
                            <a:ext uri="{FF2B5EF4-FFF2-40B4-BE49-F238E27FC236}">
                              <a16:creationId xmlns:a16="http://schemas.microsoft.com/office/drawing/2014/main" id="{69EB7942-19E5-37A7-BF11-F6D5C2648AB4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26" y="1483"/>
                          <a:ext cx="33" cy="78"/>
                        </a:xfrm>
                        <a:custGeom>
                          <a:avLst/>
                          <a:gdLst>
                            <a:gd name="T0" fmla="*/ 1 w 66"/>
                            <a:gd name="T1" fmla="*/ 1 h 156"/>
                            <a:gd name="T2" fmla="*/ 0 w 66"/>
                            <a:gd name="T3" fmla="*/ 0 h 156"/>
                            <a:gd name="T4" fmla="*/ 1 w 66"/>
                            <a:gd name="T5" fmla="*/ 1 h 156"/>
                            <a:gd name="T6" fmla="*/ 1 w 66"/>
                            <a:gd name="T7" fmla="*/ 1 h 156"/>
                            <a:gd name="T8" fmla="*/ 1 w 66"/>
                            <a:gd name="T9" fmla="*/ 1 h 156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66"/>
                            <a:gd name="T16" fmla="*/ 0 h 156"/>
                            <a:gd name="T17" fmla="*/ 66 w 66"/>
                            <a:gd name="T18" fmla="*/ 156 h 156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66" h="156">
                              <a:moveTo>
                                <a:pt x="53" y="4"/>
                              </a:moveTo>
                              <a:lnTo>
                                <a:pt x="0" y="0"/>
                              </a:lnTo>
                              <a:lnTo>
                                <a:pt x="7" y="156"/>
                              </a:lnTo>
                              <a:lnTo>
                                <a:pt x="66" y="155"/>
                              </a:lnTo>
                              <a:lnTo>
                                <a:pt x="53" y="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93" name="Freeform 149">
                          <a:extLst>
                            <a:ext uri="{FF2B5EF4-FFF2-40B4-BE49-F238E27FC236}">
                              <a16:creationId xmlns:a16="http://schemas.microsoft.com/office/drawing/2014/main" id="{F9697117-D85C-64AA-C254-95030633EE8C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90" y="1485"/>
                          <a:ext cx="20" cy="74"/>
                        </a:xfrm>
                        <a:custGeom>
                          <a:avLst/>
                          <a:gdLst>
                            <a:gd name="T0" fmla="*/ 0 w 40"/>
                            <a:gd name="T1" fmla="*/ 1 h 148"/>
                            <a:gd name="T2" fmla="*/ 1 w 40"/>
                            <a:gd name="T3" fmla="*/ 1 h 148"/>
                            <a:gd name="T4" fmla="*/ 1 w 40"/>
                            <a:gd name="T5" fmla="*/ 1 h 148"/>
                            <a:gd name="T6" fmla="*/ 1 w 40"/>
                            <a:gd name="T7" fmla="*/ 0 h 148"/>
                            <a:gd name="T8" fmla="*/ 0 w 40"/>
                            <a:gd name="T9" fmla="*/ 1 h 148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40"/>
                            <a:gd name="T16" fmla="*/ 0 h 148"/>
                            <a:gd name="T17" fmla="*/ 40 w 40"/>
                            <a:gd name="T18" fmla="*/ 148 h 148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40" h="148">
                              <a:moveTo>
                                <a:pt x="0" y="4"/>
                              </a:moveTo>
                              <a:lnTo>
                                <a:pt x="1" y="148"/>
                              </a:lnTo>
                              <a:lnTo>
                                <a:pt x="40" y="148"/>
                              </a:lnTo>
                              <a:lnTo>
                                <a:pt x="26" y="0"/>
                              </a:lnTo>
                              <a:lnTo>
                                <a:pt x="0" y="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94" name="Freeform 150">
                          <a:extLst>
                            <a:ext uri="{FF2B5EF4-FFF2-40B4-BE49-F238E27FC236}">
                              <a16:creationId xmlns:a16="http://schemas.microsoft.com/office/drawing/2014/main" id="{227671CD-A9D9-B196-24A8-549C4C841113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63" y="1487"/>
                          <a:ext cx="17" cy="72"/>
                        </a:xfrm>
                        <a:custGeom>
                          <a:avLst/>
                          <a:gdLst>
                            <a:gd name="T0" fmla="*/ 1 w 34"/>
                            <a:gd name="T1" fmla="*/ 0 h 144"/>
                            <a:gd name="T2" fmla="*/ 1 w 34"/>
                            <a:gd name="T3" fmla="*/ 1 h 144"/>
                            <a:gd name="T4" fmla="*/ 1 w 34"/>
                            <a:gd name="T5" fmla="*/ 1 h 144"/>
                            <a:gd name="T6" fmla="*/ 0 w 34"/>
                            <a:gd name="T7" fmla="*/ 1 h 144"/>
                            <a:gd name="T8" fmla="*/ 1 w 34"/>
                            <a:gd name="T9" fmla="*/ 0 h 144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34"/>
                            <a:gd name="T16" fmla="*/ 0 h 144"/>
                            <a:gd name="T17" fmla="*/ 34 w 34"/>
                            <a:gd name="T18" fmla="*/ 144 h 144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34" h="144">
                              <a:moveTo>
                                <a:pt x="30" y="0"/>
                              </a:moveTo>
                              <a:lnTo>
                                <a:pt x="34" y="144"/>
                              </a:lnTo>
                              <a:lnTo>
                                <a:pt x="3" y="144"/>
                              </a:lnTo>
                              <a:lnTo>
                                <a:pt x="0" y="2"/>
                              </a:lnTo>
                              <a:lnTo>
                                <a:pt x="30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95" name="Freeform 151">
                          <a:extLst>
                            <a:ext uri="{FF2B5EF4-FFF2-40B4-BE49-F238E27FC236}">
                              <a16:creationId xmlns:a16="http://schemas.microsoft.com/office/drawing/2014/main" id="{94A7C786-BA00-B71B-C521-82960020EA5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385" y="1499"/>
                          <a:ext cx="40" cy="69"/>
                        </a:xfrm>
                        <a:custGeom>
                          <a:avLst/>
                          <a:gdLst>
                            <a:gd name="T0" fmla="*/ 1 w 80"/>
                            <a:gd name="T1" fmla="*/ 0 h 139"/>
                            <a:gd name="T2" fmla="*/ 1 w 80"/>
                            <a:gd name="T3" fmla="*/ 0 h 139"/>
                            <a:gd name="T4" fmla="*/ 0 w 80"/>
                            <a:gd name="T5" fmla="*/ 0 h 139"/>
                            <a:gd name="T6" fmla="*/ 1 w 80"/>
                            <a:gd name="T7" fmla="*/ 0 h 139"/>
                            <a:gd name="T8" fmla="*/ 1 w 80"/>
                            <a:gd name="T9" fmla="*/ 0 h 139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80"/>
                            <a:gd name="T16" fmla="*/ 0 h 139"/>
                            <a:gd name="T17" fmla="*/ 80 w 80"/>
                            <a:gd name="T18" fmla="*/ 139 h 139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80" h="139">
                              <a:moveTo>
                                <a:pt x="80" y="0"/>
                              </a:moveTo>
                              <a:lnTo>
                                <a:pt x="15" y="9"/>
                              </a:lnTo>
                              <a:lnTo>
                                <a:pt x="0" y="139"/>
                              </a:lnTo>
                              <a:lnTo>
                                <a:pt x="77" y="139"/>
                              </a:lnTo>
                              <a:lnTo>
                                <a:pt x="80" y="0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96" name="Freeform 152">
                          <a:extLst>
                            <a:ext uri="{FF2B5EF4-FFF2-40B4-BE49-F238E27FC236}">
                              <a16:creationId xmlns:a16="http://schemas.microsoft.com/office/drawing/2014/main" id="{0005A904-71B5-984B-623D-6DE851F4B34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432" y="1485"/>
                          <a:ext cx="21" cy="102"/>
                        </a:xfrm>
                        <a:custGeom>
                          <a:avLst/>
                          <a:gdLst>
                            <a:gd name="T0" fmla="*/ 0 w 43"/>
                            <a:gd name="T1" fmla="*/ 0 h 205"/>
                            <a:gd name="T2" fmla="*/ 0 w 43"/>
                            <a:gd name="T3" fmla="*/ 0 h 205"/>
                            <a:gd name="T4" fmla="*/ 0 w 43"/>
                            <a:gd name="T5" fmla="*/ 0 h 205"/>
                            <a:gd name="T6" fmla="*/ 0 w 43"/>
                            <a:gd name="T7" fmla="*/ 0 h 205"/>
                            <a:gd name="T8" fmla="*/ 0 w 43"/>
                            <a:gd name="T9" fmla="*/ 0 h 205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43"/>
                            <a:gd name="T16" fmla="*/ 0 h 205"/>
                            <a:gd name="T17" fmla="*/ 43 w 43"/>
                            <a:gd name="T18" fmla="*/ 205 h 205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43" h="205">
                              <a:moveTo>
                                <a:pt x="4" y="4"/>
                              </a:moveTo>
                              <a:lnTo>
                                <a:pt x="39" y="0"/>
                              </a:lnTo>
                              <a:lnTo>
                                <a:pt x="43" y="205"/>
                              </a:lnTo>
                              <a:lnTo>
                                <a:pt x="0" y="205"/>
                              </a:lnTo>
                              <a:lnTo>
                                <a:pt x="4" y="4"/>
                              </a:lnTo>
                              <a:close/>
                            </a:path>
                          </a:pathLst>
                        </a:custGeom>
                        <a:solidFill>
                          <a:schemeClr val="accent2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  <p:grpSp>
                <p:nvGrpSpPr>
                  <p:cNvPr id="22564" name="Group 153">
                    <a:extLst>
                      <a:ext uri="{FF2B5EF4-FFF2-40B4-BE49-F238E27FC236}">
                        <a16:creationId xmlns:a16="http://schemas.microsoft.com/office/drawing/2014/main" id="{0B1CD1A5-0500-DA79-388B-AC3D2ADB8AE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472" y="1574"/>
                    <a:ext cx="1978" cy="707"/>
                    <a:chOff x="2472" y="1574"/>
                    <a:chExt cx="1978" cy="707"/>
                  </a:xfrm>
                </p:grpSpPr>
                <p:grpSp>
                  <p:nvGrpSpPr>
                    <p:cNvPr id="22565" name="Group 154">
                      <a:extLst>
                        <a:ext uri="{FF2B5EF4-FFF2-40B4-BE49-F238E27FC236}">
                          <a16:creationId xmlns:a16="http://schemas.microsoft.com/office/drawing/2014/main" id="{2C547553-4806-855A-A1B2-AD3FE8C84AE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095" y="1602"/>
                      <a:ext cx="135" cy="60"/>
                      <a:chOff x="3095" y="1602"/>
                      <a:chExt cx="135" cy="60"/>
                    </a:xfrm>
                  </p:grpSpPr>
                  <p:grpSp>
                    <p:nvGrpSpPr>
                      <p:cNvPr id="22576" name="Group 155">
                        <a:extLst>
                          <a:ext uri="{FF2B5EF4-FFF2-40B4-BE49-F238E27FC236}">
                            <a16:creationId xmlns:a16="http://schemas.microsoft.com/office/drawing/2014/main" id="{165AF286-BE28-51B3-C298-EC0242C1874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95" y="1602"/>
                        <a:ext cx="135" cy="60"/>
                        <a:chOff x="3095" y="1602"/>
                        <a:chExt cx="135" cy="60"/>
                      </a:xfrm>
                    </p:grpSpPr>
                    <p:sp>
                      <p:nvSpPr>
                        <p:cNvPr id="22581" name="Line 156">
                          <a:extLst>
                            <a:ext uri="{FF2B5EF4-FFF2-40B4-BE49-F238E27FC236}">
                              <a16:creationId xmlns:a16="http://schemas.microsoft.com/office/drawing/2014/main" id="{923884F6-E3F4-C1C9-D85B-2F53DD676D4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95" y="1602"/>
                          <a:ext cx="135" cy="1"/>
                        </a:xfrm>
                        <a:prstGeom prst="line">
                          <a:avLst/>
                        </a:prstGeom>
                        <a:noFill/>
                        <a:ln w="7938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82" name="Line 157">
                          <a:extLst>
                            <a:ext uri="{FF2B5EF4-FFF2-40B4-BE49-F238E27FC236}">
                              <a16:creationId xmlns:a16="http://schemas.microsoft.com/office/drawing/2014/main" id="{7BA8769B-F1A7-B1DD-4B7F-6FC2CF23E65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095" y="1604"/>
                          <a:ext cx="1" cy="58"/>
                        </a:xfrm>
                        <a:prstGeom prst="line">
                          <a:avLst/>
                        </a:prstGeom>
                        <a:noFill/>
                        <a:ln w="7938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83" name="Line 158">
                          <a:extLst>
                            <a:ext uri="{FF2B5EF4-FFF2-40B4-BE49-F238E27FC236}">
                              <a16:creationId xmlns:a16="http://schemas.microsoft.com/office/drawing/2014/main" id="{64000586-C763-6360-DE8E-6982229E4B7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25" y="1606"/>
                          <a:ext cx="1" cy="56"/>
                        </a:xfrm>
                        <a:prstGeom prst="line">
                          <a:avLst/>
                        </a:prstGeom>
                        <a:noFill/>
                        <a:ln w="7938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84" name="Line 159">
                          <a:extLst>
                            <a:ext uri="{FF2B5EF4-FFF2-40B4-BE49-F238E27FC236}">
                              <a16:creationId xmlns:a16="http://schemas.microsoft.com/office/drawing/2014/main" id="{CFFD15A8-CD4A-6F8A-10A8-11C3FAB24DF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57" y="1606"/>
                          <a:ext cx="1" cy="56"/>
                        </a:xfrm>
                        <a:prstGeom prst="line">
                          <a:avLst/>
                        </a:prstGeom>
                        <a:noFill/>
                        <a:ln w="7938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22585" name="Line 160">
                          <a:extLst>
                            <a:ext uri="{FF2B5EF4-FFF2-40B4-BE49-F238E27FC236}">
                              <a16:creationId xmlns:a16="http://schemas.microsoft.com/office/drawing/2014/main" id="{D484D776-DE87-FA43-663D-D07D78A8EE4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91" y="1604"/>
                          <a:ext cx="1" cy="56"/>
                        </a:xfrm>
                        <a:prstGeom prst="line">
                          <a:avLst/>
                        </a:prstGeom>
                        <a:noFill/>
                        <a:ln w="7938">
                          <a:solidFill>
                            <a:schemeClr val="bg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22577" name="Line 161">
                        <a:extLst>
                          <a:ext uri="{FF2B5EF4-FFF2-40B4-BE49-F238E27FC236}">
                            <a16:creationId xmlns:a16="http://schemas.microsoft.com/office/drawing/2014/main" id="{660A2272-8EEA-3748-D1B0-DF8FE9145005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95" y="1614"/>
                        <a:ext cx="131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578" name="Line 162">
                        <a:extLst>
                          <a:ext uri="{FF2B5EF4-FFF2-40B4-BE49-F238E27FC236}">
                            <a16:creationId xmlns:a16="http://schemas.microsoft.com/office/drawing/2014/main" id="{1F367F4E-682B-F3EA-E4D8-F028FB8CB25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96" y="1625"/>
                        <a:ext cx="130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579" name="Line 163">
                        <a:extLst>
                          <a:ext uri="{FF2B5EF4-FFF2-40B4-BE49-F238E27FC236}">
                            <a16:creationId xmlns:a16="http://schemas.microsoft.com/office/drawing/2014/main" id="{674B1BC6-8CE5-4853-8F54-2DA04DC605A7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95" y="1636"/>
                        <a:ext cx="131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580" name="Line 164">
                        <a:extLst>
                          <a:ext uri="{FF2B5EF4-FFF2-40B4-BE49-F238E27FC236}">
                            <a16:creationId xmlns:a16="http://schemas.microsoft.com/office/drawing/2014/main" id="{C411A190-940E-85A1-5F06-97E0F4084EF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096" y="1647"/>
                        <a:ext cx="12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bg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22566" name="Group 165">
                      <a:extLst>
                        <a:ext uri="{FF2B5EF4-FFF2-40B4-BE49-F238E27FC236}">
                          <a16:creationId xmlns:a16="http://schemas.microsoft.com/office/drawing/2014/main" id="{96036A36-5D66-20B2-8B3C-C9686D0D894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72" y="1574"/>
                      <a:ext cx="1978" cy="707"/>
                      <a:chOff x="2472" y="1574"/>
                      <a:chExt cx="1978" cy="707"/>
                    </a:xfrm>
                  </p:grpSpPr>
                  <p:grpSp>
                    <p:nvGrpSpPr>
                      <p:cNvPr id="22567" name="Group 166">
                        <a:extLst>
                          <a:ext uri="{FF2B5EF4-FFF2-40B4-BE49-F238E27FC236}">
                            <a16:creationId xmlns:a16="http://schemas.microsoft.com/office/drawing/2014/main" id="{6D5C9C41-363C-48B3-5928-40CF95625D8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472" y="1574"/>
                        <a:ext cx="1978" cy="707"/>
                        <a:chOff x="2472" y="1574"/>
                        <a:chExt cx="1978" cy="707"/>
                      </a:xfrm>
                    </p:grpSpPr>
                    <p:grpSp>
                      <p:nvGrpSpPr>
                        <p:cNvPr id="22569" name="Group 167">
                          <a:extLst>
                            <a:ext uri="{FF2B5EF4-FFF2-40B4-BE49-F238E27FC236}">
                              <a16:creationId xmlns:a16="http://schemas.microsoft.com/office/drawing/2014/main" id="{11DA462E-F606-9707-FEE1-731B6310CF52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472" y="1574"/>
                          <a:ext cx="1978" cy="707"/>
                          <a:chOff x="2472" y="1574"/>
                          <a:chExt cx="1978" cy="707"/>
                        </a:xfrm>
                      </p:grpSpPr>
                      <p:sp>
                        <p:nvSpPr>
                          <p:cNvPr id="22571" name="Freeform 168">
                            <a:extLst>
                              <a:ext uri="{FF2B5EF4-FFF2-40B4-BE49-F238E27FC236}">
                                <a16:creationId xmlns:a16="http://schemas.microsoft.com/office/drawing/2014/main" id="{E10E6C18-DF92-5AB0-13EA-0B9A0251780A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472" y="1574"/>
                            <a:ext cx="1978" cy="707"/>
                          </a:xfrm>
                          <a:custGeom>
                            <a:avLst/>
                            <a:gdLst>
                              <a:gd name="T0" fmla="*/ 1 w 3956"/>
                              <a:gd name="T1" fmla="*/ 1 h 1414"/>
                              <a:gd name="T2" fmla="*/ 1 w 3956"/>
                              <a:gd name="T3" fmla="*/ 1 h 1414"/>
                              <a:gd name="T4" fmla="*/ 0 w 3956"/>
                              <a:gd name="T5" fmla="*/ 1 h 1414"/>
                              <a:gd name="T6" fmla="*/ 1 w 3956"/>
                              <a:gd name="T7" fmla="*/ 1 h 1414"/>
                              <a:gd name="T8" fmla="*/ 1 w 3956"/>
                              <a:gd name="T9" fmla="*/ 1 h 1414"/>
                              <a:gd name="T10" fmla="*/ 1 w 3956"/>
                              <a:gd name="T11" fmla="*/ 1 h 1414"/>
                              <a:gd name="T12" fmla="*/ 1 w 3956"/>
                              <a:gd name="T13" fmla="*/ 1 h 1414"/>
                              <a:gd name="T14" fmla="*/ 1 w 3956"/>
                              <a:gd name="T15" fmla="*/ 1 h 1414"/>
                              <a:gd name="T16" fmla="*/ 1 w 3956"/>
                              <a:gd name="T17" fmla="*/ 1 h 1414"/>
                              <a:gd name="T18" fmla="*/ 1 w 3956"/>
                              <a:gd name="T19" fmla="*/ 1 h 1414"/>
                              <a:gd name="T20" fmla="*/ 1 w 3956"/>
                              <a:gd name="T21" fmla="*/ 1 h 1414"/>
                              <a:gd name="T22" fmla="*/ 1 w 3956"/>
                              <a:gd name="T23" fmla="*/ 1 h 1414"/>
                              <a:gd name="T24" fmla="*/ 1 w 3956"/>
                              <a:gd name="T25" fmla="*/ 1 h 1414"/>
                              <a:gd name="T26" fmla="*/ 1 w 3956"/>
                              <a:gd name="T27" fmla="*/ 1 h 1414"/>
                              <a:gd name="T28" fmla="*/ 1 w 3956"/>
                              <a:gd name="T29" fmla="*/ 1 h 1414"/>
                              <a:gd name="T30" fmla="*/ 1 w 3956"/>
                              <a:gd name="T31" fmla="*/ 1 h 1414"/>
                              <a:gd name="T32" fmla="*/ 1 w 3956"/>
                              <a:gd name="T33" fmla="*/ 1 h 1414"/>
                              <a:gd name="T34" fmla="*/ 1 w 3956"/>
                              <a:gd name="T35" fmla="*/ 1 h 1414"/>
                              <a:gd name="T36" fmla="*/ 1 w 3956"/>
                              <a:gd name="T37" fmla="*/ 1 h 1414"/>
                              <a:gd name="T38" fmla="*/ 1 w 3956"/>
                              <a:gd name="T39" fmla="*/ 1 h 1414"/>
                              <a:gd name="T40" fmla="*/ 1 w 3956"/>
                              <a:gd name="T41" fmla="*/ 1 h 1414"/>
                              <a:gd name="T42" fmla="*/ 1 w 3956"/>
                              <a:gd name="T43" fmla="*/ 1 h 1414"/>
                              <a:gd name="T44" fmla="*/ 1 w 3956"/>
                              <a:gd name="T45" fmla="*/ 1 h 1414"/>
                              <a:gd name="T46" fmla="*/ 1 w 3956"/>
                              <a:gd name="T47" fmla="*/ 1 h 1414"/>
                              <a:gd name="T48" fmla="*/ 1 w 3956"/>
                              <a:gd name="T49" fmla="*/ 1 h 1414"/>
                              <a:gd name="T50" fmla="*/ 1 w 3956"/>
                              <a:gd name="T51" fmla="*/ 1 h 1414"/>
                              <a:gd name="T52" fmla="*/ 1 w 3956"/>
                              <a:gd name="T53" fmla="*/ 1 h 1414"/>
                              <a:gd name="T54" fmla="*/ 1 w 3956"/>
                              <a:gd name="T55" fmla="*/ 1 h 1414"/>
                              <a:gd name="T56" fmla="*/ 1 w 3956"/>
                              <a:gd name="T57" fmla="*/ 1 h 1414"/>
                              <a:gd name="T58" fmla="*/ 1 w 3956"/>
                              <a:gd name="T59" fmla="*/ 1 h 1414"/>
                              <a:gd name="T60" fmla="*/ 1 w 3956"/>
                              <a:gd name="T61" fmla="*/ 1 h 1414"/>
                              <a:gd name="T62" fmla="*/ 1 w 3956"/>
                              <a:gd name="T63" fmla="*/ 1 h 1414"/>
                              <a:gd name="T64" fmla="*/ 1 w 3956"/>
                              <a:gd name="T65" fmla="*/ 1 h 1414"/>
                              <a:gd name="T66" fmla="*/ 1 w 3956"/>
                              <a:gd name="T67" fmla="*/ 1 h 1414"/>
                              <a:gd name="T68" fmla="*/ 1 w 3956"/>
                              <a:gd name="T69" fmla="*/ 1 h 1414"/>
                              <a:gd name="T70" fmla="*/ 1 w 3956"/>
                              <a:gd name="T71" fmla="*/ 1 h 1414"/>
                              <a:gd name="T72" fmla="*/ 1 w 3956"/>
                              <a:gd name="T73" fmla="*/ 1 h 1414"/>
                              <a:gd name="T74" fmla="*/ 1 w 3956"/>
                              <a:gd name="T75" fmla="*/ 1 h 1414"/>
                              <a:gd name="T76" fmla="*/ 1 w 3956"/>
                              <a:gd name="T77" fmla="*/ 1 h 1414"/>
                              <a:gd name="T78" fmla="*/ 1 w 3956"/>
                              <a:gd name="T79" fmla="*/ 0 h 1414"/>
                              <a:gd name="T80" fmla="*/ 1 w 3956"/>
                              <a:gd name="T81" fmla="*/ 1 h 1414"/>
                              <a:gd name="T82" fmla="*/ 1 w 3956"/>
                              <a:gd name="T83" fmla="*/ 1 h 1414"/>
                              <a:gd name="T84" fmla="*/ 1 w 3956"/>
                              <a:gd name="T85" fmla="*/ 1 h 1414"/>
                              <a:gd name="T86" fmla="*/ 1 w 3956"/>
                              <a:gd name="T87" fmla="*/ 1 h 1414"/>
                              <a:gd name="T88" fmla="*/ 1 w 3956"/>
                              <a:gd name="T89" fmla="*/ 1 h 1414"/>
                              <a:gd name="T90" fmla="*/ 1 w 3956"/>
                              <a:gd name="T91" fmla="*/ 1 h 1414"/>
                              <a:gd name="T92" fmla="*/ 1 w 3956"/>
                              <a:gd name="T93" fmla="*/ 1 h 1414"/>
                              <a:gd name="T94" fmla="*/ 1 w 3956"/>
                              <a:gd name="T95" fmla="*/ 1 h 1414"/>
                              <a:gd name="T96" fmla="*/ 1 w 3956"/>
                              <a:gd name="T97" fmla="*/ 1 h 1414"/>
                              <a:gd name="T98" fmla="*/ 1 w 3956"/>
                              <a:gd name="T99" fmla="*/ 1 h 1414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w 3956"/>
                              <a:gd name="T151" fmla="*/ 0 h 1414"/>
                              <a:gd name="T152" fmla="*/ 3956 w 3956"/>
                              <a:gd name="T153" fmla="*/ 1414 h 1414"/>
                            </a:gdLst>
                            <a:ahLst/>
                            <a:cxnLst>
                              <a:cxn ang="T100">
                                <a:pos x="T0" y="T1"/>
                              </a:cxn>
                              <a:cxn ang="T101">
                                <a:pos x="T2" y="T3"/>
                              </a:cxn>
                              <a:cxn ang="T102">
                                <a:pos x="T4" y="T5"/>
                              </a:cxn>
                              <a:cxn ang="T103">
                                <a:pos x="T6" y="T7"/>
                              </a:cxn>
                              <a:cxn ang="T104">
                                <a:pos x="T8" y="T9"/>
                              </a:cxn>
                              <a:cxn ang="T105">
                                <a:pos x="T10" y="T11"/>
                              </a:cxn>
                              <a:cxn ang="T106">
                                <a:pos x="T12" y="T13"/>
                              </a:cxn>
                              <a:cxn ang="T107">
                                <a:pos x="T14" y="T15"/>
                              </a:cxn>
                              <a:cxn ang="T108">
                                <a:pos x="T16" y="T17"/>
                              </a:cxn>
                              <a:cxn ang="T109">
                                <a:pos x="T18" y="T19"/>
                              </a:cxn>
                              <a:cxn ang="T110">
                                <a:pos x="T20" y="T21"/>
                              </a:cxn>
                              <a:cxn ang="T111">
                                <a:pos x="T22" y="T23"/>
                              </a:cxn>
                              <a:cxn ang="T112">
                                <a:pos x="T24" y="T25"/>
                              </a:cxn>
                              <a:cxn ang="T113">
                                <a:pos x="T26" y="T27"/>
                              </a:cxn>
                              <a:cxn ang="T114">
                                <a:pos x="T28" y="T29"/>
                              </a:cxn>
                              <a:cxn ang="T115">
                                <a:pos x="T30" y="T31"/>
                              </a:cxn>
                              <a:cxn ang="T116">
                                <a:pos x="T32" y="T33"/>
                              </a:cxn>
                              <a:cxn ang="T117">
                                <a:pos x="T34" y="T35"/>
                              </a:cxn>
                              <a:cxn ang="T118">
                                <a:pos x="T36" y="T37"/>
                              </a:cxn>
                              <a:cxn ang="T119">
                                <a:pos x="T38" y="T39"/>
                              </a:cxn>
                              <a:cxn ang="T120">
                                <a:pos x="T40" y="T41"/>
                              </a:cxn>
                              <a:cxn ang="T121">
                                <a:pos x="T42" y="T43"/>
                              </a:cxn>
                              <a:cxn ang="T122">
                                <a:pos x="T44" y="T45"/>
                              </a:cxn>
                              <a:cxn ang="T123">
                                <a:pos x="T46" y="T47"/>
                              </a:cxn>
                              <a:cxn ang="T124">
                                <a:pos x="T48" y="T49"/>
                              </a:cxn>
                              <a:cxn ang="T125">
                                <a:pos x="T50" y="T51"/>
                              </a:cxn>
                              <a:cxn ang="T126">
                                <a:pos x="T52" y="T53"/>
                              </a:cxn>
                              <a:cxn ang="T127">
                                <a:pos x="T54" y="T55"/>
                              </a:cxn>
                              <a:cxn ang="T128">
                                <a:pos x="T56" y="T57"/>
                              </a:cxn>
                              <a:cxn ang="T129">
                                <a:pos x="T58" y="T59"/>
                              </a:cxn>
                              <a:cxn ang="T130">
                                <a:pos x="T60" y="T61"/>
                              </a:cxn>
                              <a:cxn ang="T131">
                                <a:pos x="T62" y="T63"/>
                              </a:cxn>
                              <a:cxn ang="T132">
                                <a:pos x="T64" y="T65"/>
                              </a:cxn>
                              <a:cxn ang="T133">
                                <a:pos x="T66" y="T67"/>
                              </a:cxn>
                              <a:cxn ang="T134">
                                <a:pos x="T68" y="T69"/>
                              </a:cxn>
                              <a:cxn ang="T135">
                                <a:pos x="T70" y="T71"/>
                              </a:cxn>
                              <a:cxn ang="T136">
                                <a:pos x="T72" y="T73"/>
                              </a:cxn>
                              <a:cxn ang="T137">
                                <a:pos x="T74" y="T75"/>
                              </a:cxn>
                              <a:cxn ang="T138">
                                <a:pos x="T76" y="T77"/>
                              </a:cxn>
                              <a:cxn ang="T139">
                                <a:pos x="T78" y="T79"/>
                              </a:cxn>
                              <a:cxn ang="T140">
                                <a:pos x="T80" y="T81"/>
                              </a:cxn>
                              <a:cxn ang="T141">
                                <a:pos x="T82" y="T83"/>
                              </a:cxn>
                              <a:cxn ang="T142">
                                <a:pos x="T84" y="T85"/>
                              </a:cxn>
                              <a:cxn ang="T143">
                                <a:pos x="T86" y="T87"/>
                              </a:cxn>
                              <a:cxn ang="T144">
                                <a:pos x="T88" y="T89"/>
                              </a:cxn>
                              <a:cxn ang="T145">
                                <a:pos x="T90" y="T91"/>
                              </a:cxn>
                              <a:cxn ang="T146">
                                <a:pos x="T92" y="T93"/>
                              </a:cxn>
                              <a:cxn ang="T147">
                                <a:pos x="T94" y="T95"/>
                              </a:cxn>
                              <a:cxn ang="T148">
                                <a:pos x="T96" y="T97"/>
                              </a:cxn>
                              <a:cxn ang="T149">
                                <a:pos x="T98" y="T99"/>
                              </a:cxn>
                            </a:cxnLst>
                            <a:rect l="T150" t="T151" r="T152" b="T153"/>
                            <a:pathLst>
                              <a:path w="3956" h="1414">
                                <a:moveTo>
                                  <a:pt x="53" y="820"/>
                                </a:moveTo>
                                <a:lnTo>
                                  <a:pt x="43" y="838"/>
                                </a:lnTo>
                                <a:lnTo>
                                  <a:pt x="24" y="888"/>
                                </a:lnTo>
                                <a:lnTo>
                                  <a:pt x="11" y="932"/>
                                </a:lnTo>
                                <a:lnTo>
                                  <a:pt x="3" y="975"/>
                                </a:lnTo>
                                <a:lnTo>
                                  <a:pt x="0" y="1017"/>
                                </a:lnTo>
                                <a:lnTo>
                                  <a:pt x="8" y="1080"/>
                                </a:lnTo>
                                <a:lnTo>
                                  <a:pt x="15" y="1129"/>
                                </a:lnTo>
                                <a:lnTo>
                                  <a:pt x="23" y="1177"/>
                                </a:lnTo>
                                <a:lnTo>
                                  <a:pt x="543" y="1231"/>
                                </a:lnTo>
                                <a:lnTo>
                                  <a:pt x="908" y="1267"/>
                                </a:lnTo>
                                <a:lnTo>
                                  <a:pt x="1231" y="1282"/>
                                </a:lnTo>
                                <a:lnTo>
                                  <a:pt x="1648" y="1318"/>
                                </a:lnTo>
                                <a:lnTo>
                                  <a:pt x="2108" y="1335"/>
                                </a:lnTo>
                                <a:lnTo>
                                  <a:pt x="2500" y="1369"/>
                                </a:lnTo>
                                <a:lnTo>
                                  <a:pt x="2969" y="1397"/>
                                </a:lnTo>
                                <a:lnTo>
                                  <a:pt x="3403" y="1413"/>
                                </a:lnTo>
                                <a:lnTo>
                                  <a:pt x="3784" y="1414"/>
                                </a:lnTo>
                                <a:lnTo>
                                  <a:pt x="3799" y="1291"/>
                                </a:lnTo>
                                <a:lnTo>
                                  <a:pt x="3821" y="1116"/>
                                </a:lnTo>
                                <a:lnTo>
                                  <a:pt x="3866" y="983"/>
                                </a:lnTo>
                                <a:lnTo>
                                  <a:pt x="3900" y="899"/>
                                </a:lnTo>
                                <a:lnTo>
                                  <a:pt x="3934" y="817"/>
                                </a:lnTo>
                                <a:lnTo>
                                  <a:pt x="3956" y="782"/>
                                </a:lnTo>
                                <a:lnTo>
                                  <a:pt x="3515" y="826"/>
                                </a:lnTo>
                                <a:lnTo>
                                  <a:pt x="2961" y="870"/>
                                </a:lnTo>
                                <a:lnTo>
                                  <a:pt x="2303" y="888"/>
                                </a:lnTo>
                                <a:lnTo>
                                  <a:pt x="1680" y="879"/>
                                </a:lnTo>
                                <a:lnTo>
                                  <a:pt x="963" y="861"/>
                                </a:lnTo>
                                <a:lnTo>
                                  <a:pt x="349" y="841"/>
                                </a:lnTo>
                                <a:lnTo>
                                  <a:pt x="381" y="696"/>
                                </a:lnTo>
                                <a:lnTo>
                                  <a:pt x="389" y="686"/>
                                </a:lnTo>
                                <a:lnTo>
                                  <a:pt x="403" y="685"/>
                                </a:lnTo>
                                <a:lnTo>
                                  <a:pt x="1276" y="685"/>
                                </a:lnTo>
                                <a:lnTo>
                                  <a:pt x="1883" y="675"/>
                                </a:lnTo>
                                <a:lnTo>
                                  <a:pt x="2295" y="658"/>
                                </a:lnTo>
                                <a:lnTo>
                                  <a:pt x="2530" y="654"/>
                                </a:lnTo>
                                <a:lnTo>
                                  <a:pt x="2654" y="654"/>
                                </a:lnTo>
                                <a:lnTo>
                                  <a:pt x="2759" y="657"/>
                                </a:lnTo>
                                <a:lnTo>
                                  <a:pt x="2849" y="658"/>
                                </a:lnTo>
                                <a:lnTo>
                                  <a:pt x="2916" y="661"/>
                                </a:lnTo>
                                <a:lnTo>
                                  <a:pt x="2983" y="668"/>
                                </a:lnTo>
                                <a:lnTo>
                                  <a:pt x="3035" y="678"/>
                                </a:lnTo>
                                <a:lnTo>
                                  <a:pt x="3074" y="689"/>
                                </a:lnTo>
                                <a:lnTo>
                                  <a:pt x="3103" y="702"/>
                                </a:lnTo>
                                <a:lnTo>
                                  <a:pt x="3103" y="522"/>
                                </a:lnTo>
                                <a:lnTo>
                                  <a:pt x="3073" y="508"/>
                                </a:lnTo>
                                <a:lnTo>
                                  <a:pt x="3035" y="495"/>
                                </a:lnTo>
                                <a:lnTo>
                                  <a:pt x="2985" y="484"/>
                                </a:lnTo>
                                <a:lnTo>
                                  <a:pt x="2935" y="478"/>
                                </a:lnTo>
                                <a:lnTo>
                                  <a:pt x="2874" y="474"/>
                                </a:lnTo>
                                <a:lnTo>
                                  <a:pt x="2789" y="468"/>
                                </a:lnTo>
                                <a:lnTo>
                                  <a:pt x="2684" y="465"/>
                                </a:lnTo>
                                <a:lnTo>
                                  <a:pt x="2508" y="459"/>
                                </a:lnTo>
                                <a:lnTo>
                                  <a:pt x="2288" y="457"/>
                                </a:lnTo>
                                <a:lnTo>
                                  <a:pt x="1110" y="501"/>
                                </a:lnTo>
                                <a:lnTo>
                                  <a:pt x="1145" y="266"/>
                                </a:lnTo>
                                <a:lnTo>
                                  <a:pt x="899" y="275"/>
                                </a:lnTo>
                                <a:lnTo>
                                  <a:pt x="828" y="499"/>
                                </a:lnTo>
                                <a:lnTo>
                                  <a:pt x="1130" y="501"/>
                                </a:lnTo>
                                <a:lnTo>
                                  <a:pt x="1126" y="501"/>
                                </a:lnTo>
                                <a:lnTo>
                                  <a:pt x="1149" y="501"/>
                                </a:lnTo>
                                <a:lnTo>
                                  <a:pt x="1183" y="268"/>
                                </a:lnTo>
                                <a:lnTo>
                                  <a:pt x="1569" y="254"/>
                                </a:lnTo>
                                <a:lnTo>
                                  <a:pt x="1905" y="237"/>
                                </a:lnTo>
                                <a:lnTo>
                                  <a:pt x="2183" y="210"/>
                                </a:lnTo>
                                <a:lnTo>
                                  <a:pt x="2429" y="193"/>
                                </a:lnTo>
                                <a:lnTo>
                                  <a:pt x="2616" y="193"/>
                                </a:lnTo>
                                <a:lnTo>
                                  <a:pt x="2639" y="193"/>
                                </a:lnTo>
                                <a:lnTo>
                                  <a:pt x="2639" y="86"/>
                                </a:lnTo>
                                <a:lnTo>
                                  <a:pt x="2623" y="76"/>
                                </a:lnTo>
                                <a:lnTo>
                                  <a:pt x="2601" y="68"/>
                                </a:lnTo>
                                <a:lnTo>
                                  <a:pt x="2566" y="56"/>
                                </a:lnTo>
                                <a:lnTo>
                                  <a:pt x="2536" y="48"/>
                                </a:lnTo>
                                <a:lnTo>
                                  <a:pt x="2493" y="36"/>
                                </a:lnTo>
                                <a:lnTo>
                                  <a:pt x="2451" y="27"/>
                                </a:lnTo>
                                <a:lnTo>
                                  <a:pt x="2376" y="15"/>
                                </a:lnTo>
                                <a:lnTo>
                                  <a:pt x="2303" y="7"/>
                                </a:lnTo>
                                <a:lnTo>
                                  <a:pt x="2205" y="0"/>
                                </a:lnTo>
                                <a:lnTo>
                                  <a:pt x="2074" y="0"/>
                                </a:lnTo>
                                <a:lnTo>
                                  <a:pt x="1916" y="4"/>
                                </a:lnTo>
                                <a:lnTo>
                                  <a:pt x="1748" y="12"/>
                                </a:lnTo>
                                <a:lnTo>
                                  <a:pt x="1629" y="28"/>
                                </a:lnTo>
                                <a:lnTo>
                                  <a:pt x="1501" y="46"/>
                                </a:lnTo>
                                <a:lnTo>
                                  <a:pt x="1434" y="157"/>
                                </a:lnTo>
                                <a:lnTo>
                                  <a:pt x="1231" y="166"/>
                                </a:lnTo>
                                <a:lnTo>
                                  <a:pt x="1209" y="218"/>
                                </a:lnTo>
                                <a:lnTo>
                                  <a:pt x="816" y="222"/>
                                </a:lnTo>
                                <a:lnTo>
                                  <a:pt x="801" y="228"/>
                                </a:lnTo>
                                <a:lnTo>
                                  <a:pt x="798" y="245"/>
                                </a:lnTo>
                                <a:lnTo>
                                  <a:pt x="801" y="266"/>
                                </a:lnTo>
                                <a:lnTo>
                                  <a:pt x="805" y="289"/>
                                </a:lnTo>
                                <a:lnTo>
                                  <a:pt x="820" y="308"/>
                                </a:lnTo>
                                <a:lnTo>
                                  <a:pt x="760" y="509"/>
                                </a:lnTo>
                                <a:lnTo>
                                  <a:pt x="333" y="509"/>
                                </a:lnTo>
                                <a:lnTo>
                                  <a:pt x="333" y="650"/>
                                </a:lnTo>
                                <a:lnTo>
                                  <a:pt x="344" y="689"/>
                                </a:lnTo>
                                <a:lnTo>
                                  <a:pt x="323" y="773"/>
                                </a:lnTo>
                                <a:lnTo>
                                  <a:pt x="301" y="838"/>
                                </a:lnTo>
                                <a:lnTo>
                                  <a:pt x="53" y="82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FFFF9F"/>
                          </a:solidFill>
                          <a:ln w="7938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grpSp>
                        <p:nvGrpSpPr>
                          <p:cNvPr id="22572" name="Group 169">
                            <a:extLst>
                              <a:ext uri="{FF2B5EF4-FFF2-40B4-BE49-F238E27FC236}">
                                <a16:creationId xmlns:a16="http://schemas.microsoft.com/office/drawing/2014/main" id="{3D5F5944-9749-7A16-2FE8-88934A089919}"/>
                              </a:ext>
                            </a:extLst>
                          </p:cNvPr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473" y="2062"/>
                            <a:ext cx="1913" cy="110"/>
                            <a:chOff x="2473" y="2062"/>
                            <a:chExt cx="1913" cy="110"/>
                          </a:xfrm>
                        </p:grpSpPr>
                        <p:sp>
                          <p:nvSpPr>
                            <p:cNvPr id="22573" name="Freeform 170">
                              <a:extLst>
                                <a:ext uri="{FF2B5EF4-FFF2-40B4-BE49-F238E27FC236}">
                                  <a16:creationId xmlns:a16="http://schemas.microsoft.com/office/drawing/2014/main" id="{9275F710-7C03-7915-C01E-3334B2783C0E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473" y="2062"/>
                              <a:ext cx="1913" cy="90"/>
                            </a:xfrm>
                            <a:custGeom>
                              <a:avLst/>
                              <a:gdLst>
                                <a:gd name="T0" fmla="*/ 1 w 3826"/>
                                <a:gd name="T1" fmla="*/ 0 h 180"/>
                                <a:gd name="T2" fmla="*/ 1 w 3826"/>
                                <a:gd name="T3" fmla="*/ 1 h 180"/>
                                <a:gd name="T4" fmla="*/ 1 w 3826"/>
                                <a:gd name="T5" fmla="*/ 1 h 180"/>
                                <a:gd name="T6" fmla="*/ 1 w 3826"/>
                                <a:gd name="T7" fmla="*/ 1 h 180"/>
                                <a:gd name="T8" fmla="*/ 1 w 3826"/>
                                <a:gd name="T9" fmla="*/ 1 h 180"/>
                                <a:gd name="T10" fmla="*/ 1 w 3826"/>
                                <a:gd name="T11" fmla="*/ 1 h 180"/>
                                <a:gd name="T12" fmla="*/ 1 w 3826"/>
                                <a:gd name="T13" fmla="*/ 1 h 180"/>
                                <a:gd name="T14" fmla="*/ 1 w 3826"/>
                                <a:gd name="T15" fmla="*/ 1 h 180"/>
                                <a:gd name="T16" fmla="*/ 1 w 3826"/>
                                <a:gd name="T17" fmla="*/ 1 h 180"/>
                                <a:gd name="T18" fmla="*/ 1 w 3826"/>
                                <a:gd name="T19" fmla="*/ 1 h 180"/>
                                <a:gd name="T20" fmla="*/ 1 w 3826"/>
                                <a:gd name="T21" fmla="*/ 1 h 180"/>
                                <a:gd name="T22" fmla="*/ 1 w 3826"/>
                                <a:gd name="T23" fmla="*/ 1 h 180"/>
                                <a:gd name="T24" fmla="*/ 1 w 3826"/>
                                <a:gd name="T25" fmla="*/ 1 h 180"/>
                                <a:gd name="T26" fmla="*/ 1 w 3826"/>
                                <a:gd name="T27" fmla="*/ 1 h 180"/>
                                <a:gd name="T28" fmla="*/ 1 w 3826"/>
                                <a:gd name="T29" fmla="*/ 1 h 180"/>
                                <a:gd name="T30" fmla="*/ 1 w 3826"/>
                                <a:gd name="T31" fmla="*/ 1 h 180"/>
                                <a:gd name="T32" fmla="*/ 1 w 3826"/>
                                <a:gd name="T33" fmla="*/ 1 h 180"/>
                                <a:gd name="T34" fmla="*/ 1 w 3826"/>
                                <a:gd name="T35" fmla="*/ 1 h 180"/>
                                <a:gd name="T36" fmla="*/ 1 w 3826"/>
                                <a:gd name="T37" fmla="*/ 1 h 180"/>
                                <a:gd name="T38" fmla="*/ 1 w 3826"/>
                                <a:gd name="T39" fmla="*/ 1 h 180"/>
                                <a:gd name="T40" fmla="*/ 1 w 3826"/>
                                <a:gd name="T41" fmla="*/ 1 h 180"/>
                                <a:gd name="T42" fmla="*/ 1 w 3826"/>
                                <a:gd name="T43" fmla="*/ 1 h 180"/>
                                <a:gd name="T44" fmla="*/ 1 w 3826"/>
                                <a:gd name="T45" fmla="*/ 1 h 180"/>
                                <a:gd name="T46" fmla="*/ 1 w 3826"/>
                                <a:gd name="T47" fmla="*/ 1 h 180"/>
                                <a:gd name="T48" fmla="*/ 1 w 3826"/>
                                <a:gd name="T49" fmla="*/ 1 h 180"/>
                                <a:gd name="T50" fmla="*/ 1 w 3826"/>
                                <a:gd name="T51" fmla="*/ 1 h 180"/>
                                <a:gd name="T52" fmla="*/ 1 w 3826"/>
                                <a:gd name="T53" fmla="*/ 1 h 180"/>
                                <a:gd name="T54" fmla="*/ 1 w 3826"/>
                                <a:gd name="T55" fmla="*/ 1 h 180"/>
                                <a:gd name="T56" fmla="*/ 1 w 3826"/>
                                <a:gd name="T57" fmla="*/ 1 h 180"/>
                                <a:gd name="T58" fmla="*/ 1 w 3826"/>
                                <a:gd name="T59" fmla="*/ 1 h 180"/>
                                <a:gd name="T60" fmla="*/ 1 w 3826"/>
                                <a:gd name="T61" fmla="*/ 1 h 180"/>
                                <a:gd name="T62" fmla="*/ 1 w 3826"/>
                                <a:gd name="T63" fmla="*/ 1 h 180"/>
                                <a:gd name="T64" fmla="*/ 1 w 3826"/>
                                <a:gd name="T65" fmla="*/ 1 h 180"/>
                                <a:gd name="T66" fmla="*/ 1 w 3826"/>
                                <a:gd name="T67" fmla="*/ 1 h 180"/>
                                <a:gd name="T68" fmla="*/ 1 w 3826"/>
                                <a:gd name="T69" fmla="*/ 1 h 180"/>
                                <a:gd name="T70" fmla="*/ 1 w 3826"/>
                                <a:gd name="T71" fmla="*/ 1 h 180"/>
                                <a:gd name="T72" fmla="*/ 1 w 3826"/>
                                <a:gd name="T73" fmla="*/ 1 h 180"/>
                                <a:gd name="T74" fmla="*/ 1 w 3826"/>
                                <a:gd name="T75" fmla="*/ 1 h 180"/>
                                <a:gd name="T76" fmla="*/ 1 w 3826"/>
                                <a:gd name="T77" fmla="*/ 1 h 180"/>
                                <a:gd name="T78" fmla="*/ 1 w 3826"/>
                                <a:gd name="T79" fmla="*/ 1 h 180"/>
                                <a:gd name="T80" fmla="*/ 1 w 3826"/>
                                <a:gd name="T81" fmla="*/ 1 h 180"/>
                                <a:gd name="T82" fmla="*/ 1 w 3826"/>
                                <a:gd name="T83" fmla="*/ 1 h 180"/>
                                <a:gd name="T84" fmla="*/ 1 w 3826"/>
                                <a:gd name="T85" fmla="*/ 1 h 180"/>
                                <a:gd name="T86" fmla="*/ 1 w 3826"/>
                                <a:gd name="T87" fmla="*/ 1 h 180"/>
                                <a:gd name="T88" fmla="*/ 1 w 3826"/>
                                <a:gd name="T89" fmla="*/ 1 h 180"/>
                                <a:gd name="T90" fmla="*/ 1 w 3826"/>
                                <a:gd name="T91" fmla="*/ 1 h 180"/>
                                <a:gd name="T92" fmla="*/ 1 w 3826"/>
                                <a:gd name="T93" fmla="*/ 1 h 180"/>
                                <a:gd name="T94" fmla="*/ 1 w 3826"/>
                                <a:gd name="T95" fmla="*/ 1 h 180"/>
                                <a:gd name="T96" fmla="*/ 1 w 3826"/>
                                <a:gd name="T97" fmla="*/ 1 h 180"/>
                                <a:gd name="T98" fmla="*/ 1 w 3826"/>
                                <a:gd name="T99" fmla="*/ 1 h 180"/>
                                <a:gd name="T100" fmla="*/ 1 w 3826"/>
                                <a:gd name="T101" fmla="*/ 1 h 180"/>
                                <a:gd name="T102" fmla="*/ 1 w 3826"/>
                                <a:gd name="T103" fmla="*/ 1 h 180"/>
                                <a:gd name="T104" fmla="*/ 1 w 3826"/>
                                <a:gd name="T105" fmla="*/ 1 h 180"/>
                                <a:gd name="T106" fmla="*/ 1 w 3826"/>
                                <a:gd name="T107" fmla="*/ 1 h 180"/>
                                <a:gd name="T108" fmla="*/ 1 w 3826"/>
                                <a:gd name="T109" fmla="*/ 1 h 180"/>
                                <a:gd name="T110" fmla="*/ 1 w 3826"/>
                                <a:gd name="T111" fmla="*/ 1 h 180"/>
                                <a:gd name="T112" fmla="*/ 0 w 3826"/>
                                <a:gd name="T113" fmla="*/ 1 h 180"/>
                                <a:gd name="T114" fmla="*/ 1 w 3826"/>
                                <a:gd name="T115" fmla="*/ 0 h 180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60000 65536"/>
                                <a:gd name="T142" fmla="*/ 0 60000 65536"/>
                                <a:gd name="T143" fmla="*/ 0 60000 65536"/>
                                <a:gd name="T144" fmla="*/ 0 60000 65536"/>
                                <a:gd name="T145" fmla="*/ 0 60000 65536"/>
                                <a:gd name="T146" fmla="*/ 0 60000 65536"/>
                                <a:gd name="T147" fmla="*/ 0 60000 65536"/>
                                <a:gd name="T148" fmla="*/ 0 60000 65536"/>
                                <a:gd name="T149" fmla="*/ 0 60000 65536"/>
                                <a:gd name="T150" fmla="*/ 0 60000 65536"/>
                                <a:gd name="T151" fmla="*/ 0 60000 65536"/>
                                <a:gd name="T152" fmla="*/ 0 60000 65536"/>
                                <a:gd name="T153" fmla="*/ 0 60000 65536"/>
                                <a:gd name="T154" fmla="*/ 0 60000 65536"/>
                                <a:gd name="T155" fmla="*/ 0 60000 65536"/>
                                <a:gd name="T156" fmla="*/ 0 60000 65536"/>
                                <a:gd name="T157" fmla="*/ 0 60000 65536"/>
                                <a:gd name="T158" fmla="*/ 0 60000 65536"/>
                                <a:gd name="T159" fmla="*/ 0 60000 65536"/>
                                <a:gd name="T160" fmla="*/ 0 60000 65536"/>
                                <a:gd name="T161" fmla="*/ 0 60000 65536"/>
                                <a:gd name="T162" fmla="*/ 0 60000 65536"/>
                                <a:gd name="T163" fmla="*/ 0 60000 65536"/>
                                <a:gd name="T164" fmla="*/ 0 60000 65536"/>
                                <a:gd name="T165" fmla="*/ 0 60000 65536"/>
                                <a:gd name="T166" fmla="*/ 0 60000 65536"/>
                                <a:gd name="T167" fmla="*/ 0 60000 65536"/>
                                <a:gd name="T168" fmla="*/ 0 60000 65536"/>
                                <a:gd name="T169" fmla="*/ 0 60000 65536"/>
                                <a:gd name="T170" fmla="*/ 0 60000 65536"/>
                                <a:gd name="T171" fmla="*/ 0 60000 65536"/>
                                <a:gd name="T172" fmla="*/ 0 60000 65536"/>
                                <a:gd name="T173" fmla="*/ 0 60000 65536"/>
                                <a:gd name="T174" fmla="*/ 0 w 3826"/>
                                <a:gd name="T175" fmla="*/ 0 h 180"/>
                                <a:gd name="T176" fmla="*/ 3826 w 3826"/>
                                <a:gd name="T177" fmla="*/ 180 h 180"/>
                              </a:gdLst>
                              <a:ahLst/>
                              <a:cxnLst>
                                <a:cxn ang="T116">
                                  <a:pos x="T0" y="T1"/>
                                </a:cxn>
                                <a:cxn ang="T117">
                                  <a:pos x="T2" y="T3"/>
                                </a:cxn>
                                <a:cxn ang="T118">
                                  <a:pos x="T4" y="T5"/>
                                </a:cxn>
                                <a:cxn ang="T119">
                                  <a:pos x="T6" y="T7"/>
                                </a:cxn>
                                <a:cxn ang="T120">
                                  <a:pos x="T8" y="T9"/>
                                </a:cxn>
                                <a:cxn ang="T121">
                                  <a:pos x="T10" y="T11"/>
                                </a:cxn>
                                <a:cxn ang="T122">
                                  <a:pos x="T12" y="T13"/>
                                </a:cxn>
                                <a:cxn ang="T123">
                                  <a:pos x="T14" y="T15"/>
                                </a:cxn>
                                <a:cxn ang="T124">
                                  <a:pos x="T16" y="T17"/>
                                </a:cxn>
                                <a:cxn ang="T125">
                                  <a:pos x="T18" y="T19"/>
                                </a:cxn>
                                <a:cxn ang="T126">
                                  <a:pos x="T20" y="T21"/>
                                </a:cxn>
                                <a:cxn ang="T127">
                                  <a:pos x="T22" y="T23"/>
                                </a:cxn>
                                <a:cxn ang="T128">
                                  <a:pos x="T24" y="T25"/>
                                </a:cxn>
                                <a:cxn ang="T129">
                                  <a:pos x="T26" y="T27"/>
                                </a:cxn>
                                <a:cxn ang="T130">
                                  <a:pos x="T28" y="T29"/>
                                </a:cxn>
                                <a:cxn ang="T131">
                                  <a:pos x="T30" y="T31"/>
                                </a:cxn>
                                <a:cxn ang="T132">
                                  <a:pos x="T32" y="T33"/>
                                </a:cxn>
                                <a:cxn ang="T133">
                                  <a:pos x="T34" y="T35"/>
                                </a:cxn>
                                <a:cxn ang="T134">
                                  <a:pos x="T36" y="T37"/>
                                </a:cxn>
                                <a:cxn ang="T135">
                                  <a:pos x="T38" y="T39"/>
                                </a:cxn>
                                <a:cxn ang="T136">
                                  <a:pos x="T40" y="T41"/>
                                </a:cxn>
                                <a:cxn ang="T137">
                                  <a:pos x="T42" y="T43"/>
                                </a:cxn>
                                <a:cxn ang="T138">
                                  <a:pos x="T44" y="T45"/>
                                </a:cxn>
                                <a:cxn ang="T139">
                                  <a:pos x="T46" y="T47"/>
                                </a:cxn>
                                <a:cxn ang="T140">
                                  <a:pos x="T48" y="T49"/>
                                </a:cxn>
                                <a:cxn ang="T141">
                                  <a:pos x="T50" y="T51"/>
                                </a:cxn>
                                <a:cxn ang="T142">
                                  <a:pos x="T52" y="T53"/>
                                </a:cxn>
                                <a:cxn ang="T143">
                                  <a:pos x="T54" y="T55"/>
                                </a:cxn>
                                <a:cxn ang="T144">
                                  <a:pos x="T56" y="T57"/>
                                </a:cxn>
                                <a:cxn ang="T145">
                                  <a:pos x="T58" y="T59"/>
                                </a:cxn>
                                <a:cxn ang="T146">
                                  <a:pos x="T60" y="T61"/>
                                </a:cxn>
                                <a:cxn ang="T147">
                                  <a:pos x="T62" y="T63"/>
                                </a:cxn>
                                <a:cxn ang="T148">
                                  <a:pos x="T64" y="T65"/>
                                </a:cxn>
                                <a:cxn ang="T149">
                                  <a:pos x="T66" y="T67"/>
                                </a:cxn>
                                <a:cxn ang="T150">
                                  <a:pos x="T68" y="T69"/>
                                </a:cxn>
                                <a:cxn ang="T151">
                                  <a:pos x="T70" y="T71"/>
                                </a:cxn>
                                <a:cxn ang="T152">
                                  <a:pos x="T72" y="T73"/>
                                </a:cxn>
                                <a:cxn ang="T153">
                                  <a:pos x="T74" y="T75"/>
                                </a:cxn>
                                <a:cxn ang="T154">
                                  <a:pos x="T76" y="T77"/>
                                </a:cxn>
                                <a:cxn ang="T155">
                                  <a:pos x="T78" y="T79"/>
                                </a:cxn>
                                <a:cxn ang="T156">
                                  <a:pos x="T80" y="T81"/>
                                </a:cxn>
                                <a:cxn ang="T157">
                                  <a:pos x="T82" y="T83"/>
                                </a:cxn>
                                <a:cxn ang="T158">
                                  <a:pos x="T84" y="T85"/>
                                </a:cxn>
                                <a:cxn ang="T159">
                                  <a:pos x="T86" y="T87"/>
                                </a:cxn>
                                <a:cxn ang="T160">
                                  <a:pos x="T88" y="T89"/>
                                </a:cxn>
                                <a:cxn ang="T161">
                                  <a:pos x="T90" y="T91"/>
                                </a:cxn>
                                <a:cxn ang="T162">
                                  <a:pos x="T92" y="T93"/>
                                </a:cxn>
                                <a:cxn ang="T163">
                                  <a:pos x="T94" y="T95"/>
                                </a:cxn>
                                <a:cxn ang="T164">
                                  <a:pos x="T96" y="T97"/>
                                </a:cxn>
                                <a:cxn ang="T165">
                                  <a:pos x="T98" y="T99"/>
                                </a:cxn>
                                <a:cxn ang="T166">
                                  <a:pos x="T100" y="T101"/>
                                </a:cxn>
                                <a:cxn ang="T167">
                                  <a:pos x="T102" y="T103"/>
                                </a:cxn>
                                <a:cxn ang="T168">
                                  <a:pos x="T104" y="T105"/>
                                </a:cxn>
                                <a:cxn ang="T169">
                                  <a:pos x="T106" y="T107"/>
                                </a:cxn>
                                <a:cxn ang="T170">
                                  <a:pos x="T108" y="T109"/>
                                </a:cxn>
                                <a:cxn ang="T171">
                                  <a:pos x="T110" y="T111"/>
                                </a:cxn>
                                <a:cxn ang="T172">
                                  <a:pos x="T112" y="T113"/>
                                </a:cxn>
                                <a:cxn ang="T173">
                                  <a:pos x="T114" y="T115"/>
                                </a:cxn>
                              </a:cxnLst>
                              <a:rect l="T174" t="T175" r="T176" b="T177"/>
                              <a:pathLst>
                                <a:path w="3826" h="180">
                                  <a:moveTo>
                                    <a:pt x="3" y="0"/>
                                  </a:moveTo>
                                  <a:lnTo>
                                    <a:pt x="67" y="7"/>
                                  </a:lnTo>
                                  <a:lnTo>
                                    <a:pt x="150" y="18"/>
                                  </a:lnTo>
                                  <a:lnTo>
                                    <a:pt x="221" y="28"/>
                                  </a:lnTo>
                                  <a:lnTo>
                                    <a:pt x="282" y="35"/>
                                  </a:lnTo>
                                  <a:lnTo>
                                    <a:pt x="348" y="43"/>
                                  </a:lnTo>
                                  <a:lnTo>
                                    <a:pt x="456" y="51"/>
                                  </a:lnTo>
                                  <a:lnTo>
                                    <a:pt x="567" y="60"/>
                                  </a:lnTo>
                                  <a:lnTo>
                                    <a:pt x="682" y="65"/>
                                  </a:lnTo>
                                  <a:lnTo>
                                    <a:pt x="780" y="71"/>
                                  </a:lnTo>
                                  <a:lnTo>
                                    <a:pt x="900" y="75"/>
                                  </a:lnTo>
                                  <a:lnTo>
                                    <a:pt x="1130" y="88"/>
                                  </a:lnTo>
                                  <a:lnTo>
                                    <a:pt x="1310" y="96"/>
                                  </a:lnTo>
                                  <a:lnTo>
                                    <a:pt x="1505" y="106"/>
                                  </a:lnTo>
                                  <a:lnTo>
                                    <a:pt x="1761" y="119"/>
                                  </a:lnTo>
                                  <a:lnTo>
                                    <a:pt x="1941" y="126"/>
                                  </a:lnTo>
                                  <a:lnTo>
                                    <a:pt x="2327" y="132"/>
                                  </a:lnTo>
                                  <a:lnTo>
                                    <a:pt x="2860" y="139"/>
                                  </a:lnTo>
                                  <a:lnTo>
                                    <a:pt x="3093" y="138"/>
                                  </a:lnTo>
                                  <a:lnTo>
                                    <a:pt x="3318" y="139"/>
                                  </a:lnTo>
                                  <a:lnTo>
                                    <a:pt x="3428" y="138"/>
                                  </a:lnTo>
                                  <a:lnTo>
                                    <a:pt x="3532" y="138"/>
                                  </a:lnTo>
                                  <a:lnTo>
                                    <a:pt x="3606" y="135"/>
                                  </a:lnTo>
                                  <a:lnTo>
                                    <a:pt x="3670" y="132"/>
                                  </a:lnTo>
                                  <a:lnTo>
                                    <a:pt x="3712" y="126"/>
                                  </a:lnTo>
                                  <a:lnTo>
                                    <a:pt x="3758" y="122"/>
                                  </a:lnTo>
                                  <a:lnTo>
                                    <a:pt x="3798" y="118"/>
                                  </a:lnTo>
                                  <a:lnTo>
                                    <a:pt x="3826" y="112"/>
                                  </a:lnTo>
                                  <a:lnTo>
                                    <a:pt x="3816" y="135"/>
                                  </a:lnTo>
                                  <a:lnTo>
                                    <a:pt x="3812" y="162"/>
                                  </a:lnTo>
                                  <a:lnTo>
                                    <a:pt x="3767" y="163"/>
                                  </a:lnTo>
                                  <a:lnTo>
                                    <a:pt x="3726" y="166"/>
                                  </a:lnTo>
                                  <a:lnTo>
                                    <a:pt x="3676" y="170"/>
                                  </a:lnTo>
                                  <a:lnTo>
                                    <a:pt x="3626" y="173"/>
                                  </a:lnTo>
                                  <a:lnTo>
                                    <a:pt x="3556" y="177"/>
                                  </a:lnTo>
                                  <a:lnTo>
                                    <a:pt x="3452" y="179"/>
                                  </a:lnTo>
                                  <a:lnTo>
                                    <a:pt x="3321" y="180"/>
                                  </a:lnTo>
                                  <a:lnTo>
                                    <a:pt x="3110" y="177"/>
                                  </a:lnTo>
                                  <a:lnTo>
                                    <a:pt x="2928" y="179"/>
                                  </a:lnTo>
                                  <a:lnTo>
                                    <a:pt x="2563" y="173"/>
                                  </a:lnTo>
                                  <a:lnTo>
                                    <a:pt x="2232" y="165"/>
                                  </a:lnTo>
                                  <a:lnTo>
                                    <a:pt x="1981" y="163"/>
                                  </a:lnTo>
                                  <a:lnTo>
                                    <a:pt x="1418" y="138"/>
                                  </a:lnTo>
                                  <a:lnTo>
                                    <a:pt x="1261" y="131"/>
                                  </a:lnTo>
                                  <a:lnTo>
                                    <a:pt x="1127" y="123"/>
                                  </a:lnTo>
                                  <a:lnTo>
                                    <a:pt x="968" y="115"/>
                                  </a:lnTo>
                                  <a:lnTo>
                                    <a:pt x="833" y="108"/>
                                  </a:lnTo>
                                  <a:lnTo>
                                    <a:pt x="701" y="101"/>
                                  </a:lnTo>
                                  <a:lnTo>
                                    <a:pt x="555" y="94"/>
                                  </a:lnTo>
                                  <a:lnTo>
                                    <a:pt x="480" y="87"/>
                                  </a:lnTo>
                                  <a:lnTo>
                                    <a:pt x="406" y="81"/>
                                  </a:lnTo>
                                  <a:lnTo>
                                    <a:pt x="333" y="72"/>
                                  </a:lnTo>
                                  <a:lnTo>
                                    <a:pt x="273" y="65"/>
                                  </a:lnTo>
                                  <a:lnTo>
                                    <a:pt x="207" y="57"/>
                                  </a:lnTo>
                                  <a:lnTo>
                                    <a:pt x="146" y="47"/>
                                  </a:lnTo>
                                  <a:lnTo>
                                    <a:pt x="63" y="40"/>
                                  </a:lnTo>
                                  <a:lnTo>
                                    <a:pt x="0" y="33"/>
                                  </a:lnTo>
                                  <a:lnTo>
                                    <a:pt x="3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000000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round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2574" name="Freeform 171">
                              <a:extLst>
                                <a:ext uri="{FF2B5EF4-FFF2-40B4-BE49-F238E27FC236}">
                                  <a16:creationId xmlns:a16="http://schemas.microsoft.com/office/drawing/2014/main" id="{905007C1-98DA-9013-6062-C90FDC8757D5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665" y="2128"/>
                              <a:ext cx="588" cy="44"/>
                            </a:xfrm>
                            <a:custGeom>
                              <a:avLst/>
                              <a:gdLst>
                                <a:gd name="T0" fmla="*/ 0 w 1176"/>
                                <a:gd name="T1" fmla="*/ 0 h 88"/>
                                <a:gd name="T2" fmla="*/ 1 w 1176"/>
                                <a:gd name="T3" fmla="*/ 1 h 88"/>
                                <a:gd name="T4" fmla="*/ 1 w 1176"/>
                                <a:gd name="T5" fmla="*/ 1 h 88"/>
                                <a:gd name="T6" fmla="*/ 1 w 1176"/>
                                <a:gd name="T7" fmla="*/ 1 h 88"/>
                                <a:gd name="T8" fmla="*/ 1 w 1176"/>
                                <a:gd name="T9" fmla="*/ 1 h 88"/>
                                <a:gd name="T10" fmla="*/ 1 w 1176"/>
                                <a:gd name="T11" fmla="*/ 1 h 88"/>
                                <a:gd name="T12" fmla="*/ 1 w 1176"/>
                                <a:gd name="T13" fmla="*/ 1 h 88"/>
                                <a:gd name="T14" fmla="*/ 1 w 1176"/>
                                <a:gd name="T15" fmla="*/ 1 h 88"/>
                                <a:gd name="T16" fmla="*/ 1 w 1176"/>
                                <a:gd name="T17" fmla="*/ 1 h 88"/>
                                <a:gd name="T18" fmla="*/ 0 60000 65536"/>
                                <a:gd name="T19" fmla="*/ 0 60000 65536"/>
                                <a:gd name="T20" fmla="*/ 0 60000 65536"/>
                                <a:gd name="T21" fmla="*/ 0 60000 65536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w 1176"/>
                                <a:gd name="T28" fmla="*/ 0 h 88"/>
                                <a:gd name="T29" fmla="*/ 1176 w 1176"/>
                                <a:gd name="T30" fmla="*/ 88 h 88"/>
                              </a:gdLst>
                              <a:ahLst/>
                              <a:cxnLst>
                                <a:cxn ang="T18">
                                  <a:pos x="T0" y="T1"/>
                                </a:cxn>
                                <a:cxn ang="T19">
                                  <a:pos x="T2" y="T3"/>
                                </a:cxn>
                                <a:cxn ang="T20">
                                  <a:pos x="T4" y="T5"/>
                                </a:cxn>
                                <a:cxn ang="T21">
                                  <a:pos x="T6" y="T7"/>
                                </a:cxn>
                                <a:cxn ang="T22">
                                  <a:pos x="T8" y="T9"/>
                                </a:cxn>
                                <a:cxn ang="T23">
                                  <a:pos x="T10" y="T11"/>
                                </a:cxn>
                                <a:cxn ang="T24">
                                  <a:pos x="T12" y="T13"/>
                                </a:cxn>
                                <a:cxn ang="T25">
                                  <a:pos x="T14" y="T15"/>
                                </a:cxn>
                                <a:cxn ang="T26">
                                  <a:pos x="T16" y="T17"/>
                                </a:cxn>
                              </a:cxnLst>
                              <a:rect l="T27" t="T28" r="T29" b="T30"/>
                              <a:pathLst>
                                <a:path w="1176" h="88">
                                  <a:moveTo>
                                    <a:pt x="0" y="0"/>
                                  </a:moveTo>
                                  <a:lnTo>
                                    <a:pt x="135" y="16"/>
                                  </a:lnTo>
                                  <a:lnTo>
                                    <a:pt x="255" y="25"/>
                                  </a:lnTo>
                                  <a:lnTo>
                                    <a:pt x="379" y="33"/>
                                  </a:lnTo>
                                  <a:lnTo>
                                    <a:pt x="510" y="44"/>
                                  </a:lnTo>
                                  <a:lnTo>
                                    <a:pt x="693" y="60"/>
                                  </a:lnTo>
                                  <a:lnTo>
                                    <a:pt x="869" y="69"/>
                                  </a:lnTo>
                                  <a:lnTo>
                                    <a:pt x="1026" y="78"/>
                                  </a:lnTo>
                                  <a:lnTo>
                                    <a:pt x="1176" y="88"/>
                                  </a:lnTo>
                                </a:path>
                              </a:pathLst>
                            </a:custGeom>
                            <a:noFill/>
                            <a:ln w="1587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2575" name="Freeform 172">
                              <a:extLst>
                                <a:ext uri="{FF2B5EF4-FFF2-40B4-BE49-F238E27FC236}">
                                  <a16:creationId xmlns:a16="http://schemas.microsoft.com/office/drawing/2014/main" id="{3B77F849-BD81-74EF-F22B-E0D5980B9068}"/>
                                </a:ext>
                              </a:extLst>
                            </p:cNvPr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477" y="2120"/>
                              <a:ext cx="76" cy="21"/>
                            </a:xfrm>
                            <a:custGeom>
                              <a:avLst/>
                              <a:gdLst>
                                <a:gd name="T0" fmla="*/ 0 w 151"/>
                                <a:gd name="T1" fmla="*/ 0 h 43"/>
                                <a:gd name="T2" fmla="*/ 1 w 151"/>
                                <a:gd name="T3" fmla="*/ 0 h 43"/>
                                <a:gd name="T4" fmla="*/ 1 w 151"/>
                                <a:gd name="T5" fmla="*/ 0 h 43"/>
                                <a:gd name="T6" fmla="*/ 1 w 151"/>
                                <a:gd name="T7" fmla="*/ 0 h 43"/>
                                <a:gd name="T8" fmla="*/ 1 w 151"/>
                                <a:gd name="T9" fmla="*/ 0 h 43"/>
                                <a:gd name="T10" fmla="*/ 1 w 151"/>
                                <a:gd name="T11" fmla="*/ 0 h 43"/>
                                <a:gd name="T12" fmla="*/ 1 w 151"/>
                                <a:gd name="T13" fmla="*/ 0 h 43"/>
                                <a:gd name="T14" fmla="*/ 1 w 151"/>
                                <a:gd name="T15" fmla="*/ 0 h 43"/>
                                <a:gd name="T16" fmla="*/ 1 w 151"/>
                                <a:gd name="T17" fmla="*/ 0 h 43"/>
                                <a:gd name="T18" fmla="*/ 1 w 151"/>
                                <a:gd name="T19" fmla="*/ 0 h 43"/>
                                <a:gd name="T20" fmla="*/ 0 w 151"/>
                                <a:gd name="T21" fmla="*/ 0 h 43"/>
                                <a:gd name="T22" fmla="*/ 0 60000 65536"/>
                                <a:gd name="T23" fmla="*/ 0 60000 65536"/>
                                <a:gd name="T24" fmla="*/ 0 60000 65536"/>
                                <a:gd name="T25" fmla="*/ 0 60000 65536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w 151"/>
                                <a:gd name="T34" fmla="*/ 0 h 43"/>
                                <a:gd name="T35" fmla="*/ 151 w 151"/>
                                <a:gd name="T36" fmla="*/ 43 h 43"/>
                              </a:gdLst>
                              <a:ahLst/>
                              <a:cxnLst>
                                <a:cxn ang="T22">
                                  <a:pos x="T0" y="T1"/>
                                </a:cxn>
                                <a:cxn ang="T23">
                                  <a:pos x="T2" y="T3"/>
                                </a:cxn>
                                <a:cxn ang="T24">
                                  <a:pos x="T4" y="T5"/>
                                </a:cxn>
                                <a:cxn ang="T25">
                                  <a:pos x="T6" y="T7"/>
                                </a:cxn>
                                <a:cxn ang="T26">
                                  <a:pos x="T8" y="T9"/>
                                </a:cxn>
                                <a:cxn ang="T27">
                                  <a:pos x="T10" y="T11"/>
                                </a:cxn>
                                <a:cxn ang="T28">
                                  <a:pos x="T12" y="T13"/>
                                </a:cxn>
                                <a:cxn ang="T29">
                                  <a:pos x="T14" y="T15"/>
                                </a:cxn>
                                <a:cxn ang="T30">
                                  <a:pos x="T16" y="T17"/>
                                </a:cxn>
                                <a:cxn ang="T31">
                                  <a:pos x="T18" y="T19"/>
                                </a:cxn>
                                <a:cxn ang="T32">
                                  <a:pos x="T20" y="T21"/>
                                </a:cxn>
                              </a:cxnLst>
                              <a:rect l="T33" t="T34" r="T35" b="T36"/>
                              <a:pathLst>
                                <a:path w="151" h="43">
                                  <a:moveTo>
                                    <a:pt x="0" y="0"/>
                                  </a:moveTo>
                                  <a:lnTo>
                                    <a:pt x="30" y="9"/>
                                  </a:lnTo>
                                  <a:lnTo>
                                    <a:pt x="73" y="16"/>
                                  </a:lnTo>
                                  <a:lnTo>
                                    <a:pt x="116" y="16"/>
                                  </a:lnTo>
                                  <a:lnTo>
                                    <a:pt x="150" y="16"/>
                                  </a:lnTo>
                                  <a:lnTo>
                                    <a:pt x="151" y="43"/>
                                  </a:lnTo>
                                  <a:lnTo>
                                    <a:pt x="120" y="43"/>
                                  </a:lnTo>
                                  <a:lnTo>
                                    <a:pt x="80" y="43"/>
                                  </a:lnTo>
                                  <a:lnTo>
                                    <a:pt x="41" y="40"/>
                                  </a:lnTo>
                                  <a:lnTo>
                                    <a:pt x="8" y="37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FFFF9F"/>
                            </a:solidFill>
                            <a:ln w="7938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zh-CN" altLang="en-US"/>
                            </a:p>
                          </p:txBody>
                        </p:sp>
                      </p:grpSp>
                    </p:grpSp>
                    <p:sp>
                      <p:nvSpPr>
                        <p:cNvPr id="22570" name="Freeform 173">
                          <a:extLst>
                            <a:ext uri="{FF2B5EF4-FFF2-40B4-BE49-F238E27FC236}">
                              <a16:creationId xmlns:a16="http://schemas.microsoft.com/office/drawing/2014/main" id="{5858BD53-F0ED-BFFD-BDAD-8667AADC0768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640" y="1881"/>
                          <a:ext cx="1381" cy="28"/>
                        </a:xfrm>
                        <a:custGeom>
                          <a:avLst/>
                          <a:gdLst>
                            <a:gd name="T0" fmla="*/ 0 w 2763"/>
                            <a:gd name="T1" fmla="*/ 0 h 57"/>
                            <a:gd name="T2" fmla="*/ 0 w 2763"/>
                            <a:gd name="T3" fmla="*/ 0 h 57"/>
                            <a:gd name="T4" fmla="*/ 0 w 2763"/>
                            <a:gd name="T5" fmla="*/ 0 h 57"/>
                            <a:gd name="T6" fmla="*/ 0 w 2763"/>
                            <a:gd name="T7" fmla="*/ 0 h 57"/>
                            <a:gd name="T8" fmla="*/ 0 w 2763"/>
                            <a:gd name="T9" fmla="*/ 0 h 57"/>
                            <a:gd name="T10" fmla="*/ 0 w 2763"/>
                            <a:gd name="T11" fmla="*/ 0 h 57"/>
                            <a:gd name="T12" fmla="*/ 0 w 2763"/>
                            <a:gd name="T13" fmla="*/ 0 h 57"/>
                            <a:gd name="T14" fmla="*/ 0 w 2763"/>
                            <a:gd name="T15" fmla="*/ 0 h 57"/>
                            <a:gd name="T16" fmla="*/ 0 w 2763"/>
                            <a:gd name="T17" fmla="*/ 0 h 57"/>
                            <a:gd name="T18" fmla="*/ 0 w 2763"/>
                            <a:gd name="T19" fmla="*/ 0 h 57"/>
                            <a:gd name="T20" fmla="*/ 0 w 2763"/>
                            <a:gd name="T21" fmla="*/ 0 h 57"/>
                            <a:gd name="T22" fmla="*/ 0 w 2763"/>
                            <a:gd name="T23" fmla="*/ 0 h 57"/>
                            <a:gd name="T24" fmla="*/ 0 w 2763"/>
                            <a:gd name="T25" fmla="*/ 0 h 57"/>
                            <a:gd name="T26" fmla="*/ 0 w 2763"/>
                            <a:gd name="T27" fmla="*/ 0 h 57"/>
                            <a:gd name="T28" fmla="*/ 0 w 2763"/>
                            <a:gd name="T29" fmla="*/ 0 h 57"/>
                            <a:gd name="T30" fmla="*/ 0 w 2763"/>
                            <a:gd name="T31" fmla="*/ 0 h 57"/>
                            <a:gd name="T32" fmla="*/ 0 w 2763"/>
                            <a:gd name="T33" fmla="*/ 0 h 57"/>
                            <a:gd name="T34" fmla="*/ 0 w 2763"/>
                            <a:gd name="T35" fmla="*/ 0 h 57"/>
                            <a:gd name="T36" fmla="*/ 0 w 2763"/>
                            <a:gd name="T37" fmla="*/ 0 h 57"/>
                            <a:gd name="T38" fmla="*/ 0 w 2763"/>
                            <a:gd name="T39" fmla="*/ 0 h 57"/>
                            <a:gd name="T40" fmla="*/ 0 w 2763"/>
                            <a:gd name="T41" fmla="*/ 0 h 57"/>
                            <a:gd name="T42" fmla="*/ 0 60000 65536"/>
                            <a:gd name="T43" fmla="*/ 0 60000 65536"/>
                            <a:gd name="T44" fmla="*/ 0 60000 65536"/>
                            <a:gd name="T45" fmla="*/ 0 60000 65536"/>
                            <a:gd name="T46" fmla="*/ 0 60000 65536"/>
                            <a:gd name="T47" fmla="*/ 0 60000 65536"/>
                            <a:gd name="T48" fmla="*/ 0 60000 65536"/>
                            <a:gd name="T49" fmla="*/ 0 60000 65536"/>
                            <a:gd name="T50" fmla="*/ 0 60000 65536"/>
                            <a:gd name="T51" fmla="*/ 0 60000 65536"/>
                            <a:gd name="T52" fmla="*/ 0 60000 65536"/>
                            <a:gd name="T53" fmla="*/ 0 60000 65536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w 2763"/>
                            <a:gd name="T64" fmla="*/ 0 h 57"/>
                            <a:gd name="T65" fmla="*/ 2763 w 2763"/>
                            <a:gd name="T66" fmla="*/ 57 h 57"/>
                          </a:gdLst>
                          <a:ahLst/>
                          <a:cxnLst>
                            <a:cxn ang="T42">
                              <a:pos x="T0" y="T1"/>
                            </a:cxn>
                            <a:cxn ang="T43">
                              <a:pos x="T2" y="T3"/>
                            </a:cxn>
                            <a:cxn ang="T44">
                              <a:pos x="T4" y="T5"/>
                            </a:cxn>
                            <a:cxn ang="T45">
                              <a:pos x="T6" y="T7"/>
                            </a:cxn>
                            <a:cxn ang="T46">
                              <a:pos x="T8" y="T9"/>
                            </a:cxn>
                            <a:cxn ang="T47">
                              <a:pos x="T10" y="T11"/>
                            </a:cxn>
                            <a:cxn ang="T48">
                              <a:pos x="T12" y="T13"/>
                            </a:cxn>
                            <a:cxn ang="T49">
                              <a:pos x="T14" y="T15"/>
                            </a:cxn>
                            <a:cxn ang="T50">
                              <a:pos x="T16" y="T17"/>
                            </a:cxn>
                            <a:cxn ang="T51">
                              <a:pos x="T18" y="T19"/>
                            </a:cxn>
                            <a:cxn ang="T52">
                              <a:pos x="T20" y="T21"/>
                            </a:cxn>
                            <a:cxn ang="T53">
                              <a:pos x="T22" y="T23"/>
                            </a:cxn>
                            <a:cxn ang="T54">
                              <a:pos x="T24" y="T25"/>
                            </a:cxn>
                            <a:cxn ang="T55">
                              <a:pos x="T26" y="T27"/>
                            </a:cxn>
                            <a:cxn ang="T56">
                              <a:pos x="T28" y="T29"/>
                            </a:cxn>
                            <a:cxn ang="T57">
                              <a:pos x="T30" y="T31"/>
                            </a:cxn>
                            <a:cxn ang="T58">
                              <a:pos x="T32" y="T33"/>
                            </a:cxn>
                            <a:cxn ang="T59">
                              <a:pos x="T34" y="T35"/>
                            </a:cxn>
                            <a:cxn ang="T60">
                              <a:pos x="T36" y="T37"/>
                            </a:cxn>
                            <a:cxn ang="T61">
                              <a:pos x="T38" y="T39"/>
                            </a:cxn>
                            <a:cxn ang="T62">
                              <a:pos x="T40" y="T41"/>
                            </a:cxn>
                          </a:cxnLst>
                          <a:rect l="T63" t="T64" r="T65" b="T66"/>
                          <a:pathLst>
                            <a:path w="2763" h="57">
                              <a:moveTo>
                                <a:pt x="0" y="28"/>
                              </a:moveTo>
                              <a:lnTo>
                                <a:pt x="528" y="28"/>
                              </a:lnTo>
                              <a:lnTo>
                                <a:pt x="760" y="26"/>
                              </a:lnTo>
                              <a:lnTo>
                                <a:pt x="983" y="24"/>
                              </a:lnTo>
                              <a:lnTo>
                                <a:pt x="1225" y="17"/>
                              </a:lnTo>
                              <a:lnTo>
                                <a:pt x="1450" y="11"/>
                              </a:lnTo>
                              <a:lnTo>
                                <a:pt x="1682" y="6"/>
                              </a:lnTo>
                              <a:lnTo>
                                <a:pt x="1840" y="6"/>
                              </a:lnTo>
                              <a:lnTo>
                                <a:pt x="1990" y="0"/>
                              </a:lnTo>
                              <a:lnTo>
                                <a:pt x="2117" y="1"/>
                              </a:lnTo>
                              <a:lnTo>
                                <a:pt x="2215" y="0"/>
                              </a:lnTo>
                              <a:lnTo>
                                <a:pt x="2284" y="1"/>
                              </a:lnTo>
                              <a:lnTo>
                                <a:pt x="2373" y="4"/>
                              </a:lnTo>
                              <a:lnTo>
                                <a:pt x="2440" y="4"/>
                              </a:lnTo>
                              <a:lnTo>
                                <a:pt x="2482" y="4"/>
                              </a:lnTo>
                              <a:lnTo>
                                <a:pt x="2538" y="9"/>
                              </a:lnTo>
                              <a:lnTo>
                                <a:pt x="2579" y="13"/>
                              </a:lnTo>
                              <a:lnTo>
                                <a:pt x="2635" y="17"/>
                              </a:lnTo>
                              <a:lnTo>
                                <a:pt x="2687" y="31"/>
                              </a:lnTo>
                              <a:lnTo>
                                <a:pt x="2728" y="43"/>
                              </a:lnTo>
                              <a:lnTo>
                                <a:pt x="2763" y="57"/>
                              </a:lnTo>
                            </a:path>
                          </a:pathLst>
                        </a:custGeom>
                        <a:noFill/>
                        <a:ln w="7938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22568" name="Freeform 174">
                        <a:extLst>
                          <a:ext uri="{FF2B5EF4-FFF2-40B4-BE49-F238E27FC236}">
                            <a16:creationId xmlns:a16="http://schemas.microsoft.com/office/drawing/2014/main" id="{71A28973-05B9-347A-411B-984A8134D8F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29" y="1817"/>
                        <a:ext cx="15" cy="12"/>
                      </a:xfrm>
                      <a:custGeom>
                        <a:avLst/>
                        <a:gdLst>
                          <a:gd name="T0" fmla="*/ 1 w 30"/>
                          <a:gd name="T1" fmla="*/ 0 h 23"/>
                          <a:gd name="T2" fmla="*/ 0 w 30"/>
                          <a:gd name="T3" fmla="*/ 1 h 23"/>
                          <a:gd name="T4" fmla="*/ 1 w 30"/>
                          <a:gd name="T5" fmla="*/ 1 h 23"/>
                          <a:gd name="T6" fmla="*/ 1 w 30"/>
                          <a:gd name="T7" fmla="*/ 1 h 23"/>
                          <a:gd name="T8" fmla="*/ 1 w 30"/>
                          <a:gd name="T9" fmla="*/ 0 h 2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0"/>
                          <a:gd name="T16" fmla="*/ 0 h 23"/>
                          <a:gd name="T17" fmla="*/ 30 w 30"/>
                          <a:gd name="T18" fmla="*/ 23 h 2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0" h="23">
                            <a:moveTo>
                              <a:pt x="4" y="0"/>
                            </a:moveTo>
                            <a:lnTo>
                              <a:pt x="0" y="23"/>
                            </a:lnTo>
                            <a:lnTo>
                              <a:pt x="27" y="23"/>
                            </a:lnTo>
                            <a:lnTo>
                              <a:pt x="30" y="2"/>
                            </a:lnTo>
                            <a:lnTo>
                              <a:pt x="4" y="0"/>
                            </a:lnTo>
                            <a:close/>
                          </a:path>
                        </a:pathLst>
                      </a:custGeom>
                      <a:solidFill>
                        <a:srgbClr val="FFFF9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</p:grpSp>
          <p:grpSp>
            <p:nvGrpSpPr>
              <p:cNvPr id="22557" name="Group 175">
                <a:extLst>
                  <a:ext uri="{FF2B5EF4-FFF2-40B4-BE49-F238E27FC236}">
                    <a16:creationId xmlns:a16="http://schemas.microsoft.com/office/drawing/2014/main" id="{DCA7C6F9-ABC8-31F0-D7ED-87E7B7C84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20" y="2002"/>
                <a:ext cx="1124" cy="30"/>
                <a:chOff x="2820" y="2002"/>
                <a:chExt cx="1124" cy="30"/>
              </a:xfrm>
            </p:grpSpPr>
            <p:sp>
              <p:nvSpPr>
                <p:cNvPr id="22558" name="Freeform 176">
                  <a:extLst>
                    <a:ext uri="{FF2B5EF4-FFF2-40B4-BE49-F238E27FC236}">
                      <a16:creationId xmlns:a16="http://schemas.microsoft.com/office/drawing/2014/main" id="{836CF150-DD5B-2B5E-1F27-6D8D9802A1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0" y="2002"/>
                  <a:ext cx="20" cy="15"/>
                </a:xfrm>
                <a:custGeom>
                  <a:avLst/>
                  <a:gdLst>
                    <a:gd name="T0" fmla="*/ 0 w 39"/>
                    <a:gd name="T1" fmla="*/ 0 h 30"/>
                    <a:gd name="T2" fmla="*/ 0 w 39"/>
                    <a:gd name="T3" fmla="*/ 1 h 30"/>
                    <a:gd name="T4" fmla="*/ 1 w 39"/>
                    <a:gd name="T5" fmla="*/ 1 h 30"/>
                    <a:gd name="T6" fmla="*/ 1 w 39"/>
                    <a:gd name="T7" fmla="*/ 0 h 30"/>
                    <a:gd name="T8" fmla="*/ 0 w 39"/>
                    <a:gd name="T9" fmla="*/ 0 h 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9"/>
                    <a:gd name="T16" fmla="*/ 0 h 30"/>
                    <a:gd name="T17" fmla="*/ 39 w 39"/>
                    <a:gd name="T18" fmla="*/ 30 h 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9" h="30">
                      <a:moveTo>
                        <a:pt x="0" y="0"/>
                      </a:moveTo>
                      <a:lnTo>
                        <a:pt x="0" y="27"/>
                      </a:lnTo>
                      <a:lnTo>
                        <a:pt x="39" y="30"/>
                      </a:lnTo>
                      <a:lnTo>
                        <a:pt x="3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8001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59" name="Freeform 177">
                  <a:extLst>
                    <a:ext uri="{FF2B5EF4-FFF2-40B4-BE49-F238E27FC236}">
                      <a16:creationId xmlns:a16="http://schemas.microsoft.com/office/drawing/2014/main" id="{961E120D-6A14-4005-5CCA-749EFC4C89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3" y="2010"/>
                  <a:ext cx="24" cy="18"/>
                </a:xfrm>
                <a:custGeom>
                  <a:avLst/>
                  <a:gdLst>
                    <a:gd name="T0" fmla="*/ 0 w 49"/>
                    <a:gd name="T1" fmla="*/ 0 h 36"/>
                    <a:gd name="T2" fmla="*/ 0 w 49"/>
                    <a:gd name="T3" fmla="*/ 0 h 36"/>
                    <a:gd name="T4" fmla="*/ 0 w 49"/>
                    <a:gd name="T5" fmla="*/ 1 h 36"/>
                    <a:gd name="T6" fmla="*/ 0 w 49"/>
                    <a:gd name="T7" fmla="*/ 1 h 36"/>
                    <a:gd name="T8" fmla="*/ 0 w 49"/>
                    <a:gd name="T9" fmla="*/ 0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9"/>
                    <a:gd name="T16" fmla="*/ 0 h 36"/>
                    <a:gd name="T17" fmla="*/ 49 w 49"/>
                    <a:gd name="T18" fmla="*/ 36 h 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9" h="36">
                      <a:moveTo>
                        <a:pt x="0" y="0"/>
                      </a:moveTo>
                      <a:lnTo>
                        <a:pt x="49" y="0"/>
                      </a:lnTo>
                      <a:lnTo>
                        <a:pt x="49" y="36"/>
                      </a:lnTo>
                      <a:lnTo>
                        <a:pt x="0" y="3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8001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0" name="Freeform 178">
                  <a:extLst>
                    <a:ext uri="{FF2B5EF4-FFF2-40B4-BE49-F238E27FC236}">
                      <a16:creationId xmlns:a16="http://schemas.microsoft.com/office/drawing/2014/main" id="{8C141009-847A-6E33-E7C8-FFC7DED5C9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12" y="2005"/>
                  <a:ext cx="32" cy="27"/>
                </a:xfrm>
                <a:custGeom>
                  <a:avLst/>
                  <a:gdLst>
                    <a:gd name="T0" fmla="*/ 0 w 64"/>
                    <a:gd name="T1" fmla="*/ 1 h 54"/>
                    <a:gd name="T2" fmla="*/ 1 w 64"/>
                    <a:gd name="T3" fmla="*/ 0 h 54"/>
                    <a:gd name="T4" fmla="*/ 1 w 64"/>
                    <a:gd name="T5" fmla="*/ 1 h 54"/>
                    <a:gd name="T6" fmla="*/ 0 w 64"/>
                    <a:gd name="T7" fmla="*/ 1 h 54"/>
                    <a:gd name="T8" fmla="*/ 0 w 64"/>
                    <a:gd name="T9" fmla="*/ 1 h 5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4"/>
                    <a:gd name="T16" fmla="*/ 0 h 54"/>
                    <a:gd name="T17" fmla="*/ 64 w 64"/>
                    <a:gd name="T18" fmla="*/ 54 h 5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4" h="54">
                      <a:moveTo>
                        <a:pt x="0" y="2"/>
                      </a:moveTo>
                      <a:lnTo>
                        <a:pt x="64" y="0"/>
                      </a:lnTo>
                      <a:lnTo>
                        <a:pt x="63" y="47"/>
                      </a:lnTo>
                      <a:lnTo>
                        <a:pt x="0" y="54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FFFF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8001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518323" name="AutoShape 179">
            <a:extLst>
              <a:ext uri="{FF2B5EF4-FFF2-40B4-BE49-F238E27FC236}">
                <a16:creationId xmlns:a16="http://schemas.microsoft.com/office/drawing/2014/main" id="{A4165EF9-C83F-71EE-661F-34CB186E4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150" y="3968750"/>
            <a:ext cx="1733550" cy="914400"/>
          </a:xfrm>
          <a:prstGeom prst="cloudCallout">
            <a:avLst>
              <a:gd name="adj1" fmla="val -40019"/>
              <a:gd name="adj2" fmla="val 113889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buClrTx/>
              <a:buFontTx/>
              <a:buNone/>
              <a:defRPr/>
            </a:pPr>
            <a:r>
              <a:rPr kumimoji="1" lang="zh-CN" altLang="en-US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船走吗</a:t>
            </a:r>
            <a:r>
              <a:rPr kumimoji="1" lang="en-US" altLang="zh-CN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itchFamily="2" charset="-122"/>
                <a:ea typeface="宋体" pitchFamily="2" charset="-122"/>
              </a:rPr>
              <a:t>?</a:t>
            </a:r>
          </a:p>
        </p:txBody>
      </p:sp>
      <p:sp>
        <p:nvSpPr>
          <p:cNvPr id="518324" name="Rectangle 180">
            <a:extLst>
              <a:ext uri="{FF2B5EF4-FFF2-40B4-BE49-F238E27FC236}">
                <a16:creationId xmlns:a16="http://schemas.microsoft.com/office/drawing/2014/main" id="{24AE2661-877D-967C-E267-0ABDDE26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2990850"/>
            <a:ext cx="4405312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>
                <a:srgbClr val="FFCC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不可能利用在惯性系内部进 行的任何力学实验来确定该系作匀速直线运动的速度；</a:t>
            </a:r>
          </a:p>
        </p:txBody>
      </p:sp>
      <p:sp>
        <p:nvSpPr>
          <p:cNvPr id="518325" name="Rectangle 181">
            <a:extLst>
              <a:ext uri="{FF2B5EF4-FFF2-40B4-BE49-F238E27FC236}">
                <a16:creationId xmlns:a16="http://schemas.microsoft.com/office/drawing/2014/main" id="{64090770-8FE8-DD57-FEA5-120A7F764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4451350"/>
            <a:ext cx="44053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>
                <a:srgbClr val="FFCC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在一切惯性系中，力学定律具有完全相同的表达形式；</a:t>
            </a:r>
          </a:p>
        </p:txBody>
      </p:sp>
      <p:sp>
        <p:nvSpPr>
          <p:cNvPr id="518326" name="Rectangle 182">
            <a:extLst>
              <a:ext uri="{FF2B5EF4-FFF2-40B4-BE49-F238E27FC236}">
                <a16:creationId xmlns:a16="http://schemas.microsoft.com/office/drawing/2014/main" id="{188FB602-EDB0-642C-D45D-4EDF522EF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8" y="5534025"/>
            <a:ext cx="54721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>
                <a:srgbClr val="FFCC00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物理量可以是相对的，但不同惯性系中力学定律的表达式则是绝对的。</a:t>
            </a:r>
          </a:p>
        </p:txBody>
      </p:sp>
      <p:sp>
        <p:nvSpPr>
          <p:cNvPr id="518327" name="Line 183">
            <a:extLst>
              <a:ext uri="{FF2B5EF4-FFF2-40B4-BE49-F238E27FC236}">
                <a16:creationId xmlns:a16="http://schemas.microsoft.com/office/drawing/2014/main" id="{39C90765-E7A4-B628-5C42-60D462228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938" y="4465638"/>
            <a:ext cx="3990975" cy="0"/>
          </a:xfrm>
          <a:prstGeom prst="line">
            <a:avLst/>
          </a:prstGeom>
          <a:noFill/>
          <a:ln w="38100" cmpd="dbl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8328" name="Line 184">
            <a:extLst>
              <a:ext uri="{FF2B5EF4-FFF2-40B4-BE49-F238E27FC236}">
                <a16:creationId xmlns:a16="http://schemas.microsoft.com/office/drawing/2014/main" id="{42D3E4B7-08A0-8307-994A-15925E9E01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3" y="5553075"/>
            <a:ext cx="3990975" cy="0"/>
          </a:xfrm>
          <a:prstGeom prst="line">
            <a:avLst/>
          </a:prstGeom>
          <a:noFill/>
          <a:ln w="38100" cmpd="dbl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8329" name="AutoShape 185">
            <a:extLst>
              <a:ext uri="{FF2B5EF4-FFF2-40B4-BE49-F238E27FC236}">
                <a16:creationId xmlns:a16="http://schemas.microsoft.com/office/drawing/2014/main" id="{3B29FD8C-9D9D-E352-C4CE-967577E4C02B}"/>
              </a:ext>
            </a:extLst>
          </p:cNvPr>
          <p:cNvSpPr>
            <a:spLocks noChangeArrowheads="1"/>
          </p:cNvSpPr>
          <p:nvPr/>
        </p:nvSpPr>
        <p:spPr bwMode="auto">
          <a:xfrm rot="4416681">
            <a:off x="6738144" y="3401219"/>
            <a:ext cx="388938" cy="692150"/>
          </a:xfrm>
          <a:prstGeom prst="star8">
            <a:avLst>
              <a:gd name="adj" fmla="val 31431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518330" name="AutoShape 186">
            <a:extLst>
              <a:ext uri="{FF2B5EF4-FFF2-40B4-BE49-F238E27FC236}">
                <a16:creationId xmlns:a16="http://schemas.microsoft.com/office/drawing/2014/main" id="{97C15ACE-05B5-E9AD-2AA5-9BD7E64641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35688" y="4703763"/>
            <a:ext cx="2338387" cy="1751012"/>
          </a:xfrm>
          <a:prstGeom prst="wedgeEllipseCallout">
            <a:avLst>
              <a:gd name="adj1" fmla="val -15171"/>
              <a:gd name="adj2" fmla="val -100134"/>
            </a:avLst>
          </a:prstGeom>
          <a:noFill/>
          <a:ln w="28575" algn="ctr">
            <a:solidFill>
              <a:srgbClr val="66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zh-CN" sz="1800" b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8331" name="Rectangle 187">
            <a:extLst>
              <a:ext uri="{FF2B5EF4-FFF2-40B4-BE49-F238E27FC236}">
                <a16:creationId xmlns:a16="http://schemas.microsoft.com/office/drawing/2014/main" id="{269005C3-ACBD-F57E-4CDB-05D8AD220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1585913"/>
            <a:ext cx="56991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00FFFF"/>
                </a:solidFill>
              </a:rPr>
              <a:t>物体的高速运动遵循相对论力学的规律；</a:t>
            </a:r>
          </a:p>
          <a:p>
            <a:pPr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00FFFF"/>
                </a:solidFill>
              </a:rPr>
              <a:t>微观粒子的运动遵循量子力学的规律</a:t>
            </a:r>
            <a:r>
              <a:rPr kumimoji="1"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8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1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1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1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8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18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 vol="8000" mute="1"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8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18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18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8146" grpId="0"/>
      <p:bldP spid="518147" grpId="0" build="p" autoUpdateAnimBg="0"/>
      <p:bldP spid="518148" grpId="0" autoUpdateAnimBg="0"/>
      <p:bldP spid="518323" grpId="0" animBg="1" autoUpdateAnimBg="0"/>
      <p:bldP spid="518324" grpId="0"/>
      <p:bldP spid="518325" grpId="0"/>
      <p:bldP spid="518326" grpId="0"/>
      <p:bldP spid="518329" grpId="0" animBg="1"/>
      <p:bldP spid="518330" grpId="0" animBg="1"/>
      <p:bldP spid="5183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>
            <a:extLst>
              <a:ext uri="{FF2B5EF4-FFF2-40B4-BE49-F238E27FC236}">
                <a16:creationId xmlns:a16="http://schemas.microsoft.com/office/drawing/2014/main" id="{C11E0EFB-BAFF-DDF5-97C1-FD66C73B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260350"/>
            <a:ext cx="2281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 sz="28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</a:t>
            </a:r>
            <a:r>
              <a:rPr kumimoji="1" lang="zh-CN" altLang="en-US" sz="280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惯性力</a:t>
            </a:r>
          </a:p>
        </p:txBody>
      </p:sp>
      <p:sp>
        <p:nvSpPr>
          <p:cNvPr id="493571" name="Text Box 3">
            <a:extLst>
              <a:ext uri="{FF2B5EF4-FFF2-40B4-BE49-F238E27FC236}">
                <a16:creationId xmlns:a16="http://schemas.microsoft.com/office/drawing/2014/main" id="{23DC1321-9C28-BB11-77EA-3BA564274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836613"/>
            <a:ext cx="83883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 </a:t>
            </a:r>
            <a:r>
              <a:rPr kumimoji="1" lang="en-US" altLang="zh-CN" sz="2800" baseline="30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‘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系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非惯性系 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相对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系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惯性系 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平动，加速度为    </a:t>
            </a: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</p:txBody>
      </p:sp>
      <p:graphicFrame>
        <p:nvGraphicFramePr>
          <p:cNvPr id="493572" name="Object 2">
            <a:extLst>
              <a:ext uri="{FF2B5EF4-FFF2-40B4-BE49-F238E27FC236}">
                <a16:creationId xmlns:a16="http://schemas.microsoft.com/office/drawing/2014/main" id="{054244F2-0E4B-1799-05FD-216825516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43888" y="908050"/>
          <a:ext cx="320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7160" imgH="431640" progId="Equation.3">
                  <p:embed/>
                </p:oleObj>
              </mc:Choice>
              <mc:Fallback>
                <p:oleObj name="公式" r:id="rId2" imgW="317160" imgH="431640" progId="Equation.3">
                  <p:embed/>
                  <p:pic>
                    <p:nvPicPr>
                      <p:cNvPr id="493572" name="Object 2">
                        <a:extLst>
                          <a:ext uri="{FF2B5EF4-FFF2-40B4-BE49-F238E27FC236}">
                            <a16:creationId xmlns:a16="http://schemas.microsoft.com/office/drawing/2014/main" id="{054244F2-0E4B-1799-05FD-216825516C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43888" y="908050"/>
                        <a:ext cx="320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3" name="Text Box 5">
            <a:extLst>
              <a:ext uri="{FF2B5EF4-FFF2-40B4-BE49-F238E27FC236}">
                <a16:creationId xmlns:a16="http://schemas.microsoft.com/office/drawing/2014/main" id="{5A264134-66E2-31C4-7FB2-339429AA8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458913"/>
            <a:ext cx="5208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质点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系和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系的加速度分别为</a:t>
            </a:r>
          </a:p>
        </p:txBody>
      </p:sp>
      <p:graphicFrame>
        <p:nvGraphicFramePr>
          <p:cNvPr id="493574" name="Object 3">
            <a:extLst>
              <a:ext uri="{FF2B5EF4-FFF2-40B4-BE49-F238E27FC236}">
                <a16:creationId xmlns:a16="http://schemas.microsoft.com/office/drawing/2014/main" id="{2DF9566A-D59E-5091-B0B8-EC527C786F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484313"/>
          <a:ext cx="3333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0120" imgH="431640" progId="Equation.3">
                  <p:embed/>
                </p:oleObj>
              </mc:Choice>
              <mc:Fallback>
                <p:oleObj name="公式" r:id="rId4" imgW="330120" imgH="431640" progId="Equation.3">
                  <p:embed/>
                  <p:pic>
                    <p:nvPicPr>
                      <p:cNvPr id="493574" name="Object 3">
                        <a:extLst>
                          <a:ext uri="{FF2B5EF4-FFF2-40B4-BE49-F238E27FC236}">
                            <a16:creationId xmlns:a16="http://schemas.microsoft.com/office/drawing/2014/main" id="{2DF9566A-D59E-5091-B0B8-EC527C786F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484313"/>
                        <a:ext cx="3333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5" name="Rectangle 7">
            <a:extLst>
              <a:ext uri="{FF2B5EF4-FFF2-40B4-BE49-F238E27FC236}">
                <a16:creationId xmlns:a16="http://schemas.microsoft.com/office/drawing/2014/main" id="{314B44AB-5B2E-90E9-4A2C-8F82C0392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989138"/>
            <a:ext cx="2736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由伽俐略变换有 </a:t>
            </a:r>
          </a:p>
        </p:txBody>
      </p:sp>
      <p:graphicFrame>
        <p:nvGraphicFramePr>
          <p:cNvPr id="493576" name="Object 4">
            <a:extLst>
              <a:ext uri="{FF2B5EF4-FFF2-40B4-BE49-F238E27FC236}">
                <a16:creationId xmlns:a16="http://schemas.microsoft.com/office/drawing/2014/main" id="{9FEC7C3C-5F2D-91DA-D8DF-BE9F3DD1A1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1484313"/>
          <a:ext cx="4333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31640" imgH="419040" progId="Equation.3">
                  <p:embed/>
                </p:oleObj>
              </mc:Choice>
              <mc:Fallback>
                <p:oleObj name="公式" r:id="rId6" imgW="431640" imgH="419040" progId="Equation.3">
                  <p:embed/>
                  <p:pic>
                    <p:nvPicPr>
                      <p:cNvPr id="493576" name="Object 4">
                        <a:extLst>
                          <a:ext uri="{FF2B5EF4-FFF2-40B4-BE49-F238E27FC236}">
                            <a16:creationId xmlns:a16="http://schemas.microsoft.com/office/drawing/2014/main" id="{9FEC7C3C-5F2D-91DA-D8DF-BE9F3DD1A1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484313"/>
                        <a:ext cx="4333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77" name="Object 5">
            <a:extLst>
              <a:ext uri="{FF2B5EF4-FFF2-40B4-BE49-F238E27FC236}">
                <a16:creationId xmlns:a16="http://schemas.microsoft.com/office/drawing/2014/main" id="{8DDB683A-B501-C341-6F97-858120F14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2028825"/>
          <a:ext cx="16557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638000" imgH="431640" progId="Equation.3">
                  <p:embed/>
                </p:oleObj>
              </mc:Choice>
              <mc:Fallback>
                <p:oleObj name="公式" r:id="rId8" imgW="1638000" imgH="431640" progId="Equation.3">
                  <p:embed/>
                  <p:pic>
                    <p:nvPicPr>
                      <p:cNvPr id="493577" name="Object 5">
                        <a:extLst>
                          <a:ext uri="{FF2B5EF4-FFF2-40B4-BE49-F238E27FC236}">
                            <a16:creationId xmlns:a16="http://schemas.microsoft.com/office/drawing/2014/main" id="{8DDB683A-B501-C341-6F97-858120F148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2028825"/>
                        <a:ext cx="16557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8" name="Text Box 10">
            <a:extLst>
              <a:ext uri="{FF2B5EF4-FFF2-40B4-BE49-F238E27FC236}">
                <a16:creationId xmlns:a16="http://schemas.microsoft.com/office/drawing/2014/main" id="{2D05DCC5-606E-F094-66A9-687D20427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527300"/>
            <a:ext cx="1147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i="1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系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493579" name="Object 6">
            <a:extLst>
              <a:ext uri="{FF2B5EF4-FFF2-40B4-BE49-F238E27FC236}">
                <a16:creationId xmlns:a16="http://schemas.microsoft.com/office/drawing/2014/main" id="{C70940D4-DE98-37BB-F555-11E8B6B4202E}"/>
              </a:ext>
            </a:extLst>
          </p:cNvPr>
          <p:cNvGraphicFramePr>
            <a:graphicFrameLocks/>
          </p:cNvGraphicFramePr>
          <p:nvPr/>
        </p:nvGraphicFramePr>
        <p:xfrm>
          <a:off x="1912938" y="2525713"/>
          <a:ext cx="30194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22560" imgH="469800" progId="Equation.3">
                  <p:embed/>
                </p:oleObj>
              </mc:Choice>
              <mc:Fallback>
                <p:oleObj name="公式" r:id="rId10" imgW="3022560" imgH="469800" progId="Equation.3">
                  <p:embed/>
                  <p:pic>
                    <p:nvPicPr>
                      <p:cNvPr id="493579" name="Object 6">
                        <a:extLst>
                          <a:ext uri="{FF2B5EF4-FFF2-40B4-BE49-F238E27FC236}">
                            <a16:creationId xmlns:a16="http://schemas.microsoft.com/office/drawing/2014/main" id="{C70940D4-DE98-37BB-F555-11E8B6B420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2938" y="2525713"/>
                        <a:ext cx="30194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0" name="Text Box 12">
            <a:extLst>
              <a:ext uri="{FF2B5EF4-FFF2-40B4-BE49-F238E27FC236}">
                <a16:creationId xmlns:a16="http://schemas.microsoft.com/office/drawing/2014/main" id="{C8FC8897-953F-B7F7-7AC2-DDDCF4139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3065463"/>
            <a:ext cx="3024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引入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虚拟力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惯性力</a:t>
            </a:r>
          </a:p>
        </p:txBody>
      </p:sp>
      <p:graphicFrame>
        <p:nvGraphicFramePr>
          <p:cNvPr id="493581" name="Object 7">
            <a:extLst>
              <a:ext uri="{FF2B5EF4-FFF2-40B4-BE49-F238E27FC236}">
                <a16:creationId xmlns:a16="http://schemas.microsoft.com/office/drawing/2014/main" id="{7ADF35CB-80BE-36B6-F1EC-2638823D5B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9938" y="3074988"/>
          <a:ext cx="14795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73120" imgH="469800" progId="Equation.3">
                  <p:embed/>
                </p:oleObj>
              </mc:Choice>
              <mc:Fallback>
                <p:oleObj name="公式" r:id="rId12" imgW="1473120" imgH="469800" progId="Equation.3">
                  <p:embed/>
                  <p:pic>
                    <p:nvPicPr>
                      <p:cNvPr id="493581" name="Object 7">
                        <a:extLst>
                          <a:ext uri="{FF2B5EF4-FFF2-40B4-BE49-F238E27FC236}">
                            <a16:creationId xmlns:a16="http://schemas.microsoft.com/office/drawing/2014/main" id="{7ADF35CB-80BE-36B6-F1EC-2638823D5B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9938" y="3074988"/>
                        <a:ext cx="14795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3" name="Rectangle 15">
            <a:extLst>
              <a:ext uri="{FF2B5EF4-FFF2-40B4-BE49-F238E27FC236}">
                <a16:creationId xmlns:a16="http://schemas.microsoft.com/office/drawing/2014/main" id="{23E2FD50-7372-47ED-612A-1669DD174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" y="3055938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系：</a:t>
            </a:r>
          </a:p>
        </p:txBody>
      </p:sp>
      <p:graphicFrame>
        <p:nvGraphicFramePr>
          <p:cNvPr id="493584" name="Object 8">
            <a:extLst>
              <a:ext uri="{FF2B5EF4-FFF2-40B4-BE49-F238E27FC236}">
                <a16:creationId xmlns:a16="http://schemas.microsoft.com/office/drawing/2014/main" id="{E17DA161-AC8A-08F4-FA10-6E1AFD609BCB}"/>
              </a:ext>
            </a:extLst>
          </p:cNvPr>
          <p:cNvGraphicFramePr>
            <a:graphicFrameLocks/>
          </p:cNvGraphicFramePr>
          <p:nvPr/>
        </p:nvGraphicFramePr>
        <p:xfrm>
          <a:off x="1930400" y="3068638"/>
          <a:ext cx="20669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070000" imgH="469800" progId="Equation.3">
                  <p:embed/>
                </p:oleObj>
              </mc:Choice>
              <mc:Fallback>
                <p:oleObj name="公式" r:id="rId14" imgW="2070000" imgH="469800" progId="Equation.3">
                  <p:embed/>
                  <p:pic>
                    <p:nvPicPr>
                      <p:cNvPr id="493584" name="Object 8">
                        <a:extLst>
                          <a:ext uri="{FF2B5EF4-FFF2-40B4-BE49-F238E27FC236}">
                            <a16:creationId xmlns:a16="http://schemas.microsoft.com/office/drawing/2014/main" id="{E17DA161-AC8A-08F4-FA10-6E1AFD609B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068638"/>
                        <a:ext cx="20669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5" name="Object 9">
            <a:extLst>
              <a:ext uri="{FF2B5EF4-FFF2-40B4-BE49-F238E27FC236}">
                <a16:creationId xmlns:a16="http://schemas.microsoft.com/office/drawing/2014/main" id="{CB85D070-79C9-47B2-0BC1-4A4317A8C8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0925" y="3605213"/>
          <a:ext cx="1978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68480" imgH="469800" progId="Equation.3">
                  <p:embed/>
                </p:oleObj>
              </mc:Choice>
              <mc:Fallback>
                <p:oleObj name="公式" r:id="rId16" imgW="1968480" imgH="469800" progId="Equation.3">
                  <p:embed/>
                  <p:pic>
                    <p:nvPicPr>
                      <p:cNvPr id="493585" name="Object 9">
                        <a:extLst>
                          <a:ext uri="{FF2B5EF4-FFF2-40B4-BE49-F238E27FC236}">
                            <a16:creationId xmlns:a16="http://schemas.microsoft.com/office/drawing/2014/main" id="{CB85D070-79C9-47B2-0BC1-4A4317A8C8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3605213"/>
                        <a:ext cx="19780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6" name="Text Box 18">
            <a:extLst>
              <a:ext uri="{FF2B5EF4-FFF2-40B4-BE49-F238E27FC236}">
                <a16:creationId xmlns:a16="http://schemas.microsoft.com/office/drawing/2014/main" id="{32029E5A-0C8D-E372-9027-13390DB07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463" y="3605213"/>
            <a:ext cx="58277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牛顿第二定律形式上成立。</a:t>
            </a:r>
            <a:r>
              <a:rPr kumimoji="1" lang="zh-CN" altLang="en-US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非惯性系中的动力学方程</a:t>
            </a:r>
          </a:p>
        </p:txBody>
      </p:sp>
      <p:sp>
        <p:nvSpPr>
          <p:cNvPr id="493591" name="AutoShape 23">
            <a:extLst>
              <a:ext uri="{FF2B5EF4-FFF2-40B4-BE49-F238E27FC236}">
                <a16:creationId xmlns:a16="http://schemas.microsoft.com/office/drawing/2014/main" id="{2A75F901-15B9-3CD6-ABF2-8EBD1B3E8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4230688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493592" name="Text Box 24">
            <a:extLst>
              <a:ext uri="{FF2B5EF4-FFF2-40B4-BE49-F238E27FC236}">
                <a16:creationId xmlns:a16="http://schemas.microsoft.com/office/drawing/2014/main" id="{07C91631-4269-66B3-CA30-1E5E4221C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35464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493593" name="Text Box 25">
            <a:extLst>
              <a:ext uri="{FF2B5EF4-FFF2-40B4-BE49-F238E27FC236}">
                <a16:creationId xmlns:a16="http://schemas.microsoft.com/office/drawing/2014/main" id="{2A2BF929-A938-FAE9-769C-D5A2CC5D6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4297363"/>
            <a:ext cx="6335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在惯性系中：观测到相互作用力和绝对加速度</a:t>
            </a:r>
          </a:p>
        </p:txBody>
      </p:sp>
      <p:sp>
        <p:nvSpPr>
          <p:cNvPr id="493594" name="Text Box 26">
            <a:extLst>
              <a:ext uri="{FF2B5EF4-FFF2-40B4-BE49-F238E27FC236}">
                <a16:creationId xmlns:a16="http://schemas.microsoft.com/office/drawing/2014/main" id="{2C5B91A0-1833-6C25-7366-B39C767F7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778375"/>
            <a:ext cx="822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在非惯性系中：观测到相互作用力，惯性力和相对加速度</a:t>
            </a:r>
          </a:p>
        </p:txBody>
      </p:sp>
      <p:sp>
        <p:nvSpPr>
          <p:cNvPr id="493595" name="AutoShape 27">
            <a:extLst>
              <a:ext uri="{FF2B5EF4-FFF2-40B4-BE49-F238E27FC236}">
                <a16:creationId xmlns:a16="http://schemas.microsoft.com/office/drawing/2014/main" id="{3131AB90-69E0-13F2-D6BA-85A58FC60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5195888"/>
            <a:ext cx="7634287" cy="1006475"/>
          </a:xfrm>
          <a:prstGeom prst="wedgeRectCallout">
            <a:avLst>
              <a:gd name="adj1" fmla="val -4315"/>
              <a:gd name="adj2" fmla="val -1167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惯性力</a:t>
            </a: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楷体_GB2312" pitchFamily="49" charset="-122"/>
              </a:rPr>
              <a:t>虚拟力</a:t>
            </a: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，没有施力者，也没有反作用力。不满足牛顿第三定律。与非惯性系的牵连加速度方向相反</a:t>
            </a:r>
          </a:p>
        </p:txBody>
      </p:sp>
      <p:sp>
        <p:nvSpPr>
          <p:cNvPr id="493596" name="Rectangle 28">
            <a:extLst>
              <a:ext uri="{FF2B5EF4-FFF2-40B4-BE49-F238E27FC236}">
                <a16:creationId xmlns:a16="http://schemas.microsoft.com/office/drawing/2014/main" id="{F354DB00-83CE-D3BA-3D08-EC4068DFD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463" y="5207000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说明</a:t>
            </a:r>
          </a:p>
        </p:txBody>
      </p:sp>
      <p:sp>
        <p:nvSpPr>
          <p:cNvPr id="493597" name="Text Box 29">
            <a:extLst>
              <a:ext uri="{FF2B5EF4-FFF2-40B4-BE49-F238E27FC236}">
                <a16:creationId xmlns:a16="http://schemas.microsoft.com/office/drawing/2014/main" id="{C1487E26-C75E-14FB-B6ED-CB7F35262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2388" y="6176963"/>
            <a:ext cx="6335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惯性力的概念可推广到非平动的非惯性系。</a:t>
            </a:r>
          </a:p>
        </p:txBody>
      </p:sp>
      <p:sp>
        <p:nvSpPr>
          <p:cNvPr id="493598" name="Text Box 30">
            <a:extLst>
              <a:ext uri="{FF2B5EF4-FFF2-40B4-BE49-F238E27FC236}">
                <a16:creationId xmlns:a16="http://schemas.microsoft.com/office/drawing/2014/main" id="{051ED4EC-3506-C618-8B00-E97966667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527685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493599" name="Text Box 31">
            <a:extLst>
              <a:ext uri="{FF2B5EF4-FFF2-40B4-BE49-F238E27FC236}">
                <a16:creationId xmlns:a16="http://schemas.microsoft.com/office/drawing/2014/main" id="{549B54FD-5C5B-5FDD-5BEE-3C90FC98D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6176963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9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9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9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9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9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9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9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9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9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9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0" grpId="0" autoUpdateAnimBg="0"/>
      <p:bldP spid="493571" grpId="0" autoUpdateAnimBg="0"/>
      <p:bldP spid="493573" grpId="0" autoUpdateAnimBg="0"/>
      <p:bldP spid="493575" grpId="0" autoUpdateAnimBg="0"/>
      <p:bldP spid="493578" grpId="0" autoUpdateAnimBg="0"/>
      <p:bldP spid="493583" grpId="0" autoUpdateAnimBg="0"/>
      <p:bldP spid="493591" grpId="0" animBg="1"/>
      <p:bldP spid="493595" grpId="0" autoUpdateAnimBg="0"/>
      <p:bldP spid="493597" grpId="0" autoUpdateAnimBg="0"/>
      <p:bldP spid="493598" grpId="0" autoUpdateAnimBg="0"/>
      <p:bldP spid="49359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Text Box 2">
            <a:extLst>
              <a:ext uri="{FF2B5EF4-FFF2-40B4-BE49-F238E27FC236}">
                <a16:creationId xmlns:a16="http://schemas.microsoft.com/office/drawing/2014/main" id="{6EF7A249-3A64-503B-D5D3-642D08C75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3732213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i="1">
                <a:solidFill>
                  <a:srgbClr val="00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sp>
        <p:nvSpPr>
          <p:cNvPr id="494595" name="Rectangle 3">
            <a:extLst>
              <a:ext uri="{FF2B5EF4-FFF2-40B4-BE49-F238E27FC236}">
                <a16:creationId xmlns:a16="http://schemas.microsoft.com/office/drawing/2014/main" id="{DB0FF5B4-382C-A357-3B0E-CB99BAC37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0" y="3189288"/>
            <a:ext cx="43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sz="2000" i="1">
                <a:solidFill>
                  <a:srgbClr val="00FF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  <p:graphicFrame>
        <p:nvGraphicFramePr>
          <p:cNvPr id="494596" name="Object 2">
            <a:extLst>
              <a:ext uri="{FF2B5EF4-FFF2-40B4-BE49-F238E27FC236}">
                <a16:creationId xmlns:a16="http://schemas.microsoft.com/office/drawing/2014/main" id="{0C1BAFD9-F96D-077A-C3F7-9555089D0F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4550" y="3068638"/>
          <a:ext cx="3033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2560" imgH="431640" progId="Equation.3">
                  <p:embed/>
                </p:oleObj>
              </mc:Choice>
              <mc:Fallback>
                <p:oleObj name="Equation" r:id="rId2" imgW="3022560" imgH="431640" progId="Equation.3">
                  <p:embed/>
                  <p:pic>
                    <p:nvPicPr>
                      <p:cNvPr id="494596" name="Object 2">
                        <a:extLst>
                          <a:ext uri="{FF2B5EF4-FFF2-40B4-BE49-F238E27FC236}">
                            <a16:creationId xmlns:a16="http://schemas.microsoft.com/office/drawing/2014/main" id="{0C1BAFD9-F96D-077A-C3F7-9555089D0F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3068638"/>
                        <a:ext cx="3033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7" name="Object 3">
            <a:extLst>
              <a:ext uri="{FF2B5EF4-FFF2-40B4-BE49-F238E27FC236}">
                <a16:creationId xmlns:a16="http://schemas.microsoft.com/office/drawing/2014/main" id="{61B33D1E-5283-82EB-3CDF-B267A05B72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9138" y="3717925"/>
          <a:ext cx="33750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52680" imgH="431640" progId="Equation.3">
                  <p:embed/>
                </p:oleObj>
              </mc:Choice>
              <mc:Fallback>
                <p:oleObj name="Equation" r:id="rId4" imgW="3352680" imgH="431640" progId="Equation.3">
                  <p:embed/>
                  <p:pic>
                    <p:nvPicPr>
                      <p:cNvPr id="494597" name="Object 3">
                        <a:extLst>
                          <a:ext uri="{FF2B5EF4-FFF2-40B4-BE49-F238E27FC236}">
                            <a16:creationId xmlns:a16="http://schemas.microsoft.com/office/drawing/2014/main" id="{61B33D1E-5283-82EB-3CDF-B267A05B72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138" y="3717925"/>
                        <a:ext cx="33750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8" name="Object 4">
            <a:extLst>
              <a:ext uri="{FF2B5EF4-FFF2-40B4-BE49-F238E27FC236}">
                <a16:creationId xmlns:a16="http://schemas.microsoft.com/office/drawing/2014/main" id="{B1B44325-17E9-F8E3-B3EA-A8835D5F64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9163" y="4437063"/>
          <a:ext cx="27892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19160" imgH="914400" progId="Equation.3">
                  <p:embed/>
                </p:oleObj>
              </mc:Choice>
              <mc:Fallback>
                <p:oleObj name="Equation" r:id="rId6" imgW="2819160" imgH="914400" progId="Equation.3">
                  <p:embed/>
                  <p:pic>
                    <p:nvPicPr>
                      <p:cNvPr id="494598" name="Object 4">
                        <a:extLst>
                          <a:ext uri="{FF2B5EF4-FFF2-40B4-BE49-F238E27FC236}">
                            <a16:creationId xmlns:a16="http://schemas.microsoft.com/office/drawing/2014/main" id="{B1B44325-17E9-F8E3-B3EA-A8835D5F64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4437063"/>
                        <a:ext cx="278923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599" name="Object 5">
            <a:extLst>
              <a:ext uri="{FF2B5EF4-FFF2-40B4-BE49-F238E27FC236}">
                <a16:creationId xmlns:a16="http://schemas.microsoft.com/office/drawing/2014/main" id="{26AD7616-A134-3C1A-980B-6BFC5B697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5467350"/>
          <a:ext cx="2817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44720" imgH="914400" progId="Equation.3">
                  <p:embed/>
                </p:oleObj>
              </mc:Choice>
              <mc:Fallback>
                <p:oleObj name="Equation" r:id="rId8" imgW="2844720" imgH="914400" progId="Equation.3">
                  <p:embed/>
                  <p:pic>
                    <p:nvPicPr>
                      <p:cNvPr id="494599" name="Object 5">
                        <a:extLst>
                          <a:ext uri="{FF2B5EF4-FFF2-40B4-BE49-F238E27FC236}">
                            <a16:creationId xmlns:a16="http://schemas.microsoft.com/office/drawing/2014/main" id="{26AD7616-A134-3C1A-980B-6BFC5B697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467350"/>
                        <a:ext cx="2817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0" name="Text Box 8">
            <a:extLst>
              <a:ext uri="{FF2B5EF4-FFF2-40B4-BE49-F238E27FC236}">
                <a16:creationId xmlns:a16="http://schemas.microsoft.com/office/drawing/2014/main" id="{F44ABFE5-33EE-7AA0-BCC5-38104B5CF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04813"/>
            <a:ext cx="8064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质量分别为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000" baseline="-25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000" baseline="-25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的两物体用轻细绳相连接后，悬挂在一个固定在电梯内的定滑轮的两边。滑轮和绳的质量以及所有摩擦均不计。当电梯以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000" baseline="-25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/2</a:t>
            </a:r>
            <a:r>
              <a:rPr kumimoji="1"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的加速度下降时。</a:t>
            </a:r>
          </a:p>
        </p:txBody>
      </p:sp>
      <p:sp>
        <p:nvSpPr>
          <p:cNvPr id="494601" name="Text Box 9">
            <a:extLst>
              <a:ext uri="{FF2B5EF4-FFF2-40B4-BE49-F238E27FC236}">
                <a16:creationId xmlns:a16="http://schemas.microsoft.com/office/drawing/2014/main" id="{F67272D0-BDFD-C02E-23EA-39A38BF3B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428875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94602" name="Line 10">
            <a:extLst>
              <a:ext uri="{FF2B5EF4-FFF2-40B4-BE49-F238E27FC236}">
                <a16:creationId xmlns:a16="http://schemas.microsoft.com/office/drawing/2014/main" id="{03870406-239C-B257-448D-B49E0B211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9938" y="4940300"/>
            <a:ext cx="0" cy="503238"/>
          </a:xfrm>
          <a:prstGeom prst="line">
            <a:avLst/>
          </a:prstGeom>
          <a:noFill/>
          <a:ln w="19050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4603" name="Object 6">
            <a:extLst>
              <a:ext uri="{FF2B5EF4-FFF2-40B4-BE49-F238E27FC236}">
                <a16:creationId xmlns:a16="http://schemas.microsoft.com/office/drawing/2014/main" id="{BF407AB1-432A-B435-D237-90CCED5A19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1375" y="5097463"/>
          <a:ext cx="25876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7160" imgH="431640" progId="Equation.3">
                  <p:embed/>
                </p:oleObj>
              </mc:Choice>
              <mc:Fallback>
                <p:oleObj name="公式" r:id="rId10" imgW="317160" imgH="431640" progId="Equation.3">
                  <p:embed/>
                  <p:pic>
                    <p:nvPicPr>
                      <p:cNvPr id="494603" name="Object 6">
                        <a:extLst>
                          <a:ext uri="{FF2B5EF4-FFF2-40B4-BE49-F238E27FC236}">
                            <a16:creationId xmlns:a16="http://schemas.microsoft.com/office/drawing/2014/main" id="{BF407AB1-432A-B435-D237-90CCED5A19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75" y="5097463"/>
                        <a:ext cx="258763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4" name="Text Box 12">
            <a:extLst>
              <a:ext uri="{FF2B5EF4-FFF2-40B4-BE49-F238E27FC236}">
                <a16:creationId xmlns:a16="http://schemas.microsoft.com/office/drawing/2014/main" id="{87A4BC68-B3A9-421D-8884-A1B3DAC92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420938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取电梯为参考系</a:t>
            </a:r>
            <a:endParaRPr kumimoji="1" lang="zh-CN" altLang="en-US">
              <a:solidFill>
                <a:srgbClr val="00FF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4605" name="Line 13">
            <a:extLst>
              <a:ext uri="{FF2B5EF4-FFF2-40B4-BE49-F238E27FC236}">
                <a16:creationId xmlns:a16="http://schemas.microsoft.com/office/drawing/2014/main" id="{2F358418-2AA6-ADC1-BB5F-E633BC7FDC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5838" y="2779713"/>
            <a:ext cx="0" cy="5334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4606" name="Object 7">
            <a:extLst>
              <a:ext uri="{FF2B5EF4-FFF2-40B4-BE49-F238E27FC236}">
                <a16:creationId xmlns:a16="http://schemas.microsoft.com/office/drawing/2014/main" id="{23EF019A-156D-D772-97D0-2ECDF4B37C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4575" y="2889250"/>
          <a:ext cx="2286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1960" imgH="317160" progId="Equation.3">
                  <p:embed/>
                </p:oleObj>
              </mc:Choice>
              <mc:Fallback>
                <p:oleObj name="公式" r:id="rId12" imgW="291960" imgH="317160" progId="Equation.3">
                  <p:embed/>
                  <p:pic>
                    <p:nvPicPr>
                      <p:cNvPr id="494606" name="Object 7">
                        <a:extLst>
                          <a:ext uri="{FF2B5EF4-FFF2-40B4-BE49-F238E27FC236}">
                            <a16:creationId xmlns:a16="http://schemas.microsoft.com/office/drawing/2014/main" id="{23EF019A-156D-D772-97D0-2ECDF4B37C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4575" y="2889250"/>
                        <a:ext cx="2286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07" name="Line 15">
            <a:extLst>
              <a:ext uri="{FF2B5EF4-FFF2-40B4-BE49-F238E27FC236}">
                <a16:creationId xmlns:a16="http://schemas.microsoft.com/office/drawing/2014/main" id="{00C35880-B48F-FC62-3414-3113DB94185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3675" y="2995613"/>
            <a:ext cx="0" cy="4572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4608" name="Object 8">
            <a:extLst>
              <a:ext uri="{FF2B5EF4-FFF2-40B4-BE49-F238E27FC236}">
                <a16:creationId xmlns:a16="http://schemas.microsoft.com/office/drawing/2014/main" id="{A29C4B62-2BCE-BD50-CED1-317BF1D71D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0" y="3067050"/>
          <a:ext cx="23018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91960" imgH="317160" progId="Equation.3">
                  <p:embed/>
                </p:oleObj>
              </mc:Choice>
              <mc:Fallback>
                <p:oleObj name="公式" r:id="rId14" imgW="291960" imgH="317160" progId="Equation.3">
                  <p:embed/>
                  <p:pic>
                    <p:nvPicPr>
                      <p:cNvPr id="494608" name="Object 8">
                        <a:extLst>
                          <a:ext uri="{FF2B5EF4-FFF2-40B4-BE49-F238E27FC236}">
                            <a16:creationId xmlns:a16="http://schemas.microsoft.com/office/drawing/2014/main" id="{A29C4B62-2BCE-BD50-CED1-317BF1D71D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0" y="3067050"/>
                        <a:ext cx="230188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09" name="Object 9">
            <a:extLst>
              <a:ext uri="{FF2B5EF4-FFF2-40B4-BE49-F238E27FC236}">
                <a16:creationId xmlns:a16="http://schemas.microsoft.com/office/drawing/2014/main" id="{8F31FF49-F6FD-2407-F30A-EFFA3BA099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680075"/>
          <a:ext cx="14319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22360" imgH="431640" progId="Equation.3">
                  <p:embed/>
                </p:oleObj>
              </mc:Choice>
              <mc:Fallback>
                <p:oleObj name="Equation" r:id="rId16" imgW="1422360" imgH="431640" progId="Equation.3">
                  <p:embed/>
                  <p:pic>
                    <p:nvPicPr>
                      <p:cNvPr id="494609" name="Object 9">
                        <a:extLst>
                          <a:ext uri="{FF2B5EF4-FFF2-40B4-BE49-F238E27FC236}">
                            <a16:creationId xmlns:a16="http://schemas.microsoft.com/office/drawing/2014/main" id="{8F31FF49-F6FD-2407-F30A-EFFA3BA099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80075"/>
                        <a:ext cx="14319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4610" name="Object 10">
            <a:extLst>
              <a:ext uri="{FF2B5EF4-FFF2-40B4-BE49-F238E27FC236}">
                <a16:creationId xmlns:a16="http://schemas.microsoft.com/office/drawing/2014/main" id="{DA7D6A50-49BB-0555-399A-2D4E47ADF8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8300" y="5673725"/>
          <a:ext cx="16700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63560" imgH="431640" progId="Equation.3">
                  <p:embed/>
                </p:oleObj>
              </mc:Choice>
              <mc:Fallback>
                <p:oleObj name="Equation" r:id="rId18" imgW="1663560" imgH="431640" progId="Equation.3">
                  <p:embed/>
                  <p:pic>
                    <p:nvPicPr>
                      <p:cNvPr id="494610" name="Object 10">
                        <a:extLst>
                          <a:ext uri="{FF2B5EF4-FFF2-40B4-BE49-F238E27FC236}">
                            <a16:creationId xmlns:a16="http://schemas.microsoft.com/office/drawing/2014/main" id="{DA7D6A50-49BB-0555-399A-2D4E47ADF8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300" y="5673725"/>
                        <a:ext cx="16700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11" name="Rectangle 19">
            <a:extLst>
              <a:ext uri="{FF2B5EF4-FFF2-40B4-BE49-F238E27FC236}">
                <a16:creationId xmlns:a16="http://schemas.microsoft.com/office/drawing/2014/main" id="{649D8414-6395-F60A-64B3-E56D329C2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62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494612" name="Rectangle 20">
            <a:extLst>
              <a:ext uri="{FF2B5EF4-FFF2-40B4-BE49-F238E27FC236}">
                <a16:creationId xmlns:a16="http://schemas.microsoft.com/office/drawing/2014/main" id="{AD13578D-2FF5-E40D-41C7-E3C9D2991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1916113"/>
            <a:ext cx="4676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000" baseline="-16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和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sz="2000" baseline="-14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的加速度和绳中的张力。</a:t>
            </a:r>
          </a:p>
        </p:txBody>
      </p:sp>
      <p:sp>
        <p:nvSpPr>
          <p:cNvPr id="494613" name="Rectangle 21">
            <a:extLst>
              <a:ext uri="{FF2B5EF4-FFF2-40B4-BE49-F238E27FC236}">
                <a16:creationId xmlns:a16="http://schemas.microsoft.com/office/drawing/2014/main" id="{72E250DD-083A-39E7-2B38-2B4091985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19161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DE13E540-12F8-CBE9-61B0-838E09087D9D}"/>
              </a:ext>
            </a:extLst>
          </p:cNvPr>
          <p:cNvGrpSpPr>
            <a:grpSpLocks/>
          </p:cNvGrpSpPr>
          <p:nvPr/>
        </p:nvGrpSpPr>
        <p:grpSpPr bwMode="auto">
          <a:xfrm>
            <a:off x="6038850" y="2276475"/>
            <a:ext cx="2133600" cy="2590800"/>
            <a:chOff x="5029" y="1298"/>
            <a:chExt cx="1344" cy="1632"/>
          </a:xfrm>
        </p:grpSpPr>
        <p:sp>
          <p:nvSpPr>
            <p:cNvPr id="12315" name="Rectangle 23">
              <a:extLst>
                <a:ext uri="{FF2B5EF4-FFF2-40B4-BE49-F238E27FC236}">
                  <a16:creationId xmlns:a16="http://schemas.microsoft.com/office/drawing/2014/main" id="{B41C2C64-506D-5F99-24A7-1FFC4A6C5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7" y="1298"/>
              <a:ext cx="48" cy="336"/>
            </a:xfrm>
            <a:prstGeom prst="rect">
              <a:avLst/>
            </a:prstGeom>
            <a:solidFill>
              <a:srgbClr val="CCECFF">
                <a:alpha val="49019"/>
              </a:srgbClr>
            </a:solidFill>
            <a:ln w="9525">
              <a:solidFill>
                <a:srgbClr val="CCE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16" name="Oval 24">
              <a:extLst>
                <a:ext uri="{FF2B5EF4-FFF2-40B4-BE49-F238E27FC236}">
                  <a16:creationId xmlns:a16="http://schemas.microsoft.com/office/drawing/2014/main" id="{FC73050F-F3EB-DFE4-5003-D00728895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3" y="1490"/>
              <a:ext cx="336" cy="288"/>
            </a:xfrm>
            <a:prstGeom prst="ellipse">
              <a:avLst/>
            </a:prstGeom>
            <a:solidFill>
              <a:srgbClr val="00CC99">
                <a:alpha val="50195"/>
              </a:srgbClr>
            </a:solidFill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17" name="Line 25">
              <a:extLst>
                <a:ext uri="{FF2B5EF4-FFF2-40B4-BE49-F238E27FC236}">
                  <a16:creationId xmlns:a16="http://schemas.microsoft.com/office/drawing/2014/main" id="{D83A9DDB-950D-9343-E43A-2013BBCE0D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13" y="1622"/>
              <a:ext cx="0" cy="816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8" name="Line 26">
              <a:extLst>
                <a:ext uri="{FF2B5EF4-FFF2-40B4-BE49-F238E27FC236}">
                  <a16:creationId xmlns:a16="http://schemas.microsoft.com/office/drawing/2014/main" id="{DA479711-51F7-A3F1-EDA7-ACC38EC6C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9" y="1625"/>
              <a:ext cx="0" cy="48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19" name="Rectangle 27">
              <a:extLst>
                <a:ext uri="{FF2B5EF4-FFF2-40B4-BE49-F238E27FC236}">
                  <a16:creationId xmlns:a16="http://schemas.microsoft.com/office/drawing/2014/main" id="{3DBCDD2F-3946-DFAB-B3E1-4E3B9D514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7" y="2429"/>
              <a:ext cx="192" cy="218"/>
            </a:xfrm>
            <a:prstGeom prst="rect">
              <a:avLst/>
            </a:prstGeom>
            <a:solidFill>
              <a:srgbClr val="FFFFFF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20" name="Rectangle 28">
              <a:extLst>
                <a:ext uri="{FF2B5EF4-FFF2-40B4-BE49-F238E27FC236}">
                  <a16:creationId xmlns:a16="http://schemas.microsoft.com/office/drawing/2014/main" id="{DDA0E168-5D52-5BE9-226E-A01DE9F88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1" y="2099"/>
              <a:ext cx="96" cy="192"/>
            </a:xfrm>
            <a:prstGeom prst="rect">
              <a:avLst/>
            </a:prstGeom>
            <a:solidFill>
              <a:srgbClr val="FFFFFF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21" name="Line 29">
              <a:extLst>
                <a:ext uri="{FF2B5EF4-FFF2-40B4-BE49-F238E27FC236}">
                  <a16:creationId xmlns:a16="http://schemas.microsoft.com/office/drawing/2014/main" id="{BFB29444-DF61-5714-B024-7A38B7084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6" y="2534"/>
              <a:ext cx="0" cy="336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2" name="Line 30">
              <a:extLst>
                <a:ext uri="{FF2B5EF4-FFF2-40B4-BE49-F238E27FC236}">
                  <a16:creationId xmlns:a16="http://schemas.microsoft.com/office/drawing/2014/main" id="{550F2BBD-6986-FD21-C7FE-C48A67EA71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9" y="2201"/>
              <a:ext cx="0" cy="288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3" name="Text Box 31">
              <a:extLst>
                <a:ext uri="{FF2B5EF4-FFF2-40B4-BE49-F238E27FC236}">
                  <a16:creationId xmlns:a16="http://schemas.microsoft.com/office/drawing/2014/main" id="{05782213-15C8-84C8-D2AA-CBFEB947E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8" y="2568"/>
              <a:ext cx="5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2000" i="1">
                  <a:solidFill>
                    <a:srgbClr val="66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2000" baseline="-25000">
                  <a:solidFill>
                    <a:srgbClr val="66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2000" i="1">
                  <a:solidFill>
                    <a:srgbClr val="66FFFF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kumimoji="1" lang="en-US" altLang="zh-CN" sz="2000" b="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24" name="Rectangle 32">
              <a:extLst>
                <a:ext uri="{FF2B5EF4-FFF2-40B4-BE49-F238E27FC236}">
                  <a16:creationId xmlns:a16="http://schemas.microsoft.com/office/drawing/2014/main" id="{2B18CEC3-1523-08C9-1D22-6AD0593A9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5" y="2145"/>
              <a:ext cx="3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kumimoji="1" lang="en-US" altLang="zh-CN" sz="2000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r>
                <a:rPr kumimoji="1" lang="en-US" altLang="zh-CN" sz="2000" baseline="-2500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1" lang="en-US" altLang="zh-CN" sz="2000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kumimoji="1" lang="en-US" altLang="zh-CN" sz="20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25" name="Text Box 33">
              <a:extLst>
                <a:ext uri="{FF2B5EF4-FFF2-40B4-BE49-F238E27FC236}">
                  <a16:creationId xmlns:a16="http://schemas.microsoft.com/office/drawing/2014/main" id="{BA235111-54D8-1622-871C-44BE915D1D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9" y="1590"/>
              <a:ext cx="3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kumimoji="1" lang="en-US" altLang="zh-CN" sz="1800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kumimoji="1" lang="en-US" altLang="zh-CN" sz="1800" b="0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'</a:t>
              </a:r>
              <a:endParaRPr kumimoji="1" lang="en-US" altLang="zh-CN" sz="18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326" name="Rectangle 34">
              <a:extLst>
                <a:ext uri="{FF2B5EF4-FFF2-40B4-BE49-F238E27FC236}">
                  <a16:creationId xmlns:a16="http://schemas.microsoft.com/office/drawing/2014/main" id="{AC2987D0-F6F4-6C88-6CE7-30CB95888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" y="1298"/>
              <a:ext cx="1344" cy="1632"/>
            </a:xfrm>
            <a:prstGeom prst="rect">
              <a:avLst/>
            </a:pr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94627" name="Line 35">
            <a:extLst>
              <a:ext uri="{FF2B5EF4-FFF2-40B4-BE49-F238E27FC236}">
                <a16:creationId xmlns:a16="http://schemas.microsoft.com/office/drawing/2014/main" id="{70BBBBB7-365B-2D1B-52D4-9CFD0456C6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78675" y="3267075"/>
            <a:ext cx="0" cy="304800"/>
          </a:xfrm>
          <a:prstGeom prst="line">
            <a:avLst/>
          </a:prstGeom>
          <a:noFill/>
          <a:ln w="38100">
            <a:solidFill>
              <a:srgbClr val="00FF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28" name="Line 36">
            <a:extLst>
              <a:ext uri="{FF2B5EF4-FFF2-40B4-BE49-F238E27FC236}">
                <a16:creationId xmlns:a16="http://schemas.microsoft.com/office/drawing/2014/main" id="{272AC3EB-BB50-A625-3D40-3204F6E4D5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46863" y="3779838"/>
            <a:ext cx="0" cy="304800"/>
          </a:xfrm>
          <a:prstGeom prst="line">
            <a:avLst/>
          </a:prstGeom>
          <a:noFill/>
          <a:ln w="38100">
            <a:solidFill>
              <a:srgbClr val="00FF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29" name="Text Box 37">
            <a:extLst>
              <a:ext uri="{FF2B5EF4-FFF2-40B4-BE49-F238E27FC236}">
                <a16:creationId xmlns:a16="http://schemas.microsoft.com/office/drawing/2014/main" id="{4B1475A9-4C4C-6F07-CA5E-E08F61009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3089275"/>
            <a:ext cx="1189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baseline="-25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</p:txBody>
      </p:sp>
      <p:sp>
        <p:nvSpPr>
          <p:cNvPr id="494630" name="Text Box 38">
            <a:extLst>
              <a:ext uri="{FF2B5EF4-FFF2-40B4-BE49-F238E27FC236}">
                <a16:creationId xmlns:a16="http://schemas.microsoft.com/office/drawing/2014/main" id="{F4FBE386-E6C3-CDE0-5F72-3FA9D39FE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716338"/>
            <a:ext cx="1189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kumimoji="1" lang="en-US" altLang="zh-CN" baseline="-25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4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9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9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9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49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9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9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9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9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94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94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9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4" grpId="0" autoUpdateAnimBg="0"/>
      <p:bldP spid="494595" grpId="0" autoUpdateAnimBg="0"/>
      <p:bldP spid="494600" grpId="0" build="p" autoUpdateAnimBg="0"/>
      <p:bldP spid="494601" grpId="0" autoUpdateAnimBg="0"/>
      <p:bldP spid="494604" grpId="0" autoUpdateAnimBg="0"/>
      <p:bldP spid="494611" grpId="0" autoUpdateAnimBg="0"/>
      <p:bldP spid="494612" grpId="0" autoUpdateAnimBg="0"/>
      <p:bldP spid="494613" grpId="0" autoUpdateAnimBg="0"/>
      <p:bldP spid="494629" grpId="0" autoUpdateAnimBg="0"/>
      <p:bldP spid="49463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521EA2-2C2A-A026-6A38-5E6E0129D864}"/>
              </a:ext>
            </a:extLst>
          </p:cNvPr>
          <p:cNvGrpSpPr>
            <a:grpSpLocks/>
          </p:cNvGrpSpPr>
          <p:nvPr/>
        </p:nvGrpSpPr>
        <p:grpSpPr bwMode="auto">
          <a:xfrm>
            <a:off x="7004050" y="2590800"/>
            <a:ext cx="649288" cy="685800"/>
            <a:chOff x="384" y="1200"/>
            <a:chExt cx="409" cy="432"/>
          </a:xfrm>
        </p:grpSpPr>
        <p:sp>
          <p:nvSpPr>
            <p:cNvPr id="13362" name="Rectangle 3">
              <a:extLst>
                <a:ext uri="{FF2B5EF4-FFF2-40B4-BE49-F238E27FC236}">
                  <a16:creationId xmlns:a16="http://schemas.microsoft.com/office/drawing/2014/main" id="{9E1C9F81-A591-E97C-5879-2A5FBABDDA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1741">
              <a:off x="384" y="1440"/>
              <a:ext cx="336" cy="192"/>
            </a:xfrm>
            <a:prstGeom prst="rect">
              <a:avLst/>
            </a:prstGeom>
            <a:solidFill>
              <a:srgbClr val="FFCC00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63" name="Rectangle 4">
              <a:extLst>
                <a:ext uri="{FF2B5EF4-FFF2-40B4-BE49-F238E27FC236}">
                  <a16:creationId xmlns:a16="http://schemas.microsoft.com/office/drawing/2014/main" id="{B2C07DF0-C0F7-9AFB-8CC8-A2D15366A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200"/>
              <a:ext cx="2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kumimoji="1" lang="en-US" altLang="zh-CN" sz="2000" i="1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  <a:endParaRPr kumimoji="1" lang="en-US" altLang="zh-CN" sz="20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5621" name="Line 5">
            <a:extLst>
              <a:ext uri="{FF2B5EF4-FFF2-40B4-BE49-F238E27FC236}">
                <a16:creationId xmlns:a16="http://schemas.microsoft.com/office/drawing/2014/main" id="{F8761E91-C14A-C7A2-BDF7-7029F7B34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3124200"/>
            <a:ext cx="533400" cy="3810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2B51DD11-1F93-566E-FB5E-334C10FFCEB9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1676400"/>
            <a:ext cx="457200" cy="457200"/>
            <a:chOff x="624" y="480"/>
            <a:chExt cx="288" cy="288"/>
          </a:xfrm>
        </p:grpSpPr>
        <p:sp>
          <p:nvSpPr>
            <p:cNvPr id="13361" name="Line 7">
              <a:extLst>
                <a:ext uri="{FF2B5EF4-FFF2-40B4-BE49-F238E27FC236}">
                  <a16:creationId xmlns:a16="http://schemas.microsoft.com/office/drawing/2014/main" id="{5620203C-F56D-444B-D095-3CF31014DC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480"/>
              <a:ext cx="1" cy="288"/>
            </a:xfrm>
            <a:prstGeom prst="line">
              <a:avLst/>
            </a:prstGeom>
            <a:noFill/>
            <a:ln w="19050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8" name="Object 16">
              <a:extLst>
                <a:ext uri="{FF2B5EF4-FFF2-40B4-BE49-F238E27FC236}">
                  <a16:creationId xmlns:a16="http://schemas.microsoft.com/office/drawing/2014/main" id="{FDF3C753-7303-DA86-1FF7-F009F3D7E6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0" y="480"/>
            <a:ext cx="1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90440" imgH="241200" progId="Equation.3">
                    <p:embed/>
                  </p:oleObj>
                </mc:Choice>
                <mc:Fallback>
                  <p:oleObj name="公式" r:id="rId2" imgW="190440" imgH="241200" progId="Equation.3">
                    <p:embed/>
                    <p:pic>
                      <p:nvPicPr>
                        <p:cNvPr id="13328" name="Object 16">
                          <a:extLst>
                            <a:ext uri="{FF2B5EF4-FFF2-40B4-BE49-F238E27FC236}">
                              <a16:creationId xmlns:a16="http://schemas.microsoft.com/office/drawing/2014/main" id="{FDF3C753-7303-DA86-1FF7-F009F3D7E6C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480"/>
                          <a:ext cx="19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30BEDF10-58DC-036B-BEE2-AD26032B1487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133600"/>
            <a:ext cx="1524000" cy="1981200"/>
            <a:chOff x="192" y="816"/>
            <a:chExt cx="960" cy="1248"/>
          </a:xfrm>
        </p:grpSpPr>
        <p:sp>
          <p:nvSpPr>
            <p:cNvPr id="13358" name="Rectangle 10">
              <a:extLst>
                <a:ext uri="{FF2B5EF4-FFF2-40B4-BE49-F238E27FC236}">
                  <a16:creationId xmlns:a16="http://schemas.microsoft.com/office/drawing/2014/main" id="{7D4C08D7-BC43-1C53-CC5B-74512B19A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816"/>
              <a:ext cx="960" cy="1248"/>
            </a:xfrm>
            <a:prstGeom prst="rect">
              <a:avLst/>
            </a:prstGeom>
            <a:noFill/>
            <a:ln w="952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kumimoji="1" lang="zh-CN" altLang="zh-CN">
                <a:solidFill>
                  <a:srgbClr val="00FF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359" name="Line 11">
              <a:extLst>
                <a:ext uri="{FF2B5EF4-FFF2-40B4-BE49-F238E27FC236}">
                  <a16:creationId xmlns:a16="http://schemas.microsoft.com/office/drawing/2014/main" id="{9CEE25B0-9892-5493-857D-3663EBF5AD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2" y="1440"/>
              <a:ext cx="960" cy="624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60" name="Arc 12">
              <a:extLst>
                <a:ext uri="{FF2B5EF4-FFF2-40B4-BE49-F238E27FC236}">
                  <a16:creationId xmlns:a16="http://schemas.microsoft.com/office/drawing/2014/main" id="{806468E6-273C-22E1-12E8-22236E1ED38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16" y="1920"/>
              <a:ext cx="96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27" name="Object 15">
              <a:extLst>
                <a:ext uri="{FF2B5EF4-FFF2-40B4-BE49-F238E27FC236}">
                  <a16:creationId xmlns:a16="http://schemas.microsoft.com/office/drawing/2014/main" id="{C9F08F9A-8C71-BBB7-3EE4-3925653B8C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76" y="1872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52280" imgH="152280" progId="Equation.3">
                    <p:embed/>
                  </p:oleObj>
                </mc:Choice>
                <mc:Fallback>
                  <p:oleObj name="公式" r:id="rId4" imgW="152280" imgH="152280" progId="Equation.3">
                    <p:embed/>
                    <p:pic>
                      <p:nvPicPr>
                        <p:cNvPr id="13327" name="Object 15">
                          <a:extLst>
                            <a:ext uri="{FF2B5EF4-FFF2-40B4-BE49-F238E27FC236}">
                              <a16:creationId xmlns:a16="http://schemas.microsoft.com/office/drawing/2014/main" id="{C9F08F9A-8C71-BBB7-3EE4-3925653B8C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1872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5630" name="Object 2">
            <a:extLst>
              <a:ext uri="{FF2B5EF4-FFF2-40B4-BE49-F238E27FC236}">
                <a16:creationId xmlns:a16="http://schemas.microsoft.com/office/drawing/2014/main" id="{A45A6C8E-5C1F-8AA7-840E-69B19A9FE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6188" y="2997200"/>
          <a:ext cx="257175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7160" imgH="419040" progId="Equation.3">
                  <p:embed/>
                </p:oleObj>
              </mc:Choice>
              <mc:Fallback>
                <p:oleObj name="公式" r:id="rId6" imgW="317160" imgH="419040" progId="Equation.3">
                  <p:embed/>
                  <p:pic>
                    <p:nvPicPr>
                      <p:cNvPr id="495630" name="Object 2">
                        <a:extLst>
                          <a:ext uri="{FF2B5EF4-FFF2-40B4-BE49-F238E27FC236}">
                            <a16:creationId xmlns:a16="http://schemas.microsoft.com/office/drawing/2014/main" id="{A45A6C8E-5C1F-8AA7-840E-69B19A9FE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2997200"/>
                        <a:ext cx="257175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1" name="Object 3">
            <a:extLst>
              <a:ext uri="{FF2B5EF4-FFF2-40B4-BE49-F238E27FC236}">
                <a16:creationId xmlns:a16="http://schemas.microsoft.com/office/drawing/2014/main" id="{6CB92AA2-1F99-0B1B-7E87-C27F85626A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2420938"/>
          <a:ext cx="15255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280" imgH="431640" progId="Equation.3">
                  <p:embed/>
                </p:oleObj>
              </mc:Choice>
              <mc:Fallback>
                <p:oleObj name="Equation" r:id="rId8" imgW="1511280" imgH="431640" progId="Equation.3">
                  <p:embed/>
                  <p:pic>
                    <p:nvPicPr>
                      <p:cNvPr id="495631" name="Object 3">
                        <a:extLst>
                          <a:ext uri="{FF2B5EF4-FFF2-40B4-BE49-F238E27FC236}">
                            <a16:creationId xmlns:a16="http://schemas.microsoft.com/office/drawing/2014/main" id="{6CB92AA2-1F99-0B1B-7E87-C27F85626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420938"/>
                        <a:ext cx="15255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2" name="Object 4">
            <a:extLst>
              <a:ext uri="{FF2B5EF4-FFF2-40B4-BE49-F238E27FC236}">
                <a16:creationId xmlns:a16="http://schemas.microsoft.com/office/drawing/2014/main" id="{79765924-6926-EBF1-45F8-A5BA66CAC0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25638" y="3121025"/>
          <a:ext cx="376396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46160" imgH="469800" progId="Equation.3">
                  <p:embed/>
                </p:oleObj>
              </mc:Choice>
              <mc:Fallback>
                <p:oleObj name="Equation" r:id="rId10" imgW="3746160" imgH="469800" progId="Equation.3">
                  <p:embed/>
                  <p:pic>
                    <p:nvPicPr>
                      <p:cNvPr id="495632" name="Object 4">
                        <a:extLst>
                          <a:ext uri="{FF2B5EF4-FFF2-40B4-BE49-F238E27FC236}">
                            <a16:creationId xmlns:a16="http://schemas.microsoft.com/office/drawing/2014/main" id="{79765924-6926-EBF1-45F8-A5BA66CAC0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638" y="3121025"/>
                        <a:ext cx="376396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3" name="Object 5">
            <a:extLst>
              <a:ext uri="{FF2B5EF4-FFF2-40B4-BE49-F238E27FC236}">
                <a16:creationId xmlns:a16="http://schemas.microsoft.com/office/drawing/2014/main" id="{D1D10A8E-521C-7D09-1D40-12B398F7FE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8663" y="3721100"/>
          <a:ext cx="37433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746160" imgH="431640" progId="Equation.3">
                  <p:embed/>
                </p:oleObj>
              </mc:Choice>
              <mc:Fallback>
                <p:oleObj name="Equation" r:id="rId12" imgW="3746160" imgH="431640" progId="Equation.3">
                  <p:embed/>
                  <p:pic>
                    <p:nvPicPr>
                      <p:cNvPr id="495633" name="Object 5">
                        <a:extLst>
                          <a:ext uri="{FF2B5EF4-FFF2-40B4-BE49-F238E27FC236}">
                            <a16:creationId xmlns:a16="http://schemas.microsoft.com/office/drawing/2014/main" id="{D1D10A8E-521C-7D09-1D40-12B398F7F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8663" y="3721100"/>
                        <a:ext cx="37433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4" name="Object 6">
            <a:extLst>
              <a:ext uri="{FF2B5EF4-FFF2-40B4-BE49-F238E27FC236}">
                <a16:creationId xmlns:a16="http://schemas.microsoft.com/office/drawing/2014/main" id="{C7E6953A-4175-DEE7-8EFA-C129455E86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4330700"/>
          <a:ext cx="3613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81280" imgH="431640" progId="Equation.3">
                  <p:embed/>
                </p:oleObj>
              </mc:Choice>
              <mc:Fallback>
                <p:oleObj name="Equation" r:id="rId14" imgW="3581280" imgH="431640" progId="Equation.3">
                  <p:embed/>
                  <p:pic>
                    <p:nvPicPr>
                      <p:cNvPr id="495634" name="Object 6">
                        <a:extLst>
                          <a:ext uri="{FF2B5EF4-FFF2-40B4-BE49-F238E27FC236}">
                            <a16:creationId xmlns:a16="http://schemas.microsoft.com/office/drawing/2014/main" id="{C7E6953A-4175-DEE7-8EFA-C129455E86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330700"/>
                        <a:ext cx="36131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5" name="Object 7">
            <a:extLst>
              <a:ext uri="{FF2B5EF4-FFF2-40B4-BE49-F238E27FC236}">
                <a16:creationId xmlns:a16="http://schemas.microsoft.com/office/drawing/2014/main" id="{1492355D-6A69-AEF6-1B67-21AFAB136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325" y="5084763"/>
          <a:ext cx="285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31760" imgH="431640" progId="Equation.3">
                  <p:embed/>
                </p:oleObj>
              </mc:Choice>
              <mc:Fallback>
                <p:oleObj name="Equation" r:id="rId16" imgW="2831760" imgH="431640" progId="Equation.3">
                  <p:embed/>
                  <p:pic>
                    <p:nvPicPr>
                      <p:cNvPr id="495635" name="Object 7">
                        <a:extLst>
                          <a:ext uri="{FF2B5EF4-FFF2-40B4-BE49-F238E27FC236}">
                            <a16:creationId xmlns:a16="http://schemas.microsoft.com/office/drawing/2014/main" id="{1492355D-6A69-AEF6-1B67-21AFAB136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5084763"/>
                        <a:ext cx="285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36" name="Object 8">
            <a:extLst>
              <a:ext uri="{FF2B5EF4-FFF2-40B4-BE49-F238E27FC236}">
                <a16:creationId xmlns:a16="http://schemas.microsoft.com/office/drawing/2014/main" id="{CBAE8622-72E8-D7BC-C64D-AA8E6A7BD2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4413" y="5668963"/>
          <a:ext cx="2525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27200" imgH="431640" progId="Equation.3">
                  <p:embed/>
                </p:oleObj>
              </mc:Choice>
              <mc:Fallback>
                <p:oleObj name="Equation" r:id="rId18" imgW="2527200" imgH="431640" progId="Equation.3">
                  <p:embed/>
                  <p:pic>
                    <p:nvPicPr>
                      <p:cNvPr id="495636" name="Object 8">
                        <a:extLst>
                          <a:ext uri="{FF2B5EF4-FFF2-40B4-BE49-F238E27FC236}">
                            <a16:creationId xmlns:a16="http://schemas.microsoft.com/office/drawing/2014/main" id="{CBAE8622-72E8-D7BC-C64D-AA8E6A7BD2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5668963"/>
                        <a:ext cx="2525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37" name="AutoShape 21">
            <a:extLst>
              <a:ext uri="{FF2B5EF4-FFF2-40B4-BE49-F238E27FC236}">
                <a16:creationId xmlns:a16="http://schemas.microsoft.com/office/drawing/2014/main" id="{16226F74-F27B-CE27-4E5A-DDB39E83D9C9}"/>
              </a:ext>
            </a:extLst>
          </p:cNvPr>
          <p:cNvSpPr>
            <a:spLocks/>
          </p:cNvSpPr>
          <p:nvPr/>
        </p:nvSpPr>
        <p:spPr bwMode="auto">
          <a:xfrm>
            <a:off x="1951038" y="5211763"/>
            <a:ext cx="268287" cy="762000"/>
          </a:xfrm>
          <a:prstGeom prst="leftBrace">
            <a:avLst>
              <a:gd name="adj1" fmla="val 23669"/>
              <a:gd name="adj2" fmla="val 50000"/>
            </a:avLst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kumimoji="1" lang="zh-CN" altLang="zh-CN">
              <a:solidFill>
                <a:srgbClr val="FFCC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5638" name="Text Box 22">
            <a:extLst>
              <a:ext uri="{FF2B5EF4-FFF2-40B4-BE49-F238E27FC236}">
                <a16:creationId xmlns:a16="http://schemas.microsoft.com/office/drawing/2014/main" id="{D3E326D3-B0C6-D712-E1CA-011E95BBF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方法（一）</a:t>
            </a:r>
          </a:p>
        </p:txBody>
      </p:sp>
      <p:sp>
        <p:nvSpPr>
          <p:cNvPr id="495639" name="Text Box 23">
            <a:extLst>
              <a:ext uri="{FF2B5EF4-FFF2-40B4-BE49-F238E27FC236}">
                <a16:creationId xmlns:a16="http://schemas.microsoft.com/office/drawing/2014/main" id="{15825BBC-E039-67CE-001F-ECC6305B7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828800"/>
            <a:ext cx="2578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取地面为参考系</a:t>
            </a:r>
          </a:p>
        </p:txBody>
      </p:sp>
      <p:sp>
        <p:nvSpPr>
          <p:cNvPr id="495640" name="Text Box 24">
            <a:extLst>
              <a:ext uri="{FF2B5EF4-FFF2-40B4-BE49-F238E27FC236}">
                <a16:creationId xmlns:a16="http://schemas.microsoft.com/office/drawing/2014/main" id="{66BD77A3-15B6-212E-A860-275ED0404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525" y="3810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495641" name="Text Box 25">
            <a:extLst>
              <a:ext uri="{FF2B5EF4-FFF2-40B4-BE49-F238E27FC236}">
                <a16:creationId xmlns:a16="http://schemas.microsoft.com/office/drawing/2014/main" id="{B236C812-6522-DFE0-952D-ACC044B1D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04800"/>
            <a:ext cx="8207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一光滑斜面固定在升降机的底板上，如图所示，当升降机以匀加速度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1" lang="en-US" altLang="zh-CN" sz="2000" baseline="-12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kumimoji="1" lang="en-US" altLang="zh-CN" baseline="-120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上升时，质量为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的物体从斜面顶端开始下滑。</a:t>
            </a:r>
          </a:p>
        </p:txBody>
      </p:sp>
      <p:sp>
        <p:nvSpPr>
          <p:cNvPr id="495642" name="Rectangle 26">
            <a:extLst>
              <a:ext uri="{FF2B5EF4-FFF2-40B4-BE49-F238E27FC236}">
                <a16:creationId xmlns:a16="http://schemas.microsoft.com/office/drawing/2014/main" id="{A297883B-0A66-D9AA-A842-3AF72F107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4511675"/>
            <a:ext cx="2968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000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endParaRPr kumimoji="1" lang="en-US" altLang="zh-CN" sz="20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5643" name="Rectangle 27">
            <a:extLst>
              <a:ext uri="{FF2B5EF4-FFF2-40B4-BE49-F238E27FC236}">
                <a16:creationId xmlns:a16="http://schemas.microsoft.com/office/drawing/2014/main" id="{1DF9A938-CF2F-8A22-E4B7-BD04669F7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8188" y="5949950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sz="2000" i="1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kumimoji="1" lang="en-US" altLang="zh-CN" sz="2000" i="1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5644" name="Line 28">
            <a:extLst>
              <a:ext uri="{FF2B5EF4-FFF2-40B4-BE49-F238E27FC236}">
                <a16:creationId xmlns:a16="http://schemas.microsoft.com/office/drawing/2014/main" id="{A2E54527-94E7-468F-1F05-25BDFC9565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38938" y="5164138"/>
            <a:ext cx="1600200" cy="104775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45" name="Line 29">
            <a:extLst>
              <a:ext uri="{FF2B5EF4-FFF2-40B4-BE49-F238E27FC236}">
                <a16:creationId xmlns:a16="http://schemas.microsoft.com/office/drawing/2014/main" id="{BDAFC670-C560-9054-14C9-34436B8A94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45288" y="6208713"/>
            <a:ext cx="1600200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46" name="Arc 30">
            <a:extLst>
              <a:ext uri="{FF2B5EF4-FFF2-40B4-BE49-F238E27FC236}">
                <a16:creationId xmlns:a16="http://schemas.microsoft.com/office/drawing/2014/main" id="{C1FDFA67-221B-E8F9-B244-E5BE8E625E2D}"/>
              </a:ext>
            </a:extLst>
          </p:cNvPr>
          <p:cNvSpPr>
            <a:spLocks/>
          </p:cNvSpPr>
          <p:nvPr/>
        </p:nvSpPr>
        <p:spPr bwMode="auto">
          <a:xfrm flipH="1">
            <a:off x="7947025" y="5981700"/>
            <a:ext cx="436563" cy="225425"/>
          </a:xfrm>
          <a:custGeom>
            <a:avLst/>
            <a:gdLst>
              <a:gd name="T0" fmla="*/ 2147483647 w 21600"/>
              <a:gd name="T1" fmla="*/ 0 h 11700"/>
              <a:gd name="T2" fmla="*/ 2147483647 w 21600"/>
              <a:gd name="T3" fmla="*/ 2147483647 h 11700"/>
              <a:gd name="T4" fmla="*/ 0 w 21600"/>
              <a:gd name="T5" fmla="*/ 2147483647 h 11700"/>
              <a:gd name="T6" fmla="*/ 0 60000 65536"/>
              <a:gd name="T7" fmla="*/ 0 60000 65536"/>
              <a:gd name="T8" fmla="*/ 0 60000 65536"/>
              <a:gd name="T9" fmla="*/ 0 w 21600"/>
              <a:gd name="T10" fmla="*/ 0 h 11700"/>
              <a:gd name="T11" fmla="*/ 21600 w 21600"/>
              <a:gd name="T12" fmla="*/ 11700 h 117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1700" fill="none" extrusionOk="0">
                <a:moveTo>
                  <a:pt x="18956" y="-1"/>
                </a:moveTo>
                <a:cubicBezTo>
                  <a:pt x="20690" y="3175"/>
                  <a:pt x="21600" y="6736"/>
                  <a:pt x="21600" y="10355"/>
                </a:cubicBezTo>
                <a:cubicBezTo>
                  <a:pt x="21600" y="10803"/>
                  <a:pt x="21586" y="11252"/>
                  <a:pt x="21558" y="11700"/>
                </a:cubicBezTo>
              </a:path>
              <a:path w="21600" h="11700" stroke="0" extrusionOk="0">
                <a:moveTo>
                  <a:pt x="18956" y="-1"/>
                </a:moveTo>
                <a:cubicBezTo>
                  <a:pt x="20690" y="3175"/>
                  <a:pt x="21600" y="6736"/>
                  <a:pt x="21600" y="10355"/>
                </a:cubicBezTo>
                <a:cubicBezTo>
                  <a:pt x="21600" y="10803"/>
                  <a:pt x="21586" y="11252"/>
                  <a:pt x="21558" y="11700"/>
                </a:cubicBezTo>
                <a:lnTo>
                  <a:pt x="0" y="10355"/>
                </a:lnTo>
                <a:close/>
              </a:path>
            </a:pathLst>
          </a:custGeom>
          <a:noFill/>
          <a:ln w="12700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47" name="Rectangle 31">
            <a:extLst>
              <a:ext uri="{FF2B5EF4-FFF2-40B4-BE49-F238E27FC236}">
                <a16:creationId xmlns:a16="http://schemas.microsoft.com/office/drawing/2014/main" id="{47948BB0-41F9-C1EB-4526-F0680F306670}"/>
              </a:ext>
            </a:extLst>
          </p:cNvPr>
          <p:cNvSpPr>
            <a:spLocks noChangeArrowheads="1"/>
          </p:cNvSpPr>
          <p:nvPr/>
        </p:nvSpPr>
        <p:spPr bwMode="auto">
          <a:xfrm rot="1961741">
            <a:off x="7113588" y="5224463"/>
            <a:ext cx="533400" cy="304800"/>
          </a:xfrm>
          <a:prstGeom prst="rect">
            <a:avLst/>
          </a:prstGeom>
          <a:solidFill>
            <a:srgbClr val="FFCC00">
              <a:alpha val="4901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495648" name="Line 32">
            <a:extLst>
              <a:ext uri="{FF2B5EF4-FFF2-40B4-BE49-F238E27FC236}">
                <a16:creationId xmlns:a16="http://schemas.microsoft.com/office/drawing/2014/main" id="{79328137-DC65-D903-E03D-EA2B8D4E0F20}"/>
              </a:ext>
            </a:extLst>
          </p:cNvPr>
          <p:cNvSpPr>
            <a:spLocks noChangeShapeType="1"/>
          </p:cNvSpPr>
          <p:nvPr/>
        </p:nvSpPr>
        <p:spPr bwMode="auto">
          <a:xfrm rot="-271597">
            <a:off x="8027988" y="5984875"/>
            <a:ext cx="517525" cy="396875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49" name="Line 33">
            <a:extLst>
              <a:ext uri="{FF2B5EF4-FFF2-40B4-BE49-F238E27FC236}">
                <a16:creationId xmlns:a16="http://schemas.microsoft.com/office/drawing/2014/main" id="{F9E3CA8A-0A60-A60E-019D-3948381B94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51638" y="4627563"/>
            <a:ext cx="381000" cy="533400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50" name="Line 34">
            <a:extLst>
              <a:ext uri="{FF2B5EF4-FFF2-40B4-BE49-F238E27FC236}">
                <a16:creationId xmlns:a16="http://schemas.microsoft.com/office/drawing/2014/main" id="{CFDB312A-E30D-E057-35AE-B46A4BA0E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8388" y="5376863"/>
            <a:ext cx="0" cy="7159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51" name="Line 35">
            <a:extLst>
              <a:ext uri="{FF2B5EF4-FFF2-40B4-BE49-F238E27FC236}">
                <a16:creationId xmlns:a16="http://schemas.microsoft.com/office/drawing/2014/main" id="{6F9B9146-2ECC-7EB0-A6D2-AB467C5FA1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18388" y="4919663"/>
            <a:ext cx="304800" cy="457200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5652" name="Object 9">
            <a:extLst>
              <a:ext uri="{FF2B5EF4-FFF2-40B4-BE49-F238E27FC236}">
                <a16:creationId xmlns:a16="http://schemas.microsoft.com/office/drawing/2014/main" id="{12B0426C-AC05-CB50-B645-8D46E72AF3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8588" y="4854575"/>
          <a:ext cx="2635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30120" imgH="380880" progId="Equation.3">
                  <p:embed/>
                </p:oleObj>
              </mc:Choice>
              <mc:Fallback>
                <p:oleObj name="公式" r:id="rId20" imgW="330120" imgH="380880" progId="Equation.3">
                  <p:embed/>
                  <p:pic>
                    <p:nvPicPr>
                      <p:cNvPr id="495652" name="Object 9">
                        <a:extLst>
                          <a:ext uri="{FF2B5EF4-FFF2-40B4-BE49-F238E27FC236}">
                            <a16:creationId xmlns:a16="http://schemas.microsoft.com/office/drawing/2014/main" id="{12B0426C-AC05-CB50-B645-8D46E72AF3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8588" y="4854575"/>
                        <a:ext cx="26352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53" name="Line 37">
            <a:extLst>
              <a:ext uri="{FF2B5EF4-FFF2-40B4-BE49-F238E27FC236}">
                <a16:creationId xmlns:a16="http://schemas.microsoft.com/office/drawing/2014/main" id="{2DD69492-6DA9-6318-2206-4E4FF7576C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18388" y="4538663"/>
            <a:ext cx="0" cy="5334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5654" name="Object 10">
            <a:extLst>
              <a:ext uri="{FF2B5EF4-FFF2-40B4-BE49-F238E27FC236}">
                <a16:creationId xmlns:a16="http://schemas.microsoft.com/office/drawing/2014/main" id="{A2280310-1E17-EA35-BABF-6881CB9D5D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1888" y="4495800"/>
          <a:ext cx="2508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17160" imgH="431640" progId="Equation.3">
                  <p:embed/>
                </p:oleObj>
              </mc:Choice>
              <mc:Fallback>
                <p:oleObj name="公式" r:id="rId22" imgW="317160" imgH="431640" progId="Equation.3">
                  <p:embed/>
                  <p:pic>
                    <p:nvPicPr>
                      <p:cNvPr id="495654" name="Object 10">
                        <a:extLst>
                          <a:ext uri="{FF2B5EF4-FFF2-40B4-BE49-F238E27FC236}">
                            <a16:creationId xmlns:a16="http://schemas.microsoft.com/office/drawing/2014/main" id="{A2280310-1E17-EA35-BABF-6881CB9D5D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1888" y="4495800"/>
                        <a:ext cx="2508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55" name="Object 11">
            <a:extLst>
              <a:ext uri="{FF2B5EF4-FFF2-40B4-BE49-F238E27FC236}">
                <a16:creationId xmlns:a16="http://schemas.microsoft.com/office/drawing/2014/main" id="{6E21DC90-2B84-40BD-9187-539418E45F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4450" y="5967413"/>
          <a:ext cx="212725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66400" imgH="228600" progId="Equation.3">
                  <p:embed/>
                </p:oleObj>
              </mc:Choice>
              <mc:Fallback>
                <p:oleObj name="公式" r:id="rId24" imgW="266400" imgH="228600" progId="Equation.3">
                  <p:embed/>
                  <p:pic>
                    <p:nvPicPr>
                      <p:cNvPr id="495655" name="Object 11">
                        <a:extLst>
                          <a:ext uri="{FF2B5EF4-FFF2-40B4-BE49-F238E27FC236}">
                            <a16:creationId xmlns:a16="http://schemas.microsoft.com/office/drawing/2014/main" id="{6E21DC90-2B84-40BD-9187-539418E45F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4450" y="5967413"/>
                        <a:ext cx="212725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56" name="Line 40">
            <a:extLst>
              <a:ext uri="{FF2B5EF4-FFF2-40B4-BE49-F238E27FC236}">
                <a16:creationId xmlns:a16="http://schemas.microsoft.com/office/drawing/2014/main" id="{9B3D4A5B-395D-FF3C-8918-0FB98F2D9D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13588" y="5376863"/>
            <a:ext cx="304800" cy="381000"/>
          </a:xfrm>
          <a:prstGeom prst="line">
            <a:avLst/>
          </a:prstGeom>
          <a:noFill/>
          <a:ln w="12700">
            <a:solidFill>
              <a:schemeClr val="bg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57" name="Line 41">
            <a:extLst>
              <a:ext uri="{FF2B5EF4-FFF2-40B4-BE49-F238E27FC236}">
                <a16:creationId xmlns:a16="http://schemas.microsoft.com/office/drawing/2014/main" id="{215BA739-1C98-F04A-D4AD-1DDC8170CC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9975" y="5394325"/>
            <a:ext cx="533400" cy="38100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5658" name="Object 12">
            <a:extLst>
              <a:ext uri="{FF2B5EF4-FFF2-40B4-BE49-F238E27FC236}">
                <a16:creationId xmlns:a16="http://schemas.microsoft.com/office/drawing/2014/main" id="{0950E3FF-DCBC-6248-06E8-D52AB1E5F3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77175" y="5359400"/>
          <a:ext cx="25876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317160" imgH="419040" progId="Equation.3">
                  <p:embed/>
                </p:oleObj>
              </mc:Choice>
              <mc:Fallback>
                <p:oleObj name="公式" r:id="rId26" imgW="317160" imgH="419040" progId="Equation.3">
                  <p:embed/>
                  <p:pic>
                    <p:nvPicPr>
                      <p:cNvPr id="495658" name="Object 12">
                        <a:extLst>
                          <a:ext uri="{FF2B5EF4-FFF2-40B4-BE49-F238E27FC236}">
                            <a16:creationId xmlns:a16="http://schemas.microsoft.com/office/drawing/2014/main" id="{0950E3FF-DCBC-6248-06E8-D52AB1E5F3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175" y="5359400"/>
                        <a:ext cx="25876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5659" name="Text Box 43">
            <a:extLst>
              <a:ext uri="{FF2B5EF4-FFF2-40B4-BE49-F238E27FC236}">
                <a16:creationId xmlns:a16="http://schemas.microsoft.com/office/drawing/2014/main" id="{96109CE7-52B4-D853-90A8-E3EBE4746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450" y="3716338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方向</a:t>
            </a:r>
          </a:p>
        </p:txBody>
      </p:sp>
      <p:sp>
        <p:nvSpPr>
          <p:cNvPr id="495660" name="Rectangle 44">
            <a:extLst>
              <a:ext uri="{FF2B5EF4-FFF2-40B4-BE49-F238E27FC236}">
                <a16:creationId xmlns:a16="http://schemas.microsoft.com/office/drawing/2014/main" id="{D8B82FAB-CDA4-E7A8-2A2B-7816F8B19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913" y="4313238"/>
            <a:ext cx="1011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方向</a:t>
            </a:r>
          </a:p>
        </p:txBody>
      </p:sp>
      <p:sp>
        <p:nvSpPr>
          <p:cNvPr id="495661" name="Line 45">
            <a:extLst>
              <a:ext uri="{FF2B5EF4-FFF2-40B4-BE49-F238E27FC236}">
                <a16:creationId xmlns:a16="http://schemas.microsoft.com/office/drawing/2014/main" id="{27917A81-31EE-B045-4A2E-0B564A6189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1638" y="5148263"/>
            <a:ext cx="0" cy="10668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5662" name="Rectangle 46">
            <a:extLst>
              <a:ext uri="{FF2B5EF4-FFF2-40B4-BE49-F238E27FC236}">
                <a16:creationId xmlns:a16="http://schemas.microsoft.com/office/drawing/2014/main" id="{A816C23F-EA5D-A5E2-FB7A-5609057FD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95400"/>
            <a:ext cx="634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物体对斜面的压力和物体相对斜面的加速度。</a:t>
            </a:r>
          </a:p>
        </p:txBody>
      </p:sp>
      <p:sp>
        <p:nvSpPr>
          <p:cNvPr id="495663" name="Rectangle 47">
            <a:extLst>
              <a:ext uri="{FF2B5EF4-FFF2-40B4-BE49-F238E27FC236}">
                <a16:creationId xmlns:a16="http://schemas.microsoft.com/office/drawing/2014/main" id="{EC199DEF-8E22-7540-9EA6-94C9B72F9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12954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495664" name="Rectangle 48">
            <a:extLst>
              <a:ext uri="{FF2B5EF4-FFF2-40B4-BE49-F238E27FC236}">
                <a16:creationId xmlns:a16="http://schemas.microsoft.com/office/drawing/2014/main" id="{0A8F8BC7-9A68-CA8E-B8BE-DACAE7180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18288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95665" name="Rectangle 49">
            <a:extLst>
              <a:ext uri="{FF2B5EF4-FFF2-40B4-BE49-F238E27FC236}">
                <a16:creationId xmlns:a16="http://schemas.microsoft.com/office/drawing/2014/main" id="{AA43A05B-C426-126B-B609-ACD6D414C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420938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设物体的加速度为</a:t>
            </a:r>
          </a:p>
        </p:txBody>
      </p:sp>
      <p:graphicFrame>
        <p:nvGraphicFramePr>
          <p:cNvPr id="495666" name="Object 13">
            <a:extLst>
              <a:ext uri="{FF2B5EF4-FFF2-40B4-BE49-F238E27FC236}">
                <a16:creationId xmlns:a16="http://schemas.microsoft.com/office/drawing/2014/main" id="{AB52C7BF-6A8A-5F07-355C-81D5CF29F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2492375"/>
          <a:ext cx="2317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228600" imgH="304560" progId="Equation.3">
                  <p:embed/>
                </p:oleObj>
              </mc:Choice>
              <mc:Fallback>
                <p:oleObj name="公式" r:id="rId28" imgW="228600" imgH="304560" progId="Equation.3">
                  <p:embed/>
                  <p:pic>
                    <p:nvPicPr>
                      <p:cNvPr id="495666" name="Object 13">
                        <a:extLst>
                          <a:ext uri="{FF2B5EF4-FFF2-40B4-BE49-F238E27FC236}">
                            <a16:creationId xmlns:a16="http://schemas.microsoft.com/office/drawing/2014/main" id="{AB52C7BF-6A8A-5F07-355C-81D5CF29F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492375"/>
                        <a:ext cx="2317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5667" name="Object 14">
            <a:extLst>
              <a:ext uri="{FF2B5EF4-FFF2-40B4-BE49-F238E27FC236}">
                <a16:creationId xmlns:a16="http://schemas.microsoft.com/office/drawing/2014/main" id="{DAAC9F2A-0BEC-9633-13AC-E9D198D55B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488" y="5805488"/>
          <a:ext cx="3921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495000" imgH="380880" progId="Equation.3">
                  <p:embed/>
                </p:oleObj>
              </mc:Choice>
              <mc:Fallback>
                <p:oleObj name="公式" r:id="rId30" imgW="495000" imgH="380880" progId="Equation.3">
                  <p:embed/>
                  <p:pic>
                    <p:nvPicPr>
                      <p:cNvPr id="495667" name="Object 14">
                        <a:extLst>
                          <a:ext uri="{FF2B5EF4-FFF2-40B4-BE49-F238E27FC236}">
                            <a16:creationId xmlns:a16="http://schemas.microsoft.com/office/drawing/2014/main" id="{DAAC9F2A-0BEC-9633-13AC-E9D198D55B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5805488"/>
                        <a:ext cx="392112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56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95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5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9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9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9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9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9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9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9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49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49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9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9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9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9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9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49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9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49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9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9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95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495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9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4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4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37" grpId="0" animBg="1" autoUpdateAnimBg="0"/>
      <p:bldP spid="495638" grpId="0" autoUpdateAnimBg="0"/>
      <p:bldP spid="495639" grpId="0" autoUpdateAnimBg="0"/>
      <p:bldP spid="495640" grpId="0" autoUpdateAnimBg="0"/>
      <p:bldP spid="495641" grpId="0" autoUpdateAnimBg="0"/>
      <p:bldP spid="495642" grpId="0" autoUpdateAnimBg="0"/>
      <p:bldP spid="495643" grpId="0" autoUpdateAnimBg="0"/>
      <p:bldP spid="495647" grpId="0" animBg="1"/>
      <p:bldP spid="495659" grpId="0" autoUpdateAnimBg="0"/>
      <p:bldP spid="495660" grpId="0" autoUpdateAnimBg="0"/>
      <p:bldP spid="495662" grpId="0" build="p" autoUpdateAnimBg="0"/>
      <p:bldP spid="495663" grpId="0" build="p" autoUpdateAnimBg="0"/>
      <p:bldP spid="495664" grpId="0" build="p" autoUpdateAnimBg="0"/>
      <p:bldP spid="49566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9" name="AutoShape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C865EA7-1748-C8AA-47B2-0459FBA54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6324600"/>
            <a:ext cx="571500" cy="182563"/>
          </a:xfrm>
          <a:prstGeom prst="actionButtonBackPrevious">
            <a:avLst/>
          </a:prstGeom>
          <a:solidFill>
            <a:srgbClr val="0099CC"/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4350" name="AutoShape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1E1A2F2-7B1D-B1AA-9C55-C9B4BC0B5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6324600"/>
            <a:ext cx="571500" cy="182563"/>
          </a:xfrm>
          <a:prstGeom prst="actionButtonHome">
            <a:avLst/>
          </a:prstGeom>
          <a:solidFill>
            <a:srgbClr val="0099CC"/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14351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C4BDB35-52D9-9273-0A56-B0309A165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324600"/>
            <a:ext cx="571500" cy="182563"/>
          </a:xfrm>
          <a:prstGeom prst="actionButtonForwardNext">
            <a:avLst/>
          </a:prstGeom>
          <a:solidFill>
            <a:srgbClr val="0099CC"/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graphicFrame>
        <p:nvGraphicFramePr>
          <p:cNvPr id="496645" name="Object 2">
            <a:extLst>
              <a:ext uri="{FF2B5EF4-FFF2-40B4-BE49-F238E27FC236}">
                <a16:creationId xmlns:a16="http://schemas.microsoft.com/office/drawing/2014/main" id="{B5EFFF5B-05CC-7439-668D-1DC01DEF6E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2392363"/>
          <a:ext cx="273843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419040" progId="Equation.3">
                  <p:embed/>
                </p:oleObj>
              </mc:Choice>
              <mc:Fallback>
                <p:oleObj name="Equation" r:id="rId2" imgW="2743200" imgH="419040" progId="Equation.3">
                  <p:embed/>
                  <p:pic>
                    <p:nvPicPr>
                      <p:cNvPr id="496645" name="Object 2">
                        <a:extLst>
                          <a:ext uri="{FF2B5EF4-FFF2-40B4-BE49-F238E27FC236}">
                            <a16:creationId xmlns:a16="http://schemas.microsoft.com/office/drawing/2014/main" id="{B5EFFF5B-05CC-7439-668D-1DC01DEF6E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392363"/>
                        <a:ext cx="273843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6" name="Object 3">
            <a:extLst>
              <a:ext uri="{FF2B5EF4-FFF2-40B4-BE49-F238E27FC236}">
                <a16:creationId xmlns:a16="http://schemas.microsoft.com/office/drawing/2014/main" id="{50AA8B3C-626F-CDD4-D5FC-5A5EFC1882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124200"/>
          <a:ext cx="46894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47960" imgH="431640" progId="Equation.3">
                  <p:embed/>
                </p:oleObj>
              </mc:Choice>
              <mc:Fallback>
                <p:oleObj name="Equation" r:id="rId4" imgW="4647960" imgH="431640" progId="Equation.3">
                  <p:embed/>
                  <p:pic>
                    <p:nvPicPr>
                      <p:cNvPr id="496646" name="Object 3">
                        <a:extLst>
                          <a:ext uri="{FF2B5EF4-FFF2-40B4-BE49-F238E27FC236}">
                            <a16:creationId xmlns:a16="http://schemas.microsoft.com/office/drawing/2014/main" id="{50AA8B3C-626F-CDD4-D5FC-5A5EFC1882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124200"/>
                        <a:ext cx="46894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7" name="Object 4">
            <a:extLst>
              <a:ext uri="{FF2B5EF4-FFF2-40B4-BE49-F238E27FC236}">
                <a16:creationId xmlns:a16="http://schemas.microsoft.com/office/drawing/2014/main" id="{72EB345E-C5A0-A6F7-E454-0E9258BA64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75" y="3716338"/>
          <a:ext cx="28463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31760" imgH="431640" progId="Equation.3">
                  <p:embed/>
                </p:oleObj>
              </mc:Choice>
              <mc:Fallback>
                <p:oleObj name="Equation" r:id="rId6" imgW="2831760" imgH="431640" progId="Equation.3">
                  <p:embed/>
                  <p:pic>
                    <p:nvPicPr>
                      <p:cNvPr id="496647" name="Object 4">
                        <a:extLst>
                          <a:ext uri="{FF2B5EF4-FFF2-40B4-BE49-F238E27FC236}">
                            <a16:creationId xmlns:a16="http://schemas.microsoft.com/office/drawing/2014/main" id="{72EB345E-C5A0-A6F7-E454-0E9258BA64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3716338"/>
                        <a:ext cx="28463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48" name="Object 5">
            <a:extLst>
              <a:ext uri="{FF2B5EF4-FFF2-40B4-BE49-F238E27FC236}">
                <a16:creationId xmlns:a16="http://schemas.microsoft.com/office/drawing/2014/main" id="{2633D9F7-152B-13F6-3992-0813088083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75" y="4249738"/>
          <a:ext cx="2533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27200" imgH="431640" progId="Equation.3">
                  <p:embed/>
                </p:oleObj>
              </mc:Choice>
              <mc:Fallback>
                <p:oleObj name="Equation" r:id="rId8" imgW="2527200" imgH="431640" progId="Equation.3">
                  <p:embed/>
                  <p:pic>
                    <p:nvPicPr>
                      <p:cNvPr id="496648" name="Object 5">
                        <a:extLst>
                          <a:ext uri="{FF2B5EF4-FFF2-40B4-BE49-F238E27FC236}">
                            <a16:creationId xmlns:a16="http://schemas.microsoft.com/office/drawing/2014/main" id="{2633D9F7-152B-13F6-3992-081308808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4249738"/>
                        <a:ext cx="25336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49" name="AutoShape 9">
            <a:extLst>
              <a:ext uri="{FF2B5EF4-FFF2-40B4-BE49-F238E27FC236}">
                <a16:creationId xmlns:a16="http://schemas.microsoft.com/office/drawing/2014/main" id="{E97D4473-1B8B-5572-5B4C-573D55FE8A3E}"/>
              </a:ext>
            </a:extLst>
          </p:cNvPr>
          <p:cNvSpPr>
            <a:spLocks/>
          </p:cNvSpPr>
          <p:nvPr/>
        </p:nvSpPr>
        <p:spPr bwMode="auto">
          <a:xfrm>
            <a:off x="2038350" y="3889375"/>
            <a:ext cx="263525" cy="588963"/>
          </a:xfrm>
          <a:prstGeom prst="leftBrace">
            <a:avLst>
              <a:gd name="adj1" fmla="val 21584"/>
              <a:gd name="adj2" fmla="val 55616"/>
            </a:avLst>
          </a:prstGeom>
          <a:noFill/>
          <a:ln w="1905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496650" name="Line 10">
            <a:extLst>
              <a:ext uri="{FF2B5EF4-FFF2-40B4-BE49-F238E27FC236}">
                <a16:creationId xmlns:a16="http://schemas.microsoft.com/office/drawing/2014/main" id="{EA1D10FC-3D7E-6A7E-8A57-C129BAD862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974725"/>
            <a:ext cx="463550" cy="685800"/>
          </a:xfrm>
          <a:prstGeom prst="line">
            <a:avLst/>
          </a:prstGeom>
          <a:noFill/>
          <a:ln w="19050">
            <a:solidFill>
              <a:srgbClr val="00FF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6651" name="Object 6">
            <a:extLst>
              <a:ext uri="{FF2B5EF4-FFF2-40B4-BE49-F238E27FC236}">
                <a16:creationId xmlns:a16="http://schemas.microsoft.com/office/drawing/2014/main" id="{EAC675D3-7B96-EB87-C3D0-CA8AF7C12C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1168400"/>
          <a:ext cx="263525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0120" imgH="380880" progId="Equation.3">
                  <p:embed/>
                </p:oleObj>
              </mc:Choice>
              <mc:Fallback>
                <p:oleObj name="公式" r:id="rId10" imgW="330120" imgH="380880" progId="Equation.3">
                  <p:embed/>
                  <p:pic>
                    <p:nvPicPr>
                      <p:cNvPr id="496651" name="Object 6">
                        <a:extLst>
                          <a:ext uri="{FF2B5EF4-FFF2-40B4-BE49-F238E27FC236}">
                            <a16:creationId xmlns:a16="http://schemas.microsoft.com/office/drawing/2014/main" id="{EAC675D3-7B96-EB87-C3D0-CA8AF7C12C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1168400"/>
                        <a:ext cx="263525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6652" name="Object 7">
            <a:extLst>
              <a:ext uri="{FF2B5EF4-FFF2-40B4-BE49-F238E27FC236}">
                <a16:creationId xmlns:a16="http://schemas.microsoft.com/office/drawing/2014/main" id="{5D721442-7D33-7E1D-3179-1222E003C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69138" y="2679700"/>
          <a:ext cx="671512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838080" imgH="431640" progId="Equation.3">
                  <p:embed/>
                </p:oleObj>
              </mc:Choice>
              <mc:Fallback>
                <p:oleObj name="公式" r:id="rId12" imgW="838080" imgH="431640" progId="Equation.3">
                  <p:embed/>
                  <p:pic>
                    <p:nvPicPr>
                      <p:cNvPr id="496652" name="Object 7">
                        <a:extLst>
                          <a:ext uri="{FF2B5EF4-FFF2-40B4-BE49-F238E27FC236}">
                            <a16:creationId xmlns:a16="http://schemas.microsoft.com/office/drawing/2014/main" id="{5D721442-7D33-7E1D-3179-1222E003C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9138" y="2679700"/>
                        <a:ext cx="671512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>
            <a:extLst>
              <a:ext uri="{FF2B5EF4-FFF2-40B4-BE49-F238E27FC236}">
                <a16:creationId xmlns:a16="http://schemas.microsoft.com/office/drawing/2014/main" id="{04675F2F-43ED-71B9-5FFE-6BD0C132C512}"/>
              </a:ext>
            </a:extLst>
          </p:cNvPr>
          <p:cNvGrpSpPr>
            <a:grpSpLocks/>
          </p:cNvGrpSpPr>
          <p:nvPr/>
        </p:nvGrpSpPr>
        <p:grpSpPr bwMode="auto">
          <a:xfrm>
            <a:off x="7000875" y="528638"/>
            <a:ext cx="1219200" cy="1476375"/>
            <a:chOff x="4030" y="2772"/>
            <a:chExt cx="768" cy="930"/>
          </a:xfrm>
        </p:grpSpPr>
        <p:sp>
          <p:nvSpPr>
            <p:cNvPr id="14369" name="Rectangle 14">
              <a:extLst>
                <a:ext uri="{FF2B5EF4-FFF2-40B4-BE49-F238E27FC236}">
                  <a16:creationId xmlns:a16="http://schemas.microsoft.com/office/drawing/2014/main" id="{5B02B9FA-121F-8185-BC2B-65526EB4B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2772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kumimoji="1" lang="en-US" altLang="zh-CN" sz="2000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4370" name="Rectangle 15">
              <a:extLst>
                <a:ext uri="{FF2B5EF4-FFF2-40B4-BE49-F238E27FC236}">
                  <a16:creationId xmlns:a16="http://schemas.microsoft.com/office/drawing/2014/main" id="{55FBC481-DF9F-00BC-91E9-3881C7276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345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algn="l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kumimoji="1" lang="en-US" altLang="zh-CN" sz="2000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371" name="Line 16">
              <a:extLst>
                <a:ext uri="{FF2B5EF4-FFF2-40B4-BE49-F238E27FC236}">
                  <a16:creationId xmlns:a16="http://schemas.microsoft.com/office/drawing/2014/main" id="{46DB1662-A732-8636-FA17-E70FAABCC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3487"/>
              <a:ext cx="768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2" name="Line 17">
              <a:extLst>
                <a:ext uri="{FF2B5EF4-FFF2-40B4-BE49-F238E27FC236}">
                  <a16:creationId xmlns:a16="http://schemas.microsoft.com/office/drawing/2014/main" id="{741D4AC6-4764-0787-BFB8-5111E097A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0" y="2815"/>
              <a:ext cx="0" cy="67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496658" name="Object 8">
            <a:extLst>
              <a:ext uri="{FF2B5EF4-FFF2-40B4-BE49-F238E27FC236}">
                <a16:creationId xmlns:a16="http://schemas.microsoft.com/office/drawing/2014/main" id="{D0142624-782B-4FCD-6DEE-5196E942C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2032000"/>
          <a:ext cx="395287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000" imgH="380880" progId="Equation.3">
                  <p:embed/>
                </p:oleObj>
              </mc:Choice>
              <mc:Fallback>
                <p:oleObj name="Equation" r:id="rId14" imgW="495000" imgH="380880" progId="Equation.3">
                  <p:embed/>
                  <p:pic>
                    <p:nvPicPr>
                      <p:cNvPr id="496658" name="Object 8">
                        <a:extLst>
                          <a:ext uri="{FF2B5EF4-FFF2-40B4-BE49-F238E27FC236}">
                            <a16:creationId xmlns:a16="http://schemas.microsoft.com/office/drawing/2014/main" id="{D0142624-782B-4FCD-6DEE-5196E942C5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032000"/>
                        <a:ext cx="395287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59" name="Text Box 19">
            <a:extLst>
              <a:ext uri="{FF2B5EF4-FFF2-40B4-BE49-F238E27FC236}">
                <a16:creationId xmlns:a16="http://schemas.microsoft.com/office/drawing/2014/main" id="{B872C51B-B191-6A38-3698-E9AF79A9E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319338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方向</a:t>
            </a:r>
          </a:p>
        </p:txBody>
      </p:sp>
      <p:sp>
        <p:nvSpPr>
          <p:cNvPr id="496660" name="Rectangle 20">
            <a:extLst>
              <a:ext uri="{FF2B5EF4-FFF2-40B4-BE49-F238E27FC236}">
                <a16:creationId xmlns:a16="http://schemas.microsoft.com/office/drawing/2014/main" id="{218F19E3-F889-1D5C-A463-78CC749EB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111500"/>
            <a:ext cx="1011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方向</a:t>
            </a:r>
          </a:p>
        </p:txBody>
      </p:sp>
      <p:sp>
        <p:nvSpPr>
          <p:cNvPr id="496661" name="Line 21">
            <a:extLst>
              <a:ext uri="{FF2B5EF4-FFF2-40B4-BE49-F238E27FC236}">
                <a16:creationId xmlns:a16="http://schemas.microsoft.com/office/drawing/2014/main" id="{ED77DAE8-3935-B906-3299-E8E48C8FB4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4050" y="1666875"/>
            <a:ext cx="0" cy="792163"/>
          </a:xfrm>
          <a:prstGeom prst="line">
            <a:avLst/>
          </a:prstGeom>
          <a:noFill/>
          <a:ln w="19050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96662" name="Line 22">
            <a:extLst>
              <a:ext uri="{FF2B5EF4-FFF2-40B4-BE49-F238E27FC236}">
                <a16:creationId xmlns:a16="http://schemas.microsoft.com/office/drawing/2014/main" id="{6F0EADB4-B9A4-4425-04D2-5F00FA8E6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7225" y="2393950"/>
            <a:ext cx="0" cy="6858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496663" name="Object 9">
            <a:extLst>
              <a:ext uri="{FF2B5EF4-FFF2-40B4-BE49-F238E27FC236}">
                <a16:creationId xmlns:a16="http://schemas.microsoft.com/office/drawing/2014/main" id="{C30FA813-7D29-0B38-7AD7-81ABAC685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1671638"/>
          <a:ext cx="26892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666880" imgH="469800" progId="Equation.3">
                  <p:embed/>
                </p:oleObj>
              </mc:Choice>
              <mc:Fallback>
                <p:oleObj name="公式" r:id="rId16" imgW="2666880" imgH="469800" progId="Equation.3">
                  <p:embed/>
                  <p:pic>
                    <p:nvPicPr>
                      <p:cNvPr id="496663" name="Object 9">
                        <a:extLst>
                          <a:ext uri="{FF2B5EF4-FFF2-40B4-BE49-F238E27FC236}">
                            <a16:creationId xmlns:a16="http://schemas.microsoft.com/office/drawing/2014/main" id="{C30FA813-7D29-0B38-7AD7-81ABAC685F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671638"/>
                        <a:ext cx="26892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664" name="Text Box 24">
            <a:extLst>
              <a:ext uri="{FF2B5EF4-FFF2-40B4-BE49-F238E27FC236}">
                <a16:creationId xmlns:a16="http://schemas.microsoft.com/office/drawing/2014/main" id="{51C94FFD-82EC-24CD-415D-02EAF92BA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31800"/>
            <a:ext cx="230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方法（二）</a:t>
            </a:r>
          </a:p>
        </p:txBody>
      </p:sp>
      <p:sp>
        <p:nvSpPr>
          <p:cNvPr id="496665" name="Text Box 25">
            <a:extLst>
              <a:ext uri="{FF2B5EF4-FFF2-40B4-BE49-F238E27FC236}">
                <a16:creationId xmlns:a16="http://schemas.microsoft.com/office/drawing/2014/main" id="{FD787A8E-1D61-E9FD-15B7-D488D95B6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427038"/>
            <a:ext cx="309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取升降机为参考系</a:t>
            </a:r>
            <a:endParaRPr kumimoji="1" lang="zh-CN" altLang="en-US">
              <a:solidFill>
                <a:srgbClr val="00FF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6666" name="Text Box 26">
            <a:extLst>
              <a:ext uri="{FF2B5EF4-FFF2-40B4-BE49-F238E27FC236}">
                <a16:creationId xmlns:a16="http://schemas.microsoft.com/office/drawing/2014/main" id="{651FC54E-A813-B7C0-FB05-18CFCFBA2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98538"/>
            <a:ext cx="1095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惯性力</a:t>
            </a:r>
          </a:p>
        </p:txBody>
      </p:sp>
      <p:graphicFrame>
        <p:nvGraphicFramePr>
          <p:cNvPr id="496667" name="Object 10">
            <a:extLst>
              <a:ext uri="{FF2B5EF4-FFF2-40B4-BE49-F238E27FC236}">
                <a16:creationId xmlns:a16="http://schemas.microsoft.com/office/drawing/2014/main" id="{AFE77AB0-FB7B-F595-3EF3-3A71D106CF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7788" y="1023938"/>
          <a:ext cx="14986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485720" imgH="469800" progId="Equation.3">
                  <p:embed/>
                </p:oleObj>
              </mc:Choice>
              <mc:Fallback>
                <p:oleObj name="公式" r:id="rId18" imgW="1485720" imgH="469800" progId="Equation.3">
                  <p:embed/>
                  <p:pic>
                    <p:nvPicPr>
                      <p:cNvPr id="496667" name="Object 10">
                        <a:extLst>
                          <a:ext uri="{FF2B5EF4-FFF2-40B4-BE49-F238E27FC236}">
                            <a16:creationId xmlns:a16="http://schemas.microsoft.com/office/drawing/2014/main" id="{AFE77AB0-FB7B-F595-3EF3-3A71D106CF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1023938"/>
                        <a:ext cx="14986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>
            <a:extLst>
              <a:ext uri="{FF2B5EF4-FFF2-40B4-BE49-F238E27FC236}">
                <a16:creationId xmlns:a16="http://schemas.microsoft.com/office/drawing/2014/main" id="{B8B0D122-6F7C-C302-68B8-A0BC22F329DF}"/>
              </a:ext>
            </a:extLst>
          </p:cNvPr>
          <p:cNvGrpSpPr>
            <a:grpSpLocks/>
          </p:cNvGrpSpPr>
          <p:nvPr/>
        </p:nvGrpSpPr>
        <p:grpSpPr bwMode="auto">
          <a:xfrm>
            <a:off x="6346825" y="1444625"/>
            <a:ext cx="1644650" cy="1050925"/>
            <a:chOff x="4245" y="2805"/>
            <a:chExt cx="1036" cy="662"/>
          </a:xfrm>
        </p:grpSpPr>
        <p:sp>
          <p:nvSpPr>
            <p:cNvPr id="14363" name="Line 29">
              <a:extLst>
                <a:ext uri="{FF2B5EF4-FFF2-40B4-BE49-F238E27FC236}">
                  <a16:creationId xmlns:a16="http://schemas.microsoft.com/office/drawing/2014/main" id="{13B5A653-D24E-66AF-ED2D-25FD9D8DC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45" y="2805"/>
              <a:ext cx="1008" cy="66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30">
              <a:extLst>
                <a:ext uri="{FF2B5EF4-FFF2-40B4-BE49-F238E27FC236}">
                  <a16:creationId xmlns:a16="http://schemas.microsoft.com/office/drawing/2014/main" id="{A4F0535F-372C-7798-EB87-ECACD1F56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49" y="3463"/>
              <a:ext cx="1008" cy="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5" name="Arc 31">
              <a:extLst>
                <a:ext uri="{FF2B5EF4-FFF2-40B4-BE49-F238E27FC236}">
                  <a16:creationId xmlns:a16="http://schemas.microsoft.com/office/drawing/2014/main" id="{5ACC6EAE-993A-2E8E-8845-CE272EF124B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06" y="3320"/>
              <a:ext cx="275" cy="142"/>
            </a:xfrm>
            <a:custGeom>
              <a:avLst/>
              <a:gdLst>
                <a:gd name="T0" fmla="*/ 0 w 21600"/>
                <a:gd name="T1" fmla="*/ 0 h 11700"/>
                <a:gd name="T2" fmla="*/ 0 w 21600"/>
                <a:gd name="T3" fmla="*/ 0 h 11700"/>
                <a:gd name="T4" fmla="*/ 0 w 21600"/>
                <a:gd name="T5" fmla="*/ 0 h 117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1700"/>
                <a:gd name="T11" fmla="*/ 21600 w 21600"/>
                <a:gd name="T12" fmla="*/ 11700 h 117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1700" fill="none" extrusionOk="0">
                  <a:moveTo>
                    <a:pt x="18956" y="-1"/>
                  </a:moveTo>
                  <a:cubicBezTo>
                    <a:pt x="20690" y="3175"/>
                    <a:pt x="21600" y="6736"/>
                    <a:pt x="21600" y="10355"/>
                  </a:cubicBezTo>
                  <a:cubicBezTo>
                    <a:pt x="21600" y="10803"/>
                    <a:pt x="21586" y="11252"/>
                    <a:pt x="21558" y="11700"/>
                  </a:cubicBezTo>
                </a:path>
                <a:path w="21600" h="11700" stroke="0" extrusionOk="0">
                  <a:moveTo>
                    <a:pt x="18956" y="-1"/>
                  </a:moveTo>
                  <a:cubicBezTo>
                    <a:pt x="20690" y="3175"/>
                    <a:pt x="21600" y="6736"/>
                    <a:pt x="21600" y="10355"/>
                  </a:cubicBezTo>
                  <a:cubicBezTo>
                    <a:pt x="21600" y="10803"/>
                    <a:pt x="21586" y="11252"/>
                    <a:pt x="21558" y="11700"/>
                  </a:cubicBezTo>
                  <a:lnTo>
                    <a:pt x="0" y="10355"/>
                  </a:lnTo>
                  <a:close/>
                </a:path>
              </a:pathLst>
            </a:custGeom>
            <a:noFill/>
            <a:ln w="12700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6" name="Rectangle 32">
              <a:extLst>
                <a:ext uri="{FF2B5EF4-FFF2-40B4-BE49-F238E27FC236}">
                  <a16:creationId xmlns:a16="http://schemas.microsoft.com/office/drawing/2014/main" id="{55AA56B7-65B6-8BE1-1C29-E194E74ADB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61741">
              <a:off x="4481" y="2843"/>
              <a:ext cx="336" cy="192"/>
            </a:xfrm>
            <a:prstGeom prst="rect">
              <a:avLst/>
            </a:prstGeom>
            <a:solidFill>
              <a:srgbClr val="FFCC00">
                <a:alpha val="4901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algn="ctr"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Font typeface="Monotype Sorts" pitchFamily="2" charset="2"/>
                <a:buChar char="&amp;"/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endParaRPr lang="zh-CN" altLang="en-US"/>
            </a:p>
          </p:txBody>
        </p:sp>
        <p:graphicFrame>
          <p:nvGraphicFramePr>
            <p:cNvPr id="14347" name="Object 11">
              <a:extLst>
                <a:ext uri="{FF2B5EF4-FFF2-40B4-BE49-F238E27FC236}">
                  <a16:creationId xmlns:a16="http://schemas.microsoft.com/office/drawing/2014/main" id="{BDEEDC77-3100-BC83-7EBA-900E4B8845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8" y="3311"/>
            <a:ext cx="134" cy="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66400" imgH="228600" progId="Equation.3">
                    <p:embed/>
                  </p:oleObj>
                </mc:Choice>
                <mc:Fallback>
                  <p:oleObj name="公式" r:id="rId20" imgW="266400" imgH="228600" progId="Equation.3">
                    <p:embed/>
                    <p:pic>
                      <p:nvPicPr>
                        <p:cNvPr id="14347" name="Object 11">
                          <a:extLst>
                            <a:ext uri="{FF2B5EF4-FFF2-40B4-BE49-F238E27FC236}">
                              <a16:creationId xmlns:a16="http://schemas.microsoft.com/office/drawing/2014/main" id="{BDEEDC77-3100-BC83-7EBA-900E4B8845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8" y="3311"/>
                          <a:ext cx="134" cy="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7" name="Line 34">
              <a:extLst>
                <a:ext uri="{FF2B5EF4-FFF2-40B4-BE49-F238E27FC236}">
                  <a16:creationId xmlns:a16="http://schemas.microsoft.com/office/drawing/2014/main" id="{FF7402D9-F431-CDD2-9F67-2C5689B98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4" y="2950"/>
              <a:ext cx="336" cy="24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8" name="Object 12">
              <a:extLst>
                <a:ext uri="{FF2B5EF4-FFF2-40B4-BE49-F238E27FC236}">
                  <a16:creationId xmlns:a16="http://schemas.microsoft.com/office/drawing/2014/main" id="{8DA6A99D-AE0C-EDEE-700E-8FFD45E31B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62" y="2928"/>
            <a:ext cx="163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17160" imgH="419040" progId="Equation.3">
                    <p:embed/>
                  </p:oleObj>
                </mc:Choice>
                <mc:Fallback>
                  <p:oleObj name="公式" r:id="rId22" imgW="317160" imgH="419040" progId="Equation.3">
                    <p:embed/>
                    <p:pic>
                      <p:nvPicPr>
                        <p:cNvPr id="14348" name="Object 12">
                          <a:extLst>
                            <a:ext uri="{FF2B5EF4-FFF2-40B4-BE49-F238E27FC236}">
                              <a16:creationId xmlns:a16="http://schemas.microsoft.com/office/drawing/2014/main" id="{8DA6A99D-AE0C-EDEE-700E-8FFD45E31B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2" y="2928"/>
                          <a:ext cx="163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8" name="Line 36">
              <a:extLst>
                <a:ext uri="{FF2B5EF4-FFF2-40B4-BE49-F238E27FC236}">
                  <a16:creationId xmlns:a16="http://schemas.microsoft.com/office/drawing/2014/main" id="{D8A64DF8-3994-9229-2667-72BF0FFD1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0" y="2807"/>
              <a:ext cx="3" cy="660"/>
            </a:xfrm>
            <a:prstGeom prst="line">
              <a:avLst/>
            </a:prstGeom>
            <a:noFill/>
            <a:ln w="1905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9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9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9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9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96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9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9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9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9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49" grpId="0" animBg="1"/>
      <p:bldP spid="496659" grpId="0" autoUpdateAnimBg="0"/>
      <p:bldP spid="496660" grpId="0" autoUpdateAnimBg="0"/>
      <p:bldP spid="496664" grpId="0" autoUpdateAnimBg="0"/>
      <p:bldP spid="496665" grpId="0" autoUpdateAnimBg="0"/>
      <p:bldP spid="49666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3" name="Picture 3">
            <a:extLst>
              <a:ext uri="{FF2B5EF4-FFF2-40B4-BE49-F238E27FC236}">
                <a16:creationId xmlns:a16="http://schemas.microsoft.com/office/drawing/2014/main" id="{6950E859-D3A2-4565-853E-271F0DCA3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242888"/>
            <a:ext cx="8686800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4">
            <a:extLst>
              <a:ext uri="{FF2B5EF4-FFF2-40B4-BE49-F238E27FC236}">
                <a16:creationId xmlns:a16="http://schemas.microsoft.com/office/drawing/2014/main" id="{C3929B2D-CB95-E865-E21A-7166E0A00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092450"/>
            <a:ext cx="430530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>
            <a:extLst>
              <a:ext uri="{FF2B5EF4-FFF2-40B4-BE49-F238E27FC236}">
                <a16:creationId xmlns:a16="http://schemas.microsoft.com/office/drawing/2014/main" id="{2DE7AA70-98EA-FE01-B3B5-DBED36444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3121025"/>
            <a:ext cx="4248150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C4F6A221-4908-36BA-5914-A270A73D8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238125"/>
            <a:ext cx="8102600" cy="649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Text Box 2">
            <a:extLst>
              <a:ext uri="{FF2B5EF4-FFF2-40B4-BE49-F238E27FC236}">
                <a16:creationId xmlns:a16="http://schemas.microsoft.com/office/drawing/2014/main" id="{048DCB3C-49BE-AC80-7328-DC5D21BDB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279400"/>
            <a:ext cx="6438900" cy="676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本章小结 </a:t>
            </a:r>
          </a:p>
        </p:txBody>
      </p:sp>
      <p:sp>
        <p:nvSpPr>
          <p:cNvPr id="441348" name="Text Box 4">
            <a:extLst>
              <a:ext uri="{FF2B5EF4-FFF2-40B4-BE49-F238E27FC236}">
                <a16:creationId xmlns:a16="http://schemas.microsoft.com/office/drawing/2014/main" id="{E3AF0178-ACEB-C7FB-5636-3CB49691A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963" y="952500"/>
            <a:ext cx="25019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1. </a:t>
            </a:r>
            <a:r>
              <a:rPr lang="zh-CN" altLang="en-US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牛顿运动定律</a:t>
            </a:r>
          </a:p>
        </p:txBody>
      </p:sp>
      <p:graphicFrame>
        <p:nvGraphicFramePr>
          <p:cNvPr id="441350" name="Object 2">
            <a:extLst>
              <a:ext uri="{FF2B5EF4-FFF2-40B4-BE49-F238E27FC236}">
                <a16:creationId xmlns:a16="http://schemas.microsoft.com/office/drawing/2014/main" id="{2ECEC6D1-6A5F-E14C-CCCE-5C158BD6E6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7763" y="3165475"/>
          <a:ext cx="901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01440" imgH="723600" progId="Equation.3">
                  <p:embed/>
                </p:oleObj>
              </mc:Choice>
              <mc:Fallback>
                <p:oleObj name="公式" r:id="rId2" imgW="901440" imgH="723600" progId="Equation.3">
                  <p:embed/>
                  <p:pic>
                    <p:nvPicPr>
                      <p:cNvPr id="441350" name="Object 2">
                        <a:extLst>
                          <a:ext uri="{FF2B5EF4-FFF2-40B4-BE49-F238E27FC236}">
                            <a16:creationId xmlns:a16="http://schemas.microsoft.com/office/drawing/2014/main" id="{2ECEC6D1-6A5F-E14C-CCCE-5C158BD6E6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763" y="3165475"/>
                        <a:ext cx="9017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351" name="Object 3">
            <a:extLst>
              <a:ext uri="{FF2B5EF4-FFF2-40B4-BE49-F238E27FC236}">
                <a16:creationId xmlns:a16="http://schemas.microsoft.com/office/drawing/2014/main" id="{F80BD786-2FC7-A6D4-9151-A38E11166B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4089400"/>
          <a:ext cx="291782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920680" imgH="761760" progId="Equation.3">
                  <p:embed/>
                </p:oleObj>
              </mc:Choice>
              <mc:Fallback>
                <p:oleObj name="公式" r:id="rId4" imgW="2920680" imgH="761760" progId="Equation.3">
                  <p:embed/>
                  <p:pic>
                    <p:nvPicPr>
                      <p:cNvPr id="441351" name="Object 3">
                        <a:extLst>
                          <a:ext uri="{FF2B5EF4-FFF2-40B4-BE49-F238E27FC236}">
                            <a16:creationId xmlns:a16="http://schemas.microsoft.com/office/drawing/2014/main" id="{F80BD786-2FC7-A6D4-9151-A38E11166B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4089400"/>
                        <a:ext cx="2917825" cy="760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52" name="Rectangle 8">
            <a:extLst>
              <a:ext uri="{FF2B5EF4-FFF2-40B4-BE49-F238E27FC236}">
                <a16:creationId xmlns:a16="http://schemas.microsoft.com/office/drawing/2014/main" id="{4A904ED3-A6AB-1A2F-89C2-4C6EFBE4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3201988"/>
            <a:ext cx="2636838" cy="5127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457200" indent="-457200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牛顿第二定律：  </a:t>
            </a:r>
          </a:p>
        </p:txBody>
      </p:sp>
      <p:sp>
        <p:nvSpPr>
          <p:cNvPr id="441353" name="Rectangle 9">
            <a:extLst>
              <a:ext uri="{FF2B5EF4-FFF2-40B4-BE49-F238E27FC236}">
                <a16:creationId xmlns:a16="http://schemas.microsoft.com/office/drawing/2014/main" id="{6DBD6165-B2E0-E11B-CE00-4F89E9C2D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473200"/>
            <a:ext cx="3298825" cy="512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(1) </a:t>
            </a:r>
            <a:r>
              <a:rPr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牛顿运动三定律</a:t>
            </a:r>
          </a:p>
        </p:txBody>
      </p:sp>
      <p:sp>
        <p:nvSpPr>
          <p:cNvPr id="441354" name="Text Box 10">
            <a:extLst>
              <a:ext uri="{FF2B5EF4-FFF2-40B4-BE49-F238E27FC236}">
                <a16:creationId xmlns:a16="http://schemas.microsoft.com/office/drawing/2014/main" id="{1EC4526D-D48A-EE00-8F45-4476C9692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4152900"/>
            <a:ext cx="20447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不变时： </a:t>
            </a:r>
          </a:p>
        </p:txBody>
      </p:sp>
      <p:sp>
        <p:nvSpPr>
          <p:cNvPr id="441358" name="Text Box 14">
            <a:extLst>
              <a:ext uri="{FF2B5EF4-FFF2-40B4-BE49-F238E27FC236}">
                <a16:creationId xmlns:a16="http://schemas.microsoft.com/office/drawing/2014/main" id="{A5FD08A0-867F-4CB9-06F6-19125AF69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475" y="2095500"/>
            <a:ext cx="7970838" cy="512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lnSpc>
                <a:spcPct val="115000"/>
              </a:lnSpc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牛顿第一定律：</a:t>
            </a:r>
          </a:p>
        </p:txBody>
      </p:sp>
      <p:sp>
        <p:nvSpPr>
          <p:cNvPr id="441363" name="Text Box 19">
            <a:extLst>
              <a:ext uri="{FF2B5EF4-FFF2-40B4-BE49-F238E27FC236}">
                <a16:creationId xmlns:a16="http://schemas.microsoft.com/office/drawing/2014/main" id="{FB7C212C-BE86-EFB8-EB0B-913EEB81C2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5054600"/>
            <a:ext cx="31242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牛顿第三定律： </a:t>
            </a:r>
          </a:p>
        </p:txBody>
      </p:sp>
      <p:graphicFrame>
        <p:nvGraphicFramePr>
          <p:cNvPr id="441364" name="Object 4">
            <a:extLst>
              <a:ext uri="{FF2B5EF4-FFF2-40B4-BE49-F238E27FC236}">
                <a16:creationId xmlns:a16="http://schemas.microsoft.com/office/drawing/2014/main" id="{5612F94E-8A77-6201-94EA-5C7509CB1A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6638" y="5191125"/>
          <a:ext cx="123507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231560" imgH="380880" progId="Equation.3">
                  <p:embed/>
                </p:oleObj>
              </mc:Choice>
              <mc:Fallback>
                <p:oleObj name="公式" r:id="rId6" imgW="1231560" imgH="380880" progId="Equation.3">
                  <p:embed/>
                  <p:pic>
                    <p:nvPicPr>
                      <p:cNvPr id="441364" name="Object 4">
                        <a:extLst>
                          <a:ext uri="{FF2B5EF4-FFF2-40B4-BE49-F238E27FC236}">
                            <a16:creationId xmlns:a16="http://schemas.microsoft.com/office/drawing/2014/main" id="{5612F94E-8A77-6201-94EA-5C7509CB1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6638" y="5191125"/>
                        <a:ext cx="1235075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65" name="Text Box 21">
            <a:extLst>
              <a:ext uri="{FF2B5EF4-FFF2-40B4-BE49-F238E27FC236}">
                <a16:creationId xmlns:a16="http://schemas.microsoft.com/office/drawing/2014/main" id="{4966CC5C-EF92-B869-F318-A0D117DB7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" y="5842000"/>
            <a:ext cx="33401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力的矢量叠加原理： </a:t>
            </a:r>
          </a:p>
        </p:txBody>
      </p:sp>
      <p:graphicFrame>
        <p:nvGraphicFramePr>
          <p:cNvPr id="441366" name="Object 5">
            <a:extLst>
              <a:ext uri="{FF2B5EF4-FFF2-40B4-BE49-F238E27FC236}">
                <a16:creationId xmlns:a16="http://schemas.microsoft.com/office/drawing/2014/main" id="{9E09D21A-1FAC-B9F2-648F-DC17114231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9825" y="5981700"/>
          <a:ext cx="19304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30320" imgH="380880" progId="Equation.3">
                  <p:embed/>
                </p:oleObj>
              </mc:Choice>
              <mc:Fallback>
                <p:oleObj name="公式" r:id="rId8" imgW="1930320" imgH="380880" progId="Equation.3">
                  <p:embed/>
                  <p:pic>
                    <p:nvPicPr>
                      <p:cNvPr id="441366" name="Object 5">
                        <a:extLst>
                          <a:ext uri="{FF2B5EF4-FFF2-40B4-BE49-F238E27FC236}">
                            <a16:creationId xmlns:a16="http://schemas.microsoft.com/office/drawing/2014/main" id="{9E09D21A-1FAC-B9F2-648F-DC17114231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9825" y="5981700"/>
                        <a:ext cx="19304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1367" name="Text Box 23">
            <a:extLst>
              <a:ext uri="{FF2B5EF4-FFF2-40B4-BE49-F238E27FC236}">
                <a16:creationId xmlns:a16="http://schemas.microsoft.com/office/drawing/2014/main" id="{C564CA42-992A-67BB-ED89-90D8D3085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2108200"/>
            <a:ext cx="5613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algn="ctr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Monotype Sorts" pitchFamily="2" charset="2"/>
              <a:buChar char="&amp;"/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l" eaLnBrk="1" hangingPunct="1">
              <a:lnSpc>
                <a:spcPct val="125000"/>
              </a:lnSpc>
              <a:spcBef>
                <a:spcPct val="20000"/>
              </a:spcBef>
              <a:buClrTx/>
              <a:buFontTx/>
              <a:buNone/>
            </a:pPr>
            <a:r>
              <a:rPr kumimoji="1" lang="zh-CN" altLang="en-US" sz="2000">
                <a:solidFill>
                  <a:srgbClr val="FFCC00"/>
                </a:solidFill>
                <a:latin typeface="宋体" panose="02010600030101010101" pitchFamily="2" charset="-122"/>
              </a:rPr>
              <a:t>任何物体都保持静止或匀速直线运动的状态，直到其他物体作用的力迫使它改变这种状态为止。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1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1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1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346" grpId="0"/>
      <p:bldP spid="441348" grpId="0"/>
      <p:bldP spid="441352" grpId="0"/>
      <p:bldP spid="441353" grpId="0"/>
      <p:bldP spid="441354" grpId="0"/>
      <p:bldP spid="441358" grpId="0"/>
      <p:bldP spid="441363" grpId="0"/>
      <p:bldP spid="441365" grpId="0"/>
      <p:bldP spid="44136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00" name="Text Box 8">
            <a:extLst>
              <a:ext uri="{FF2B5EF4-FFF2-40B4-BE49-F238E27FC236}">
                <a16:creationId xmlns:a16="http://schemas.microsoft.com/office/drawing/2014/main" id="{C1230800-2D97-AEFA-1520-AAEF53910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317500"/>
            <a:ext cx="44831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(2)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力学中几种常见的力</a:t>
            </a:r>
          </a:p>
        </p:txBody>
      </p:sp>
      <p:sp>
        <p:nvSpPr>
          <p:cNvPr id="443401" name="Text Box 9">
            <a:extLst>
              <a:ext uri="{FF2B5EF4-FFF2-40B4-BE49-F238E27FC236}">
                <a16:creationId xmlns:a16="http://schemas.microsoft.com/office/drawing/2014/main" id="{5E3414C0-A318-7FD1-F50F-401BABF55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858838"/>
            <a:ext cx="28575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万有引力： </a:t>
            </a:r>
          </a:p>
        </p:txBody>
      </p:sp>
      <p:graphicFrame>
        <p:nvGraphicFramePr>
          <p:cNvPr id="443403" name="Object 2">
            <a:extLst>
              <a:ext uri="{FF2B5EF4-FFF2-40B4-BE49-F238E27FC236}">
                <a16:creationId xmlns:a16="http://schemas.microsoft.com/office/drawing/2014/main" id="{5E318C35-A962-2D20-CE3F-5C39224F6E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95638" y="863600"/>
          <a:ext cx="1890712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92160" imgH="723600" progId="Equation.3">
                  <p:embed/>
                </p:oleObj>
              </mc:Choice>
              <mc:Fallback>
                <p:oleObj name="公式" r:id="rId2" imgW="1892160" imgH="723600" progId="Equation.3">
                  <p:embed/>
                  <p:pic>
                    <p:nvPicPr>
                      <p:cNvPr id="443403" name="Object 2">
                        <a:extLst>
                          <a:ext uri="{FF2B5EF4-FFF2-40B4-BE49-F238E27FC236}">
                            <a16:creationId xmlns:a16="http://schemas.microsoft.com/office/drawing/2014/main" id="{5E318C35-A962-2D20-CE3F-5C39224F6E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5638" y="863600"/>
                        <a:ext cx="1890712" cy="719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07" name="Text Box 15">
            <a:extLst>
              <a:ext uri="{FF2B5EF4-FFF2-40B4-BE49-F238E27FC236}">
                <a16:creationId xmlns:a16="http://schemas.microsoft.com/office/drawing/2014/main" id="{496A4F91-5667-82A7-553F-B8E5915C5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838" y="1558925"/>
            <a:ext cx="28956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重力： </a:t>
            </a:r>
          </a:p>
        </p:txBody>
      </p:sp>
      <p:graphicFrame>
        <p:nvGraphicFramePr>
          <p:cNvPr id="443410" name="Object 3">
            <a:extLst>
              <a:ext uri="{FF2B5EF4-FFF2-40B4-BE49-F238E27FC236}">
                <a16:creationId xmlns:a16="http://schemas.microsoft.com/office/drawing/2014/main" id="{BA8D9A8F-FA13-939D-EC0F-DA55F55503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5463" y="1704975"/>
          <a:ext cx="107950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79280" imgH="393480" progId="Equation.3">
                  <p:embed/>
                </p:oleObj>
              </mc:Choice>
              <mc:Fallback>
                <p:oleObj name="公式" r:id="rId4" imgW="1079280" imgH="393480" progId="Equation.3">
                  <p:embed/>
                  <p:pic>
                    <p:nvPicPr>
                      <p:cNvPr id="443410" name="Object 3">
                        <a:extLst>
                          <a:ext uri="{FF2B5EF4-FFF2-40B4-BE49-F238E27FC236}">
                            <a16:creationId xmlns:a16="http://schemas.microsoft.com/office/drawing/2014/main" id="{BA8D9A8F-FA13-939D-EC0F-DA55F55503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1704975"/>
                        <a:ext cx="1079500" cy="39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14" name="Text Box 22">
            <a:extLst>
              <a:ext uri="{FF2B5EF4-FFF2-40B4-BE49-F238E27FC236}">
                <a16:creationId xmlns:a16="http://schemas.microsoft.com/office/drawing/2014/main" id="{BF8C9D89-EA30-E5E5-F070-85C7FC6DE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2162175"/>
            <a:ext cx="30607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弹簧的弹性力： </a:t>
            </a:r>
          </a:p>
        </p:txBody>
      </p:sp>
      <p:graphicFrame>
        <p:nvGraphicFramePr>
          <p:cNvPr id="443416" name="Object 4">
            <a:extLst>
              <a:ext uri="{FF2B5EF4-FFF2-40B4-BE49-F238E27FC236}">
                <a16:creationId xmlns:a16="http://schemas.microsoft.com/office/drawing/2014/main" id="{6BD3ECDC-C183-CA3A-BC45-7B35DB0D40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4363" y="2317750"/>
          <a:ext cx="1187450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34960" imgH="368280" progId="Equation.3">
                  <p:embed/>
                </p:oleObj>
              </mc:Choice>
              <mc:Fallback>
                <p:oleObj name="公式" r:id="rId6" imgW="1434960" imgH="368280" progId="Equation.3">
                  <p:embed/>
                  <p:pic>
                    <p:nvPicPr>
                      <p:cNvPr id="443416" name="Object 4">
                        <a:extLst>
                          <a:ext uri="{FF2B5EF4-FFF2-40B4-BE49-F238E27FC236}">
                            <a16:creationId xmlns:a16="http://schemas.microsoft.com/office/drawing/2014/main" id="{6BD3ECDC-C183-CA3A-BC45-7B35DB0D40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2317750"/>
                        <a:ext cx="1187450" cy="31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18" name="Text Box 26">
            <a:extLst>
              <a:ext uri="{FF2B5EF4-FFF2-40B4-BE49-F238E27FC236}">
                <a16:creationId xmlns:a16="http://schemas.microsoft.com/office/drawing/2014/main" id="{EE6BBC95-9F74-9489-9F9A-A37ABA8FB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2743200"/>
            <a:ext cx="20701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静摩擦力： </a:t>
            </a:r>
          </a:p>
        </p:txBody>
      </p:sp>
      <p:graphicFrame>
        <p:nvGraphicFramePr>
          <p:cNvPr id="443419" name="Object 5">
            <a:extLst>
              <a:ext uri="{FF2B5EF4-FFF2-40B4-BE49-F238E27FC236}">
                <a16:creationId xmlns:a16="http://schemas.microsoft.com/office/drawing/2014/main" id="{B576F097-DCE4-B2ED-F843-B82487AE1E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2450" y="2916238"/>
          <a:ext cx="12160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34960" imgH="457200" progId="Equation.3">
                  <p:embed/>
                </p:oleObj>
              </mc:Choice>
              <mc:Fallback>
                <p:oleObj name="公式" r:id="rId8" imgW="1434960" imgH="457200" progId="Equation.3">
                  <p:embed/>
                  <p:pic>
                    <p:nvPicPr>
                      <p:cNvPr id="443419" name="Object 5">
                        <a:extLst>
                          <a:ext uri="{FF2B5EF4-FFF2-40B4-BE49-F238E27FC236}">
                            <a16:creationId xmlns:a16="http://schemas.microsoft.com/office/drawing/2014/main" id="{B576F097-DCE4-B2ED-F843-B82487AE1E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50" y="2916238"/>
                        <a:ext cx="1216025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3420" name="Object 6">
            <a:extLst>
              <a:ext uri="{FF2B5EF4-FFF2-40B4-BE49-F238E27FC236}">
                <a16:creationId xmlns:a16="http://schemas.microsoft.com/office/drawing/2014/main" id="{411C8AB5-B45E-9030-0E6E-D033BD25D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9400" y="2927350"/>
          <a:ext cx="12954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23880" imgH="380880" progId="Equation.3">
                  <p:embed/>
                </p:oleObj>
              </mc:Choice>
              <mc:Fallback>
                <p:oleObj name="公式" r:id="rId10" imgW="1523880" imgH="380880" progId="Equation.3">
                  <p:embed/>
                  <p:pic>
                    <p:nvPicPr>
                      <p:cNvPr id="443420" name="Object 6">
                        <a:extLst>
                          <a:ext uri="{FF2B5EF4-FFF2-40B4-BE49-F238E27FC236}">
                            <a16:creationId xmlns:a16="http://schemas.microsoft.com/office/drawing/2014/main" id="{411C8AB5-B45E-9030-0E6E-D033BD25DA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9400" y="2927350"/>
                        <a:ext cx="129540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22" name="Text Box 30">
            <a:extLst>
              <a:ext uri="{FF2B5EF4-FFF2-40B4-BE49-F238E27FC236}">
                <a16:creationId xmlns:a16="http://schemas.microsoft.com/office/drawing/2014/main" id="{C9515D04-1E2C-CDE8-9A2B-81E4740C1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263" y="3332163"/>
            <a:ext cx="21336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滑动摩擦力： </a:t>
            </a:r>
          </a:p>
        </p:txBody>
      </p:sp>
      <p:graphicFrame>
        <p:nvGraphicFramePr>
          <p:cNvPr id="443423" name="Object 7">
            <a:extLst>
              <a:ext uri="{FF2B5EF4-FFF2-40B4-BE49-F238E27FC236}">
                <a16:creationId xmlns:a16="http://schemas.microsoft.com/office/drawing/2014/main" id="{483AA6E6-806C-164E-A230-6E121FE92D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8638" y="3479800"/>
          <a:ext cx="12827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82680" imgH="380880" progId="Equation.3">
                  <p:embed/>
                </p:oleObj>
              </mc:Choice>
              <mc:Fallback>
                <p:oleObj name="公式" r:id="rId12" imgW="1282680" imgH="380880" progId="Equation.3">
                  <p:embed/>
                  <p:pic>
                    <p:nvPicPr>
                      <p:cNvPr id="443423" name="Object 7">
                        <a:extLst>
                          <a:ext uri="{FF2B5EF4-FFF2-40B4-BE49-F238E27FC236}">
                            <a16:creationId xmlns:a16="http://schemas.microsoft.com/office/drawing/2014/main" id="{483AA6E6-806C-164E-A230-6E121FE92D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8638" y="3479800"/>
                        <a:ext cx="1282700" cy="382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3425" name="Text Box 33">
            <a:extLst>
              <a:ext uri="{FF2B5EF4-FFF2-40B4-BE49-F238E27FC236}">
                <a16:creationId xmlns:a16="http://schemas.microsoft.com/office/drawing/2014/main" id="{4A4ABBD1-7D0C-076A-53F6-D15770DD0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875" y="4040188"/>
            <a:ext cx="82804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应用牛顿运动定律解题的一般步骤</a:t>
            </a:r>
          </a:p>
        </p:txBody>
      </p:sp>
      <p:sp>
        <p:nvSpPr>
          <p:cNvPr id="443427" name="Text Box 35">
            <a:extLst>
              <a:ext uri="{FF2B5EF4-FFF2-40B4-BE49-F238E27FC236}">
                <a16:creationId xmlns:a16="http://schemas.microsoft.com/office/drawing/2014/main" id="{1B1F3E05-D876-B90B-7023-ED627AB81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900" y="4483100"/>
            <a:ext cx="6616700" cy="9683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选取研究对象；分析受力情况，画出受力图；选取坐标系；列方程求解；讨论。</a:t>
            </a:r>
          </a:p>
        </p:txBody>
      </p:sp>
      <p:sp>
        <p:nvSpPr>
          <p:cNvPr id="443429" name="Text Box 37">
            <a:extLst>
              <a:ext uri="{FF2B5EF4-FFF2-40B4-BE49-F238E27FC236}">
                <a16:creationId xmlns:a16="http://schemas.microsoft.com/office/drawing/2014/main" id="{DA15A49B-3A36-BFFC-4595-2A2A3B40DD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75" y="5480050"/>
            <a:ext cx="80264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(4) </a:t>
            </a:r>
            <a:r>
              <a:rPr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牛顿运动定律的适用范围</a:t>
            </a:r>
          </a:p>
        </p:txBody>
      </p:sp>
      <p:sp>
        <p:nvSpPr>
          <p:cNvPr id="443430" name="Text Box 38">
            <a:extLst>
              <a:ext uri="{FF2B5EF4-FFF2-40B4-BE49-F238E27FC236}">
                <a16:creationId xmlns:a16="http://schemas.microsoft.com/office/drawing/2014/main" id="{ADBD13F2-E6E4-89D5-B47A-A35F8D88B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889625"/>
            <a:ext cx="8026400" cy="530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 algn="l"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宏观低速物体；惯性系。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3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3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3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3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43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4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4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400" grpId="0"/>
      <p:bldP spid="443401" grpId="0"/>
      <p:bldP spid="443407" grpId="0"/>
      <p:bldP spid="443414" grpId="0"/>
      <p:bldP spid="443418" grpId="0"/>
      <p:bldP spid="443422" grpId="0"/>
      <p:bldP spid="443425" grpId="0"/>
      <p:bldP spid="443427" grpId="0"/>
      <p:bldP spid="443429" grpId="0"/>
      <p:bldP spid="44343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BAB997BF-DF6A-6025-A902-F34B6BF48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908050"/>
            <a:ext cx="6216650" cy="5794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 sz="3200">
                <a:solidFill>
                  <a:srgbClr val="66FF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第三章</a:t>
            </a:r>
            <a:r>
              <a:rPr kumimoji="1" lang="zh-CN" altLang="en-US" sz="3200">
                <a:solidFill>
                  <a:srgbClr val="66FF33"/>
                </a:solidFill>
                <a:latin typeface="方正书宋简体" charset="0"/>
                <a:ea typeface="宋体" panose="02010600030101010101" pitchFamily="2" charset="-122"/>
              </a:rPr>
              <a:t>  </a:t>
            </a:r>
            <a:r>
              <a:rPr kumimoji="1" lang="zh-CN" altLang="en-US" sz="3200">
                <a:solidFill>
                  <a:srgbClr val="66FF33"/>
                </a:solidFill>
                <a:latin typeface="方正书宋简体" charset="0"/>
                <a:ea typeface="黑体" panose="02010609060101010101" pitchFamily="49" charset="-122"/>
              </a:rPr>
              <a:t>功与能</a:t>
            </a:r>
            <a:endParaRPr kumimoji="1" lang="zh-CN" altLang="en-US" sz="3200">
              <a:solidFill>
                <a:srgbClr val="FFFF66"/>
              </a:solidFill>
              <a:latin typeface="方正书宋简体" charset="0"/>
              <a:ea typeface="宋体" panose="02010600030101010101" pitchFamily="2" charset="-122"/>
            </a:endParaRPr>
          </a:p>
        </p:txBody>
      </p:sp>
      <p:sp>
        <p:nvSpPr>
          <p:cNvPr id="519171" name="Line 3">
            <a:extLst>
              <a:ext uri="{FF2B5EF4-FFF2-40B4-BE49-F238E27FC236}">
                <a16:creationId xmlns:a16="http://schemas.microsoft.com/office/drawing/2014/main" id="{B53E6706-ACCC-8413-EC45-961DB94E7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1916113"/>
            <a:ext cx="8064500" cy="0"/>
          </a:xfrm>
          <a:prstGeom prst="line">
            <a:avLst/>
          </a:prstGeom>
          <a:noFill/>
          <a:ln w="57150" cmpd="thickThin">
            <a:solidFill>
              <a:srgbClr val="0099CC"/>
            </a:solidFill>
            <a:round/>
            <a:headEnd/>
            <a:tailEnd/>
          </a:ln>
          <a:effectLst>
            <a:outerShdw dist="35921" dir="2700000" algn="ctr" rotWithShape="0">
              <a:schemeClr val="tx2"/>
            </a:outerShdw>
          </a:effectLst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9172" name="Text Box 4">
            <a:extLst>
              <a:ext uri="{FF2B5EF4-FFF2-40B4-BE49-F238E27FC236}">
                <a16:creationId xmlns:a16="http://schemas.microsoft.com/office/drawing/2014/main" id="{B7A33C06-E8DF-8578-821B-32C4E630B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05063"/>
            <a:ext cx="197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主要内容：</a:t>
            </a:r>
          </a:p>
        </p:txBody>
      </p:sp>
      <p:sp>
        <p:nvSpPr>
          <p:cNvPr id="519173" name="Text Box 5">
            <a:extLst>
              <a:ext uri="{FF2B5EF4-FFF2-40B4-BE49-F238E27FC236}">
                <a16:creationId xmlns:a16="http://schemas.microsoft.com/office/drawing/2014/main" id="{A401C1F6-9422-A632-5F5B-74966F0E3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090863"/>
            <a:ext cx="2217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 </a:t>
            </a: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功</a:t>
            </a:r>
          </a:p>
        </p:txBody>
      </p:sp>
      <p:sp>
        <p:nvSpPr>
          <p:cNvPr id="519174" name="Text Box 6">
            <a:extLst>
              <a:ext uri="{FF2B5EF4-FFF2-40B4-BE49-F238E27FC236}">
                <a16:creationId xmlns:a16="http://schemas.microsoft.com/office/drawing/2014/main" id="{2D685F8A-D46A-3C01-445C-E4225EFB3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732213"/>
            <a:ext cx="279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几种常见力的功</a:t>
            </a:r>
          </a:p>
        </p:txBody>
      </p:sp>
      <p:sp>
        <p:nvSpPr>
          <p:cNvPr id="519175" name="Text Box 7">
            <a:extLst>
              <a:ext uri="{FF2B5EF4-FFF2-40B4-BE49-F238E27FC236}">
                <a16:creationId xmlns:a16="http://schemas.microsoft.com/office/drawing/2014/main" id="{1ACBD3F1-FDC4-4516-2005-E86F1B10B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375150"/>
            <a:ext cx="38020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>
                <a:solidFill>
                  <a:srgbClr val="00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动能定理</a:t>
            </a:r>
          </a:p>
          <a:p>
            <a:pPr eaLnBrk="1" hangingPunct="1"/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19176" name="Text Box 8">
            <a:extLst>
              <a:ext uri="{FF2B5EF4-FFF2-40B4-BE49-F238E27FC236}">
                <a16:creationId xmlns:a16="http://schemas.microsoft.com/office/drawing/2014/main" id="{92D3DCC7-E49B-460F-93B6-288A56A35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018088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>
                <a:solidFill>
                  <a:srgbClr val="00FF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保守力的功  势能</a:t>
            </a:r>
          </a:p>
        </p:txBody>
      </p:sp>
      <p:sp>
        <p:nvSpPr>
          <p:cNvPr id="519177" name="Text Box 9">
            <a:extLst>
              <a:ext uri="{FF2B5EF4-FFF2-40B4-BE49-F238E27FC236}">
                <a16:creationId xmlns:a16="http://schemas.microsoft.com/office/drawing/2014/main" id="{729FF1C3-11AF-F383-50AD-033854DB3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9188" y="5597525"/>
            <a:ext cx="556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5. </a:t>
            </a: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功能原理与机械能守恒定律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1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2" grpId="0"/>
      <p:bldP spid="519173" grpId="0"/>
      <p:bldP spid="519174" grpId="0"/>
      <p:bldP spid="519175" grpId="0"/>
      <p:bldP spid="519176" grpId="0"/>
      <p:bldP spid="5191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Text Box 2">
            <a:extLst>
              <a:ext uri="{FF2B5EF4-FFF2-40B4-BE49-F238E27FC236}">
                <a16:creationId xmlns:a16="http://schemas.microsoft.com/office/drawing/2014/main" id="{11F9A5D7-3A11-CD27-DDE9-CA2485A5A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96863"/>
            <a:ext cx="2149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kumimoji="1" lang="en-US" altLang="zh-CN" sz="3200">
                <a:solidFill>
                  <a:srgbClr val="00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3.1</a:t>
            </a:r>
            <a:r>
              <a:rPr kumimoji="1" lang="en-US" altLang="zh-CN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3200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</a:t>
            </a:r>
          </a:p>
        </p:txBody>
      </p:sp>
      <p:sp>
        <p:nvSpPr>
          <p:cNvPr id="498774" name="Rectangle 86">
            <a:extLst>
              <a:ext uri="{FF2B5EF4-FFF2-40B4-BE49-F238E27FC236}">
                <a16:creationId xmlns:a16="http://schemas.microsoft.com/office/drawing/2014/main" id="{84364174-07AF-E189-F59B-30C8BC0BB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876300"/>
            <a:ext cx="1039813" cy="482600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CC"/>
                </a:solidFill>
                <a:latin typeface="Arial" panose="020B0604020202020204" pitchFamily="34" charset="0"/>
                <a:ea typeface="楷体_GB2312" pitchFamily="49" charset="-122"/>
              </a:rPr>
              <a:t>Force</a:t>
            </a:r>
          </a:p>
        </p:txBody>
      </p:sp>
      <p:sp>
        <p:nvSpPr>
          <p:cNvPr id="498775" name="Rectangle 87">
            <a:extLst>
              <a:ext uri="{FF2B5EF4-FFF2-40B4-BE49-F238E27FC236}">
                <a16:creationId xmlns:a16="http://schemas.microsoft.com/office/drawing/2014/main" id="{40F456AD-5970-C895-95B8-4DDBE2314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81063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经历一段空间</a:t>
            </a:r>
          </a:p>
        </p:txBody>
      </p:sp>
      <p:sp>
        <p:nvSpPr>
          <p:cNvPr id="498776" name="Rectangle 88">
            <a:extLst>
              <a:ext uri="{FF2B5EF4-FFF2-40B4-BE49-F238E27FC236}">
                <a16:creationId xmlns:a16="http://schemas.microsoft.com/office/drawing/2014/main" id="{9B1EC4B1-7A1A-7ADF-D418-386103A69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893763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经历一段时间</a:t>
            </a:r>
          </a:p>
        </p:txBody>
      </p:sp>
      <p:sp>
        <p:nvSpPr>
          <p:cNvPr id="498777" name="Rectangle 89">
            <a:extLst>
              <a:ext uri="{FF2B5EF4-FFF2-40B4-BE49-F238E27FC236}">
                <a16:creationId xmlns:a16="http://schemas.microsoft.com/office/drawing/2014/main" id="{E83219F5-5509-0CB0-6324-69E3F8E90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482850"/>
            <a:ext cx="2286000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物体状态变化</a:t>
            </a:r>
          </a:p>
        </p:txBody>
      </p:sp>
      <p:sp>
        <p:nvSpPr>
          <p:cNvPr id="498778" name="Rectangle 90">
            <a:extLst>
              <a:ext uri="{FF2B5EF4-FFF2-40B4-BE49-F238E27FC236}">
                <a16:creationId xmlns:a16="http://schemas.microsoft.com/office/drawing/2014/main" id="{A700EED9-AB9A-5E94-1A45-90F36F3CD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643063"/>
            <a:ext cx="2133600" cy="479425"/>
          </a:xfrm>
          <a:prstGeom prst="rect">
            <a:avLst/>
          </a:prstGeom>
          <a:noFill/>
          <a:ln w="222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力的空间累积</a:t>
            </a:r>
            <a:endParaRPr kumimoji="1" lang="zh-CN" altLang="en-US">
              <a:solidFill>
                <a:srgbClr val="FF66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8779" name="Rectangle 91">
            <a:extLst>
              <a:ext uri="{FF2B5EF4-FFF2-40B4-BE49-F238E27FC236}">
                <a16:creationId xmlns:a16="http://schemas.microsoft.com/office/drawing/2014/main" id="{E5A5F7E0-175C-C14C-4731-818C4838A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417763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b="0">
                <a:solidFill>
                  <a:srgbClr val="FF6600"/>
                </a:solidFill>
                <a:latin typeface="Arial" panose="020B0604020202020204" pitchFamily="34" charset="0"/>
                <a:ea typeface="楷体_GB2312" pitchFamily="49" charset="-122"/>
              </a:rPr>
              <a:t>Change of </a:t>
            </a:r>
          </a:p>
          <a:p>
            <a:pPr eaLnBrk="1" hangingPunct="1"/>
            <a:r>
              <a:rPr kumimoji="1" lang="en-US" altLang="zh-CN" b="0">
                <a:solidFill>
                  <a:srgbClr val="FF6600"/>
                </a:solidFill>
                <a:latin typeface="Arial" panose="020B0604020202020204" pitchFamily="34" charset="0"/>
                <a:ea typeface="楷体_GB2312" pitchFamily="49" charset="-122"/>
              </a:rPr>
              <a:t>Energy</a:t>
            </a:r>
          </a:p>
        </p:txBody>
      </p:sp>
      <p:sp>
        <p:nvSpPr>
          <p:cNvPr id="498780" name="Rectangle 92">
            <a:extLst>
              <a:ext uri="{FF2B5EF4-FFF2-40B4-BE49-F238E27FC236}">
                <a16:creationId xmlns:a16="http://schemas.microsoft.com/office/drawing/2014/main" id="{93F40FE2-9C68-B463-BFDF-E41EE53EC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693863"/>
            <a:ext cx="2057400" cy="479425"/>
          </a:xfrm>
          <a:prstGeom prst="rect">
            <a:avLst/>
          </a:prstGeom>
          <a:noFill/>
          <a:ln w="22225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力的时间累积</a:t>
            </a:r>
          </a:p>
        </p:txBody>
      </p:sp>
      <p:sp>
        <p:nvSpPr>
          <p:cNvPr id="498781" name="Rectangle 93">
            <a:extLst>
              <a:ext uri="{FF2B5EF4-FFF2-40B4-BE49-F238E27FC236}">
                <a16:creationId xmlns:a16="http://schemas.microsoft.com/office/drawing/2014/main" id="{ED421046-42E4-2B1B-8682-383062735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417763"/>
            <a:ext cx="2438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b="0">
                <a:solidFill>
                  <a:srgbClr val="FF6600"/>
                </a:solidFill>
                <a:latin typeface="Arial" panose="020B0604020202020204" pitchFamily="34" charset="0"/>
                <a:ea typeface="楷体_GB2312" pitchFamily="49" charset="-122"/>
              </a:rPr>
              <a:t>Change of Momentum</a:t>
            </a:r>
          </a:p>
        </p:txBody>
      </p:sp>
      <p:sp>
        <p:nvSpPr>
          <p:cNvPr id="498782" name="Line 94">
            <a:extLst>
              <a:ext uri="{FF2B5EF4-FFF2-40B4-BE49-F238E27FC236}">
                <a16:creationId xmlns:a16="http://schemas.microsoft.com/office/drawing/2014/main" id="{26A3D5EA-D51D-7040-E3C3-6D8A8A58AE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109663"/>
            <a:ext cx="1066800" cy="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83" name="Line 95">
            <a:extLst>
              <a:ext uri="{FF2B5EF4-FFF2-40B4-BE49-F238E27FC236}">
                <a16:creationId xmlns:a16="http://schemas.microsoft.com/office/drawing/2014/main" id="{37AB0893-C9B1-F390-9558-E76B2E20BD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1109663"/>
            <a:ext cx="1066800" cy="0"/>
          </a:xfrm>
          <a:prstGeom prst="line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84" name="Line 96">
            <a:extLst>
              <a:ext uri="{FF2B5EF4-FFF2-40B4-BE49-F238E27FC236}">
                <a16:creationId xmlns:a16="http://schemas.microsoft.com/office/drawing/2014/main" id="{A9B511AF-407A-04ED-0B88-22C5268D3E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1262063"/>
            <a:ext cx="0" cy="3810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85" name="Line 97">
            <a:extLst>
              <a:ext uri="{FF2B5EF4-FFF2-40B4-BE49-F238E27FC236}">
                <a16:creationId xmlns:a16="http://schemas.microsoft.com/office/drawing/2014/main" id="{2548A975-127B-2957-F0B7-0A37A3CF17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1258888"/>
            <a:ext cx="0" cy="3810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86" name="Line 98">
            <a:extLst>
              <a:ext uri="{FF2B5EF4-FFF2-40B4-BE49-F238E27FC236}">
                <a16:creationId xmlns:a16="http://schemas.microsoft.com/office/drawing/2014/main" id="{583194D3-A7BB-14F9-2673-C559F625BD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173288"/>
            <a:ext cx="0" cy="3810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87" name="Line 99">
            <a:extLst>
              <a:ext uri="{FF2B5EF4-FFF2-40B4-BE49-F238E27FC236}">
                <a16:creationId xmlns:a16="http://schemas.microsoft.com/office/drawing/2014/main" id="{6F162B44-A8BD-B8DA-AB0C-EF80C99FDD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2173288"/>
            <a:ext cx="0" cy="38100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88" name="Line 100">
            <a:extLst>
              <a:ext uri="{FF2B5EF4-FFF2-40B4-BE49-F238E27FC236}">
                <a16:creationId xmlns:a16="http://schemas.microsoft.com/office/drawing/2014/main" id="{EB5C9DC0-E727-23C6-3E1F-EAD614C51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2200" y="2747963"/>
            <a:ext cx="76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89" name="Line 101">
            <a:extLst>
              <a:ext uri="{FF2B5EF4-FFF2-40B4-BE49-F238E27FC236}">
                <a16:creationId xmlns:a16="http://schemas.microsoft.com/office/drawing/2014/main" id="{AE90D170-52B5-F19A-4998-D799C5F99B0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706688"/>
            <a:ext cx="7620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90" name="Line 102">
            <a:extLst>
              <a:ext uri="{FF2B5EF4-FFF2-40B4-BE49-F238E27FC236}">
                <a16:creationId xmlns:a16="http://schemas.microsoft.com/office/drawing/2014/main" id="{DEAA08DC-5E5C-2BD0-2C32-A36F09D0D7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392488"/>
            <a:ext cx="8686800" cy="0"/>
          </a:xfrm>
          <a:prstGeom prst="line">
            <a:avLst/>
          </a:prstGeom>
          <a:noFill/>
          <a:ln w="19050">
            <a:solidFill>
              <a:schemeClr val="bg1"/>
            </a:solidFill>
            <a:prstDash val="lg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98791" name="Object 103">
            <a:extLst>
              <a:ext uri="{FF2B5EF4-FFF2-40B4-BE49-F238E27FC236}">
                <a16:creationId xmlns:a16="http://schemas.microsoft.com/office/drawing/2014/main" id="{D2C93737-07A4-5D89-730F-B5C0B93B77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4075" y="1682750"/>
          <a:ext cx="203517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1520" imgH="160103" progId="Equation.3">
                  <p:embed/>
                </p:oleObj>
              </mc:Choice>
              <mc:Fallback>
                <p:oleObj name="Equation" r:id="rId2" imgW="731520" imgH="160103" progId="Equation.3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075" y="1682750"/>
                        <a:ext cx="203517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8792" name="Line 104">
            <a:extLst>
              <a:ext uri="{FF2B5EF4-FFF2-40B4-BE49-F238E27FC236}">
                <a16:creationId xmlns:a16="http://schemas.microsoft.com/office/drawing/2014/main" id="{C9F6DED0-EB97-A31B-96FA-09EC2B566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338263"/>
            <a:ext cx="0" cy="304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93" name="Line 105">
            <a:extLst>
              <a:ext uri="{FF2B5EF4-FFF2-40B4-BE49-F238E27FC236}">
                <a16:creationId xmlns:a16="http://schemas.microsoft.com/office/drawing/2014/main" id="{47F9FB12-445F-8BBB-48A3-8E4F6F38FC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176463"/>
            <a:ext cx="0" cy="3048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8794" name="Text Box 106">
            <a:extLst>
              <a:ext uri="{FF2B5EF4-FFF2-40B4-BE49-F238E27FC236}">
                <a16:creationId xmlns:a16="http://schemas.microsoft.com/office/drawing/2014/main" id="{C30F6471-008C-6AEC-590F-8A430C78C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300" y="3611563"/>
            <a:ext cx="307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空间积累：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功</a:t>
            </a:r>
          </a:p>
        </p:txBody>
      </p:sp>
      <p:sp>
        <p:nvSpPr>
          <p:cNvPr id="498795" name="Text Box 107">
            <a:extLst>
              <a:ext uri="{FF2B5EF4-FFF2-40B4-BE49-F238E27FC236}">
                <a16:creationId xmlns:a16="http://schemas.microsoft.com/office/drawing/2014/main" id="{A6C2E757-6946-E28E-F3BC-FB772B41C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850" y="4221163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时间积累：</a:t>
            </a:r>
            <a:r>
              <a:rPr kumimoji="1"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冲量</a:t>
            </a:r>
          </a:p>
        </p:txBody>
      </p:sp>
      <p:sp>
        <p:nvSpPr>
          <p:cNvPr id="498796" name="AutoShape 108">
            <a:extLst>
              <a:ext uri="{FF2B5EF4-FFF2-40B4-BE49-F238E27FC236}">
                <a16:creationId xmlns:a16="http://schemas.microsoft.com/office/drawing/2014/main" id="{7C681D41-33FD-F325-799A-D4FA34F50118}"/>
              </a:ext>
            </a:extLst>
          </p:cNvPr>
          <p:cNvSpPr>
            <a:spLocks/>
          </p:cNvSpPr>
          <p:nvPr/>
        </p:nvSpPr>
        <p:spPr bwMode="auto">
          <a:xfrm>
            <a:off x="1568450" y="3763963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28575">
            <a:solidFill>
              <a:srgbClr val="66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98797" name="Object 109">
            <a:extLst>
              <a:ext uri="{FF2B5EF4-FFF2-40B4-BE49-F238E27FC236}">
                <a16:creationId xmlns:a16="http://schemas.microsoft.com/office/drawing/2014/main" id="{72ED3F48-29F9-77FC-BDEE-E58087EEA10D}"/>
              </a:ext>
            </a:extLst>
          </p:cNvPr>
          <p:cNvGraphicFramePr>
            <a:graphicFrameLocks/>
          </p:cNvGraphicFramePr>
          <p:nvPr/>
        </p:nvGraphicFramePr>
        <p:xfrm>
          <a:off x="1119188" y="3984625"/>
          <a:ext cx="3063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622" imgH="327688" progId="Equation.3">
                  <p:embed/>
                </p:oleObj>
              </mc:Choice>
              <mc:Fallback>
                <p:oleObj name="Equation" r:id="rId4" imgW="289622" imgH="327688" progId="Equation.3">
                  <p:embed/>
                  <p:pic>
                    <p:nvPicPr>
                      <p:cNvPr id="0" name="Object 109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8" y="3984625"/>
                        <a:ext cx="3063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0">
            <a:extLst>
              <a:ext uri="{FF2B5EF4-FFF2-40B4-BE49-F238E27FC236}">
                <a16:creationId xmlns:a16="http://schemas.microsoft.com/office/drawing/2014/main" id="{CFEFF163-D85D-A4CA-9F4F-EC77F99C0CCD}"/>
              </a:ext>
            </a:extLst>
          </p:cNvPr>
          <p:cNvGrpSpPr>
            <a:grpSpLocks/>
          </p:cNvGrpSpPr>
          <p:nvPr/>
        </p:nvGrpSpPr>
        <p:grpSpPr bwMode="auto">
          <a:xfrm>
            <a:off x="1487488" y="4652963"/>
            <a:ext cx="5727700" cy="1463675"/>
            <a:chOff x="482" y="1286"/>
            <a:chExt cx="3214" cy="922"/>
          </a:xfrm>
        </p:grpSpPr>
        <p:sp>
          <p:nvSpPr>
            <p:cNvPr id="10268" name="Text Box 111">
              <a:extLst>
                <a:ext uri="{FF2B5EF4-FFF2-40B4-BE49-F238E27FC236}">
                  <a16:creationId xmlns:a16="http://schemas.microsoft.com/office/drawing/2014/main" id="{2E9C55C8-534C-AED4-BF9C-D588022C3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" y="1286"/>
              <a:ext cx="3214" cy="9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仿宋_GB2312" pitchFamily="49" charset="-122"/>
                  <a:ea typeface="仿宋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kumimoji="1" lang="zh-CN" altLang="en-US">
                  <a:solidFill>
                    <a:srgbClr val="FFFF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研究力在空间的积累效应</a:t>
              </a:r>
              <a:r>
                <a:rPr kumimoji="1" lang="zh-CN" altLang="en-US">
                  <a:solidFill>
                    <a:srgbClr val="FFFF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</a:t>
              </a:r>
              <a:r>
                <a: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功、</a:t>
              </a:r>
            </a:p>
            <a:p>
              <a:pPr eaLnBrk="1" hangingPunct="1">
                <a:lnSpc>
                  <a:spcPct val="125000"/>
                </a:lnSpc>
              </a:pPr>
              <a:r>
                <a: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动能、势能、动能定理、机械能</a:t>
              </a:r>
            </a:p>
            <a:p>
              <a:pPr eaLnBrk="1" hangingPunct="1">
                <a:lnSpc>
                  <a:spcPct val="125000"/>
                </a:lnSpc>
              </a:pPr>
              <a:r>
                <a:rPr kumimoji="1" lang="zh-CN" altLang="en-US">
                  <a:latin typeface="Times New Roman" panose="02020603050405020304" pitchFamily="18" charset="0"/>
                  <a:ea typeface="宋体" panose="02010600030101010101" pitchFamily="2" charset="-122"/>
                </a:rPr>
                <a:t>守恒定律。 </a:t>
              </a:r>
            </a:p>
          </p:txBody>
        </p:sp>
        <p:sp>
          <p:nvSpPr>
            <p:cNvPr id="498800" name="Line 112">
              <a:extLst>
                <a:ext uri="{FF2B5EF4-FFF2-40B4-BE49-F238E27FC236}">
                  <a16:creationId xmlns:a16="http://schemas.microsoft.com/office/drawing/2014/main" id="{5E5FEB1A-20E4-349C-2D51-922BF3A29F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480"/>
              <a:ext cx="181" cy="0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87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87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49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49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8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8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49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98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49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49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9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300"/>
                                        <p:tgtEl>
                                          <p:spTgt spid="49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8" dur="500"/>
                                        <p:tgtEl>
                                          <p:spTgt spid="49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300"/>
                                        <p:tgtEl>
                                          <p:spTgt spid="49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8" dur="500"/>
                                        <p:tgtEl>
                                          <p:spTgt spid="49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8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98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9" dur="500"/>
                                        <p:tgtEl>
                                          <p:spTgt spid="49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9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98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98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5" dur="500"/>
                                        <p:tgtEl>
                                          <p:spTgt spid="49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9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98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98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 autoUpdateAnimBg="0"/>
      <p:bldP spid="498774" grpId="0" animBg="1" autoUpdateAnimBg="0"/>
      <p:bldP spid="498775" grpId="0" build="p" autoUpdateAnimBg="0"/>
      <p:bldP spid="498776" grpId="0" autoUpdateAnimBg="0"/>
      <p:bldP spid="498777" grpId="0" animBg="1" autoUpdateAnimBg="0"/>
      <p:bldP spid="498778" grpId="0" animBg="1" autoUpdateAnimBg="0"/>
      <p:bldP spid="498779" grpId="0" autoUpdateAnimBg="0"/>
      <p:bldP spid="498780" grpId="0" animBg="1" autoUpdateAnimBg="0"/>
      <p:bldP spid="498781" grpId="0" autoUpdateAnimBg="0"/>
      <p:bldP spid="498794" grpId="0" autoUpdateAnimBg="0"/>
      <p:bldP spid="498795" grpId="0" autoUpdateAnimBg="0"/>
      <p:bldP spid="49879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>
            <a:extLst>
              <a:ext uri="{FF2B5EF4-FFF2-40B4-BE49-F238E27FC236}">
                <a16:creationId xmlns:a16="http://schemas.microsoft.com/office/drawing/2014/main" id="{1D51A4DD-809F-CC40-1819-CAAFDC796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25" y="1076325"/>
            <a:ext cx="5337175" cy="1830388"/>
          </a:xfrm>
          <a:prstGeom prst="rect">
            <a:avLst/>
          </a:prstGeom>
          <a:solidFill>
            <a:srgbClr val="0000CA">
              <a:alpha val="0"/>
            </a:srgbClr>
          </a:solidFill>
          <a:ln w="9525" algn="ctr">
            <a:solidFill>
              <a:srgbClr val="00CCFF">
                <a:alpha val="80000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520195" name="Text Box 3">
            <a:extLst>
              <a:ext uri="{FF2B5EF4-FFF2-40B4-BE49-F238E27FC236}">
                <a16:creationId xmlns:a16="http://schemas.microsoft.com/office/drawing/2014/main" id="{55538144-5E21-C9C4-394B-73D01E1F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428625"/>
            <a:ext cx="31559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3.1 </a:t>
            </a:r>
            <a:r>
              <a:rPr kumimoji="1" lang="zh-CN" altLang="en-US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功</a:t>
            </a:r>
            <a:endParaRPr kumimoji="1" lang="zh-CN" altLang="en-US" b="0">
              <a:solidFill>
                <a:srgbClr val="66FF33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20196" name="Text Box 4">
            <a:extLst>
              <a:ext uri="{FF2B5EF4-FFF2-40B4-BE49-F238E27FC236}">
                <a16:creationId xmlns:a16="http://schemas.microsoft.com/office/drawing/2014/main" id="{D15F5858-DC89-F3A2-F220-DBBF5E2BE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1817688"/>
            <a:ext cx="11239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恒力</a:t>
            </a:r>
            <a:endParaRPr kumimoji="1" lang="zh-CN" altLang="en-US" b="0"/>
          </a:p>
        </p:txBody>
      </p:sp>
      <p:sp>
        <p:nvSpPr>
          <p:cNvPr id="520197" name="Text Box 5">
            <a:extLst>
              <a:ext uri="{FF2B5EF4-FFF2-40B4-BE49-F238E27FC236}">
                <a16:creationId xmlns:a16="http://schemas.microsoft.com/office/drawing/2014/main" id="{CDF9F641-7267-C1CA-4529-9C60772AA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1638" y="2459038"/>
            <a:ext cx="234156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，路程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</a:t>
            </a:r>
            <a:r>
              <a:rPr kumimoji="1"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s</a:t>
            </a:r>
            <a:endParaRPr kumimoji="1" lang="en-US" altLang="zh-CN" i="1"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20198" name="Text Box 6">
            <a:extLst>
              <a:ext uri="{FF2B5EF4-FFF2-40B4-BE49-F238E27FC236}">
                <a16:creationId xmlns:a16="http://schemas.microsoft.com/office/drawing/2014/main" id="{95E5F1AB-15D0-E480-C6B0-54CFF38E0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2439988"/>
            <a:ext cx="15367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位移</a:t>
            </a:r>
          </a:p>
        </p:txBody>
      </p:sp>
      <p:sp>
        <p:nvSpPr>
          <p:cNvPr id="520199" name="Text Box 7">
            <a:extLst>
              <a:ext uri="{FF2B5EF4-FFF2-40B4-BE49-F238E27FC236}">
                <a16:creationId xmlns:a16="http://schemas.microsoft.com/office/drawing/2014/main" id="{DFDDD0A0-6C22-BBA7-1CF8-DA0D3D084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309938"/>
            <a:ext cx="1319212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功</a:t>
            </a:r>
            <a:endParaRPr kumimoji="1" lang="zh-CN" altLang="en-US" b="0"/>
          </a:p>
        </p:txBody>
      </p:sp>
      <p:sp>
        <p:nvSpPr>
          <p:cNvPr id="520200" name="Text Box 8">
            <a:extLst>
              <a:ext uri="{FF2B5EF4-FFF2-40B4-BE49-F238E27FC236}">
                <a16:creationId xmlns:a16="http://schemas.microsoft.com/office/drawing/2014/main" id="{38F8CE5F-ACE1-B6C3-1723-610EDBD9A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4918075"/>
            <a:ext cx="18256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功是标量</a:t>
            </a:r>
            <a:endParaRPr kumimoji="1" lang="zh-CN" altLang="en-US" b="0">
              <a:latin typeface="Times New Roman" pitchFamily="18" charset="0"/>
            </a:endParaRPr>
          </a:p>
        </p:txBody>
      </p:sp>
      <p:sp>
        <p:nvSpPr>
          <p:cNvPr id="520201" name="Text Box 9">
            <a:extLst>
              <a:ext uri="{FF2B5EF4-FFF2-40B4-BE49-F238E27FC236}">
                <a16:creationId xmlns:a16="http://schemas.microsoft.com/office/drawing/2014/main" id="{91F9EF95-B145-371B-3A0C-001EE02F0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5405438"/>
            <a:ext cx="33035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88900" indent="-88900">
              <a:spcBef>
                <a:spcPct val="50000"/>
              </a:spcBef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功有正功、负功之分</a:t>
            </a:r>
            <a:endParaRPr kumimoji="1" lang="zh-CN" altLang="en-US" b="0">
              <a:latin typeface="Times New Roman" pitchFamily="18" charset="0"/>
            </a:endParaRPr>
          </a:p>
        </p:txBody>
      </p:sp>
      <p:sp>
        <p:nvSpPr>
          <p:cNvPr id="520202" name="Text Box 10">
            <a:extLst>
              <a:ext uri="{FF2B5EF4-FFF2-40B4-BE49-F238E27FC236}">
                <a16:creationId xmlns:a16="http://schemas.microsoft.com/office/drawing/2014/main" id="{5DC87283-A697-E4FD-BBE0-DA76F3BC3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0150" y="5395913"/>
            <a:ext cx="37369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，功的正负功取决于</a:t>
            </a:r>
            <a:r>
              <a:rPr kumimoji="1" lang="zh-CN" altLang="en-US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</a:t>
            </a:r>
            <a:r>
              <a:rPr kumimoji="1" lang="zh-CN" altLang="en-US" i="1">
                <a:effectLst>
                  <a:outerShdw blurRad="38100" dist="38100" dir="2700000" algn="tl">
                    <a:srgbClr val="000000"/>
                  </a:outerShdw>
                </a:effectLst>
                <a:sym typeface="Symbol" pitchFamily="18" charset="2"/>
              </a:rPr>
              <a:t>。</a:t>
            </a:r>
            <a:endParaRPr kumimoji="1" lang="zh-CN" altLang="en-US" i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20203" name="Text Box 11">
            <a:extLst>
              <a:ext uri="{FF2B5EF4-FFF2-40B4-BE49-F238E27FC236}">
                <a16:creationId xmlns:a16="http://schemas.microsoft.com/office/drawing/2014/main" id="{2BAEF398-D1C3-EAE8-4658-40183056A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1096963"/>
            <a:ext cx="18351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</a:t>
            </a:r>
            <a:r>
              <a:rPr kumimoji="1" lang="zh-CN" altLang="en-US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恒力的功</a:t>
            </a:r>
            <a:endParaRPr kumimoji="1" lang="zh-CN" altLang="en-US" b="0">
              <a:solidFill>
                <a:srgbClr val="FFCC00"/>
              </a:solidFill>
            </a:endParaRPr>
          </a:p>
        </p:txBody>
      </p:sp>
      <p:graphicFrame>
        <p:nvGraphicFramePr>
          <p:cNvPr id="520204" name="Object 12">
            <a:extLst>
              <a:ext uri="{FF2B5EF4-FFF2-40B4-BE49-F238E27FC236}">
                <a16:creationId xmlns:a16="http://schemas.microsoft.com/office/drawing/2014/main" id="{ED66B0DB-F93B-F3B5-0A1E-999CEDDF6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0650" y="1912938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1304" imgH="289782" progId="Equation.3">
                  <p:embed/>
                </p:oleObj>
              </mc:Choice>
              <mc:Fallback>
                <p:oleObj name="公式" r:id="rId2" imgW="251304" imgH="28978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1912938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5" name="Object 13">
            <a:extLst>
              <a:ext uri="{FF2B5EF4-FFF2-40B4-BE49-F238E27FC236}">
                <a16:creationId xmlns:a16="http://schemas.microsoft.com/office/drawing/2014/main" id="{DE3C6487-19EC-189C-EC49-C1FAB5D465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5250" y="2541588"/>
          <a:ext cx="381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65760" imgH="251377" progId="Equation.3">
                  <p:embed/>
                </p:oleObj>
              </mc:Choice>
              <mc:Fallback>
                <p:oleObj name="公式" r:id="rId4" imgW="365760" imgH="25137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2541588"/>
                        <a:ext cx="3810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6" name="Object 14">
            <a:extLst>
              <a:ext uri="{FF2B5EF4-FFF2-40B4-BE49-F238E27FC236}">
                <a16:creationId xmlns:a16="http://schemas.microsoft.com/office/drawing/2014/main" id="{6710517E-0F0E-D908-8C12-E97CFC0C97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5200" y="3473450"/>
          <a:ext cx="195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43256" imgH="327688" progId="Equation.3">
                  <p:embed/>
                </p:oleObj>
              </mc:Choice>
              <mc:Fallback>
                <p:oleObj name="公式" r:id="rId6" imgW="1943256" imgH="32768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3473450"/>
                        <a:ext cx="1955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7" name="Object 15">
            <a:extLst>
              <a:ext uri="{FF2B5EF4-FFF2-40B4-BE49-F238E27FC236}">
                <a16:creationId xmlns:a16="http://schemas.microsoft.com/office/drawing/2014/main" id="{538079D4-F865-9663-3C6C-433FD80BD9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8625" y="3443288"/>
          <a:ext cx="1536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524249" imgH="388537" progId="Equation.3">
                  <p:embed/>
                </p:oleObj>
              </mc:Choice>
              <mc:Fallback>
                <p:oleObj name="公式" r:id="rId8" imgW="1524249" imgH="38853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8625" y="3443288"/>
                        <a:ext cx="1536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208" name="Object 16">
            <a:extLst>
              <a:ext uri="{FF2B5EF4-FFF2-40B4-BE49-F238E27FC236}">
                <a16:creationId xmlns:a16="http://schemas.microsoft.com/office/drawing/2014/main" id="{14B15A89-303A-1B60-AF22-464C7C4EC1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1550" y="4013200"/>
          <a:ext cx="12700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57518" imgH="289782" progId="Equation.3">
                  <p:embed/>
                </p:oleObj>
              </mc:Choice>
              <mc:Fallback>
                <p:oleObj name="公式" r:id="rId10" imgW="1257518" imgH="289782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4013200"/>
                        <a:ext cx="12700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>
            <a:extLst>
              <a:ext uri="{FF2B5EF4-FFF2-40B4-BE49-F238E27FC236}">
                <a16:creationId xmlns:a16="http://schemas.microsoft.com/office/drawing/2014/main" id="{80A7448C-BA8B-1EAE-E5D8-275D59F8A90C}"/>
              </a:ext>
            </a:extLst>
          </p:cNvPr>
          <p:cNvGrpSpPr>
            <a:grpSpLocks/>
          </p:cNvGrpSpPr>
          <p:nvPr/>
        </p:nvGrpSpPr>
        <p:grpSpPr bwMode="auto">
          <a:xfrm>
            <a:off x="4381500" y="2108200"/>
            <a:ext cx="3048000" cy="698500"/>
            <a:chOff x="2624" y="960"/>
            <a:chExt cx="1920" cy="440"/>
          </a:xfrm>
        </p:grpSpPr>
        <p:sp>
          <p:nvSpPr>
            <p:cNvPr id="520210" name="Line 18">
              <a:extLst>
                <a:ext uri="{FF2B5EF4-FFF2-40B4-BE49-F238E27FC236}">
                  <a16:creationId xmlns:a16="http://schemas.microsoft.com/office/drawing/2014/main" id="{455F65D5-2E36-7695-6369-F17627CB62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960"/>
              <a:ext cx="0" cy="32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11" name="Line 19">
              <a:extLst>
                <a:ext uri="{FF2B5EF4-FFF2-40B4-BE49-F238E27FC236}">
                  <a16:creationId xmlns:a16="http://schemas.microsoft.com/office/drawing/2014/main" id="{43535054-C3F8-A27B-9FB5-F7E2D0A1D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976"/>
              <a:ext cx="0" cy="328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12" name="Line 20">
              <a:extLst>
                <a:ext uri="{FF2B5EF4-FFF2-40B4-BE49-F238E27FC236}">
                  <a16:creationId xmlns:a16="http://schemas.microsoft.com/office/drawing/2014/main" id="{C4556B3F-1CE0-EA14-BF9A-2C733E9AE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2" y="1208"/>
              <a:ext cx="19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382" name="Object 21">
              <a:extLst>
                <a:ext uri="{FF2B5EF4-FFF2-40B4-BE49-F238E27FC236}">
                  <a16:creationId xmlns:a16="http://schemas.microsoft.com/office/drawing/2014/main" id="{6FF31154-6554-8FF5-743D-1270CD91E2D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3" y="1239"/>
            <a:ext cx="231" cy="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441898" imgH="304745" progId="Equation.3">
                    <p:embed/>
                  </p:oleObj>
                </mc:Choice>
                <mc:Fallback>
                  <p:oleObj name="公式" r:id="rId12" imgW="441898" imgH="30474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3" y="1239"/>
                          <a:ext cx="231" cy="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B7D20910-BDB1-D4A6-655E-53E1FEED38C3}"/>
              </a:ext>
            </a:extLst>
          </p:cNvPr>
          <p:cNvGrpSpPr>
            <a:grpSpLocks/>
          </p:cNvGrpSpPr>
          <p:nvPr/>
        </p:nvGrpSpPr>
        <p:grpSpPr bwMode="auto">
          <a:xfrm>
            <a:off x="4991100" y="1898650"/>
            <a:ext cx="571500" cy="227013"/>
            <a:chOff x="3008" y="828"/>
            <a:chExt cx="360" cy="143"/>
          </a:xfrm>
        </p:grpSpPr>
        <p:sp>
          <p:nvSpPr>
            <p:cNvPr id="520215" name="Line 23">
              <a:extLst>
                <a:ext uri="{FF2B5EF4-FFF2-40B4-BE49-F238E27FC236}">
                  <a16:creationId xmlns:a16="http://schemas.microsoft.com/office/drawing/2014/main" id="{420FA19D-D1DF-8159-A8F1-7B23F48EBE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8" y="960"/>
              <a:ext cx="36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376" name="Group 24">
              <a:extLst>
                <a:ext uri="{FF2B5EF4-FFF2-40B4-BE49-F238E27FC236}">
                  <a16:creationId xmlns:a16="http://schemas.microsoft.com/office/drawing/2014/main" id="{BBA88589-3E55-86C0-0CBD-D7E386853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8" y="828"/>
              <a:ext cx="201" cy="143"/>
              <a:chOff x="3128" y="828"/>
              <a:chExt cx="201" cy="143"/>
            </a:xfrm>
          </p:grpSpPr>
          <p:graphicFrame>
            <p:nvGraphicFramePr>
              <p:cNvPr id="11377" name="Object 25">
                <a:extLst>
                  <a:ext uri="{FF2B5EF4-FFF2-40B4-BE49-F238E27FC236}">
                    <a16:creationId xmlns:a16="http://schemas.microsoft.com/office/drawing/2014/main" id="{F2B789FB-4CAF-F2BB-44B9-8687110E0D3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25" y="828"/>
              <a:ext cx="104" cy="1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228413" imgH="312226" progId="Equation.3">
                      <p:embed/>
                    </p:oleObj>
                  </mc:Choice>
                  <mc:Fallback>
                    <p:oleObj name="公式" r:id="rId14" imgW="228413" imgH="312226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5" y="828"/>
                            <a:ext cx="104" cy="14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20218" name="Arc 26">
                <a:extLst>
                  <a:ext uri="{FF2B5EF4-FFF2-40B4-BE49-F238E27FC236}">
                    <a16:creationId xmlns:a16="http://schemas.microsoft.com/office/drawing/2014/main" id="{ACA5334A-B403-E515-B360-960DFE8B8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" y="888"/>
                <a:ext cx="56" cy="72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sp>
        <p:nvSpPr>
          <p:cNvPr id="520219" name="Text Box 27">
            <a:extLst>
              <a:ext uri="{FF2B5EF4-FFF2-40B4-BE49-F238E27FC236}">
                <a16:creationId xmlns:a16="http://schemas.microsoft.com/office/drawing/2014/main" id="{9D4BB1EA-E799-4841-011E-BE3AFB367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1833563"/>
            <a:ext cx="216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/>
              <a:t>，夹角</a:t>
            </a:r>
            <a:r>
              <a:rPr kumimoji="1" lang="el-GR" altLang="zh-CN" i="1">
                <a:solidFill>
                  <a:srgbClr val="FFC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kumimoji="1" lang="zh-CN" altLang="el-GR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0220" name="Rectangle 28">
            <a:extLst>
              <a:ext uri="{FF2B5EF4-FFF2-40B4-BE49-F238E27FC236}">
                <a16:creationId xmlns:a16="http://schemas.microsoft.com/office/drawing/2014/main" id="{DF17D5D3-FEFD-9486-CAC5-47F33B8B7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5926138"/>
            <a:ext cx="7342188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Clr>
                <a:srgbClr val="FF9900"/>
              </a:buClr>
              <a:buSzPct val="80000"/>
              <a:buFont typeface="Wingdings" pitchFamily="2" charset="2"/>
              <a:buChar char="l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力对物体作负功，也可以说物体反抗外力作功。</a:t>
            </a:r>
          </a:p>
        </p:txBody>
      </p:sp>
      <p:graphicFrame>
        <p:nvGraphicFramePr>
          <p:cNvPr id="520221" name="Object 29">
            <a:extLst>
              <a:ext uri="{FF2B5EF4-FFF2-40B4-BE49-F238E27FC236}">
                <a16:creationId xmlns:a16="http://schemas.microsoft.com/office/drawing/2014/main" id="{CB2B4D1D-654C-1F3F-479E-0B38411468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4350" y="1635125"/>
          <a:ext cx="228600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05049" imgH="228434" progId="Equation.3">
                  <p:embed/>
                </p:oleObj>
              </mc:Choice>
              <mc:Fallback>
                <p:oleObj name="公式" r:id="rId16" imgW="305049" imgH="228434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1635125"/>
                        <a:ext cx="228600" cy="17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0">
            <a:extLst>
              <a:ext uri="{FF2B5EF4-FFF2-40B4-BE49-F238E27FC236}">
                <a16:creationId xmlns:a16="http://schemas.microsoft.com/office/drawing/2014/main" id="{EEA3CEA2-BADE-55E3-636B-038DDB2E245B}"/>
              </a:ext>
            </a:extLst>
          </p:cNvPr>
          <p:cNvGrpSpPr>
            <a:grpSpLocks/>
          </p:cNvGrpSpPr>
          <p:nvPr/>
        </p:nvGrpSpPr>
        <p:grpSpPr bwMode="auto">
          <a:xfrm>
            <a:off x="3875088" y="1830388"/>
            <a:ext cx="1016000" cy="554037"/>
            <a:chOff x="1809" y="1241"/>
            <a:chExt cx="640" cy="349"/>
          </a:xfrm>
        </p:grpSpPr>
        <p:sp>
          <p:nvSpPr>
            <p:cNvPr id="520223" name="Freeform 31">
              <a:extLst>
                <a:ext uri="{FF2B5EF4-FFF2-40B4-BE49-F238E27FC236}">
                  <a16:creationId xmlns:a16="http://schemas.microsoft.com/office/drawing/2014/main" id="{FBEC7B32-6F30-DDA2-64CD-50ABE0ACB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346"/>
              <a:ext cx="58" cy="2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5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A649"/>
            </a:solidFill>
            <a:ln w="9525" cmpd="sng">
              <a:solidFill>
                <a:srgbClr val="00CC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24" name="Rectangle 32">
              <a:extLst>
                <a:ext uri="{FF2B5EF4-FFF2-40B4-BE49-F238E27FC236}">
                  <a16:creationId xmlns:a16="http://schemas.microsoft.com/office/drawing/2014/main" id="{53BCB02E-B059-AC5E-F84C-111FE4F4C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323"/>
              <a:ext cx="581" cy="23"/>
            </a:xfrm>
            <a:prstGeom prst="rect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25" name="Rectangle 33">
              <a:extLst>
                <a:ext uri="{FF2B5EF4-FFF2-40B4-BE49-F238E27FC236}">
                  <a16:creationId xmlns:a16="http://schemas.microsoft.com/office/drawing/2014/main" id="{790790DF-3B21-A91A-2D68-E0A20607F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1265"/>
              <a:ext cx="12" cy="127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26" name="Rectangle 34">
              <a:extLst>
                <a:ext uri="{FF2B5EF4-FFF2-40B4-BE49-F238E27FC236}">
                  <a16:creationId xmlns:a16="http://schemas.microsoft.com/office/drawing/2014/main" id="{2A59AB14-9086-9529-EAA4-28D12E9CC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3" y="1265"/>
              <a:ext cx="12" cy="127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27" name="Rectangle 35">
              <a:extLst>
                <a:ext uri="{FF2B5EF4-FFF2-40B4-BE49-F238E27FC236}">
                  <a16:creationId xmlns:a16="http://schemas.microsoft.com/office/drawing/2014/main" id="{02D89292-B517-E3FD-74EB-EC86606F7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4" y="1265"/>
              <a:ext cx="23" cy="127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28" name="Freeform 36">
              <a:extLst>
                <a:ext uri="{FF2B5EF4-FFF2-40B4-BE49-F238E27FC236}">
                  <a16:creationId xmlns:a16="http://schemas.microsoft.com/office/drawing/2014/main" id="{03E77BAA-D0E7-F817-0D34-3E092EE59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439"/>
              <a:ext cx="151" cy="70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6" y="6"/>
                </a:cxn>
                <a:cxn ang="0">
                  <a:pos x="0" y="0"/>
                </a:cxn>
                <a:cxn ang="0">
                  <a:pos x="13" y="0"/>
                </a:cxn>
              </a:cxnLst>
              <a:rect l="0" t="0" r="r" b="b"/>
              <a:pathLst>
                <a:path w="13" h="6">
                  <a:moveTo>
                    <a:pt x="13" y="0"/>
                  </a:moveTo>
                  <a:cubicBezTo>
                    <a:pt x="12" y="3"/>
                    <a:pt x="10" y="6"/>
                    <a:pt x="6" y="6"/>
                  </a:cubicBezTo>
                  <a:cubicBezTo>
                    <a:pt x="3" y="6"/>
                    <a:pt x="1" y="3"/>
                    <a:pt x="0" y="0"/>
                  </a:cubicBezTo>
                  <a:lnTo>
                    <a:pt x="13" y="0"/>
                  </a:lnTo>
                  <a:close/>
                </a:path>
              </a:pathLst>
            </a:custGeom>
            <a:solidFill>
              <a:srgbClr val="00A649"/>
            </a:solidFill>
            <a:ln w="0">
              <a:solidFill>
                <a:srgbClr val="24211D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29" name="Rectangle 37">
              <a:extLst>
                <a:ext uri="{FF2B5EF4-FFF2-40B4-BE49-F238E27FC236}">
                  <a16:creationId xmlns:a16="http://schemas.microsoft.com/office/drawing/2014/main" id="{AA436499-BDE7-38D4-05F6-7A56B6CE6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241"/>
              <a:ext cx="581" cy="24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0" name="Rectangle 38">
              <a:extLst>
                <a:ext uri="{FF2B5EF4-FFF2-40B4-BE49-F238E27FC236}">
                  <a16:creationId xmlns:a16="http://schemas.microsoft.com/office/drawing/2014/main" id="{C3B990A9-4A45-7B73-E026-8940AE76B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1288"/>
              <a:ext cx="581" cy="11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1" name="Rectangle 39">
              <a:extLst>
                <a:ext uri="{FF2B5EF4-FFF2-40B4-BE49-F238E27FC236}">
                  <a16:creationId xmlns:a16="http://schemas.microsoft.com/office/drawing/2014/main" id="{C318EA6F-9ABB-770E-BC60-CD25BF6DD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1369"/>
              <a:ext cx="581" cy="12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2" name="Rectangle 40">
              <a:extLst>
                <a:ext uri="{FF2B5EF4-FFF2-40B4-BE49-F238E27FC236}">
                  <a16:creationId xmlns:a16="http://schemas.microsoft.com/office/drawing/2014/main" id="{58831B4B-95D4-0934-8BAD-01983EF7A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" y="1288"/>
              <a:ext cx="11" cy="104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3" name="Rectangle 41">
              <a:extLst>
                <a:ext uri="{FF2B5EF4-FFF2-40B4-BE49-F238E27FC236}">
                  <a16:creationId xmlns:a16="http://schemas.microsoft.com/office/drawing/2014/main" id="{3F952374-0D7D-C587-BDD0-5814FA612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7" y="1288"/>
              <a:ext cx="11" cy="104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4" name="Rectangle 42">
              <a:extLst>
                <a:ext uri="{FF2B5EF4-FFF2-40B4-BE49-F238E27FC236}">
                  <a16:creationId xmlns:a16="http://schemas.microsoft.com/office/drawing/2014/main" id="{BC80C8A0-AA8B-BA81-7805-DA1388349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7" y="1288"/>
              <a:ext cx="24" cy="104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5" name="Freeform 43">
              <a:extLst>
                <a:ext uri="{FF2B5EF4-FFF2-40B4-BE49-F238E27FC236}">
                  <a16:creationId xmlns:a16="http://schemas.microsoft.com/office/drawing/2014/main" id="{C1C3C6D2-6A15-16C8-8BAA-10A715F37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265"/>
              <a:ext cx="58" cy="2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5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A649"/>
            </a:solidFill>
            <a:ln w="9525" cmpd="sng">
              <a:solidFill>
                <a:srgbClr val="00CC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6" name="Oval 44">
              <a:extLst>
                <a:ext uri="{FF2B5EF4-FFF2-40B4-BE49-F238E27FC236}">
                  <a16:creationId xmlns:a16="http://schemas.microsoft.com/office/drawing/2014/main" id="{48EA7FBD-3098-E37D-BCA6-D57BDA9EB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1" y="1392"/>
              <a:ext cx="81" cy="82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7" name="Oval 45">
              <a:extLst>
                <a:ext uri="{FF2B5EF4-FFF2-40B4-BE49-F238E27FC236}">
                  <a16:creationId xmlns:a16="http://schemas.microsoft.com/office/drawing/2014/main" id="{804DB3B0-3EFC-A550-D0A9-E0C52F774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4" y="1416"/>
              <a:ext cx="23" cy="23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8" name="Oval 46">
              <a:extLst>
                <a:ext uri="{FF2B5EF4-FFF2-40B4-BE49-F238E27FC236}">
                  <a16:creationId xmlns:a16="http://schemas.microsoft.com/office/drawing/2014/main" id="{5FA165F1-BEE9-75A2-D3FB-F73E0C978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" y="1439"/>
              <a:ext cx="139" cy="151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39" name="Oval 47">
              <a:extLst>
                <a:ext uri="{FF2B5EF4-FFF2-40B4-BE49-F238E27FC236}">
                  <a16:creationId xmlns:a16="http://schemas.microsoft.com/office/drawing/2014/main" id="{0FD10E26-FE1F-C5A3-C178-948DC1319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9" y="1474"/>
              <a:ext cx="93" cy="81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40" name="Oval 48">
              <a:extLst>
                <a:ext uri="{FF2B5EF4-FFF2-40B4-BE49-F238E27FC236}">
                  <a16:creationId xmlns:a16="http://schemas.microsoft.com/office/drawing/2014/main" id="{4ECF9E4F-B02D-6A06-CE19-838F239A6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4" y="1509"/>
              <a:ext cx="23" cy="23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41" name="Oval 49">
              <a:extLst>
                <a:ext uri="{FF2B5EF4-FFF2-40B4-BE49-F238E27FC236}">
                  <a16:creationId xmlns:a16="http://schemas.microsoft.com/office/drawing/2014/main" id="{E07F7E59-EAF9-4557-0246-9E81EF9A9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1439"/>
              <a:ext cx="140" cy="151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42" name="Oval 50">
              <a:extLst>
                <a:ext uri="{FF2B5EF4-FFF2-40B4-BE49-F238E27FC236}">
                  <a16:creationId xmlns:a16="http://schemas.microsoft.com/office/drawing/2014/main" id="{2F463F36-5858-E72D-867B-351EBE72B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" y="1474"/>
              <a:ext cx="93" cy="81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43" name="Oval 51">
              <a:extLst>
                <a:ext uri="{FF2B5EF4-FFF2-40B4-BE49-F238E27FC236}">
                  <a16:creationId xmlns:a16="http://schemas.microsoft.com/office/drawing/2014/main" id="{22D66600-C8F7-CDB9-35CD-8642BE7C5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7" y="1509"/>
              <a:ext cx="24" cy="23"/>
            </a:xfrm>
            <a:prstGeom prst="ellipse">
              <a:avLst/>
            </a:prstGeom>
            <a:solidFill>
              <a:srgbClr val="00A649"/>
            </a:solidFill>
            <a:ln w="0">
              <a:solidFill>
                <a:srgbClr val="24211D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244" name="Rectangle 52">
              <a:extLst>
                <a:ext uri="{FF2B5EF4-FFF2-40B4-BE49-F238E27FC236}">
                  <a16:creationId xmlns:a16="http://schemas.microsoft.com/office/drawing/2014/main" id="{F9F6A4BF-F997-CFDD-0E9F-897DBB3DC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1392"/>
              <a:ext cx="640" cy="47"/>
            </a:xfrm>
            <a:prstGeom prst="rect">
              <a:avLst/>
            </a:prstGeom>
            <a:solidFill>
              <a:srgbClr val="00A649"/>
            </a:solidFill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" name="Group 53">
            <a:extLst>
              <a:ext uri="{FF2B5EF4-FFF2-40B4-BE49-F238E27FC236}">
                <a16:creationId xmlns:a16="http://schemas.microsoft.com/office/drawing/2014/main" id="{EF3C45E3-27D7-6D3A-2501-110D01D38A04}"/>
              </a:ext>
            </a:extLst>
          </p:cNvPr>
          <p:cNvGrpSpPr>
            <a:grpSpLocks/>
          </p:cNvGrpSpPr>
          <p:nvPr/>
        </p:nvGrpSpPr>
        <p:grpSpPr bwMode="auto">
          <a:xfrm>
            <a:off x="6902450" y="1812925"/>
            <a:ext cx="1531938" cy="571500"/>
            <a:chOff x="4348" y="1142"/>
            <a:chExt cx="965" cy="360"/>
          </a:xfrm>
        </p:grpSpPr>
        <p:sp>
          <p:nvSpPr>
            <p:cNvPr id="520246" name="Line 54">
              <a:extLst>
                <a:ext uri="{FF2B5EF4-FFF2-40B4-BE49-F238E27FC236}">
                  <a16:creationId xmlns:a16="http://schemas.microsoft.com/office/drawing/2014/main" id="{34D182DC-176A-230C-8B11-7BB456AB1D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7" y="1142"/>
              <a:ext cx="326" cy="197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330" name="Group 55">
              <a:extLst>
                <a:ext uri="{FF2B5EF4-FFF2-40B4-BE49-F238E27FC236}">
                  <a16:creationId xmlns:a16="http://schemas.microsoft.com/office/drawing/2014/main" id="{5BA25547-101F-4364-45A2-98F62F71DD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8" y="1153"/>
              <a:ext cx="639" cy="349"/>
              <a:chOff x="3716" y="1241"/>
              <a:chExt cx="639" cy="349"/>
            </a:xfrm>
          </p:grpSpPr>
          <p:sp>
            <p:nvSpPr>
              <p:cNvPr id="520248" name="Freeform 56">
                <a:extLst>
                  <a:ext uri="{FF2B5EF4-FFF2-40B4-BE49-F238E27FC236}">
                    <a16:creationId xmlns:a16="http://schemas.microsoft.com/office/drawing/2014/main" id="{D95A91FF-4370-9AAE-6D1D-CD2DA8740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2" y="1346"/>
                <a:ext cx="70" cy="2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6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A649"/>
              </a:solidFill>
              <a:ln w="0">
                <a:solidFill>
                  <a:srgbClr val="716F6E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49" name="Rectangle 57">
                <a:extLst>
                  <a:ext uri="{FF2B5EF4-FFF2-40B4-BE49-F238E27FC236}">
                    <a16:creationId xmlns:a16="http://schemas.microsoft.com/office/drawing/2014/main" id="{9B518557-4B47-D6DD-1505-AED5067D72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4" y="1323"/>
                <a:ext cx="570" cy="23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0" name="Rectangle 58">
                <a:extLst>
                  <a:ext uri="{FF2B5EF4-FFF2-40B4-BE49-F238E27FC236}">
                    <a16:creationId xmlns:a16="http://schemas.microsoft.com/office/drawing/2014/main" id="{32DC5367-E52B-37B2-C31D-C9D4BCC82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9" y="1265"/>
                <a:ext cx="11" cy="127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1" name="Rectangle 59">
                <a:extLst>
                  <a:ext uri="{FF2B5EF4-FFF2-40B4-BE49-F238E27FC236}">
                    <a16:creationId xmlns:a16="http://schemas.microsoft.com/office/drawing/2014/main" id="{D8455766-95D5-C469-9371-0DD769A4B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0" y="1265"/>
                <a:ext cx="23" cy="127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2" name="Rectangle 60">
                <a:extLst>
                  <a:ext uri="{FF2B5EF4-FFF2-40B4-BE49-F238E27FC236}">
                    <a16:creationId xmlns:a16="http://schemas.microsoft.com/office/drawing/2014/main" id="{215C0351-9B80-6725-6BE2-F1229E40F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2" y="1265"/>
                <a:ext cx="12" cy="127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3" name="Freeform 61">
                <a:extLst>
                  <a:ext uri="{FF2B5EF4-FFF2-40B4-BE49-F238E27FC236}">
                    <a16:creationId xmlns:a16="http://schemas.microsoft.com/office/drawing/2014/main" id="{ABDAF01C-44CF-B1D1-14A6-4B6605F7F4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439"/>
                <a:ext cx="139" cy="70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6" y="6"/>
                  </a:cxn>
                  <a:cxn ang="0">
                    <a:pos x="0" y="0"/>
                  </a:cxn>
                  <a:cxn ang="0">
                    <a:pos x="12" y="0"/>
                  </a:cxn>
                </a:cxnLst>
                <a:rect l="0" t="0" r="r" b="b"/>
                <a:pathLst>
                  <a:path w="12" h="6">
                    <a:moveTo>
                      <a:pt x="12" y="0"/>
                    </a:moveTo>
                    <a:cubicBezTo>
                      <a:pt x="12" y="3"/>
                      <a:pt x="9" y="6"/>
                      <a:pt x="6" y="6"/>
                    </a:cubicBezTo>
                    <a:cubicBezTo>
                      <a:pt x="3" y="6"/>
                      <a:pt x="0" y="3"/>
                      <a:pt x="0" y="0"/>
                    </a:cubicBez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A649"/>
              </a:solidFill>
              <a:ln w="0">
                <a:solidFill>
                  <a:srgbClr val="716F6E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4" name="Rectangle 62">
                <a:extLst>
                  <a:ext uri="{FF2B5EF4-FFF2-40B4-BE49-F238E27FC236}">
                    <a16:creationId xmlns:a16="http://schemas.microsoft.com/office/drawing/2014/main" id="{2F90AD7D-FC43-516D-2C3D-0790EC9CE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4" y="1241"/>
                <a:ext cx="570" cy="24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5" name="Rectangle 63">
                <a:extLst>
                  <a:ext uri="{FF2B5EF4-FFF2-40B4-BE49-F238E27FC236}">
                    <a16:creationId xmlns:a16="http://schemas.microsoft.com/office/drawing/2014/main" id="{A5621691-03FB-A2F6-C59D-39A028393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7" y="1288"/>
                <a:ext cx="570" cy="11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6" name="Rectangle 64">
                <a:extLst>
                  <a:ext uri="{FF2B5EF4-FFF2-40B4-BE49-F238E27FC236}">
                    <a16:creationId xmlns:a16="http://schemas.microsoft.com/office/drawing/2014/main" id="{D2BB58F7-B443-DC1C-888B-86F95BBF4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7" y="1369"/>
                <a:ext cx="570" cy="12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7" name="Rectangle 65">
                <a:extLst>
                  <a:ext uri="{FF2B5EF4-FFF2-40B4-BE49-F238E27FC236}">
                    <a16:creationId xmlns:a16="http://schemas.microsoft.com/office/drawing/2014/main" id="{741608FF-0665-EC5E-4F2C-43299E656A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2" y="1288"/>
                <a:ext cx="12" cy="104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8" name="Rectangle 66">
                <a:extLst>
                  <a:ext uri="{FF2B5EF4-FFF2-40B4-BE49-F238E27FC236}">
                    <a16:creationId xmlns:a16="http://schemas.microsoft.com/office/drawing/2014/main" id="{4E441079-2A03-AD80-23A7-2F28C2C35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3" y="1288"/>
                <a:ext cx="23" cy="104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59" name="Rectangle 67">
                <a:extLst>
                  <a:ext uri="{FF2B5EF4-FFF2-40B4-BE49-F238E27FC236}">
                    <a16:creationId xmlns:a16="http://schemas.microsoft.com/office/drawing/2014/main" id="{EEE738BD-EBCF-0D00-2C54-2181D8AE2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288"/>
                <a:ext cx="11" cy="104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0" name="Freeform 68">
                <a:extLst>
                  <a:ext uri="{FF2B5EF4-FFF2-40B4-BE49-F238E27FC236}">
                    <a16:creationId xmlns:a16="http://schemas.microsoft.com/office/drawing/2014/main" id="{0BB388EB-9087-B3FB-A8B6-1970F57DBE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2" y="1265"/>
                <a:ext cx="70" cy="2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0"/>
                  </a:cxn>
                  <a:cxn ang="0">
                    <a:pos x="1" y="2"/>
                  </a:cxn>
                  <a:cxn ang="0">
                    <a:pos x="0" y="2"/>
                  </a:cxn>
                  <a:cxn ang="0">
                    <a:pos x="4" y="0"/>
                  </a:cxn>
                </a:cxnLst>
                <a:rect l="0" t="0" r="r" b="b"/>
                <a:pathLst>
                  <a:path w="6" h="2">
                    <a:moveTo>
                      <a:pt x="4" y="0"/>
                    </a:moveTo>
                    <a:lnTo>
                      <a:pt x="6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00A649"/>
              </a:solidFill>
              <a:ln w="0">
                <a:solidFill>
                  <a:srgbClr val="716F6E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1" name="Oval 69">
                <a:extLst>
                  <a:ext uri="{FF2B5EF4-FFF2-40B4-BE49-F238E27FC236}">
                    <a16:creationId xmlns:a16="http://schemas.microsoft.com/office/drawing/2014/main" id="{4AE5B3BA-4B8E-AE9C-3482-95760F503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7" y="1392"/>
                <a:ext cx="93" cy="82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2" name="Oval 70">
                <a:extLst>
                  <a:ext uri="{FF2B5EF4-FFF2-40B4-BE49-F238E27FC236}">
                    <a16:creationId xmlns:a16="http://schemas.microsoft.com/office/drawing/2014/main" id="{2C921D1A-B7A0-6C39-2DD4-334572542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2" y="1416"/>
                <a:ext cx="23" cy="23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3" name="Oval 71">
                <a:extLst>
                  <a:ext uri="{FF2B5EF4-FFF2-40B4-BE49-F238E27FC236}">
                    <a16:creationId xmlns:a16="http://schemas.microsoft.com/office/drawing/2014/main" id="{7C992EE6-680E-CCDC-8B36-F2B47E986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2" y="1439"/>
                <a:ext cx="140" cy="151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4" name="Oval 72">
                <a:extLst>
                  <a:ext uri="{FF2B5EF4-FFF2-40B4-BE49-F238E27FC236}">
                    <a16:creationId xmlns:a16="http://schemas.microsoft.com/office/drawing/2014/main" id="{51CA995B-8D39-13A6-9003-39450F008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474"/>
                <a:ext cx="93" cy="81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5" name="Oval 73">
                <a:extLst>
                  <a:ext uri="{FF2B5EF4-FFF2-40B4-BE49-F238E27FC236}">
                    <a16:creationId xmlns:a16="http://schemas.microsoft.com/office/drawing/2014/main" id="{987BB1CA-A769-952D-2AE8-CA5895C1A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1" y="1509"/>
                <a:ext cx="23" cy="23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6" name="Oval 74">
                <a:extLst>
                  <a:ext uri="{FF2B5EF4-FFF2-40B4-BE49-F238E27FC236}">
                    <a16:creationId xmlns:a16="http://schemas.microsoft.com/office/drawing/2014/main" id="{427505A5-0996-5A8A-B188-331637B06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6" y="1439"/>
                <a:ext cx="139" cy="151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7" name="Oval 75">
                <a:extLst>
                  <a:ext uri="{FF2B5EF4-FFF2-40B4-BE49-F238E27FC236}">
                    <a16:creationId xmlns:a16="http://schemas.microsoft.com/office/drawing/2014/main" id="{69E5AD11-D695-DEF9-CA6D-BC7F44E9C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9" y="1474"/>
                <a:ext cx="93" cy="81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8" name="Oval 76">
                <a:extLst>
                  <a:ext uri="{FF2B5EF4-FFF2-40B4-BE49-F238E27FC236}">
                    <a16:creationId xmlns:a16="http://schemas.microsoft.com/office/drawing/2014/main" id="{452D2AA4-ECE4-FC9A-EA7B-DDFE1A158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4" y="1509"/>
                <a:ext cx="23" cy="23"/>
              </a:xfrm>
              <a:prstGeom prst="ellipse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69" name="Rectangle 77">
                <a:extLst>
                  <a:ext uri="{FF2B5EF4-FFF2-40B4-BE49-F238E27FC236}">
                    <a16:creationId xmlns:a16="http://schemas.microsoft.com/office/drawing/2014/main" id="{2167B3EB-C5BE-DCF3-CA33-BB0EBD354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6" y="1392"/>
                <a:ext cx="639" cy="47"/>
              </a:xfrm>
              <a:prstGeom prst="rect">
                <a:avLst/>
              </a:prstGeom>
              <a:solidFill>
                <a:srgbClr val="00A649"/>
              </a:solidFill>
              <a:ln w="0">
                <a:solidFill>
                  <a:srgbClr val="716F6E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8" name="Group 78">
            <a:extLst>
              <a:ext uri="{FF2B5EF4-FFF2-40B4-BE49-F238E27FC236}">
                <a16:creationId xmlns:a16="http://schemas.microsoft.com/office/drawing/2014/main" id="{F442D156-C54E-C4D8-C0C5-0DFBF8763196}"/>
              </a:ext>
            </a:extLst>
          </p:cNvPr>
          <p:cNvGrpSpPr>
            <a:grpSpLocks/>
          </p:cNvGrpSpPr>
          <p:nvPr/>
        </p:nvGrpSpPr>
        <p:grpSpPr bwMode="auto">
          <a:xfrm>
            <a:off x="4891088" y="1258888"/>
            <a:ext cx="1162050" cy="1144587"/>
            <a:chOff x="2449" y="881"/>
            <a:chExt cx="732" cy="721"/>
          </a:xfrm>
        </p:grpSpPr>
        <p:sp>
          <p:nvSpPr>
            <p:cNvPr id="520271" name="Line 79">
              <a:extLst>
                <a:ext uri="{FF2B5EF4-FFF2-40B4-BE49-F238E27FC236}">
                  <a16:creationId xmlns:a16="http://schemas.microsoft.com/office/drawing/2014/main" id="{21B5CCFA-C8D2-E68B-DA62-CE4A546A0B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9" y="1218"/>
              <a:ext cx="418" cy="209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pSp>
          <p:nvGrpSpPr>
            <p:cNvPr id="11301" name="Group 80">
              <a:extLst>
                <a:ext uri="{FF2B5EF4-FFF2-40B4-BE49-F238E27FC236}">
                  <a16:creationId xmlns:a16="http://schemas.microsoft.com/office/drawing/2014/main" id="{AD8AC93D-ADC5-0184-027A-2D597B353D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9" y="881"/>
              <a:ext cx="372" cy="721"/>
              <a:chOff x="2809" y="881"/>
              <a:chExt cx="372" cy="721"/>
            </a:xfrm>
          </p:grpSpPr>
          <p:sp>
            <p:nvSpPr>
              <p:cNvPr id="520273" name="Freeform 81">
                <a:extLst>
                  <a:ext uri="{FF2B5EF4-FFF2-40B4-BE49-F238E27FC236}">
                    <a16:creationId xmlns:a16="http://schemas.microsoft.com/office/drawing/2014/main" id="{3D154E1A-2BA0-4D16-6ED8-334B6D666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881"/>
                <a:ext cx="116" cy="93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0" y="6"/>
                  </a:cxn>
                  <a:cxn ang="0">
                    <a:pos x="9" y="6"/>
                  </a:cxn>
                  <a:cxn ang="0">
                    <a:pos x="8" y="5"/>
                  </a:cxn>
                  <a:cxn ang="0">
                    <a:pos x="6" y="7"/>
                  </a:cxn>
                  <a:cxn ang="0">
                    <a:pos x="4" y="7"/>
                  </a:cxn>
                  <a:cxn ang="0">
                    <a:pos x="4" y="6"/>
                  </a:cxn>
                  <a:cxn ang="0">
                    <a:pos x="2" y="7"/>
                  </a:cxn>
                  <a:cxn ang="0">
                    <a:pos x="0" y="8"/>
                  </a:cxn>
                </a:cxnLst>
                <a:rect l="0" t="0" r="r" b="b"/>
                <a:pathLst>
                  <a:path w="10" h="8">
                    <a:moveTo>
                      <a:pt x="0" y="8"/>
                    </a:moveTo>
                    <a:cubicBezTo>
                      <a:pt x="0" y="7"/>
                      <a:pt x="0" y="6"/>
                      <a:pt x="0" y="6"/>
                    </a:cubicBezTo>
                    <a:cubicBezTo>
                      <a:pt x="1" y="4"/>
                      <a:pt x="1" y="3"/>
                      <a:pt x="1" y="2"/>
                    </a:cubicBezTo>
                    <a:cubicBezTo>
                      <a:pt x="4" y="0"/>
                      <a:pt x="10" y="3"/>
                      <a:pt x="10" y="6"/>
                    </a:cubicBezTo>
                    <a:cubicBezTo>
                      <a:pt x="10" y="7"/>
                      <a:pt x="9" y="6"/>
                      <a:pt x="9" y="6"/>
                    </a:cubicBezTo>
                    <a:cubicBezTo>
                      <a:pt x="9" y="6"/>
                      <a:pt x="8" y="5"/>
                      <a:pt x="8" y="5"/>
                    </a:cubicBezTo>
                    <a:cubicBezTo>
                      <a:pt x="7" y="5"/>
                      <a:pt x="7" y="7"/>
                      <a:pt x="6" y="7"/>
                    </a:cubicBezTo>
                    <a:cubicBezTo>
                      <a:pt x="5" y="7"/>
                      <a:pt x="4" y="8"/>
                      <a:pt x="4" y="7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6"/>
                      <a:pt x="2" y="7"/>
                      <a:pt x="2" y="7"/>
                    </a:cubicBezTo>
                    <a:cubicBezTo>
                      <a:pt x="1" y="8"/>
                      <a:pt x="0" y="8"/>
                      <a:pt x="0" y="8"/>
                    </a:cubicBezTo>
                    <a:close/>
                  </a:path>
                </a:pathLst>
              </a:custGeom>
              <a:solidFill>
                <a:srgbClr val="BEDF2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74" name="Freeform 82">
                <a:extLst>
                  <a:ext uri="{FF2B5EF4-FFF2-40B4-BE49-F238E27FC236}">
                    <a16:creationId xmlns:a16="http://schemas.microsoft.com/office/drawing/2014/main" id="{D200A158-1D96-E3E2-AFAF-2EFD7CA00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881"/>
                <a:ext cx="116" cy="93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6"/>
                  </a:cxn>
                  <a:cxn ang="0">
                    <a:pos x="1" y="2"/>
                  </a:cxn>
                  <a:cxn ang="0">
                    <a:pos x="10" y="6"/>
                  </a:cxn>
                  <a:cxn ang="0">
                    <a:pos x="9" y="6"/>
                  </a:cxn>
                  <a:cxn ang="0">
                    <a:pos x="8" y="5"/>
                  </a:cxn>
                  <a:cxn ang="0">
                    <a:pos x="6" y="7"/>
                  </a:cxn>
                  <a:cxn ang="0">
                    <a:pos x="4" y="7"/>
                  </a:cxn>
                  <a:cxn ang="0">
                    <a:pos x="4" y="6"/>
                  </a:cxn>
                  <a:cxn ang="0">
                    <a:pos x="2" y="7"/>
                  </a:cxn>
                  <a:cxn ang="0">
                    <a:pos x="0" y="8"/>
                  </a:cxn>
                </a:cxnLst>
                <a:rect l="0" t="0" r="r" b="b"/>
                <a:pathLst>
                  <a:path w="10" h="8">
                    <a:moveTo>
                      <a:pt x="0" y="8"/>
                    </a:moveTo>
                    <a:cubicBezTo>
                      <a:pt x="0" y="7"/>
                      <a:pt x="0" y="6"/>
                      <a:pt x="0" y="6"/>
                    </a:cubicBezTo>
                    <a:cubicBezTo>
                      <a:pt x="1" y="4"/>
                      <a:pt x="1" y="3"/>
                      <a:pt x="1" y="2"/>
                    </a:cubicBezTo>
                    <a:cubicBezTo>
                      <a:pt x="4" y="0"/>
                      <a:pt x="10" y="3"/>
                      <a:pt x="10" y="6"/>
                    </a:cubicBezTo>
                    <a:cubicBezTo>
                      <a:pt x="10" y="7"/>
                      <a:pt x="9" y="6"/>
                      <a:pt x="9" y="6"/>
                    </a:cubicBezTo>
                    <a:cubicBezTo>
                      <a:pt x="9" y="6"/>
                      <a:pt x="8" y="5"/>
                      <a:pt x="8" y="5"/>
                    </a:cubicBezTo>
                    <a:cubicBezTo>
                      <a:pt x="7" y="5"/>
                      <a:pt x="7" y="7"/>
                      <a:pt x="6" y="7"/>
                    </a:cubicBezTo>
                    <a:cubicBezTo>
                      <a:pt x="5" y="7"/>
                      <a:pt x="4" y="8"/>
                      <a:pt x="4" y="7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6"/>
                      <a:pt x="2" y="7"/>
                      <a:pt x="2" y="7"/>
                    </a:cubicBezTo>
                    <a:cubicBezTo>
                      <a:pt x="1" y="8"/>
                      <a:pt x="0" y="8"/>
                      <a:pt x="0" y="8"/>
                    </a:cubicBezTo>
                    <a:close/>
                  </a:path>
                </a:pathLst>
              </a:custGeom>
              <a:noFill/>
              <a:ln w="0">
                <a:solidFill>
                  <a:srgbClr val="121214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75" name="Freeform 83">
                <a:extLst>
                  <a:ext uri="{FF2B5EF4-FFF2-40B4-BE49-F238E27FC236}">
                    <a16:creationId xmlns:a16="http://schemas.microsoft.com/office/drawing/2014/main" id="{3FCE88F6-61C7-5536-EDEF-1683F46D1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962"/>
                <a:ext cx="23" cy="24"/>
              </a:xfrm>
              <a:custGeom>
                <a:avLst/>
                <a:gdLst/>
                <a:ahLst/>
                <a:cxnLst>
                  <a:cxn ang="0">
                    <a:pos x="2" y="1"/>
                  </a:cxn>
                  <a:cxn ang="0">
                    <a:pos x="1" y="0"/>
                  </a:cxn>
                  <a:cxn ang="0">
                    <a:pos x="1" y="0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1" y="2"/>
                  </a:cxn>
                  <a:cxn ang="0">
                    <a:pos x="1" y="2"/>
                  </a:cxn>
                  <a:cxn ang="0">
                    <a:pos x="1" y="2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</a:path>
                </a:pathLst>
              </a:custGeom>
              <a:noFill/>
              <a:ln w="0">
                <a:solidFill>
                  <a:srgbClr val="121214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76" name="Freeform 84">
                <a:extLst>
                  <a:ext uri="{FF2B5EF4-FFF2-40B4-BE49-F238E27FC236}">
                    <a16:creationId xmlns:a16="http://schemas.microsoft.com/office/drawing/2014/main" id="{1CF026B0-24A9-58F5-262B-828D63B4D9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939"/>
                <a:ext cx="116" cy="81"/>
              </a:xfrm>
              <a:custGeom>
                <a:avLst/>
                <a:gdLst/>
                <a:ahLst/>
                <a:cxnLst>
                  <a:cxn ang="0">
                    <a:pos x="10" y="2"/>
                  </a:cxn>
                  <a:cxn ang="0">
                    <a:pos x="8" y="5"/>
                  </a:cxn>
                  <a:cxn ang="0">
                    <a:pos x="8" y="6"/>
                  </a:cxn>
                  <a:cxn ang="0">
                    <a:pos x="7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2" y="6"/>
                  </a:cxn>
                  <a:cxn ang="0">
                    <a:pos x="2" y="6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5" y="2"/>
                  </a:cxn>
                  <a:cxn ang="0">
                    <a:pos x="7" y="2"/>
                  </a:cxn>
                  <a:cxn ang="0">
                    <a:pos x="9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2"/>
                  </a:cxn>
                </a:cxnLst>
                <a:rect l="0" t="0" r="r" b="b"/>
                <a:pathLst>
                  <a:path w="10" h="7">
                    <a:moveTo>
                      <a:pt x="10" y="2"/>
                    </a:moveTo>
                    <a:cubicBezTo>
                      <a:pt x="10" y="4"/>
                      <a:pt x="8" y="4"/>
                      <a:pt x="8" y="5"/>
                    </a:cubicBezTo>
                    <a:cubicBezTo>
                      <a:pt x="8" y="5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6" y="6"/>
                      <a:pt x="7" y="7"/>
                      <a:pt x="6" y="7"/>
                    </a:cubicBezTo>
                    <a:cubicBezTo>
                      <a:pt x="5" y="7"/>
                      <a:pt x="4" y="6"/>
                      <a:pt x="4" y="6"/>
                    </a:cubicBezTo>
                    <a:cubicBezTo>
                      <a:pt x="3" y="5"/>
                      <a:pt x="3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5"/>
                      <a:pt x="0" y="5"/>
                      <a:pt x="0" y="4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3" y="2"/>
                    </a:cubicBezTo>
                    <a:cubicBezTo>
                      <a:pt x="3" y="2"/>
                      <a:pt x="4" y="1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5" y="3"/>
                      <a:pt x="6" y="2"/>
                      <a:pt x="7" y="2"/>
                    </a:cubicBezTo>
                    <a:cubicBezTo>
                      <a:pt x="8" y="2"/>
                      <a:pt x="8" y="0"/>
                      <a:pt x="9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0" y="1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lose/>
                  </a:path>
                </a:pathLst>
              </a:custGeom>
              <a:solidFill>
                <a:srgbClr val="83CCA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520277" name="Freeform 85">
                <a:extLst>
                  <a:ext uri="{FF2B5EF4-FFF2-40B4-BE49-F238E27FC236}">
                    <a16:creationId xmlns:a16="http://schemas.microsoft.com/office/drawing/2014/main" id="{BDE4DD10-0E86-1BC4-C72E-DA3AD46383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939"/>
                <a:ext cx="116" cy="81"/>
              </a:xfrm>
              <a:custGeom>
                <a:avLst/>
                <a:gdLst/>
                <a:ahLst/>
                <a:cxnLst>
                  <a:cxn ang="0">
                    <a:pos x="10" y="2"/>
                  </a:cxn>
                  <a:cxn ang="0">
                    <a:pos x="8" y="5"/>
                  </a:cxn>
                  <a:cxn ang="0">
                    <a:pos x="8" y="6"/>
                  </a:cxn>
                  <a:cxn ang="0">
                    <a:pos x="7" y="6"/>
                  </a:cxn>
                  <a:cxn ang="0">
                    <a:pos x="6" y="7"/>
                  </a:cxn>
                  <a:cxn ang="0">
                    <a:pos x="4" y="6"/>
                  </a:cxn>
                  <a:cxn ang="0">
                    <a:pos x="2" y="6"/>
                  </a:cxn>
                  <a:cxn ang="0">
                    <a:pos x="2" y="6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3" y="2"/>
                  </a:cxn>
                  <a:cxn ang="0">
                    <a:pos x="5" y="1"/>
                  </a:cxn>
                  <a:cxn ang="0">
                    <a:pos x="5" y="2"/>
                  </a:cxn>
                  <a:cxn ang="0">
                    <a:pos x="7" y="2"/>
                  </a:cxn>
                  <a:cxn ang="0">
                    <a:pos x="9" y="0"/>
                  </a:cxn>
                  <a:cxn ang="0">
                    <a:pos x="10" y="1"/>
                  </a:cxn>
                  <a:cxn ang="0">
                    <a:pos x="10" y="2"/>
                  </a:cxn>
                  <a:cxn ang="0">
                    <a:pos x="10" y="2"/>
                  </a:cxn>
                </a:cxnLst>
                <a:rect l="0" t="0" r="r" b="b"/>
                <a:pathLst>
                  <a:path w="10" h="7">
                    <a:moveTo>
                      <a:pt x="10" y="2"/>
                    </a:moveTo>
                    <a:cubicBezTo>
                      <a:pt x="10" y="4"/>
                      <a:pt x="8" y="4"/>
                      <a:pt x="8" y="5"/>
                    </a:cubicBezTo>
                    <a:cubicBezTo>
                      <a:pt x="8" y="5"/>
                      <a:pt x="8" y="6"/>
                      <a:pt x="8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6" y="6"/>
                      <a:pt x="7" y="7"/>
                      <a:pt x="6" y="7"/>
                    </a:cubicBezTo>
                    <a:cubicBezTo>
                      <a:pt x="5" y="7"/>
                      <a:pt x="4" y="6"/>
                      <a:pt x="4" y="6"/>
                    </a:cubicBezTo>
                    <a:cubicBezTo>
                      <a:pt x="3" y="5"/>
                      <a:pt x="3" y="6"/>
                      <a:pt x="2" y="6"/>
                    </a:cubicBezTo>
                    <a:cubicBezTo>
                      <a:pt x="2" y="6"/>
                      <a:pt x="2" y="6"/>
                      <a:pt x="2" y="6"/>
                    </a:cubicBezTo>
                    <a:cubicBezTo>
                      <a:pt x="1" y="5"/>
                      <a:pt x="0" y="5"/>
                      <a:pt x="0" y="4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2" y="3"/>
                      <a:pt x="2" y="3"/>
                      <a:pt x="3" y="2"/>
                    </a:cubicBezTo>
                    <a:cubicBezTo>
                      <a:pt x="3" y="2"/>
                      <a:pt x="4" y="1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5" y="3"/>
                      <a:pt x="6" y="2"/>
                      <a:pt x="7" y="2"/>
                    </a:cubicBezTo>
                    <a:cubicBezTo>
                      <a:pt x="8" y="2"/>
                      <a:pt x="8" y="0"/>
                      <a:pt x="9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0" y="1"/>
                      <a:pt x="10" y="2"/>
                      <a:pt x="10" y="2"/>
                    </a:cubicBezTo>
                    <a:cubicBezTo>
                      <a:pt x="10" y="2"/>
                      <a:pt x="10" y="2"/>
                      <a:pt x="10" y="2"/>
                    </a:cubicBezTo>
                    <a:close/>
                  </a:path>
                </a:pathLst>
              </a:custGeom>
              <a:noFill/>
              <a:ln w="0">
                <a:solidFill>
                  <a:srgbClr val="121214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pSp>
            <p:nvGrpSpPr>
              <p:cNvPr id="11307" name="Group 86">
                <a:extLst>
                  <a:ext uri="{FF2B5EF4-FFF2-40B4-BE49-F238E27FC236}">
                    <a16:creationId xmlns:a16="http://schemas.microsoft.com/office/drawing/2014/main" id="{3F5828D1-F21B-9A6A-3ED1-F809B3EDAD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09" y="974"/>
                <a:ext cx="372" cy="628"/>
                <a:chOff x="2809" y="974"/>
                <a:chExt cx="372" cy="628"/>
              </a:xfrm>
            </p:grpSpPr>
            <p:sp>
              <p:nvSpPr>
                <p:cNvPr id="520279" name="Freeform 87">
                  <a:extLst>
                    <a:ext uri="{FF2B5EF4-FFF2-40B4-BE49-F238E27FC236}">
                      <a16:creationId xmlns:a16="http://schemas.microsoft.com/office/drawing/2014/main" id="{855AFF14-5997-9D50-2D29-C0A6E756BB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5" y="974"/>
                  <a:ext cx="81" cy="58"/>
                </a:xfrm>
                <a:custGeom>
                  <a:avLst/>
                  <a:gdLst/>
                  <a:ahLst/>
                  <a:cxnLst>
                    <a:cxn ang="0">
                      <a:pos x="6" y="4"/>
                    </a:cxn>
                    <a:cxn ang="0">
                      <a:pos x="2" y="1"/>
                    </a:cxn>
                    <a:cxn ang="0">
                      <a:pos x="0" y="1"/>
                    </a:cxn>
                    <a:cxn ang="0">
                      <a:pos x="3" y="4"/>
                    </a:cxn>
                    <a:cxn ang="0">
                      <a:pos x="6" y="5"/>
                    </a:cxn>
                    <a:cxn ang="0">
                      <a:pos x="6" y="4"/>
                    </a:cxn>
                  </a:cxnLst>
                  <a:rect l="0" t="0" r="r" b="b"/>
                  <a:pathLst>
                    <a:path w="7" h="5">
                      <a:moveTo>
                        <a:pt x="6" y="4"/>
                      </a:moveTo>
                      <a:cubicBezTo>
                        <a:pt x="4" y="4"/>
                        <a:pt x="2" y="2"/>
                        <a:pt x="2" y="1"/>
                      </a:cubicBezTo>
                      <a:cubicBezTo>
                        <a:pt x="2" y="1"/>
                        <a:pt x="0" y="0"/>
                        <a:pt x="0" y="1"/>
                      </a:cubicBezTo>
                      <a:cubicBezTo>
                        <a:pt x="0" y="1"/>
                        <a:pt x="1" y="3"/>
                        <a:pt x="3" y="4"/>
                      </a:cubicBezTo>
                      <a:cubicBezTo>
                        <a:pt x="4" y="5"/>
                        <a:pt x="6" y="5"/>
                        <a:pt x="6" y="5"/>
                      </a:cubicBezTo>
                      <a:cubicBezTo>
                        <a:pt x="7" y="5"/>
                        <a:pt x="6" y="4"/>
                        <a:pt x="6" y="4"/>
                      </a:cubicBezTo>
                      <a:close/>
                    </a:path>
                  </a:pathLst>
                </a:custGeom>
                <a:solidFill>
                  <a:srgbClr val="00A649"/>
                </a:solidFill>
                <a:ln w="28575" cmpd="sng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0" name="Freeform 88">
                  <a:extLst>
                    <a:ext uri="{FF2B5EF4-FFF2-40B4-BE49-F238E27FC236}">
                      <a16:creationId xmlns:a16="http://schemas.microsoft.com/office/drawing/2014/main" id="{A2BDAA7A-F113-A440-E340-E1AD4A6097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5" y="974"/>
                  <a:ext cx="81" cy="58"/>
                </a:xfrm>
                <a:custGeom>
                  <a:avLst/>
                  <a:gdLst/>
                  <a:ahLst/>
                  <a:cxnLst>
                    <a:cxn ang="0">
                      <a:pos x="6" y="4"/>
                    </a:cxn>
                    <a:cxn ang="0">
                      <a:pos x="2" y="1"/>
                    </a:cxn>
                    <a:cxn ang="0">
                      <a:pos x="0" y="1"/>
                    </a:cxn>
                    <a:cxn ang="0">
                      <a:pos x="3" y="4"/>
                    </a:cxn>
                    <a:cxn ang="0">
                      <a:pos x="6" y="5"/>
                    </a:cxn>
                    <a:cxn ang="0">
                      <a:pos x="6" y="4"/>
                    </a:cxn>
                  </a:cxnLst>
                  <a:rect l="0" t="0" r="r" b="b"/>
                  <a:pathLst>
                    <a:path w="7" h="5">
                      <a:moveTo>
                        <a:pt x="6" y="4"/>
                      </a:moveTo>
                      <a:cubicBezTo>
                        <a:pt x="4" y="4"/>
                        <a:pt x="2" y="2"/>
                        <a:pt x="2" y="1"/>
                      </a:cubicBezTo>
                      <a:cubicBezTo>
                        <a:pt x="2" y="1"/>
                        <a:pt x="0" y="0"/>
                        <a:pt x="0" y="1"/>
                      </a:cubicBezTo>
                      <a:cubicBezTo>
                        <a:pt x="0" y="1"/>
                        <a:pt x="1" y="3"/>
                        <a:pt x="3" y="4"/>
                      </a:cubicBezTo>
                      <a:cubicBezTo>
                        <a:pt x="4" y="5"/>
                        <a:pt x="6" y="5"/>
                        <a:pt x="6" y="5"/>
                      </a:cubicBezTo>
                      <a:cubicBezTo>
                        <a:pt x="7" y="5"/>
                        <a:pt x="6" y="4"/>
                        <a:pt x="6" y="4"/>
                      </a:cubicBezTo>
                      <a:close/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1" name="Freeform 89">
                  <a:extLst>
                    <a:ext uri="{FF2B5EF4-FFF2-40B4-BE49-F238E27FC236}">
                      <a16:creationId xmlns:a16="http://schemas.microsoft.com/office/drawing/2014/main" id="{0FC80DAD-56A7-49F7-D2C8-7993BB97A0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44" y="986"/>
                  <a:ext cx="151" cy="197"/>
                </a:xfrm>
                <a:custGeom>
                  <a:avLst/>
                  <a:gdLst/>
                  <a:ahLst/>
                  <a:cxnLst>
                    <a:cxn ang="0">
                      <a:pos x="13" y="0"/>
                    </a:cxn>
                    <a:cxn ang="0">
                      <a:pos x="10" y="1"/>
                    </a:cxn>
                    <a:cxn ang="0">
                      <a:pos x="5" y="5"/>
                    </a:cxn>
                    <a:cxn ang="0">
                      <a:pos x="2" y="10"/>
                    </a:cxn>
                    <a:cxn ang="0">
                      <a:pos x="0" y="15"/>
                    </a:cxn>
                    <a:cxn ang="0">
                      <a:pos x="3" y="17"/>
                    </a:cxn>
                    <a:cxn ang="0">
                      <a:pos x="7" y="12"/>
                    </a:cxn>
                    <a:cxn ang="0">
                      <a:pos x="11" y="8"/>
                    </a:cxn>
                  </a:cxnLst>
                  <a:rect l="0" t="0" r="r" b="b"/>
                  <a:pathLst>
                    <a:path w="13" h="17">
                      <a:moveTo>
                        <a:pt x="13" y="0"/>
                      </a:moveTo>
                      <a:cubicBezTo>
                        <a:pt x="13" y="1"/>
                        <a:pt x="11" y="0"/>
                        <a:pt x="10" y="1"/>
                      </a:cubicBezTo>
                      <a:cubicBezTo>
                        <a:pt x="9" y="1"/>
                        <a:pt x="5" y="4"/>
                        <a:pt x="5" y="5"/>
                      </a:cubicBezTo>
                      <a:cubicBezTo>
                        <a:pt x="4" y="6"/>
                        <a:pt x="3" y="9"/>
                        <a:pt x="2" y="10"/>
                      </a:cubicBezTo>
                      <a:cubicBezTo>
                        <a:pt x="2" y="11"/>
                        <a:pt x="0" y="14"/>
                        <a:pt x="0" y="15"/>
                      </a:cubicBezTo>
                      <a:cubicBezTo>
                        <a:pt x="0" y="16"/>
                        <a:pt x="3" y="17"/>
                        <a:pt x="3" y="17"/>
                      </a:cubicBezTo>
                      <a:cubicBezTo>
                        <a:pt x="3" y="16"/>
                        <a:pt x="6" y="13"/>
                        <a:pt x="7" y="12"/>
                      </a:cubicBezTo>
                      <a:cubicBezTo>
                        <a:pt x="8" y="10"/>
                        <a:pt x="10" y="8"/>
                        <a:pt x="11" y="8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2" name="Freeform 90">
                  <a:extLst>
                    <a:ext uri="{FF2B5EF4-FFF2-40B4-BE49-F238E27FC236}">
                      <a16:creationId xmlns:a16="http://schemas.microsoft.com/office/drawing/2014/main" id="{184FF160-4B38-3752-B860-992B644387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" y="1020"/>
                  <a:ext cx="47" cy="175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3" y="3"/>
                    </a:cxn>
                    <a:cxn ang="0">
                      <a:pos x="3" y="7"/>
                    </a:cxn>
                    <a:cxn ang="0">
                      <a:pos x="2" y="11"/>
                    </a:cxn>
                    <a:cxn ang="0">
                      <a:pos x="1" y="13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4" h="15">
                      <a:moveTo>
                        <a:pt x="1" y="0"/>
                      </a:moveTo>
                      <a:cubicBezTo>
                        <a:pt x="2" y="0"/>
                        <a:pt x="3" y="1"/>
                        <a:pt x="3" y="3"/>
                      </a:cubicBezTo>
                      <a:cubicBezTo>
                        <a:pt x="4" y="4"/>
                        <a:pt x="3" y="5"/>
                        <a:pt x="3" y="7"/>
                      </a:cubicBezTo>
                      <a:cubicBezTo>
                        <a:pt x="3" y="8"/>
                        <a:pt x="2" y="10"/>
                        <a:pt x="2" y="11"/>
                      </a:cubicBezTo>
                      <a:cubicBezTo>
                        <a:pt x="2" y="12"/>
                        <a:pt x="2" y="13"/>
                        <a:pt x="1" y="13"/>
                      </a:cubicBezTo>
                      <a:cubicBezTo>
                        <a:pt x="1" y="14"/>
                        <a:pt x="0" y="15"/>
                        <a:pt x="0" y="15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3" name="Freeform 91">
                  <a:extLst>
                    <a:ext uri="{FF2B5EF4-FFF2-40B4-BE49-F238E27FC236}">
                      <a16:creationId xmlns:a16="http://schemas.microsoft.com/office/drawing/2014/main" id="{DF56EA6F-7558-4281-2F74-6A374D64E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2" y="1125"/>
                  <a:ext cx="151" cy="81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5"/>
                    </a:cxn>
                    <a:cxn ang="0">
                      <a:pos x="13" y="6"/>
                    </a:cxn>
                  </a:cxnLst>
                  <a:rect l="0" t="0" r="r" b="b"/>
                  <a:pathLst>
                    <a:path w="13" h="7">
                      <a:moveTo>
                        <a:pt x="1" y="0"/>
                      </a:moveTo>
                      <a:cubicBezTo>
                        <a:pt x="1" y="2"/>
                        <a:pt x="0" y="4"/>
                        <a:pt x="0" y="5"/>
                      </a:cubicBezTo>
                      <a:cubicBezTo>
                        <a:pt x="0" y="5"/>
                        <a:pt x="12" y="7"/>
                        <a:pt x="13" y="6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4" name="Freeform 92">
                  <a:extLst>
                    <a:ext uri="{FF2B5EF4-FFF2-40B4-BE49-F238E27FC236}">
                      <a16:creationId xmlns:a16="http://schemas.microsoft.com/office/drawing/2014/main" id="{ED92381A-16DE-850D-35B6-E5D55EE431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2" y="1172"/>
                  <a:ext cx="151" cy="3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13" y="3"/>
                    </a:cxn>
                  </a:cxnLst>
                  <a:rect l="0" t="0" r="r" b="b"/>
                  <a:pathLst>
                    <a:path w="13" h="3">
                      <a:moveTo>
                        <a:pt x="0" y="0"/>
                      </a:moveTo>
                      <a:cubicBezTo>
                        <a:pt x="0" y="2"/>
                        <a:pt x="0" y="1"/>
                        <a:pt x="0" y="2"/>
                      </a:cubicBezTo>
                      <a:cubicBezTo>
                        <a:pt x="0" y="2"/>
                        <a:pt x="12" y="3"/>
                        <a:pt x="13" y="3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5" name="Freeform 93">
                  <a:extLst>
                    <a:ext uri="{FF2B5EF4-FFF2-40B4-BE49-F238E27FC236}">
                      <a16:creationId xmlns:a16="http://schemas.microsoft.com/office/drawing/2014/main" id="{2E7B1037-159D-C5AF-5C81-740894A479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44" y="1195"/>
                  <a:ext cx="151" cy="337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6" y="14"/>
                    </a:cxn>
                    <a:cxn ang="0">
                      <a:pos x="0" y="27"/>
                    </a:cxn>
                    <a:cxn ang="0">
                      <a:pos x="4" y="29"/>
                    </a:cxn>
                    <a:cxn ang="0">
                      <a:pos x="11" y="18"/>
                    </a:cxn>
                    <a:cxn ang="0">
                      <a:pos x="13" y="8"/>
                    </a:cxn>
                  </a:cxnLst>
                  <a:rect l="0" t="0" r="r" b="b"/>
                  <a:pathLst>
                    <a:path w="13" h="29">
                      <a:moveTo>
                        <a:pt x="6" y="0"/>
                      </a:moveTo>
                      <a:cubicBezTo>
                        <a:pt x="3" y="5"/>
                        <a:pt x="7" y="10"/>
                        <a:pt x="6" y="14"/>
                      </a:cubicBezTo>
                      <a:cubicBezTo>
                        <a:pt x="5" y="17"/>
                        <a:pt x="0" y="25"/>
                        <a:pt x="0" y="27"/>
                      </a:cubicBezTo>
                      <a:cubicBezTo>
                        <a:pt x="0" y="28"/>
                        <a:pt x="4" y="29"/>
                        <a:pt x="4" y="29"/>
                      </a:cubicBezTo>
                      <a:cubicBezTo>
                        <a:pt x="4" y="29"/>
                        <a:pt x="10" y="21"/>
                        <a:pt x="11" y="18"/>
                      </a:cubicBezTo>
                      <a:cubicBezTo>
                        <a:pt x="11" y="15"/>
                        <a:pt x="13" y="9"/>
                        <a:pt x="13" y="8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6" name="Freeform 94">
                  <a:extLst>
                    <a:ext uri="{FF2B5EF4-FFF2-40B4-BE49-F238E27FC236}">
                      <a16:creationId xmlns:a16="http://schemas.microsoft.com/office/drawing/2014/main" id="{FD25CE4B-1970-99B9-3510-C60A446629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5" y="1195"/>
                  <a:ext cx="139" cy="325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5" y="2"/>
                    </a:cxn>
                    <a:cxn ang="0">
                      <a:pos x="12" y="15"/>
                    </a:cxn>
                    <a:cxn ang="0">
                      <a:pos x="10" y="28"/>
                    </a:cxn>
                    <a:cxn ang="0">
                      <a:pos x="6" y="28"/>
                    </a:cxn>
                    <a:cxn ang="0">
                      <a:pos x="5" y="18"/>
                    </a:cxn>
                    <a:cxn ang="0">
                      <a:pos x="0" y="7"/>
                    </a:cxn>
                  </a:cxnLst>
                  <a:rect l="0" t="0" r="r" b="b"/>
                  <a:pathLst>
                    <a:path w="12" h="28">
                      <a:moveTo>
                        <a:pt x="5" y="0"/>
                      </a:move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8" y="4"/>
                        <a:pt x="12" y="11"/>
                        <a:pt x="12" y="15"/>
                      </a:cubicBezTo>
                      <a:cubicBezTo>
                        <a:pt x="12" y="19"/>
                        <a:pt x="10" y="28"/>
                        <a:pt x="10" y="28"/>
                      </a:cubicBezTo>
                      <a:cubicBezTo>
                        <a:pt x="9" y="28"/>
                        <a:pt x="7" y="28"/>
                        <a:pt x="6" y="28"/>
                      </a:cubicBezTo>
                      <a:cubicBezTo>
                        <a:pt x="6" y="28"/>
                        <a:pt x="8" y="21"/>
                        <a:pt x="5" y="18"/>
                      </a:cubicBezTo>
                      <a:cubicBezTo>
                        <a:pt x="3" y="15"/>
                        <a:pt x="1" y="9"/>
                        <a:pt x="0" y="7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7" name="Freeform 95">
                  <a:extLst>
                    <a:ext uri="{FF2B5EF4-FFF2-40B4-BE49-F238E27FC236}">
                      <a16:creationId xmlns:a16="http://schemas.microsoft.com/office/drawing/2014/main" id="{8BE47EB6-A4C7-170F-24E6-F3CC0C321D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1" y="1160"/>
                  <a:ext cx="69" cy="70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1" y="2"/>
                    </a:cxn>
                    <a:cxn ang="0">
                      <a:pos x="2" y="5"/>
                    </a:cxn>
                    <a:cxn ang="0">
                      <a:pos x="4" y="5"/>
                    </a:cxn>
                    <a:cxn ang="0">
                      <a:pos x="5" y="4"/>
                    </a:cxn>
                    <a:cxn ang="0">
                      <a:pos x="5" y="5"/>
                    </a:cxn>
                    <a:cxn ang="0">
                      <a:pos x="5" y="6"/>
                    </a:cxn>
                    <a:cxn ang="0">
                      <a:pos x="6" y="4"/>
                    </a:cxn>
                    <a:cxn ang="0">
                      <a:pos x="4" y="2"/>
                    </a:cxn>
                  </a:cxnLst>
                  <a:rect l="0" t="0" r="r" b="b"/>
                  <a:pathLst>
                    <a:path w="6" h="6">
                      <a:moveTo>
                        <a:pt x="2" y="0"/>
                      </a:moveTo>
                      <a:cubicBezTo>
                        <a:pt x="2" y="1"/>
                        <a:pt x="1" y="2"/>
                        <a:pt x="1" y="2"/>
                      </a:cubicBezTo>
                      <a:cubicBezTo>
                        <a:pt x="0" y="4"/>
                        <a:pt x="0" y="4"/>
                        <a:pt x="2" y="5"/>
                      </a:cubicBezTo>
                      <a:cubicBezTo>
                        <a:pt x="2" y="6"/>
                        <a:pt x="4" y="6"/>
                        <a:pt x="4" y="5"/>
                      </a:cubicBezTo>
                      <a:cubicBezTo>
                        <a:pt x="4" y="5"/>
                        <a:pt x="5" y="5"/>
                        <a:pt x="5" y="4"/>
                      </a:cubicBezTo>
                      <a:cubicBezTo>
                        <a:pt x="5" y="4"/>
                        <a:pt x="5" y="4"/>
                        <a:pt x="5" y="5"/>
                      </a:cubicBezTo>
                      <a:cubicBezTo>
                        <a:pt x="5" y="5"/>
                        <a:pt x="4" y="6"/>
                        <a:pt x="5" y="6"/>
                      </a:cubicBezTo>
                      <a:cubicBezTo>
                        <a:pt x="6" y="6"/>
                        <a:pt x="6" y="4"/>
                        <a:pt x="6" y="4"/>
                      </a:cubicBezTo>
                      <a:cubicBezTo>
                        <a:pt x="6" y="3"/>
                        <a:pt x="4" y="3"/>
                        <a:pt x="4" y="2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8" name="Freeform 96">
                  <a:extLst>
                    <a:ext uri="{FF2B5EF4-FFF2-40B4-BE49-F238E27FC236}">
                      <a16:creationId xmlns:a16="http://schemas.microsoft.com/office/drawing/2014/main" id="{E569FCA1-6170-4A55-C0A3-EC0E50BDC7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32" y="1195"/>
                  <a:ext cx="12" cy="2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2"/>
                    </a:cxn>
                    <a:cxn ang="0">
                      <a:pos x="0" y="2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1"/>
                        <a:pt x="1" y="1"/>
                      </a:cubicBezTo>
                      <a:cubicBezTo>
                        <a:pt x="1" y="1"/>
                        <a:pt x="0" y="1"/>
                        <a:pt x="0" y="2"/>
                      </a:cubicBezTo>
                      <a:cubicBezTo>
                        <a:pt x="0" y="2"/>
                        <a:pt x="0" y="2"/>
                        <a:pt x="0" y="2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89" name="Freeform 97">
                  <a:extLst>
                    <a:ext uri="{FF2B5EF4-FFF2-40B4-BE49-F238E27FC236}">
                      <a16:creationId xmlns:a16="http://schemas.microsoft.com/office/drawing/2014/main" id="{67FDA0E2-62D1-4E5E-ACDC-14DABD2F0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44" y="1206"/>
                  <a:ext cx="11" cy="2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1"/>
                        <a:pt x="0" y="1"/>
                        <a:pt x="1" y="1"/>
                      </a:cubicBez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0" name="Freeform 98">
                  <a:extLst>
                    <a:ext uri="{FF2B5EF4-FFF2-40B4-BE49-F238E27FC236}">
                      <a16:creationId xmlns:a16="http://schemas.microsoft.com/office/drawing/2014/main" id="{C9E8AE78-81F9-2DB1-5050-47B7CE688B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5" y="1206"/>
                  <a:ext cx="12" cy="2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1"/>
                    </a:cxn>
                    <a:cxn ang="0">
                      <a:pos x="1" y="2"/>
                    </a:cxn>
                    <a:cxn ang="0">
                      <a:pos x="1" y="2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1"/>
                      </a:cubicBezTo>
                      <a:lnTo>
                        <a:pt x="0" y="1"/>
                      </a:ln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"/>
                        <a:pt x="0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1"/>
                        <a:pt x="1" y="1"/>
                        <a:pt x="1" y="1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1" y="2"/>
                        <a:pt x="1" y="2"/>
                        <a:pt x="1" y="2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1" name="Freeform 99">
                  <a:extLst>
                    <a:ext uri="{FF2B5EF4-FFF2-40B4-BE49-F238E27FC236}">
                      <a16:creationId xmlns:a16="http://schemas.microsoft.com/office/drawing/2014/main" id="{9656C478-8D96-8E08-B20A-0CDEE6582E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32" y="1520"/>
                  <a:ext cx="47" cy="35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2" y="3"/>
                    </a:cxn>
                    <a:cxn ang="0">
                      <a:pos x="4" y="3"/>
                    </a:cxn>
                    <a:cxn ang="0">
                      <a:pos x="4" y="1"/>
                    </a:cxn>
                  </a:cxnLst>
                  <a:rect l="0" t="0" r="r" b="b"/>
                  <a:pathLst>
                    <a:path w="4" h="3">
                      <a:moveTo>
                        <a:pt x="1" y="0"/>
                      </a:moveTo>
                      <a:cubicBezTo>
                        <a:pt x="1" y="0"/>
                        <a:pt x="0" y="1"/>
                        <a:pt x="1" y="1"/>
                      </a:cubicBezTo>
                      <a:cubicBezTo>
                        <a:pt x="1" y="1"/>
                        <a:pt x="2" y="3"/>
                        <a:pt x="2" y="3"/>
                      </a:cubicBezTo>
                      <a:cubicBezTo>
                        <a:pt x="3" y="3"/>
                        <a:pt x="4" y="3"/>
                        <a:pt x="4" y="3"/>
                      </a:cubicBezTo>
                      <a:cubicBezTo>
                        <a:pt x="4" y="2"/>
                        <a:pt x="4" y="1"/>
                        <a:pt x="4" y="1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2" name="Freeform 100">
                  <a:extLst>
                    <a:ext uri="{FF2B5EF4-FFF2-40B4-BE49-F238E27FC236}">
                      <a16:creationId xmlns:a16="http://schemas.microsoft.com/office/drawing/2014/main" id="{DDF99987-0E16-A7E5-B9F0-6D5CA132B5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1" y="1520"/>
                  <a:ext cx="81" cy="82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2"/>
                    </a:cxn>
                    <a:cxn ang="0">
                      <a:pos x="4" y="6"/>
                    </a:cxn>
                    <a:cxn ang="0">
                      <a:pos x="7" y="6"/>
                    </a:cxn>
                    <a:cxn ang="0">
                      <a:pos x="7" y="4"/>
                    </a:cxn>
                    <a:cxn ang="0">
                      <a:pos x="5" y="2"/>
                    </a:cxn>
                  </a:cxnLst>
                  <a:rect l="0" t="0" r="r" b="b"/>
                  <a:pathLst>
                    <a:path w="7" h="7">
                      <a:moveTo>
                        <a:pt x="2" y="0"/>
                      </a:moveTo>
                      <a:cubicBezTo>
                        <a:pt x="1" y="1"/>
                        <a:pt x="0" y="2"/>
                        <a:pt x="0" y="2"/>
                      </a:cubicBezTo>
                      <a:cubicBezTo>
                        <a:pt x="0" y="3"/>
                        <a:pt x="3" y="6"/>
                        <a:pt x="4" y="6"/>
                      </a:cubicBezTo>
                      <a:cubicBezTo>
                        <a:pt x="4" y="7"/>
                        <a:pt x="7" y="7"/>
                        <a:pt x="7" y="6"/>
                      </a:cubicBezTo>
                      <a:cubicBezTo>
                        <a:pt x="7" y="5"/>
                        <a:pt x="7" y="4"/>
                        <a:pt x="7" y="4"/>
                      </a:cubicBezTo>
                      <a:cubicBezTo>
                        <a:pt x="6" y="3"/>
                        <a:pt x="6" y="3"/>
                        <a:pt x="5" y="2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3" name="Freeform 101">
                  <a:extLst>
                    <a:ext uri="{FF2B5EF4-FFF2-40B4-BE49-F238E27FC236}">
                      <a16:creationId xmlns:a16="http://schemas.microsoft.com/office/drawing/2014/main" id="{5AD72E40-4761-0469-9E35-C826DD0CEB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5" y="1520"/>
                  <a:ext cx="35" cy="2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" h="2">
                      <a:moveTo>
                        <a:pt x="1" y="0"/>
                      </a:moveTo>
                      <a:cubicBezTo>
                        <a:pt x="1" y="0"/>
                        <a:pt x="0" y="1"/>
                        <a:pt x="1" y="1"/>
                      </a:cubicBezTo>
                      <a:cubicBezTo>
                        <a:pt x="3" y="1"/>
                        <a:pt x="3" y="2"/>
                        <a:pt x="3" y="0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4" name="Freeform 102">
                  <a:extLst>
                    <a:ext uri="{FF2B5EF4-FFF2-40B4-BE49-F238E27FC236}">
                      <a16:creationId xmlns:a16="http://schemas.microsoft.com/office/drawing/2014/main" id="{43C96B1F-7B15-0254-9277-50E3934B70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41" y="1532"/>
                  <a:ext cx="140" cy="58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1" y="0"/>
                    </a:cxn>
                    <a:cxn ang="0">
                      <a:pos x="0" y="3"/>
                    </a:cxn>
                    <a:cxn ang="0">
                      <a:pos x="6" y="5"/>
                    </a:cxn>
                    <a:cxn ang="0">
                      <a:pos x="10" y="5"/>
                    </a:cxn>
                    <a:cxn ang="0">
                      <a:pos x="11" y="3"/>
                    </a:cxn>
                    <a:cxn ang="0">
                      <a:pos x="7" y="1"/>
                    </a:cxn>
                    <a:cxn ang="0">
                      <a:pos x="6" y="0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2" h="5">
                      <a:moveTo>
                        <a:pt x="3" y="0"/>
                      </a:move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1"/>
                        <a:pt x="0" y="2"/>
                        <a:pt x="0" y="3"/>
                      </a:cubicBezTo>
                      <a:cubicBezTo>
                        <a:pt x="1" y="3"/>
                        <a:pt x="5" y="4"/>
                        <a:pt x="6" y="5"/>
                      </a:cubicBezTo>
                      <a:cubicBezTo>
                        <a:pt x="7" y="5"/>
                        <a:pt x="10" y="5"/>
                        <a:pt x="10" y="5"/>
                      </a:cubicBezTo>
                      <a:cubicBezTo>
                        <a:pt x="11" y="5"/>
                        <a:pt x="12" y="3"/>
                        <a:pt x="11" y="3"/>
                      </a:cubicBezTo>
                      <a:cubicBezTo>
                        <a:pt x="11" y="2"/>
                        <a:pt x="9" y="2"/>
                        <a:pt x="7" y="1"/>
                      </a:cubicBezTo>
                      <a:cubicBezTo>
                        <a:pt x="6" y="1"/>
                        <a:pt x="6" y="0"/>
                        <a:pt x="6" y="0"/>
                      </a:cubicBezTo>
                      <a:cubicBezTo>
                        <a:pt x="6" y="0"/>
                        <a:pt x="5" y="0"/>
                        <a:pt x="5" y="0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5" name="Freeform 103">
                  <a:extLst>
                    <a:ext uri="{FF2B5EF4-FFF2-40B4-BE49-F238E27FC236}">
                      <a16:creationId xmlns:a16="http://schemas.microsoft.com/office/drawing/2014/main" id="{6FFA8AAB-F8B7-6267-9984-B2670B81C9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0" y="1544"/>
                  <a:ext cx="46" cy="1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4" y="1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0" y="0"/>
                        <a:pt x="1" y="1"/>
                        <a:pt x="2" y="1"/>
                      </a:cubicBezTo>
                      <a:cubicBezTo>
                        <a:pt x="2" y="1"/>
                        <a:pt x="3" y="1"/>
                        <a:pt x="4" y="1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6" name="Freeform 104">
                  <a:extLst>
                    <a:ext uri="{FF2B5EF4-FFF2-40B4-BE49-F238E27FC236}">
                      <a16:creationId xmlns:a16="http://schemas.microsoft.com/office/drawing/2014/main" id="{4CE81836-5931-5B31-CDA3-A59C1C4C1B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1392"/>
                  <a:ext cx="35" cy="3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1" y="1"/>
                        <a:pt x="1" y="3"/>
                        <a:pt x="3" y="3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7" name="Freeform 105">
                  <a:extLst>
                    <a:ext uri="{FF2B5EF4-FFF2-40B4-BE49-F238E27FC236}">
                      <a16:creationId xmlns:a16="http://schemas.microsoft.com/office/drawing/2014/main" id="{033A27CA-9238-56CC-5C59-BB7413FE71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6" y="1427"/>
                  <a:ext cx="12" cy="4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4"/>
                    </a:cxn>
                  </a:cxnLst>
                  <a:rect l="0" t="0" r="r" b="b"/>
                  <a:pathLst>
                    <a:path w="1" h="4">
                      <a:moveTo>
                        <a:pt x="0" y="0"/>
                      </a:moveTo>
                      <a:cubicBezTo>
                        <a:pt x="0" y="2"/>
                        <a:pt x="1" y="4"/>
                        <a:pt x="1" y="4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8" name="Freeform 106">
                  <a:extLst>
                    <a:ext uri="{FF2B5EF4-FFF2-40B4-BE49-F238E27FC236}">
                      <a16:creationId xmlns:a16="http://schemas.microsoft.com/office/drawing/2014/main" id="{ECF904F1-FDB0-59F0-DE6E-54D393A2BE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9" y="1206"/>
                  <a:ext cx="23" cy="35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0" y="1"/>
                    </a:cxn>
                    <a:cxn ang="0">
                      <a:pos x="1" y="1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w="2" h="3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1" y="1"/>
                        <a:pt x="1" y="1"/>
                      </a:cubicBezTo>
                      <a:cubicBezTo>
                        <a:pt x="1" y="2"/>
                        <a:pt x="0" y="2"/>
                        <a:pt x="0" y="3"/>
                      </a:cubicBezTo>
                    </a:path>
                  </a:pathLst>
                </a:custGeom>
                <a:noFill/>
                <a:ln w="28575" cmpd="sng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0299" name="Freeform 107">
                  <a:extLst>
                    <a:ext uri="{FF2B5EF4-FFF2-40B4-BE49-F238E27FC236}">
                      <a16:creationId xmlns:a16="http://schemas.microsoft.com/office/drawing/2014/main" id="{44301294-3D28-FC88-161F-20D936FD45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0" y="974"/>
                  <a:ext cx="23" cy="12"/>
                </a:xfrm>
                <a:custGeom>
                  <a:avLst/>
                  <a:gdLst/>
                  <a:ahLst/>
                  <a:cxnLst>
                    <a:cxn ang="0">
                      <a:pos x="1" y="1"/>
                    </a:cxn>
                    <a:cxn ang="0">
                      <a:pos x="0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2" h="1">
                      <a:moveTo>
                        <a:pt x="1" y="1"/>
                      </a:moveTo>
                      <a:cubicBezTo>
                        <a:pt x="1" y="0"/>
                        <a:pt x="0" y="0"/>
                        <a:pt x="0" y="0"/>
                      </a:cubicBezTo>
                      <a:lnTo>
                        <a:pt x="2" y="0"/>
                      </a:lnTo>
                    </a:path>
                  </a:pathLst>
                </a:custGeom>
                <a:noFill/>
                <a:ln w="28575" cmpd="sng">
                  <a:solidFill>
                    <a:srgbClr val="00CCFF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 algn="ctr">
                    <a:lnSpc>
                      <a:spcPct val="120000"/>
                    </a:lnSpc>
                    <a:buClr>
                      <a:schemeClr val="tx2"/>
                    </a:buClr>
                    <a:buFont typeface="Monotype Sorts" pitchFamily="2" charset="2"/>
                    <a:buChar char="&amp;"/>
                    <a:defRPr/>
                  </a:pPr>
                  <a:endParaRPr lang="zh-CN" altLang="en-US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</p:grpSp>
      </p:grpSp>
      <p:sp>
        <p:nvSpPr>
          <p:cNvPr id="520300" name="Line 108">
            <a:extLst>
              <a:ext uri="{FF2B5EF4-FFF2-40B4-BE49-F238E27FC236}">
                <a16:creationId xmlns:a16="http://schemas.microsoft.com/office/drawing/2014/main" id="{D3DA2E90-D67A-3C14-7110-5BF3E5E99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6788" y="2403475"/>
            <a:ext cx="5037137" cy="1588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</p:spPr>
        <p:txBody>
          <a:bodyPr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20301" name="Object 109">
            <a:extLst>
              <a:ext uri="{FF2B5EF4-FFF2-40B4-BE49-F238E27FC236}">
                <a16:creationId xmlns:a16="http://schemas.microsoft.com/office/drawing/2014/main" id="{380012EC-9E52-2BC0-66BD-08069F9FB2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1550" y="1622425"/>
          <a:ext cx="228600" cy="17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05049" imgH="228434" progId="Equation.3">
                  <p:embed/>
                </p:oleObj>
              </mc:Choice>
              <mc:Fallback>
                <p:oleObj name="公式" r:id="rId18" imgW="305049" imgH="228434" progId="Equation.3">
                  <p:embed/>
                  <p:pic>
                    <p:nvPicPr>
                      <p:cNvPr id="0" name="Object 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550" y="1622425"/>
                        <a:ext cx="228600" cy="17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0">
            <a:extLst>
              <a:ext uri="{FF2B5EF4-FFF2-40B4-BE49-F238E27FC236}">
                <a16:creationId xmlns:a16="http://schemas.microsoft.com/office/drawing/2014/main" id="{6D23B1DD-1F8F-C5D4-6AB8-BC279D025509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2133600"/>
            <a:ext cx="3254375" cy="277813"/>
            <a:chOff x="2616" y="968"/>
            <a:chExt cx="2050" cy="175"/>
          </a:xfrm>
        </p:grpSpPr>
        <p:graphicFrame>
          <p:nvGraphicFramePr>
            <p:cNvPr id="11296" name="Object 111">
              <a:extLst>
                <a:ext uri="{FF2B5EF4-FFF2-40B4-BE49-F238E27FC236}">
                  <a16:creationId xmlns:a16="http://schemas.microsoft.com/office/drawing/2014/main" id="{0662987A-57C4-FE93-D582-BBEBE7CD6C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39" y="1002"/>
            <a:ext cx="121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28413" imgH="228434" progId="Equation.3">
                    <p:embed/>
                  </p:oleObj>
                </mc:Choice>
                <mc:Fallback>
                  <p:oleObj name="公式" r:id="rId20" imgW="228413" imgH="228434" progId="Equation.3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9" y="1002"/>
                          <a:ext cx="121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7" name="Object 112">
              <a:extLst>
                <a:ext uri="{FF2B5EF4-FFF2-40B4-BE49-F238E27FC236}">
                  <a16:creationId xmlns:a16="http://schemas.microsoft.com/office/drawing/2014/main" id="{FFE93CA1-582C-4FC0-A0E4-BCA9217A5C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7" y="968"/>
            <a:ext cx="109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98058" imgH="327688" progId="Equation.3">
                    <p:embed/>
                  </p:oleObj>
                </mc:Choice>
                <mc:Fallback>
                  <p:oleObj name="公式" r:id="rId22" imgW="198058" imgH="327688" progId="Equation.3">
                    <p:embed/>
                    <p:pic>
                      <p:nvPicPr>
                        <p:cNvPr id="0" name="Object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7" y="968"/>
                          <a:ext cx="109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0305" name="Oval 113">
              <a:extLst>
                <a:ext uri="{FF2B5EF4-FFF2-40B4-BE49-F238E27FC236}">
                  <a16:creationId xmlns:a16="http://schemas.microsoft.com/office/drawing/2014/main" id="{23E708A1-BE0B-6301-6B83-CD881E9ADE3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16" y="1120"/>
              <a:ext cx="23" cy="23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0306" name="Oval 114">
              <a:extLst>
                <a:ext uri="{FF2B5EF4-FFF2-40B4-BE49-F238E27FC236}">
                  <a16:creationId xmlns:a16="http://schemas.microsoft.com/office/drawing/2014/main" id="{3E31880E-2F65-78AB-59C7-6C4660D8AC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28" y="1120"/>
              <a:ext cx="23" cy="23"/>
            </a:xfrm>
            <a:prstGeom prst="ellipse">
              <a:avLst/>
            </a:prstGeom>
            <a:solidFill>
              <a:schemeClr val="tx1"/>
            </a:solidFill>
            <a:ln w="3810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20307" name="Text Box 115">
            <a:extLst>
              <a:ext uri="{FF2B5EF4-FFF2-40B4-BE49-F238E27FC236}">
                <a16:creationId xmlns:a16="http://schemas.microsoft.com/office/drawing/2014/main" id="{00DE4278-A938-7BA4-8B8E-13DD468D2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" y="4487863"/>
            <a:ext cx="191452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177800" indent="-177800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 </a:t>
            </a: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rPr>
              <a:t>注意</a:t>
            </a:r>
            <a:endParaRPr kumimoji="1" lang="zh-CN" altLang="en-US" b="0">
              <a:solidFill>
                <a:srgbClr val="00FFFF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2" name="Group 116">
            <a:extLst>
              <a:ext uri="{FF2B5EF4-FFF2-40B4-BE49-F238E27FC236}">
                <a16:creationId xmlns:a16="http://schemas.microsoft.com/office/drawing/2014/main" id="{B523BCD8-4D6D-9DEE-822D-655115F4C6C0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1582738"/>
            <a:ext cx="431800" cy="508000"/>
            <a:chOff x="3120" y="997"/>
            <a:chExt cx="272" cy="320"/>
          </a:xfrm>
        </p:grpSpPr>
        <p:sp>
          <p:nvSpPr>
            <p:cNvPr id="520309" name="Line 117">
              <a:extLst>
                <a:ext uri="{FF2B5EF4-FFF2-40B4-BE49-F238E27FC236}">
                  <a16:creationId xmlns:a16="http://schemas.microsoft.com/office/drawing/2014/main" id="{3C151843-3F7B-652A-4A74-A0E7D06A68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497417" flipV="1">
              <a:off x="3120" y="1189"/>
              <a:ext cx="272" cy="1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1295" name="Object 118">
              <a:extLst>
                <a:ext uri="{FF2B5EF4-FFF2-40B4-BE49-F238E27FC236}">
                  <a16:creationId xmlns:a16="http://schemas.microsoft.com/office/drawing/2014/main" id="{B3DEE5BA-DE35-94FA-3A62-3AEE01E0CF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8" y="997"/>
            <a:ext cx="161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05049" imgH="343149" progId="Equation.3">
                    <p:embed/>
                  </p:oleObj>
                </mc:Choice>
                <mc:Fallback>
                  <p:oleObj name="公式" r:id="rId24" imgW="305049" imgH="343149" progId="Equation.3">
                    <p:embed/>
                    <p:pic>
                      <p:nvPicPr>
                        <p:cNvPr id="0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8" y="997"/>
                          <a:ext cx="161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2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2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2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2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0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2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2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2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2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2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2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2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2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194" grpId="0" animBg="1"/>
      <p:bldP spid="520195" grpId="0" autoUpdateAnimBg="0"/>
      <p:bldP spid="520196" grpId="0"/>
      <p:bldP spid="520197" grpId="0" autoUpdateAnimBg="0"/>
      <p:bldP spid="520198" grpId="0"/>
      <p:bldP spid="520199" grpId="0" autoUpdateAnimBg="0"/>
      <p:bldP spid="520200" grpId="0" autoUpdateAnimBg="0"/>
      <p:bldP spid="520201" grpId="0" autoUpdateAnimBg="0"/>
      <p:bldP spid="520202" grpId="0" autoUpdateAnimBg="0"/>
      <p:bldP spid="520203" grpId="0" autoUpdateAnimBg="0"/>
      <p:bldP spid="520219" grpId="0"/>
      <p:bldP spid="520220" grpId="0"/>
      <p:bldP spid="52030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0" name="Arc 2">
            <a:extLst>
              <a:ext uri="{FF2B5EF4-FFF2-40B4-BE49-F238E27FC236}">
                <a16:creationId xmlns:a16="http://schemas.microsoft.com/office/drawing/2014/main" id="{3CD83507-92B3-7693-3617-87ADEB00258A}"/>
              </a:ext>
            </a:extLst>
          </p:cNvPr>
          <p:cNvSpPr>
            <a:spLocks/>
          </p:cNvSpPr>
          <p:nvPr/>
        </p:nvSpPr>
        <p:spPr bwMode="auto">
          <a:xfrm flipH="1">
            <a:off x="5867400" y="2659063"/>
            <a:ext cx="2540000" cy="18669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4291" name="Text Box 3">
            <a:extLst>
              <a:ext uri="{FF2B5EF4-FFF2-40B4-BE49-F238E27FC236}">
                <a16:creationId xmlns:a16="http://schemas.microsoft.com/office/drawing/2014/main" id="{E6940A86-DD56-1CE9-EBB7-7D9BE5EAE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8" y="230188"/>
            <a:ext cx="35242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2. </a:t>
            </a:r>
            <a:r>
              <a:rPr kumimoji="1" lang="zh-CN" altLang="en-US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变力的功</a:t>
            </a:r>
            <a:endParaRPr kumimoji="1" lang="zh-CN" altLang="en-US" b="0">
              <a:solidFill>
                <a:srgbClr val="66FFFF"/>
              </a:solidFill>
              <a:latin typeface="Times New Roman" pitchFamily="18" charset="0"/>
            </a:endParaRPr>
          </a:p>
        </p:txBody>
      </p:sp>
      <p:sp>
        <p:nvSpPr>
          <p:cNvPr id="524292" name="Rectangle 4">
            <a:extLst>
              <a:ext uri="{FF2B5EF4-FFF2-40B4-BE49-F238E27FC236}">
                <a16:creationId xmlns:a16="http://schemas.microsoft.com/office/drawing/2014/main" id="{B7A146DC-65CD-A93E-9D6A-C2F340C3A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184525"/>
            <a:ext cx="4327525" cy="466725"/>
          </a:xfrm>
          <a:prstGeom prst="rect">
            <a:avLst/>
          </a:prstGeom>
          <a:solidFill>
            <a:srgbClr val="00CCFF">
              <a:alpha val="25999"/>
            </a:srgbClr>
          </a:solidFill>
          <a:ln w="9525">
            <a:solidFill>
              <a:srgbClr val="FFFFFF">
                <a:alpha val="25000"/>
              </a:srgbClr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 algn="ctr">
              <a:spcBef>
                <a:spcPct val="50000"/>
              </a:spcBef>
              <a:buClr>
                <a:srgbClr val="FF9900"/>
              </a:buClr>
              <a:buSzPct val="80000"/>
              <a:buFont typeface="Monotype Sorts" pitchFamily="2" charset="2"/>
              <a:buNone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元功等于力与元位移的标积</a:t>
            </a:r>
            <a:endParaRPr kumimoji="1" lang="zh-CN" altLang="en-US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24293" name="Text Box 5">
            <a:extLst>
              <a:ext uri="{FF2B5EF4-FFF2-40B4-BE49-F238E27FC236}">
                <a16:creationId xmlns:a16="http://schemas.microsoft.com/office/drawing/2014/main" id="{21DC0A1C-02E5-CFFB-67DE-6EAA3A119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90963"/>
            <a:ext cx="1295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或</a:t>
            </a:r>
            <a:endParaRPr kumimoji="1" lang="zh-CN" altLang="en-US" b="0"/>
          </a:p>
        </p:txBody>
      </p:sp>
      <p:sp>
        <p:nvSpPr>
          <p:cNvPr id="524294" name="Text Box 6">
            <a:extLst>
              <a:ext uri="{FF2B5EF4-FFF2-40B4-BE49-F238E27FC236}">
                <a16:creationId xmlns:a16="http://schemas.microsoft.com/office/drawing/2014/main" id="{237F001A-EAC2-F16F-F690-3F04B1051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" y="4629150"/>
            <a:ext cx="4486275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342900" indent="-342900">
              <a:buClr>
                <a:srgbClr val="FF9900"/>
              </a:buClr>
              <a:buSzPct val="80000"/>
              <a:buFont typeface="Monotype Sorts" pitchFamily="2" charset="2"/>
              <a:buNone/>
              <a:defRPr/>
            </a:pP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由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点移动到</a:t>
            </a:r>
            <a:r>
              <a:rPr lang="en-US" altLang="zh-CN" i="1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</a:rPr>
              <a:t>点，总功</a:t>
            </a:r>
            <a:endParaRPr lang="zh-CN" altLang="en-US"/>
          </a:p>
        </p:txBody>
      </p:sp>
      <p:sp>
        <p:nvSpPr>
          <p:cNvPr id="524295" name="Rectangle 7">
            <a:extLst>
              <a:ext uri="{FF2B5EF4-FFF2-40B4-BE49-F238E27FC236}">
                <a16:creationId xmlns:a16="http://schemas.microsoft.com/office/drawing/2014/main" id="{A2B7BB8B-EDCF-80B9-3881-4967957AA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8" y="1306513"/>
            <a:ext cx="2216150" cy="63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/>
              <a:t>取元位移</a:t>
            </a:r>
          </a:p>
        </p:txBody>
      </p:sp>
      <p:graphicFrame>
        <p:nvGraphicFramePr>
          <p:cNvPr id="524296" name="Object 8">
            <a:extLst>
              <a:ext uri="{FF2B5EF4-FFF2-40B4-BE49-F238E27FC236}">
                <a16:creationId xmlns:a16="http://schemas.microsoft.com/office/drawing/2014/main" id="{6B43586C-F57C-17FA-7DBD-14FFAB6EB3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4825" y="1479550"/>
          <a:ext cx="34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27442" imgH="266839" progId="Equation.3">
                  <p:embed/>
                </p:oleObj>
              </mc:Choice>
              <mc:Fallback>
                <p:oleObj name="公式" r:id="rId3" imgW="327442" imgH="26683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1479550"/>
                        <a:ext cx="342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7" name="Object 9">
            <a:extLst>
              <a:ext uri="{FF2B5EF4-FFF2-40B4-BE49-F238E27FC236}">
                <a16:creationId xmlns:a16="http://schemas.microsoft.com/office/drawing/2014/main" id="{64D01106-329A-DF77-4D02-138D4E3181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825" y="2616200"/>
          <a:ext cx="1358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41120" imgH="304745" progId="Equation.3">
                  <p:embed/>
                </p:oleObj>
              </mc:Choice>
              <mc:Fallback>
                <p:oleObj name="公式" r:id="rId5" imgW="1341120" imgH="30474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2616200"/>
                        <a:ext cx="13589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8" name="Object 10">
            <a:extLst>
              <a:ext uri="{FF2B5EF4-FFF2-40B4-BE49-F238E27FC236}">
                <a16:creationId xmlns:a16="http://schemas.microsoft.com/office/drawing/2014/main" id="{E178B322-F342-5233-38C9-A8E70ECBC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9550" y="260985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470504" imgH="388537" progId="Equation.3">
                  <p:embed/>
                </p:oleObj>
              </mc:Choice>
              <mc:Fallback>
                <p:oleObj name="公式" r:id="rId7" imgW="1470504" imgH="38853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2609850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299" name="Object 11">
            <a:extLst>
              <a:ext uri="{FF2B5EF4-FFF2-40B4-BE49-F238E27FC236}">
                <a16:creationId xmlns:a16="http://schemas.microsoft.com/office/drawing/2014/main" id="{95AE96AA-7B4C-6335-B1B9-5EF82F076A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1613" y="3986213"/>
          <a:ext cx="1714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699416" imgH="266839" progId="Equation.3">
                  <p:embed/>
                </p:oleObj>
              </mc:Choice>
              <mc:Fallback>
                <p:oleObj name="公式" r:id="rId9" imgW="1699416" imgH="26683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3986213"/>
                        <a:ext cx="1714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00" name="Object 12">
            <a:extLst>
              <a:ext uri="{FF2B5EF4-FFF2-40B4-BE49-F238E27FC236}">
                <a16:creationId xmlns:a16="http://schemas.microsoft.com/office/drawing/2014/main" id="{EBA54FB2-E26A-FA2F-64E9-471D7DAD7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9713" y="5305425"/>
          <a:ext cx="1143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27636" imgH="579065" progId="Equation.3">
                  <p:embed/>
                </p:oleObj>
              </mc:Choice>
              <mc:Fallback>
                <p:oleObj name="公式" r:id="rId11" imgW="1127636" imgH="57906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713" y="5305425"/>
                        <a:ext cx="1143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>
            <a:extLst>
              <a:ext uri="{FF2B5EF4-FFF2-40B4-BE49-F238E27FC236}">
                <a16:creationId xmlns:a16="http://schemas.microsoft.com/office/drawing/2014/main" id="{E6DA181B-EB46-A6FF-C053-30AE636CC48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80275" y="2728913"/>
            <a:ext cx="747713" cy="2143125"/>
            <a:chOff x="3563" y="1252"/>
            <a:chExt cx="668" cy="1919"/>
          </a:xfrm>
        </p:grpSpPr>
        <p:sp>
          <p:nvSpPr>
            <p:cNvPr id="524302" name="Line 14">
              <a:extLst>
                <a:ext uri="{FF2B5EF4-FFF2-40B4-BE49-F238E27FC236}">
                  <a16:creationId xmlns:a16="http://schemas.microsoft.com/office/drawing/2014/main" id="{549F3204-9DDB-A737-D6BA-B9CC2873E0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563" y="1252"/>
              <a:ext cx="668" cy="1919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 type="triangle" w="med" len="lg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37" name="Object 15">
              <a:extLst>
                <a:ext uri="{FF2B5EF4-FFF2-40B4-BE49-F238E27FC236}">
                  <a16:creationId xmlns:a16="http://schemas.microsoft.com/office/drawing/2014/main" id="{DC5B865B-99EF-82FD-2D0A-B46570E38D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8" y="1956"/>
            <a:ext cx="181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36376" imgH="441905" progId="Equation.3">
                    <p:embed/>
                  </p:oleObj>
                </mc:Choice>
                <mc:Fallback>
                  <p:oleObj name="公式" r:id="rId13" imgW="236376" imgH="44190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8" y="1956"/>
                          <a:ext cx="181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E3AFD59D-26F2-F320-1953-7B3FEF2C5C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43713" y="2981325"/>
            <a:ext cx="246062" cy="231775"/>
            <a:chOff x="3223" y="1576"/>
            <a:chExt cx="221" cy="208"/>
          </a:xfrm>
        </p:grpSpPr>
        <p:sp>
          <p:nvSpPr>
            <p:cNvPr id="524305" name="Arc 17">
              <a:extLst>
                <a:ext uri="{FF2B5EF4-FFF2-40B4-BE49-F238E27FC236}">
                  <a16:creationId xmlns:a16="http://schemas.microsoft.com/office/drawing/2014/main" id="{69BE7C74-2713-CFA2-D4B2-9165BD838C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223" y="1686"/>
              <a:ext cx="51" cy="8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35" name="Object 18">
              <a:extLst>
                <a:ext uri="{FF2B5EF4-FFF2-40B4-BE49-F238E27FC236}">
                  <a16:creationId xmlns:a16="http://schemas.microsoft.com/office/drawing/2014/main" id="{16B2BAC7-7EC9-68D5-E8B4-F2C7C14982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92" y="1576"/>
            <a:ext cx="15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28413" imgH="312226" progId="Equation.3">
                    <p:embed/>
                  </p:oleObj>
                </mc:Choice>
                <mc:Fallback>
                  <p:oleObj name="公式" r:id="rId15" imgW="228413" imgH="312226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2" y="1576"/>
                          <a:ext cx="15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9">
            <a:extLst>
              <a:ext uri="{FF2B5EF4-FFF2-40B4-BE49-F238E27FC236}">
                <a16:creationId xmlns:a16="http://schemas.microsoft.com/office/drawing/2014/main" id="{70AE2711-4AEB-22D7-3226-B4FBFC5CED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842000" y="3711575"/>
            <a:ext cx="169863" cy="303213"/>
            <a:chOff x="2276" y="2132"/>
            <a:chExt cx="152" cy="272"/>
          </a:xfrm>
        </p:grpSpPr>
        <p:sp>
          <p:nvSpPr>
            <p:cNvPr id="524308" name="Oval 20">
              <a:extLst>
                <a:ext uri="{FF2B5EF4-FFF2-40B4-BE49-F238E27FC236}">
                  <a16:creationId xmlns:a16="http://schemas.microsoft.com/office/drawing/2014/main" id="{C7D66866-B763-C918-6016-B267C76BBE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63" y="2337"/>
              <a:ext cx="64" cy="67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2333" name="Object 21">
              <a:extLst>
                <a:ext uri="{FF2B5EF4-FFF2-40B4-BE49-F238E27FC236}">
                  <a16:creationId xmlns:a16="http://schemas.microsoft.com/office/drawing/2014/main" id="{5AE6AB8D-EC82-0504-5BE2-D0EDB9C6AA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6" y="2132"/>
            <a:ext cx="15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28413" imgH="228434" progId="Equation.3">
                    <p:embed/>
                  </p:oleObj>
                </mc:Choice>
                <mc:Fallback>
                  <p:oleObj name="公式" r:id="rId17" imgW="228413" imgH="228434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6" y="2132"/>
                          <a:ext cx="15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22">
            <a:extLst>
              <a:ext uri="{FF2B5EF4-FFF2-40B4-BE49-F238E27FC236}">
                <a16:creationId xmlns:a16="http://schemas.microsoft.com/office/drawing/2014/main" id="{7687BB31-0D25-1137-96EE-FA03A96F6F7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926388" y="2352675"/>
            <a:ext cx="150812" cy="384175"/>
            <a:chOff x="4140" y="916"/>
            <a:chExt cx="136" cy="344"/>
          </a:xfrm>
        </p:grpSpPr>
        <p:graphicFrame>
          <p:nvGraphicFramePr>
            <p:cNvPr id="12330" name="Object 23">
              <a:extLst>
                <a:ext uri="{FF2B5EF4-FFF2-40B4-BE49-F238E27FC236}">
                  <a16:creationId xmlns:a16="http://schemas.microsoft.com/office/drawing/2014/main" id="{087C4242-8CB2-1435-2180-5FF35E11D9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40" y="916"/>
            <a:ext cx="13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98058" imgH="327688" progId="Equation.3">
                    <p:embed/>
                  </p:oleObj>
                </mc:Choice>
                <mc:Fallback>
                  <p:oleObj name="公式" r:id="rId19" imgW="198058" imgH="327688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0" y="916"/>
                          <a:ext cx="136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4312" name="Oval 24">
              <a:extLst>
                <a:ext uri="{FF2B5EF4-FFF2-40B4-BE49-F238E27FC236}">
                  <a16:creationId xmlns:a16="http://schemas.microsoft.com/office/drawing/2014/main" id="{2686DAC0-06B0-0907-65C8-88C508A3AB5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12" y="1193"/>
              <a:ext cx="63" cy="67"/>
            </a:xfrm>
            <a:prstGeom prst="ellipse">
              <a:avLst/>
            </a:prstGeom>
            <a:solidFill>
              <a:srgbClr val="FF0000"/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" name="Group 25">
            <a:extLst>
              <a:ext uri="{FF2B5EF4-FFF2-40B4-BE49-F238E27FC236}">
                <a16:creationId xmlns:a16="http://schemas.microsoft.com/office/drawing/2014/main" id="{8F982CC6-97BB-1C15-AF92-03904D1CFB2C}"/>
              </a:ext>
            </a:extLst>
          </p:cNvPr>
          <p:cNvGrpSpPr>
            <a:grpSpLocks/>
          </p:cNvGrpSpPr>
          <p:nvPr/>
        </p:nvGrpSpPr>
        <p:grpSpPr bwMode="auto">
          <a:xfrm>
            <a:off x="7113588" y="4840288"/>
            <a:ext cx="306387" cy="387350"/>
            <a:chOff x="4829" y="2731"/>
            <a:chExt cx="193" cy="244"/>
          </a:xfrm>
        </p:grpSpPr>
        <p:graphicFrame>
          <p:nvGraphicFramePr>
            <p:cNvPr id="12328" name="Object 26">
              <a:extLst>
                <a:ext uri="{FF2B5EF4-FFF2-40B4-BE49-F238E27FC236}">
                  <a16:creationId xmlns:a16="http://schemas.microsoft.com/office/drawing/2014/main" id="{34204562-63D4-7968-FC8D-3DC12A24B9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9" y="2790"/>
            <a:ext cx="193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89622" imgH="312226" progId="Equation.3">
                    <p:embed/>
                  </p:oleObj>
                </mc:Choice>
                <mc:Fallback>
                  <p:oleObj name="公式" r:id="rId21" imgW="289622" imgH="312226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9" y="2790"/>
                          <a:ext cx="193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4315" name="Oval 27">
              <a:extLst>
                <a:ext uri="{FF2B5EF4-FFF2-40B4-BE49-F238E27FC236}">
                  <a16:creationId xmlns:a16="http://schemas.microsoft.com/office/drawing/2014/main" id="{80597710-77AF-C353-4E0D-6776B10C8F8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23" y="2731"/>
              <a:ext cx="16" cy="17"/>
            </a:xfrm>
            <a:prstGeom prst="ellipse">
              <a:avLst/>
            </a:prstGeom>
            <a:solidFill>
              <a:srgbClr val="00FF00"/>
            </a:solidFill>
            <a:ln w="38100">
              <a:solidFill>
                <a:srgbClr val="00FF00"/>
              </a:solidFill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7" name="Group 28">
            <a:extLst>
              <a:ext uri="{FF2B5EF4-FFF2-40B4-BE49-F238E27FC236}">
                <a16:creationId xmlns:a16="http://schemas.microsoft.com/office/drawing/2014/main" id="{D5F5B613-D5B3-2544-C2E6-8F469E8270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696075" y="3171825"/>
            <a:ext cx="760413" cy="465138"/>
            <a:chOff x="3160" y="1760"/>
            <a:chExt cx="680" cy="416"/>
          </a:xfrm>
        </p:grpSpPr>
        <p:graphicFrame>
          <p:nvGraphicFramePr>
            <p:cNvPr id="12326" name="Object 29">
              <a:extLst>
                <a:ext uri="{FF2B5EF4-FFF2-40B4-BE49-F238E27FC236}">
                  <a16:creationId xmlns:a16="http://schemas.microsoft.com/office/drawing/2014/main" id="{6FDE6BC2-A1A6-443D-48A2-854CF8D4E5E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32" y="1952"/>
            <a:ext cx="200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305049" imgH="343149" progId="Equation.3">
                    <p:embed/>
                  </p:oleObj>
                </mc:Choice>
                <mc:Fallback>
                  <p:oleObj name="公式" r:id="rId23" imgW="305049" imgH="343149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2" y="1952"/>
                          <a:ext cx="200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4318" name="Line 30">
              <a:extLst>
                <a:ext uri="{FF2B5EF4-FFF2-40B4-BE49-F238E27FC236}">
                  <a16:creationId xmlns:a16="http://schemas.microsoft.com/office/drawing/2014/main" id="{3C8EB8FB-1BEF-79CE-CE3D-29D69D849E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60" y="1760"/>
              <a:ext cx="68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24319" name="Oval 31">
            <a:extLst>
              <a:ext uri="{FF2B5EF4-FFF2-40B4-BE49-F238E27FC236}">
                <a16:creationId xmlns:a16="http://schemas.microsoft.com/office/drawing/2014/main" id="{A99EE728-5725-EE47-1D5D-F24DF21CDC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43688" y="3127375"/>
            <a:ext cx="69850" cy="74613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8" name="Group 32">
            <a:extLst>
              <a:ext uri="{FF2B5EF4-FFF2-40B4-BE49-F238E27FC236}">
                <a16:creationId xmlns:a16="http://schemas.microsoft.com/office/drawing/2014/main" id="{4F485817-21E8-50EF-1162-78C8A0E570E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07100" y="3992563"/>
            <a:ext cx="1270000" cy="868362"/>
            <a:chOff x="2424" y="2384"/>
            <a:chExt cx="1136" cy="776"/>
          </a:xfrm>
        </p:grpSpPr>
        <p:graphicFrame>
          <p:nvGraphicFramePr>
            <p:cNvPr id="12324" name="Object 33">
              <a:extLst>
                <a:ext uri="{FF2B5EF4-FFF2-40B4-BE49-F238E27FC236}">
                  <a16:creationId xmlns:a16="http://schemas.microsoft.com/office/drawing/2014/main" id="{0B9FE492-FF7C-B99D-01A3-1AEFC9CD33B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3" y="2563"/>
            <a:ext cx="188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251304" imgH="441905" progId="Equation.3">
                    <p:embed/>
                  </p:oleObj>
                </mc:Choice>
                <mc:Fallback>
                  <p:oleObj name="公式" r:id="rId25" imgW="251304" imgH="44190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3" y="2563"/>
                          <a:ext cx="188" cy="2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4322" name="Line 34">
              <a:extLst>
                <a:ext uri="{FF2B5EF4-FFF2-40B4-BE49-F238E27FC236}">
                  <a16:creationId xmlns:a16="http://schemas.microsoft.com/office/drawing/2014/main" id="{B8C641A2-C532-D471-7510-2069997508D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424" y="2384"/>
              <a:ext cx="1136" cy="77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9" name="Group 35">
            <a:extLst>
              <a:ext uri="{FF2B5EF4-FFF2-40B4-BE49-F238E27FC236}">
                <a16:creationId xmlns:a16="http://schemas.microsoft.com/office/drawing/2014/main" id="{DAB7F767-FEB6-DA80-0C60-790509252ACC}"/>
              </a:ext>
            </a:extLst>
          </p:cNvPr>
          <p:cNvGrpSpPr>
            <a:grpSpLocks/>
          </p:cNvGrpSpPr>
          <p:nvPr/>
        </p:nvGrpSpPr>
        <p:grpSpPr bwMode="auto">
          <a:xfrm>
            <a:off x="6532563" y="2792413"/>
            <a:ext cx="430212" cy="401637"/>
            <a:chOff x="4307" y="1508"/>
            <a:chExt cx="271" cy="253"/>
          </a:xfrm>
        </p:grpSpPr>
        <p:graphicFrame>
          <p:nvGraphicFramePr>
            <p:cNvPr id="12322" name="Object 36">
              <a:extLst>
                <a:ext uri="{FF2B5EF4-FFF2-40B4-BE49-F238E27FC236}">
                  <a16:creationId xmlns:a16="http://schemas.microsoft.com/office/drawing/2014/main" id="{A5AF82F4-A4A6-7FFD-4042-254585AE4B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7" y="1508"/>
            <a:ext cx="18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404078" imgH="327688" progId="Equation.3">
                    <p:embed/>
                  </p:oleObj>
                </mc:Choice>
                <mc:Fallback>
                  <p:oleObj name="公式" r:id="rId27" imgW="404078" imgH="327688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" y="1508"/>
                          <a:ext cx="18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4325" name="Line 37">
              <a:extLst>
                <a:ext uri="{FF2B5EF4-FFF2-40B4-BE49-F238E27FC236}">
                  <a16:creationId xmlns:a16="http://schemas.microsoft.com/office/drawing/2014/main" id="{889F80C7-2E24-97B0-2974-93D525FA763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290385" flipV="1">
              <a:off x="4437" y="1581"/>
              <a:ext cx="141" cy="18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 type="triangle" w="sm" len="sm"/>
            </a:ln>
            <a:effectLst/>
          </p:spPr>
          <p:txBody>
            <a:bodyPr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524326" name="Rectangle 38">
            <a:extLst>
              <a:ext uri="{FF2B5EF4-FFF2-40B4-BE49-F238E27FC236}">
                <a16:creationId xmlns:a16="http://schemas.microsoft.com/office/drawing/2014/main" id="{07B10928-F4B5-60D0-7F9C-87246BCB5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1287463"/>
            <a:ext cx="67865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857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 typeface="Monotype Sorts" pitchFamily="2" charset="2"/>
              <a:buNone/>
            </a:pPr>
            <a:r>
              <a:rPr lang="zh-CN" altLang="en-US"/>
              <a:t>，在   范围内，作用力  可认为是恒力。</a:t>
            </a:r>
          </a:p>
        </p:txBody>
      </p:sp>
      <p:graphicFrame>
        <p:nvGraphicFramePr>
          <p:cNvPr id="524327" name="Object 39">
            <a:extLst>
              <a:ext uri="{FF2B5EF4-FFF2-40B4-BE49-F238E27FC236}">
                <a16:creationId xmlns:a16="http://schemas.microsoft.com/office/drawing/2014/main" id="{E0BBA391-587C-58C5-3CC0-D90E941895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2108548"/>
              </p:ext>
            </p:extLst>
          </p:nvPr>
        </p:nvGraphicFramePr>
        <p:xfrm>
          <a:off x="5160963" y="1443832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51304" imgH="289782" progId="Equation.3">
                  <p:embed/>
                </p:oleObj>
              </mc:Choice>
              <mc:Fallback>
                <p:oleObj name="公式" r:id="rId29" imgW="251304" imgH="289782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3" y="1443832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28" name="Object 40">
            <a:extLst>
              <a:ext uri="{FF2B5EF4-FFF2-40B4-BE49-F238E27FC236}">
                <a16:creationId xmlns:a16="http://schemas.microsoft.com/office/drawing/2014/main" id="{E9FDAB4A-8256-145E-C891-4F8470C17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189451"/>
              </p:ext>
            </p:extLst>
          </p:nvPr>
        </p:nvGraphicFramePr>
        <p:xfrm>
          <a:off x="2758538" y="1438275"/>
          <a:ext cx="34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327442" imgH="266839" progId="Equation.3">
                  <p:embed/>
                </p:oleObj>
              </mc:Choice>
              <mc:Fallback>
                <p:oleObj name="公式" r:id="rId31" imgW="327442" imgH="266839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8538" y="1438275"/>
                        <a:ext cx="342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29" name="Object 41">
            <a:extLst>
              <a:ext uri="{FF2B5EF4-FFF2-40B4-BE49-F238E27FC236}">
                <a16:creationId xmlns:a16="http://schemas.microsoft.com/office/drawing/2014/main" id="{4928ABB9-C3FE-0685-A055-93D8DE7296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3988" y="5287963"/>
          <a:ext cx="1282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264982" imgH="617469" progId="Equation.3">
                  <p:embed/>
                </p:oleObj>
              </mc:Choice>
              <mc:Fallback>
                <p:oleObj name="公式" r:id="rId33" imgW="1264982" imgH="617469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5287963"/>
                        <a:ext cx="1282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330" name="Rectangle 42">
            <a:extLst>
              <a:ext uri="{FF2B5EF4-FFF2-40B4-BE49-F238E27FC236}">
                <a16:creationId xmlns:a16="http://schemas.microsoft.com/office/drawing/2014/main" id="{632EA6C1-4993-9549-ECB6-FFF3E352D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1905000"/>
            <a:ext cx="54594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Clr>
                <a:srgbClr val="FF9900"/>
              </a:buClr>
              <a:buSzPct val="80000"/>
              <a:buFont typeface="Monotype Sorts" pitchFamily="2" charset="2"/>
              <a:buNone/>
            </a:pPr>
            <a:r>
              <a:rPr lang="zh-CN" altLang="en-US" dirty="0"/>
              <a:t>在任一元位移  上，力  所作的元功</a:t>
            </a:r>
          </a:p>
        </p:txBody>
      </p:sp>
      <p:graphicFrame>
        <p:nvGraphicFramePr>
          <p:cNvPr id="524331" name="Object 43">
            <a:extLst>
              <a:ext uri="{FF2B5EF4-FFF2-40B4-BE49-F238E27FC236}">
                <a16:creationId xmlns:a16="http://schemas.microsoft.com/office/drawing/2014/main" id="{208469B1-9B55-594D-521C-42A951B60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0288" y="2044700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5" imgW="251304" imgH="289782" progId="Equation.3">
                  <p:embed/>
                </p:oleObj>
              </mc:Choice>
              <mc:Fallback>
                <p:oleObj name="公式" r:id="rId35" imgW="251304" imgH="289782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2044700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32" name="Object 44">
            <a:extLst>
              <a:ext uri="{FF2B5EF4-FFF2-40B4-BE49-F238E27FC236}">
                <a16:creationId xmlns:a16="http://schemas.microsoft.com/office/drawing/2014/main" id="{EE28C8C6-2FE9-3AC3-8354-EEA5B21E9E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3200" y="5310188"/>
          <a:ext cx="1587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1569533" imgH="579065" progId="Equation.3">
                  <p:embed/>
                </p:oleObj>
              </mc:Choice>
              <mc:Fallback>
                <p:oleObj name="公式" r:id="rId37" imgW="1569533" imgH="579065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5310188"/>
                        <a:ext cx="1587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4334" name="Object 46">
            <a:extLst>
              <a:ext uri="{FF2B5EF4-FFF2-40B4-BE49-F238E27FC236}">
                <a16:creationId xmlns:a16="http://schemas.microsoft.com/office/drawing/2014/main" id="{72707B56-8062-A464-90D4-D1AD18493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4231853"/>
              </p:ext>
            </p:extLst>
          </p:nvPr>
        </p:nvGraphicFramePr>
        <p:xfrm>
          <a:off x="2286616" y="2024063"/>
          <a:ext cx="342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327442" imgH="266839" progId="Equation.3">
                  <p:embed/>
                </p:oleObj>
              </mc:Choice>
              <mc:Fallback>
                <p:oleObj name="公式" r:id="rId39" imgW="327442" imgH="266839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616" y="2024063"/>
                        <a:ext cx="3429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335" name="Rectangle 47">
            <a:extLst>
              <a:ext uri="{FF2B5EF4-FFF2-40B4-BE49-F238E27FC236}">
                <a16:creationId xmlns:a16="http://schemas.microsoft.com/office/drawing/2014/main" id="{91AB6714-EEF4-D1A8-BAC7-393F0E173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650875"/>
            <a:ext cx="6324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问题：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物体受变力 </a:t>
            </a:r>
            <a:r>
              <a:rPr kumimoji="1" lang="en-US" altLang="zh-CN" i="1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的作用，</a:t>
            </a:r>
          </a:p>
        </p:txBody>
      </p:sp>
      <p:sp>
        <p:nvSpPr>
          <p:cNvPr id="524336" name="Rectangle 48">
            <a:extLst>
              <a:ext uri="{FF2B5EF4-FFF2-40B4-BE49-F238E27FC236}">
                <a16:creationId xmlns:a16="http://schemas.microsoft.com/office/drawing/2014/main" id="{461AABF7-1848-0518-1D1C-6D271E0152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668338"/>
            <a:ext cx="457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从 </a:t>
            </a:r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点移动到 </a:t>
            </a:r>
            <a:r>
              <a:rPr kumimoji="1" lang="en-US" altLang="zh-CN" i="1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点，</a:t>
            </a:r>
          </a:p>
        </p:txBody>
      </p:sp>
      <p:sp>
        <p:nvSpPr>
          <p:cNvPr id="524337" name="Text Box 49">
            <a:extLst>
              <a:ext uri="{FF2B5EF4-FFF2-40B4-BE49-F238E27FC236}">
                <a16:creationId xmlns:a16="http://schemas.microsoft.com/office/drawing/2014/main" id="{BF674F79-FAEE-0A29-6680-3D1DA3DEB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1031875"/>
            <a:ext cx="415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CC"/>
                </a:solidFill>
                <a:latin typeface="Times New Roman" panose="02020603050405020304" pitchFamily="18" charset="0"/>
                <a:ea typeface="楷体_GB2312" pitchFamily="49" charset="-122"/>
              </a:rPr>
              <a:t>变力所作的功？</a:t>
            </a:r>
            <a:endParaRPr kumimoji="1" lang="zh-CN" altLang="en-US" b="0">
              <a:solidFill>
                <a:schemeClr val="tx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24340" name="Rectangle 52">
            <a:extLst>
              <a:ext uri="{FF2B5EF4-FFF2-40B4-BE49-F238E27FC236}">
                <a16:creationId xmlns:a16="http://schemas.microsoft.com/office/drawing/2014/main" id="{DFB103D1-CC53-A4F9-90A3-494E70734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5991225"/>
            <a:ext cx="6696075" cy="466725"/>
          </a:xfrm>
          <a:prstGeom prst="rect">
            <a:avLst/>
          </a:prstGeom>
          <a:solidFill>
            <a:srgbClr val="00CCFF">
              <a:alpha val="25882"/>
            </a:srgbClr>
          </a:solidFill>
          <a:ln w="9525">
            <a:solidFill>
              <a:srgbClr val="FFFFFF">
                <a:alpha val="25098"/>
              </a:srgbClr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>
              <a:spcBef>
                <a:spcPct val="50000"/>
              </a:spcBef>
              <a:buClr>
                <a:srgbClr val="FF9900"/>
              </a:buClr>
              <a:buSzPct val="80000"/>
              <a:buFont typeface="Monotype Sorts" pitchFamily="2" charset="2"/>
              <a:buNone/>
            </a:pPr>
            <a:r>
              <a:rPr kumimoji="1" lang="zh-CN" altLang="en-US">
                <a:latin typeface="楷体_GB2312" pitchFamily="49" charset="-122"/>
                <a:ea typeface="楷体_GB2312" pitchFamily="49" charset="-122"/>
              </a:rPr>
              <a:t>功是过程量，是力的一种空间累积效应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300"/>
                                        <p:tgtEl>
                                          <p:spTgt spid="52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300"/>
                                        <p:tgtEl>
                                          <p:spTgt spid="52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524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2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2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4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4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2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24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24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2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524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24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24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4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24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2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2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291" grpId="0"/>
      <p:bldP spid="524292" grpId="0" animBg="1" autoUpdateAnimBg="0"/>
      <p:bldP spid="524293" grpId="0" autoUpdateAnimBg="0"/>
      <p:bldP spid="524294" grpId="0" autoUpdateAnimBg="0"/>
      <p:bldP spid="524295" grpId="0"/>
      <p:bldP spid="524319" grpId="0" animBg="1"/>
      <p:bldP spid="524326" grpId="0"/>
      <p:bldP spid="524330" grpId="0"/>
      <p:bldP spid="524335" grpId="0" autoUpdateAnimBg="0"/>
      <p:bldP spid="524336" grpId="0" autoUpdateAnimBg="0"/>
      <p:bldP spid="524337" grpId="0" build="p" autoUpdateAnimBg="0" advAuto="0"/>
      <p:bldP spid="524340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82" name="Rectangle 70">
            <a:extLst>
              <a:ext uri="{FF2B5EF4-FFF2-40B4-BE49-F238E27FC236}">
                <a16:creationId xmlns:a16="http://schemas.microsoft.com/office/drawing/2014/main" id="{AD48BDAE-D678-550A-1EDF-1FDADB708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525" y="3863975"/>
            <a:ext cx="3133725" cy="2540000"/>
          </a:xfrm>
          <a:prstGeom prst="rect">
            <a:avLst/>
          </a:prstGeom>
          <a:solidFill>
            <a:srgbClr val="0000CA">
              <a:alpha val="0"/>
            </a:srgbClr>
          </a:solidFill>
          <a:ln w="9525" algn="ctr">
            <a:solidFill>
              <a:srgbClr val="00CCFF">
                <a:alpha val="39999"/>
              </a:srgbClr>
            </a:solidFill>
            <a:miter lim="800000"/>
            <a:headEnd/>
            <a:tailEnd/>
          </a:ln>
          <a:effectLst>
            <a:outerShdw dist="35921" dir="2700000" algn="ctr" rotWithShape="0">
              <a:srgbClr val="0099CC">
                <a:alpha val="20000"/>
              </a:srgbClr>
            </a:outerShdw>
          </a:effectLst>
        </p:spPr>
        <p:txBody>
          <a:bodyPr anchor="ctr">
            <a:spAutoFit/>
          </a:bodyPr>
          <a:lstStyle/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endParaRPr lang="zh-CN" altLang="en-GB" sz="4000" b="0">
              <a:solidFill>
                <a:srgbClr val="0000CA"/>
              </a:solidFill>
              <a:effectDag name="">
                <a:cont type="tree" name="">
                  <a:effect ref="fillLine"/>
                  <a:outerShdw dist="38100" dir="13500000" algn="br">
                    <a:srgbClr val="5555FF"/>
                  </a:outerShdw>
                </a:cont>
                <a:cont type="tree" name="">
                  <a:effect ref="fillLine"/>
                  <a:outerShdw dist="38100" dir="2700000" algn="tl">
                    <a:srgbClr val="000079"/>
                  </a:outerShdw>
                </a:cont>
                <a:effect ref="fillLine"/>
              </a:effectDag>
              <a:latin typeface="Times New Roman" pitchFamily="18" charset="0"/>
              <a:ea typeface="楷体_GB2312" pitchFamily="49" charset="-122"/>
            </a:endParaRPr>
          </a:p>
          <a:p>
            <a:pPr algn="ctr" eaLnBrk="1" hangingPunct="1">
              <a:defRPr/>
            </a:pPr>
            <a:r>
              <a:rPr lang="en-US" altLang="zh-CN" sz="4000" b="0">
                <a:solidFill>
                  <a:srgbClr val="0000CA"/>
                </a:solidFill>
                <a:effectDag name="">
                  <a:cont type="tree" name="">
                    <a:effect ref="fillLine"/>
                    <a:outerShdw dist="38100" dir="13500000" algn="br">
                      <a:srgbClr val="5555FF"/>
                    </a:outerShdw>
                  </a:cont>
                  <a:cont type="tree" name="">
                    <a:effect ref="fillLine"/>
                    <a:outerShdw dist="38100" dir="2700000" algn="tl">
                      <a:srgbClr val="000079"/>
                    </a:outerShdw>
                  </a:cont>
                  <a:effect ref="fillLine"/>
                </a:effectDag>
                <a:latin typeface="Times New Roman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525383" name="Rectangle 71">
            <a:extLst>
              <a:ext uri="{FF2B5EF4-FFF2-40B4-BE49-F238E27FC236}">
                <a16:creationId xmlns:a16="http://schemas.microsoft.com/office/drawing/2014/main" id="{1AF9F50C-D5EC-E294-C482-EBBB7E119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5014913"/>
            <a:ext cx="472598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(3) 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功在数值上等于示功图曲线下</a:t>
            </a:r>
          </a:p>
          <a:p>
            <a:pPr>
              <a:lnSpc>
                <a:spcPct val="125000"/>
              </a:lnSpc>
              <a:defRPr/>
            </a:pP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     的面积</a:t>
            </a:r>
          </a:p>
        </p:txBody>
      </p:sp>
      <p:graphicFrame>
        <p:nvGraphicFramePr>
          <p:cNvPr id="525384" name="Object 72">
            <a:extLst>
              <a:ext uri="{FF2B5EF4-FFF2-40B4-BE49-F238E27FC236}">
                <a16:creationId xmlns:a16="http://schemas.microsoft.com/office/drawing/2014/main" id="{A18ABC58-0C60-11A9-7792-51AD68A350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263" y="3048000"/>
          <a:ext cx="15478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31713" imgH="617469" progId="Equation.3">
                  <p:embed/>
                </p:oleObj>
              </mc:Choice>
              <mc:Fallback>
                <p:oleObj name="公式" r:id="rId2" imgW="1531713" imgH="617469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3" y="3048000"/>
                        <a:ext cx="15478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385" name="Object 73">
            <a:extLst>
              <a:ext uri="{FF2B5EF4-FFF2-40B4-BE49-F238E27FC236}">
                <a16:creationId xmlns:a16="http://schemas.microsoft.com/office/drawing/2014/main" id="{C328281E-6B1F-ECD6-1FDF-51E33B0A62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2325" y="5921375"/>
          <a:ext cx="1790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5553" imgH="617469" progId="Equation.3">
                  <p:embed/>
                </p:oleObj>
              </mc:Choice>
              <mc:Fallback>
                <p:oleObj name="公式" r:id="rId4" imgW="1775553" imgH="617469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325" y="5921375"/>
                        <a:ext cx="1790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5386" name="Rectangle 74">
            <a:extLst>
              <a:ext uri="{FF2B5EF4-FFF2-40B4-BE49-F238E27FC236}">
                <a16:creationId xmlns:a16="http://schemas.microsoft.com/office/drawing/2014/main" id="{945076B6-C636-710E-D36F-57CE49D9D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90513"/>
            <a:ext cx="1763712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177800" indent="-177800" eaLnBrk="1" hangingPunct="1"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kumimoji="1"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 </a:t>
            </a:r>
            <a:r>
              <a:rPr kumimoji="1" lang="zh-CN" altLang="en-US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讨论</a:t>
            </a:r>
          </a:p>
        </p:txBody>
      </p:sp>
      <p:sp>
        <p:nvSpPr>
          <p:cNvPr id="525387" name="Rectangle 75">
            <a:extLst>
              <a:ext uri="{FF2B5EF4-FFF2-40B4-BE49-F238E27FC236}">
                <a16:creationId xmlns:a16="http://schemas.microsoft.com/office/drawing/2014/main" id="{9925C6D9-A98F-6021-63EA-69DBE02D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706438"/>
            <a:ext cx="5092700" cy="5302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chemeClr val="bg1"/>
              </a:buClr>
              <a:buFont typeface="Monotype Sorts" pitchFamily="2" charset="2"/>
              <a:buNone/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(1)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在直角坐标系中</a:t>
            </a:r>
          </a:p>
        </p:txBody>
      </p:sp>
      <p:graphicFrame>
        <p:nvGraphicFramePr>
          <p:cNvPr id="525388" name="Object 76">
            <a:extLst>
              <a:ext uri="{FF2B5EF4-FFF2-40B4-BE49-F238E27FC236}">
                <a16:creationId xmlns:a16="http://schemas.microsoft.com/office/drawing/2014/main" id="{DE6958BD-A62B-C369-9082-0B4CDF98B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0113" y="736600"/>
          <a:ext cx="1498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485931" imgH="579065" progId="Equation.3">
                  <p:embed/>
                </p:oleObj>
              </mc:Choice>
              <mc:Fallback>
                <p:oleObj name="公式" r:id="rId6" imgW="1485931" imgH="579065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736600"/>
                        <a:ext cx="1498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389" name="Object 77">
            <a:extLst>
              <a:ext uri="{FF2B5EF4-FFF2-40B4-BE49-F238E27FC236}">
                <a16:creationId xmlns:a16="http://schemas.microsoft.com/office/drawing/2014/main" id="{E95FAFB1-8581-A588-96EB-690FBE760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56188" y="736600"/>
          <a:ext cx="30210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09682" imgH="579065" progId="Equation.3">
                  <p:embed/>
                </p:oleObj>
              </mc:Choice>
              <mc:Fallback>
                <p:oleObj name="公式" r:id="rId8" imgW="3009682" imgH="579065" progId="Equation.3">
                  <p:embed/>
                  <p:pic>
                    <p:nvPicPr>
                      <p:cNvPr id="0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188" y="736600"/>
                        <a:ext cx="30210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5390" name="Rectangle 78">
            <a:extLst>
              <a:ext uri="{FF2B5EF4-FFF2-40B4-BE49-F238E27FC236}">
                <a16:creationId xmlns:a16="http://schemas.microsoft.com/office/drawing/2014/main" id="{612D0635-6A27-8302-574E-8CA6C2D11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2228850"/>
            <a:ext cx="7837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(2)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合</a:t>
            </a:r>
            <a:r>
              <a: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力    的功</a:t>
            </a:r>
          </a:p>
        </p:txBody>
      </p:sp>
      <p:graphicFrame>
        <p:nvGraphicFramePr>
          <p:cNvPr id="525391" name="Object 79">
            <a:extLst>
              <a:ext uri="{FF2B5EF4-FFF2-40B4-BE49-F238E27FC236}">
                <a16:creationId xmlns:a16="http://schemas.microsoft.com/office/drawing/2014/main" id="{C3CEB73D-2A0B-53C4-BF4D-62BC10E531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8150" y="2284413"/>
          <a:ext cx="266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1304" imgH="289782" progId="Equation.3">
                  <p:embed/>
                </p:oleObj>
              </mc:Choice>
              <mc:Fallback>
                <p:oleObj name="公式" r:id="rId10" imgW="251304" imgH="289782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2284413"/>
                        <a:ext cx="266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392" name="Object 80">
            <a:extLst>
              <a:ext uri="{FF2B5EF4-FFF2-40B4-BE49-F238E27FC236}">
                <a16:creationId xmlns:a16="http://schemas.microsoft.com/office/drawing/2014/main" id="{3187E01D-D61D-2094-D537-8B4DF3A7B3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5175" y="3028950"/>
          <a:ext cx="31480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131602" imgH="579065" progId="Equation.3">
                  <p:embed/>
                </p:oleObj>
              </mc:Choice>
              <mc:Fallback>
                <p:oleObj name="公式" r:id="rId12" imgW="3131602" imgH="579065" progId="Equation.3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5175" y="3028950"/>
                        <a:ext cx="31480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393" name="Object 81">
            <a:extLst>
              <a:ext uri="{FF2B5EF4-FFF2-40B4-BE49-F238E27FC236}">
                <a16:creationId xmlns:a16="http://schemas.microsoft.com/office/drawing/2014/main" id="{24A18C9E-EEDA-A338-19C0-3ABA540FC9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500" y="3714750"/>
          <a:ext cx="43926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4381656" imgH="579065" progId="Equation.3">
                  <p:embed/>
                </p:oleObj>
              </mc:Choice>
              <mc:Fallback>
                <p:oleObj name="公式" r:id="rId14" imgW="4381656" imgH="579065" progId="Equation.3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500" y="3714750"/>
                        <a:ext cx="43926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5394" name="Object 82">
            <a:extLst>
              <a:ext uri="{FF2B5EF4-FFF2-40B4-BE49-F238E27FC236}">
                <a16:creationId xmlns:a16="http://schemas.microsoft.com/office/drawing/2014/main" id="{F0FE9158-58E8-DB2A-C076-22E5408124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263" y="4422775"/>
          <a:ext cx="2220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09987" imgH="365594" progId="Equation.3">
                  <p:embed/>
                </p:oleObj>
              </mc:Choice>
              <mc:Fallback>
                <p:oleObj name="公式" r:id="rId16" imgW="2209987" imgH="365594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3" y="4422775"/>
                        <a:ext cx="22209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5395" name="Rectangle 83">
            <a:extLst>
              <a:ext uri="{FF2B5EF4-FFF2-40B4-BE49-F238E27FC236}">
                <a16:creationId xmlns:a16="http://schemas.microsoft.com/office/drawing/2014/main" id="{00D477DD-D67F-4A96-0709-CD82FB94A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7325" y="2279650"/>
            <a:ext cx="52593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en-US" altLang="zh-CN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man Old Style"/>
              </a:rPr>
              <a:t>——</a:t>
            </a:r>
            <a:r>
              <a:rPr kumimoji="1" lang="en-US" altLang="zh-CN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kumimoji="1" lang="zh-CN" altLang="en-US" sz="2000">
                <a:solidFill>
                  <a:srgbClr val="FF99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等于各分力沿同一路径所作功的代数和</a:t>
            </a:r>
          </a:p>
        </p:txBody>
      </p:sp>
      <p:sp>
        <p:nvSpPr>
          <p:cNvPr id="525396" name="Rectangle 84">
            <a:extLst>
              <a:ext uri="{FF2B5EF4-FFF2-40B4-BE49-F238E27FC236}">
                <a16:creationId xmlns:a16="http://schemas.microsoft.com/office/drawing/2014/main" id="{4C50D651-C21E-3655-3F1D-810D0D43C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6388" y="4156075"/>
            <a:ext cx="9509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defRPr/>
            </a:pPr>
            <a:r>
              <a:rPr kumimoji="1" lang="zh-CN" altLang="en-US" sz="2000">
                <a:solidFill>
                  <a:srgbClr val="FF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示功图</a:t>
            </a:r>
          </a:p>
        </p:txBody>
      </p:sp>
      <p:grpSp>
        <p:nvGrpSpPr>
          <p:cNvPr id="2" name="Group 85">
            <a:extLst>
              <a:ext uri="{FF2B5EF4-FFF2-40B4-BE49-F238E27FC236}">
                <a16:creationId xmlns:a16="http://schemas.microsoft.com/office/drawing/2014/main" id="{B06BD09D-EAE3-35C5-7DF7-6B26CB5963EF}"/>
              </a:ext>
            </a:extLst>
          </p:cNvPr>
          <p:cNvGrpSpPr>
            <a:grpSpLocks/>
          </p:cNvGrpSpPr>
          <p:nvPr/>
        </p:nvGrpSpPr>
        <p:grpSpPr bwMode="auto">
          <a:xfrm>
            <a:off x="6611938" y="4879975"/>
            <a:ext cx="901700" cy="1414463"/>
            <a:chOff x="2397" y="2130"/>
            <a:chExt cx="568" cy="891"/>
          </a:xfrm>
        </p:grpSpPr>
        <p:sp>
          <p:nvSpPr>
            <p:cNvPr id="525398" name="Rectangle 86">
              <a:extLst>
                <a:ext uri="{FF2B5EF4-FFF2-40B4-BE49-F238E27FC236}">
                  <a16:creationId xmlns:a16="http://schemas.microsoft.com/office/drawing/2014/main" id="{836141D7-3C3B-4268-0133-6A36DC9A8F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80" y="2136"/>
              <a:ext cx="121" cy="631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kumimoji="1" lang="zh-CN" altLang="zh-CN" sz="28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25399" name="Line 87">
              <a:extLst>
                <a:ext uri="{FF2B5EF4-FFF2-40B4-BE49-F238E27FC236}">
                  <a16:creationId xmlns:a16="http://schemas.microsoft.com/office/drawing/2014/main" id="{1D6A04CD-5636-B06C-1103-7CA4DB57FA2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74" y="2772"/>
              <a:ext cx="0" cy="18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5400" name="Line 88">
              <a:extLst>
                <a:ext uri="{FF2B5EF4-FFF2-40B4-BE49-F238E27FC236}">
                  <a16:creationId xmlns:a16="http://schemas.microsoft.com/office/drawing/2014/main" id="{08AD5E86-3A9A-B07B-DA0F-9A4ACCB9F10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07" y="2772"/>
              <a:ext cx="0" cy="184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ysDot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5401" name="Line 89">
              <a:extLst>
                <a:ext uri="{FF2B5EF4-FFF2-40B4-BE49-F238E27FC236}">
                  <a16:creationId xmlns:a16="http://schemas.microsoft.com/office/drawing/2014/main" id="{6692B3A4-CCE3-F342-8D94-F584DB82C74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07" y="2864"/>
              <a:ext cx="220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lg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5402" name="Line 90">
              <a:extLst>
                <a:ext uri="{FF2B5EF4-FFF2-40B4-BE49-F238E27FC236}">
                  <a16:creationId xmlns:a16="http://schemas.microsoft.com/office/drawing/2014/main" id="{4BEADD67-2037-5E0B-B87C-F75F5B69811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07" y="2130"/>
              <a:ext cx="13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5403" name="Line 91">
              <a:extLst>
                <a:ext uri="{FF2B5EF4-FFF2-40B4-BE49-F238E27FC236}">
                  <a16:creationId xmlns:a16="http://schemas.microsoft.com/office/drawing/2014/main" id="{C577CD98-81D9-CB81-1805-B96A9DEBC50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94" y="2130"/>
              <a:ext cx="0" cy="642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triangle" w="med" len="lg"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5404" name="Line 92">
              <a:extLst>
                <a:ext uri="{FF2B5EF4-FFF2-40B4-BE49-F238E27FC236}">
                  <a16:creationId xmlns:a16="http://schemas.microsoft.com/office/drawing/2014/main" id="{A4DFBECA-A58A-D44B-3471-6D7C06A7BA7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97" y="2864"/>
              <a:ext cx="177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sm" len="sm"/>
              <a:tailEnd type="triangle" w="med" len="lg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3355" name="Object 93">
              <a:extLst>
                <a:ext uri="{FF2B5EF4-FFF2-40B4-BE49-F238E27FC236}">
                  <a16:creationId xmlns:a16="http://schemas.microsoft.com/office/drawing/2014/main" id="{5E6A38CB-C4D9-3F36-08EF-9BB9E4D5985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20" y="2319"/>
            <a:ext cx="145" cy="1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05049" imgH="304745" progId="Equation.3">
                    <p:embed/>
                  </p:oleObj>
                </mc:Choice>
                <mc:Fallback>
                  <p:oleObj name="公式" r:id="rId18" imgW="305049" imgH="304745" progId="Equation.3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0" y="2319"/>
                          <a:ext cx="145" cy="1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6" name="Object 94">
              <a:extLst>
                <a:ext uri="{FF2B5EF4-FFF2-40B4-BE49-F238E27FC236}">
                  <a16:creationId xmlns:a16="http://schemas.microsoft.com/office/drawing/2014/main" id="{8DE9D7F7-8B9D-91C7-074A-D459B6616D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3" y="2864"/>
            <a:ext cx="18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81187" imgH="327688" progId="Equation.3">
                    <p:embed/>
                  </p:oleObj>
                </mc:Choice>
                <mc:Fallback>
                  <p:oleObj name="公式" r:id="rId20" imgW="381187" imgH="327688" progId="Equation.3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3" y="2864"/>
                          <a:ext cx="18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5">
            <a:extLst>
              <a:ext uri="{FF2B5EF4-FFF2-40B4-BE49-F238E27FC236}">
                <a16:creationId xmlns:a16="http://schemas.microsoft.com/office/drawing/2014/main" id="{1459B1C6-DC8F-F476-4F6E-1105026084F1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4176713"/>
            <a:ext cx="2846388" cy="1960562"/>
            <a:chOff x="1784" y="1687"/>
            <a:chExt cx="1793" cy="1235"/>
          </a:xfrm>
        </p:grpSpPr>
        <p:grpSp>
          <p:nvGrpSpPr>
            <p:cNvPr id="13341" name="Group 96">
              <a:extLst>
                <a:ext uri="{FF2B5EF4-FFF2-40B4-BE49-F238E27FC236}">
                  <a16:creationId xmlns:a16="http://schemas.microsoft.com/office/drawing/2014/main" id="{AE73C2C9-45EE-CC06-AE24-06573D1A2C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4" y="2751"/>
              <a:ext cx="1793" cy="171"/>
              <a:chOff x="1784" y="2751"/>
              <a:chExt cx="1793" cy="171"/>
            </a:xfrm>
          </p:grpSpPr>
          <p:sp>
            <p:nvSpPr>
              <p:cNvPr id="525409" name="Line 97">
                <a:extLst>
                  <a:ext uri="{FF2B5EF4-FFF2-40B4-BE49-F238E27FC236}">
                    <a16:creationId xmlns:a16="http://schemas.microsoft.com/office/drawing/2014/main" id="{AB4C4AC3-E2E3-AE3E-F16A-919D913B2739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55" y="2772"/>
                <a:ext cx="1503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46" name="Object 98">
                <a:extLst>
                  <a:ext uri="{FF2B5EF4-FFF2-40B4-BE49-F238E27FC236}">
                    <a16:creationId xmlns:a16="http://schemas.microsoft.com/office/drawing/2014/main" id="{CEFDA621-74FA-3B87-4507-0926FCDAE3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73" y="2812"/>
              <a:ext cx="104" cy="1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213484" imgH="228434" progId="Equation.3">
                      <p:embed/>
                    </p:oleObj>
                  </mc:Choice>
                  <mc:Fallback>
                    <p:oleObj name="公式" r:id="rId22" imgW="213484" imgH="228434" progId="Equation.3">
                      <p:embed/>
                      <p:pic>
                        <p:nvPicPr>
                          <p:cNvPr id="0" name="Object 9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73" y="2812"/>
                            <a:ext cx="104" cy="1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47" name="Object 99">
                <a:extLst>
                  <a:ext uri="{FF2B5EF4-FFF2-40B4-BE49-F238E27FC236}">
                    <a16:creationId xmlns:a16="http://schemas.microsoft.com/office/drawing/2014/main" id="{F437C271-938A-1ECE-E016-33916E09D8D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84" y="2751"/>
              <a:ext cx="139" cy="1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4" imgW="289622" imgH="312226" progId="Equation.3">
                      <p:embed/>
                    </p:oleObj>
                  </mc:Choice>
                  <mc:Fallback>
                    <p:oleObj name="公式" r:id="rId24" imgW="289622" imgH="312226" progId="Equation.3">
                      <p:embed/>
                      <p:pic>
                        <p:nvPicPr>
                          <p:cNvPr id="0" name="Object 9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84" y="2751"/>
                            <a:ext cx="139" cy="1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342" name="Group 100">
              <a:extLst>
                <a:ext uri="{FF2B5EF4-FFF2-40B4-BE49-F238E27FC236}">
                  <a16:creationId xmlns:a16="http://schemas.microsoft.com/office/drawing/2014/main" id="{96C109A0-A2DE-0EDC-A060-99E7FE5A6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55" y="1687"/>
              <a:ext cx="415" cy="1085"/>
              <a:chOff x="1955" y="1687"/>
              <a:chExt cx="415" cy="1085"/>
            </a:xfrm>
          </p:grpSpPr>
          <p:sp>
            <p:nvSpPr>
              <p:cNvPr id="525413" name="Line 101">
                <a:extLst>
                  <a:ext uri="{FF2B5EF4-FFF2-40B4-BE49-F238E27FC236}">
                    <a16:creationId xmlns:a16="http://schemas.microsoft.com/office/drawing/2014/main" id="{6A9FAF7E-2A1D-2535-45D6-3C3C4E8CED7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955" y="1718"/>
                <a:ext cx="0" cy="1054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/>
              <a:lstStyle/>
              <a:p>
                <a:pPr algn="ctr">
                  <a:lnSpc>
                    <a:spcPct val="120000"/>
                  </a:lnSpc>
                  <a:buClr>
                    <a:schemeClr val="tx2"/>
                  </a:buClr>
                  <a:buFont typeface="Monotype Sorts" pitchFamily="2" charset="2"/>
                  <a:buChar char="&amp;"/>
                  <a:defRPr/>
                </a:pPr>
                <a:endParaRPr lang="zh-CN" altLang="en-US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13344" name="Object 102">
                <a:extLst>
                  <a:ext uri="{FF2B5EF4-FFF2-40B4-BE49-F238E27FC236}">
                    <a16:creationId xmlns:a16="http://schemas.microsoft.com/office/drawing/2014/main" id="{A6911DF4-CE90-F9D2-D19D-77E3C74EFF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010" y="1687"/>
              <a:ext cx="360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769838" imgH="403999" progId="Equation.3">
                      <p:embed/>
                    </p:oleObj>
                  </mc:Choice>
                  <mc:Fallback>
                    <p:oleObj name="公式" r:id="rId26" imgW="769838" imgH="403999" progId="Equation.3">
                      <p:embed/>
                      <p:pic>
                        <p:nvPicPr>
                          <p:cNvPr id="0" name="Object 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0" y="1687"/>
                            <a:ext cx="360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103">
            <a:extLst>
              <a:ext uri="{FF2B5EF4-FFF2-40B4-BE49-F238E27FC236}">
                <a16:creationId xmlns:a16="http://schemas.microsoft.com/office/drawing/2014/main" id="{50E2B9E5-8746-5FC7-38D3-46795A3470F6}"/>
              </a:ext>
            </a:extLst>
          </p:cNvPr>
          <p:cNvGrpSpPr>
            <a:grpSpLocks/>
          </p:cNvGrpSpPr>
          <p:nvPr/>
        </p:nvGrpSpPr>
        <p:grpSpPr bwMode="auto">
          <a:xfrm>
            <a:off x="6232525" y="3954463"/>
            <a:ext cx="1789113" cy="2270125"/>
            <a:chOff x="2158" y="1547"/>
            <a:chExt cx="1127" cy="1430"/>
          </a:xfrm>
        </p:grpSpPr>
        <p:sp>
          <p:nvSpPr>
            <p:cNvPr id="525416" name="Arc 104">
              <a:extLst>
                <a:ext uri="{FF2B5EF4-FFF2-40B4-BE49-F238E27FC236}">
                  <a16:creationId xmlns:a16="http://schemas.microsoft.com/office/drawing/2014/main" id="{D0E70D90-F545-1739-1D02-B3F4D45FCB9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221" y="1547"/>
              <a:ext cx="967" cy="629"/>
            </a:xfrm>
            <a:custGeom>
              <a:avLst/>
              <a:gdLst>
                <a:gd name="G0" fmla="+- 15 0 0"/>
                <a:gd name="G1" fmla="+- 0 0 0"/>
                <a:gd name="G2" fmla="+- 21600 0 0"/>
                <a:gd name="T0" fmla="*/ 20149 w 20149"/>
                <a:gd name="T1" fmla="*/ 7822 h 21600"/>
                <a:gd name="T2" fmla="*/ 0 w 20149"/>
                <a:gd name="T3" fmla="*/ 21600 h 21600"/>
                <a:gd name="T4" fmla="*/ 15 w 20149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149" h="21600" fill="none" extrusionOk="0">
                  <a:moveTo>
                    <a:pt x="20148" y="7821"/>
                  </a:moveTo>
                  <a:cubicBezTo>
                    <a:pt x="16922" y="16128"/>
                    <a:pt x="8925" y="21599"/>
                    <a:pt x="15" y="21600"/>
                  </a:cubicBezTo>
                  <a:cubicBezTo>
                    <a:pt x="10" y="21600"/>
                    <a:pt x="5" y="21599"/>
                    <a:pt x="0" y="21599"/>
                  </a:cubicBezTo>
                </a:path>
                <a:path w="20149" h="21600" stroke="0" extrusionOk="0">
                  <a:moveTo>
                    <a:pt x="20148" y="7821"/>
                  </a:moveTo>
                  <a:cubicBezTo>
                    <a:pt x="16922" y="16128"/>
                    <a:pt x="8925" y="21599"/>
                    <a:pt x="15" y="21600"/>
                  </a:cubicBezTo>
                  <a:cubicBezTo>
                    <a:pt x="10" y="21600"/>
                    <a:pt x="5" y="21599"/>
                    <a:pt x="0" y="21599"/>
                  </a:cubicBezTo>
                  <a:lnTo>
                    <a:pt x="15" y="0"/>
                  </a:lnTo>
                  <a:close/>
                </a:path>
              </a:pathLst>
            </a:custGeom>
            <a:noFill/>
            <a:ln w="57150" cap="rnd">
              <a:solidFill>
                <a:srgbClr val="FF0033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5417" name="Line 105">
              <a:extLst>
                <a:ext uri="{FF2B5EF4-FFF2-40B4-BE49-F238E27FC236}">
                  <a16:creationId xmlns:a16="http://schemas.microsoft.com/office/drawing/2014/main" id="{33C2AD51-3D42-A90E-9633-7B5566D5E05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220" y="2176"/>
              <a:ext cx="0" cy="596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5418" name="Line 106">
              <a:extLst>
                <a:ext uri="{FF2B5EF4-FFF2-40B4-BE49-F238E27FC236}">
                  <a16:creationId xmlns:a16="http://schemas.microsoft.com/office/drawing/2014/main" id="{8F107C94-1D51-E91E-FCC5-97BBCF368C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193" y="1763"/>
              <a:ext cx="0" cy="1009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buClr>
                  <a:schemeClr val="tx2"/>
                </a:buClr>
                <a:buFont typeface="Monotype Sorts" pitchFamily="2" charset="2"/>
                <a:buChar char="&amp;"/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graphicFrame>
          <p:nvGraphicFramePr>
            <p:cNvPr id="13339" name="Object 107">
              <a:extLst>
                <a:ext uri="{FF2B5EF4-FFF2-40B4-BE49-F238E27FC236}">
                  <a16:creationId xmlns:a16="http://schemas.microsoft.com/office/drawing/2014/main" id="{4E2FBEC7-2983-C5DB-CF4C-A9FA1BD975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8" y="2769"/>
            <a:ext cx="13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74196" imgH="441905" progId="Equation.3">
                    <p:embed/>
                  </p:oleObj>
                </mc:Choice>
                <mc:Fallback>
                  <p:oleObj name="公式" r:id="rId28" imgW="274196" imgH="441905" progId="Equation.3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8" y="2769"/>
                          <a:ext cx="13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108">
              <a:extLst>
                <a:ext uri="{FF2B5EF4-FFF2-40B4-BE49-F238E27FC236}">
                  <a16:creationId xmlns:a16="http://schemas.microsoft.com/office/drawing/2014/main" id="{255813F2-BEFF-AA78-E978-C21F1D2094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34" y="2769"/>
            <a:ext cx="151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312513" imgH="441905" progId="Equation.3">
                    <p:embed/>
                  </p:oleObj>
                </mc:Choice>
                <mc:Fallback>
                  <p:oleObj name="公式" r:id="rId30" imgW="312513" imgH="441905" progId="Equation.3">
                    <p:embed/>
                    <p:pic>
                      <p:nvPicPr>
                        <p:cNvPr id="0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34" y="2769"/>
                          <a:ext cx="151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5433" name="AutoShape 121">
            <a:extLst>
              <a:ext uri="{FF2B5EF4-FFF2-40B4-BE49-F238E27FC236}">
                <a16:creationId xmlns:a16="http://schemas.microsoft.com/office/drawing/2014/main" id="{CE68A971-3278-4BEB-6D29-3B6BD11CE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0338" y="168275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25434" name="Object 122">
            <a:extLst>
              <a:ext uri="{FF2B5EF4-FFF2-40B4-BE49-F238E27FC236}">
                <a16:creationId xmlns:a16="http://schemas.microsoft.com/office/drawing/2014/main" id="{54F3C132-B066-DDA9-27E7-3B95EC5008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15025" y="1373188"/>
          <a:ext cx="291306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880298" imgH="769592" progId="Equation.3">
                  <p:embed/>
                </p:oleObj>
              </mc:Choice>
              <mc:Fallback>
                <p:oleObj name="Equation" r:id="rId32" imgW="2880298" imgH="769592" progId="Equation.3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5025" y="1373188"/>
                        <a:ext cx="2913063" cy="7842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5435" name="Text Box 123">
            <a:extLst>
              <a:ext uri="{FF2B5EF4-FFF2-40B4-BE49-F238E27FC236}">
                <a16:creationId xmlns:a16="http://schemas.microsoft.com/office/drawing/2014/main" id="{816E798B-7D76-92CE-6BB5-001CA91A7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1476375"/>
            <a:ext cx="275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latin typeface="Times New Roman" panose="02020603050405020304" pitchFamily="18" charset="0"/>
                <a:ea typeface="楷体_GB2312" pitchFamily="49" charset="-122"/>
              </a:rPr>
              <a:t>在自然坐标系中</a:t>
            </a:r>
          </a:p>
        </p:txBody>
      </p:sp>
      <p:graphicFrame>
        <p:nvGraphicFramePr>
          <p:cNvPr id="525436" name="Object 124">
            <a:extLst>
              <a:ext uri="{FF2B5EF4-FFF2-40B4-BE49-F238E27FC236}">
                <a16:creationId xmlns:a16="http://schemas.microsoft.com/office/drawing/2014/main" id="{F43B3D86-AE92-BFFF-6A5C-33DD3DBCBA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4438" y="1547813"/>
          <a:ext cx="1308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295338" imgH="441905" progId="Equation.3">
                  <p:embed/>
                </p:oleObj>
              </mc:Choice>
              <mc:Fallback>
                <p:oleObj name="Equation" r:id="rId34" imgW="1295338" imgH="441905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4438" y="1547813"/>
                        <a:ext cx="1308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2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2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2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2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2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2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2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2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82" grpId="0" animBg="1"/>
      <p:bldP spid="525383" grpId="0" autoUpdateAnimBg="0"/>
      <p:bldP spid="525386" grpId="0"/>
      <p:bldP spid="525387" grpId="0" autoUpdateAnimBg="0"/>
      <p:bldP spid="525390" grpId="0"/>
      <p:bldP spid="525395" grpId="0" autoUpdateAnimBg="0"/>
      <p:bldP spid="525396" grpId="0"/>
      <p:bldP spid="525433" grpId="0" animBg="1"/>
      <p:bldP spid="52543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Text Box 2">
            <a:extLst>
              <a:ext uri="{FF2B5EF4-FFF2-40B4-BE49-F238E27FC236}">
                <a16:creationId xmlns:a16="http://schemas.microsoft.com/office/drawing/2014/main" id="{0E739E66-C693-9F85-AA82-2B286A7FC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404813"/>
            <a:ext cx="79565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质量为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10kg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的质点，在外力作用下做平面曲线运动，该质</a:t>
            </a:r>
          </a:p>
          <a:p>
            <a:pPr eaLnBrk="1" hangingPunct="1">
              <a:lnSpc>
                <a:spcPct val="125000"/>
              </a:lnSpc>
            </a:pP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点的速度为</a:t>
            </a:r>
          </a:p>
        </p:txBody>
      </p:sp>
      <p:graphicFrame>
        <p:nvGraphicFramePr>
          <p:cNvPr id="565251" name="Object 3">
            <a:extLst>
              <a:ext uri="{FF2B5EF4-FFF2-40B4-BE49-F238E27FC236}">
                <a16:creationId xmlns:a16="http://schemas.microsoft.com/office/drawing/2014/main" id="{3BAE2F45-D4FB-DC21-0319-DBC9E9407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0950" y="935038"/>
          <a:ext cx="24526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2284" imgH="457366" progId="Equation.3">
                  <p:embed/>
                </p:oleObj>
              </mc:Choice>
              <mc:Fallback>
                <p:oleObj name="Equation" r:id="rId2" imgW="2042284" imgH="45736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935038"/>
                        <a:ext cx="24526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252" name="Text Box 4">
            <a:extLst>
              <a:ext uri="{FF2B5EF4-FFF2-40B4-BE49-F238E27FC236}">
                <a16:creationId xmlns:a16="http://schemas.microsoft.com/office/drawing/2014/main" id="{7ADCEA97-CD54-192F-A68C-3ABB4D3B0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22733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65253" name="Object 5">
            <a:extLst>
              <a:ext uri="{FF2B5EF4-FFF2-40B4-BE49-F238E27FC236}">
                <a16:creationId xmlns:a16="http://schemas.microsoft.com/office/drawing/2014/main" id="{6C0E158D-92B1-181D-E2EB-3ED8EE8B2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2133600"/>
          <a:ext cx="19891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81076" imgH="807498" progId="Equation.3">
                  <p:embed/>
                </p:oleObj>
              </mc:Choice>
              <mc:Fallback>
                <p:oleObj name="Equation" r:id="rId4" imgW="1981076" imgH="80749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133600"/>
                        <a:ext cx="198913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54" name="Object 6">
            <a:extLst>
              <a:ext uri="{FF2B5EF4-FFF2-40B4-BE49-F238E27FC236}">
                <a16:creationId xmlns:a16="http://schemas.microsoft.com/office/drawing/2014/main" id="{13C8086B-1A99-CD9D-9EDF-A912DC9301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2286000"/>
          <a:ext cx="1614488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07851" imgH="381055" progId="Equation.3">
                  <p:embed/>
                </p:oleObj>
              </mc:Choice>
              <mc:Fallback>
                <p:oleObj name="Equation" r:id="rId6" imgW="1607851" imgH="38105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286000"/>
                        <a:ext cx="1614488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55" name="Object 7">
            <a:extLst>
              <a:ext uri="{FF2B5EF4-FFF2-40B4-BE49-F238E27FC236}">
                <a16:creationId xmlns:a16="http://schemas.microsoft.com/office/drawing/2014/main" id="{7AAC360F-F18B-8107-3067-79602B4800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549650"/>
          <a:ext cx="187642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67118" imgH="807498" progId="Equation.3">
                  <p:embed/>
                </p:oleObj>
              </mc:Choice>
              <mc:Fallback>
                <p:oleObj name="Equation" r:id="rId8" imgW="1867118" imgH="80749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49650"/>
                        <a:ext cx="1876425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56" name="Object 8">
            <a:extLst>
              <a:ext uri="{FF2B5EF4-FFF2-40B4-BE49-F238E27FC236}">
                <a16:creationId xmlns:a16="http://schemas.microsoft.com/office/drawing/2014/main" id="{C8D39F0C-4F69-BCB4-09FA-A7CE54C56E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4163" y="3790950"/>
          <a:ext cx="105886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1498" imgH="381055" progId="Equation.3">
                  <p:embed/>
                </p:oleObj>
              </mc:Choice>
              <mc:Fallback>
                <p:oleObj name="Equation" r:id="rId10" imgW="1051498" imgH="38105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4163" y="3790950"/>
                        <a:ext cx="105886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257" name="Text Box 9">
            <a:extLst>
              <a:ext uri="{FF2B5EF4-FFF2-40B4-BE49-F238E27FC236}">
                <a16:creationId xmlns:a16="http://schemas.microsoft.com/office/drawing/2014/main" id="{8913A66A-942B-3E19-B25E-F0F7EE037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2725" y="3692525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kumimoji="1" lang="en-US" altLang="zh-CN" sz="2800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1~ 2</a:t>
            </a:r>
            <a:r>
              <a:rPr kumimoji="1" lang="en-US" altLang="zh-CN" sz="2800" i="1">
                <a:solidFill>
                  <a:srgbClr val="FFCC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565258" name="Text Box 10">
            <a:extLst>
              <a:ext uri="{FF2B5EF4-FFF2-40B4-BE49-F238E27FC236}">
                <a16:creationId xmlns:a16="http://schemas.microsoft.com/office/drawing/2014/main" id="{B91E2814-D20B-A6C4-1A58-25C25E890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757488"/>
            <a:ext cx="1736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eaLnBrk="1" hangingPunct="1"/>
            <a:r>
              <a:rPr kumimoji="1" lang="en-US" altLang="zh-CN" sz="2800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kumimoji="1" lang="en-US" altLang="zh-CN" sz="2800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=16~32m</a:t>
            </a:r>
          </a:p>
        </p:txBody>
      </p:sp>
      <p:graphicFrame>
        <p:nvGraphicFramePr>
          <p:cNvPr id="565259" name="Object 11">
            <a:extLst>
              <a:ext uri="{FF2B5EF4-FFF2-40B4-BE49-F238E27FC236}">
                <a16:creationId xmlns:a16="http://schemas.microsoft.com/office/drawing/2014/main" id="{73CE6BE3-97EF-02A3-D7AC-07C3C12B6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4648200"/>
          <a:ext cx="257333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52856" imgH="807498" progId="Equation.3">
                  <p:embed/>
                </p:oleObj>
              </mc:Choice>
              <mc:Fallback>
                <p:oleObj name="Equation" r:id="rId12" imgW="2552856" imgH="80749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648200"/>
                        <a:ext cx="257333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60" name="Object 12">
            <a:extLst>
              <a:ext uri="{FF2B5EF4-FFF2-40B4-BE49-F238E27FC236}">
                <a16:creationId xmlns:a16="http://schemas.microsoft.com/office/drawing/2014/main" id="{98D3C4D1-B1E2-F8C3-756D-AC41CC918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4572000"/>
          <a:ext cx="224948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47807" imgH="860866" progId="Equation.3">
                  <p:embed/>
                </p:oleObj>
              </mc:Choice>
              <mc:Fallback>
                <p:oleObj name="Equation" r:id="rId14" imgW="2247807" imgH="86086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572000"/>
                        <a:ext cx="2249488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61" name="Object 13">
            <a:extLst>
              <a:ext uri="{FF2B5EF4-FFF2-40B4-BE49-F238E27FC236}">
                <a16:creationId xmlns:a16="http://schemas.microsoft.com/office/drawing/2014/main" id="{E388A42C-B3DB-5088-E36C-6AB3962267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5715000"/>
          <a:ext cx="2768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50913" imgH="571583" progId="Equation.3">
                  <p:embed/>
                </p:oleObj>
              </mc:Choice>
              <mc:Fallback>
                <p:oleObj name="Equation" r:id="rId16" imgW="2750913" imgH="57158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715000"/>
                        <a:ext cx="2768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5262" name="Object 14">
            <a:extLst>
              <a:ext uri="{FF2B5EF4-FFF2-40B4-BE49-F238E27FC236}">
                <a16:creationId xmlns:a16="http://schemas.microsoft.com/office/drawing/2014/main" id="{6FE60653-07ED-2CD4-604D-5730A5744D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3225" y="5683250"/>
          <a:ext cx="31384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90676" imgH="579065" progId="Equation.3">
                  <p:embed/>
                </p:oleObj>
              </mc:Choice>
              <mc:Fallback>
                <p:oleObj name="公式" r:id="rId18" imgW="2590676" imgH="579065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3225" y="5683250"/>
                        <a:ext cx="313848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5263" name="AutoShape 15">
            <a:extLst>
              <a:ext uri="{FF2B5EF4-FFF2-40B4-BE49-F238E27FC236}">
                <a16:creationId xmlns:a16="http://schemas.microsoft.com/office/drawing/2014/main" id="{001CE943-E54C-D501-747A-AD1FE6177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43840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5264" name="AutoShape 16">
            <a:extLst>
              <a:ext uri="{FF2B5EF4-FFF2-40B4-BE49-F238E27FC236}">
                <a16:creationId xmlns:a16="http://schemas.microsoft.com/office/drawing/2014/main" id="{C904A891-3B63-5DC4-6236-7B308F413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513" y="386238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5265" name="AutoShape 17">
            <a:extLst>
              <a:ext uri="{FF2B5EF4-FFF2-40B4-BE49-F238E27FC236}">
                <a16:creationId xmlns:a16="http://schemas.microsoft.com/office/drawing/2014/main" id="{987D8D62-7742-A44F-0F96-6AAA353EA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25" y="3844925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5266" name="AutoShape 18">
            <a:extLst>
              <a:ext uri="{FF2B5EF4-FFF2-40B4-BE49-F238E27FC236}">
                <a16:creationId xmlns:a16="http://schemas.microsoft.com/office/drawing/2014/main" id="{BB145887-74A1-57FD-FFF3-C99E29101F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335338"/>
            <a:ext cx="304800" cy="381000"/>
          </a:xfrm>
          <a:prstGeom prst="downArrow">
            <a:avLst>
              <a:gd name="adj1" fmla="val 50000"/>
              <a:gd name="adj2" fmla="val 3125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>
              <a:lnSpc>
                <a:spcPct val="120000"/>
              </a:lnSpc>
              <a:buClr>
                <a:schemeClr val="tx2"/>
              </a:buClr>
              <a:buFont typeface="Monotype Sorts" pitchFamily="2" charset="2"/>
              <a:buChar char="&amp;"/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65267" name="Text Box 19">
            <a:extLst>
              <a:ext uri="{FF2B5EF4-FFF2-40B4-BE49-F238E27FC236}">
                <a16:creationId xmlns:a16="http://schemas.microsoft.com/office/drawing/2014/main" id="{5F46C7A2-EFE5-4FE9-D68C-457DA6ACE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1516063"/>
            <a:ext cx="770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在质点从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16m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到 </a:t>
            </a:r>
            <a:r>
              <a:rPr kumimoji="1" lang="en-US" altLang="zh-CN" i="1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kumimoji="1" lang="en-US" altLang="zh-CN">
                <a:solidFill>
                  <a:srgbClr val="66FF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32m</a:t>
            </a:r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的过程中，外力做的功。</a:t>
            </a:r>
          </a:p>
        </p:txBody>
      </p:sp>
      <p:sp>
        <p:nvSpPr>
          <p:cNvPr id="565268" name="Rectangle 20">
            <a:extLst>
              <a:ext uri="{FF2B5EF4-FFF2-40B4-BE49-F238E27FC236}">
                <a16:creationId xmlns:a16="http://schemas.microsoft.com/office/drawing/2014/main" id="{1EDC23F1-858D-DBA5-D84C-0F639356B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4843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</a:p>
        </p:txBody>
      </p:sp>
      <p:sp>
        <p:nvSpPr>
          <p:cNvPr id="565269" name="Rectangle 21">
            <a:extLst>
              <a:ext uri="{FF2B5EF4-FFF2-40B4-BE49-F238E27FC236}">
                <a16:creationId xmlns:a16="http://schemas.microsoft.com/office/drawing/2014/main" id="{F34CA0D6-6B6F-1398-1690-EBA41AE96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" y="46672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zh-CN" altLang="en-US">
                <a:solidFill>
                  <a:srgbClr val="FFFF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565270" name="Rectangle 22">
            <a:extLst>
              <a:ext uri="{FF2B5EF4-FFF2-40B4-BE49-F238E27FC236}">
                <a16:creationId xmlns:a16="http://schemas.microsoft.com/office/drawing/2014/main" id="{B626A277-FC2F-0962-2960-9EF06956D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958850"/>
            <a:ext cx="368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defRPr>
            </a:lvl9pPr>
          </a:lstStyle>
          <a:p>
            <a:pPr algn="ctr" eaLnBrk="1" hangingPunct="1"/>
            <a:r>
              <a:rPr kumimoji="1"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开始时质点位于坐标原点</a:t>
            </a:r>
          </a:p>
        </p:txBody>
      </p:sp>
      <p:pic>
        <p:nvPicPr>
          <p:cNvPr id="565271" name="Picture 23" descr="j0293240">
            <a:extLst>
              <a:ext uri="{FF2B5EF4-FFF2-40B4-BE49-F238E27FC236}">
                <a16:creationId xmlns:a16="http://schemas.microsoft.com/office/drawing/2014/main" id="{8A8DB690-4308-5679-049C-7988A874D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6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6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6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6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6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6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6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6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6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6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6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65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65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5250" grpId="0" autoUpdateAnimBg="0"/>
      <p:bldP spid="565252" grpId="0" autoUpdateAnimBg="0"/>
      <p:bldP spid="565257" grpId="0" autoUpdateAnimBg="0"/>
      <p:bldP spid="565258" grpId="0" autoUpdateAnimBg="0"/>
      <p:bldP spid="565263" grpId="0" animBg="1"/>
      <p:bldP spid="565264" grpId="0" animBg="1"/>
      <p:bldP spid="565265" grpId="0" animBg="1"/>
      <p:bldP spid="565266" grpId="0" animBg="1"/>
      <p:bldP spid="565267" grpId="0" autoUpdateAnimBg="0"/>
      <p:bldP spid="565268" grpId="0" autoUpdateAnimBg="0"/>
      <p:bldP spid="565269" grpId="0" autoUpdateAnimBg="0"/>
      <p:bldP spid="565270" grpId="0" autoUpdateAnimBg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57200" marR="0" indent="-457200" algn="ctr" defTabSz="914400" rtl="0" eaLnBrk="0" fontAlgn="base" latinLnBrk="0" hangingPunct="0">
          <a:lnSpc>
            <a:spcPct val="120000"/>
          </a:lnSpc>
          <a:spcBef>
            <a:spcPct val="0"/>
          </a:spcBef>
          <a:spcAft>
            <a:spcPct val="0"/>
          </a:spcAft>
          <a:buClr>
            <a:schemeClr val="tx2"/>
          </a:buClr>
          <a:buSzTx/>
          <a:buFont typeface="Monotype Sorts" pitchFamily="2" charset="2"/>
          <a:buChar char="&amp;"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仿宋_GB2312" pitchFamily="49" charset="-122"/>
            <a:ea typeface="仿宋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13601</TotalTime>
  <Words>1354</Words>
  <Application>Microsoft Office PowerPoint</Application>
  <PresentationFormat>全屏显示(4:3)</PresentationFormat>
  <Paragraphs>220</Paragraphs>
  <Slides>22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Monotype Sorts</vt:lpstr>
      <vt:lpstr>方正书宋简体</vt:lpstr>
      <vt:lpstr>仿宋_GB2312</vt:lpstr>
      <vt:lpstr>黑体</vt:lpstr>
      <vt:lpstr>楷体_GB2312</vt:lpstr>
      <vt:lpstr>隶书</vt:lpstr>
      <vt:lpstr>宋体</vt:lpstr>
      <vt:lpstr>Arial</vt:lpstr>
      <vt:lpstr>Bookman Old Style</vt:lpstr>
      <vt:lpstr>Symbol</vt:lpstr>
      <vt:lpstr>Times New Roman</vt:lpstr>
      <vt:lpstr>Wingdings</vt:lpstr>
      <vt:lpstr>1_默认设计模板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质点动力学</dc:title>
  <dc:subject>大学物理电子教案</dc:subject>
  <dc:creator>zhaoshumin</dc:creator>
  <cp:lastModifiedBy>davidly .</cp:lastModifiedBy>
  <cp:revision>714</cp:revision>
  <dcterms:created xsi:type="dcterms:W3CDTF">2004-11-16T23:52:09Z</dcterms:created>
  <dcterms:modified xsi:type="dcterms:W3CDTF">2025-03-10T11:29:45Z</dcterms:modified>
</cp:coreProperties>
</file>