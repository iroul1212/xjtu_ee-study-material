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485" r:id="rId2"/>
    <p:sldId id="597" r:id="rId3"/>
    <p:sldId id="486" r:id="rId4"/>
    <p:sldId id="417" r:id="rId5"/>
    <p:sldId id="418" r:id="rId6"/>
    <p:sldId id="451" r:id="rId7"/>
    <p:sldId id="497" r:id="rId8"/>
    <p:sldId id="498" r:id="rId9"/>
    <p:sldId id="489" r:id="rId10"/>
    <p:sldId id="462" r:id="rId11"/>
    <p:sldId id="439" r:id="rId12"/>
    <p:sldId id="440" r:id="rId13"/>
    <p:sldId id="441" r:id="rId14"/>
    <p:sldId id="452" r:id="rId15"/>
    <p:sldId id="442" r:id="rId16"/>
    <p:sldId id="443" r:id="rId17"/>
    <p:sldId id="446" r:id="rId18"/>
    <p:sldId id="465" r:id="rId19"/>
    <p:sldId id="466" r:id="rId20"/>
    <p:sldId id="467" r:id="rId21"/>
    <p:sldId id="468" r:id="rId22"/>
    <p:sldId id="313" r:id="rId23"/>
  </p:sldIdLst>
  <p:sldSz cx="9144000" cy="6858000" type="screen4x3"/>
  <p:notesSz cx="6665913" cy="99234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A06"/>
    <a:srgbClr val="71710F"/>
    <a:srgbClr val="3333CC"/>
    <a:srgbClr val="130B75"/>
    <a:srgbClr val="012115"/>
    <a:srgbClr val="CCCCFF"/>
    <a:srgbClr val="0033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578" autoAdjust="0"/>
  </p:normalViewPr>
  <p:slideViewPr>
    <p:cSldViewPr showGuides="1">
      <p:cViewPr varScale="1">
        <p:scale>
          <a:sx n="78" d="100"/>
          <a:sy n="78" d="100"/>
        </p:scale>
        <p:origin x="152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806641512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14804837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30214505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8069295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5219635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50922814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295368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27990074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58956343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96571473"/>
      </p:ext>
    </p:extLst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79869195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960CCF1-D0F5-AC67-7657-7A2F22F79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003366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88D62C8-F156-4544-63D7-A437FF7CB6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45363" y="6629400"/>
            <a:ext cx="395287" cy="127000"/>
          </a:xfrm>
          <a:prstGeom prst="actionButtonBackPrevious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AutoShape 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2786105-0344-5C72-214C-E2FA333CC2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12088" y="6629400"/>
            <a:ext cx="395287" cy="127000"/>
          </a:xfrm>
          <a:prstGeom prst="actionButtonHome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AutoShape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C4A0F48-3F66-D0AF-1087-AAC711DAD0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80400" y="6629400"/>
            <a:ext cx="395288" cy="127000"/>
          </a:xfrm>
          <a:prstGeom prst="actionButtonForwardNext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AutoShape 6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778F00BC-7AD2-57CC-22DA-2510EC68E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6596063"/>
            <a:ext cx="561975" cy="217487"/>
          </a:xfrm>
          <a:prstGeom prst="actionButtonForwardNext">
            <a:avLst/>
          </a:prstGeom>
          <a:noFill/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2EA3670-F393-916D-9736-3B73DB749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6564313"/>
            <a:ext cx="476408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1400" b="1">
                <a:solidFill>
                  <a:srgbClr val="006699"/>
                </a:solidFill>
                <a:ea typeface="华文仿宋" panose="02010600040101010101" pitchFamily="2" charset="-122"/>
              </a:rPr>
              <a:t>Xi’an Jaotong University           Zhang Xiaolin              (2005)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3.emf"/><Relationship Id="rId18" Type="http://schemas.openxmlformats.org/officeDocument/2006/relationships/oleObject" Target="../embeddings/oleObject14.bin"/><Relationship Id="rId3" Type="http://schemas.openxmlformats.org/officeDocument/2006/relationships/image" Target="../media/image8.emf"/><Relationship Id="rId7" Type="http://schemas.openxmlformats.org/officeDocument/2006/relationships/image" Target="../media/image10.e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5.emf"/><Relationship Id="rId2" Type="http://schemas.openxmlformats.org/officeDocument/2006/relationships/oleObject" Target="../embeddings/oleObject6.bin"/><Relationship Id="rId16" Type="http://schemas.openxmlformats.org/officeDocument/2006/relationships/oleObject" Target="../embeddings/oleObject13.bin"/><Relationship Id="rId20" Type="http://schemas.openxmlformats.org/officeDocument/2006/relationships/image" Target="../media/image1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2.emf"/><Relationship Id="rId5" Type="http://schemas.openxmlformats.org/officeDocument/2006/relationships/image" Target="../media/image9.emf"/><Relationship Id="rId15" Type="http://schemas.openxmlformats.org/officeDocument/2006/relationships/image" Target="../media/image14.e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6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1.emf"/><Relationship Id="rId14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3.emf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18.emf"/><Relationship Id="rId21" Type="http://schemas.openxmlformats.org/officeDocument/2006/relationships/image" Target="../media/image27.emf"/><Relationship Id="rId7" Type="http://schemas.openxmlformats.org/officeDocument/2006/relationships/image" Target="../media/image20.e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5.emf"/><Relationship Id="rId25" Type="http://schemas.openxmlformats.org/officeDocument/2006/relationships/image" Target="../media/image29.e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2.emf"/><Relationship Id="rId24" Type="http://schemas.openxmlformats.org/officeDocument/2006/relationships/oleObject" Target="../embeddings/oleObject26.bin"/><Relationship Id="rId5" Type="http://schemas.openxmlformats.org/officeDocument/2006/relationships/image" Target="../media/image19.emf"/><Relationship Id="rId15" Type="http://schemas.openxmlformats.org/officeDocument/2006/relationships/image" Target="../media/image24.emf"/><Relationship Id="rId23" Type="http://schemas.openxmlformats.org/officeDocument/2006/relationships/image" Target="../media/image28.e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6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1.emf"/><Relationship Id="rId14" Type="http://schemas.openxmlformats.org/officeDocument/2006/relationships/oleObject" Target="../embeddings/oleObject21.bin"/><Relationship Id="rId22" Type="http://schemas.openxmlformats.org/officeDocument/2006/relationships/oleObject" Target="../embeddings/oleObject2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5.emf"/><Relationship Id="rId18" Type="http://schemas.openxmlformats.org/officeDocument/2006/relationships/oleObject" Target="../embeddings/oleObject35.bin"/><Relationship Id="rId26" Type="http://schemas.openxmlformats.org/officeDocument/2006/relationships/oleObject" Target="../embeddings/oleObject39.bin"/><Relationship Id="rId3" Type="http://schemas.openxmlformats.org/officeDocument/2006/relationships/image" Target="../media/image30.emf"/><Relationship Id="rId21" Type="http://schemas.openxmlformats.org/officeDocument/2006/relationships/image" Target="../media/image39.emf"/><Relationship Id="rId7" Type="http://schemas.openxmlformats.org/officeDocument/2006/relationships/image" Target="../media/image32.e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7.emf"/><Relationship Id="rId25" Type="http://schemas.openxmlformats.org/officeDocument/2006/relationships/image" Target="../media/image41.emf"/><Relationship Id="rId2" Type="http://schemas.openxmlformats.org/officeDocument/2006/relationships/oleObject" Target="../embeddings/oleObject27.bin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6.bin"/><Relationship Id="rId29" Type="http://schemas.openxmlformats.org/officeDocument/2006/relationships/image" Target="../media/image4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4.emf"/><Relationship Id="rId24" Type="http://schemas.openxmlformats.org/officeDocument/2006/relationships/oleObject" Target="../embeddings/oleObject38.bin"/><Relationship Id="rId5" Type="http://schemas.openxmlformats.org/officeDocument/2006/relationships/image" Target="../media/image31.emf"/><Relationship Id="rId15" Type="http://schemas.openxmlformats.org/officeDocument/2006/relationships/image" Target="../media/image36.emf"/><Relationship Id="rId23" Type="http://schemas.openxmlformats.org/officeDocument/2006/relationships/image" Target="../media/image40.emf"/><Relationship Id="rId28" Type="http://schemas.openxmlformats.org/officeDocument/2006/relationships/oleObject" Target="../embeddings/oleObject40.bin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38.emf"/><Relationship Id="rId31" Type="http://schemas.openxmlformats.org/officeDocument/2006/relationships/image" Target="../media/image44.e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7.bin"/><Relationship Id="rId27" Type="http://schemas.openxmlformats.org/officeDocument/2006/relationships/image" Target="../media/image42.emf"/><Relationship Id="rId30" Type="http://schemas.openxmlformats.org/officeDocument/2006/relationships/oleObject" Target="../embeddings/oleObject4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50.emf"/><Relationship Id="rId18" Type="http://schemas.openxmlformats.org/officeDocument/2006/relationships/oleObject" Target="../embeddings/oleObject50.bin"/><Relationship Id="rId26" Type="http://schemas.openxmlformats.org/officeDocument/2006/relationships/oleObject" Target="../embeddings/oleObject54.bin"/><Relationship Id="rId3" Type="http://schemas.openxmlformats.org/officeDocument/2006/relationships/image" Target="../media/image45.emf"/><Relationship Id="rId21" Type="http://schemas.openxmlformats.org/officeDocument/2006/relationships/image" Target="../media/image54.emf"/><Relationship Id="rId34" Type="http://schemas.openxmlformats.org/officeDocument/2006/relationships/oleObject" Target="../embeddings/oleObject58.bin"/><Relationship Id="rId7" Type="http://schemas.openxmlformats.org/officeDocument/2006/relationships/image" Target="../media/image47.emf"/><Relationship Id="rId12" Type="http://schemas.openxmlformats.org/officeDocument/2006/relationships/oleObject" Target="../embeddings/oleObject47.bin"/><Relationship Id="rId17" Type="http://schemas.openxmlformats.org/officeDocument/2006/relationships/image" Target="../media/image52.emf"/><Relationship Id="rId25" Type="http://schemas.openxmlformats.org/officeDocument/2006/relationships/image" Target="../media/image56.emf"/><Relationship Id="rId33" Type="http://schemas.openxmlformats.org/officeDocument/2006/relationships/image" Target="../media/image60.emf"/><Relationship Id="rId2" Type="http://schemas.openxmlformats.org/officeDocument/2006/relationships/oleObject" Target="../embeddings/oleObject42.bin"/><Relationship Id="rId16" Type="http://schemas.openxmlformats.org/officeDocument/2006/relationships/oleObject" Target="../embeddings/oleObject49.bin"/><Relationship Id="rId20" Type="http://schemas.openxmlformats.org/officeDocument/2006/relationships/oleObject" Target="../embeddings/oleObject51.bin"/><Relationship Id="rId29" Type="http://schemas.openxmlformats.org/officeDocument/2006/relationships/image" Target="../media/image5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9.emf"/><Relationship Id="rId24" Type="http://schemas.openxmlformats.org/officeDocument/2006/relationships/oleObject" Target="../embeddings/oleObject53.bin"/><Relationship Id="rId32" Type="http://schemas.openxmlformats.org/officeDocument/2006/relationships/oleObject" Target="../embeddings/oleObject57.bin"/><Relationship Id="rId5" Type="http://schemas.openxmlformats.org/officeDocument/2006/relationships/image" Target="../media/image46.emf"/><Relationship Id="rId15" Type="http://schemas.openxmlformats.org/officeDocument/2006/relationships/image" Target="../media/image51.emf"/><Relationship Id="rId23" Type="http://schemas.openxmlformats.org/officeDocument/2006/relationships/image" Target="../media/image55.emf"/><Relationship Id="rId28" Type="http://schemas.openxmlformats.org/officeDocument/2006/relationships/oleObject" Target="../embeddings/oleObject55.bin"/><Relationship Id="rId10" Type="http://schemas.openxmlformats.org/officeDocument/2006/relationships/oleObject" Target="../embeddings/oleObject46.bin"/><Relationship Id="rId19" Type="http://schemas.openxmlformats.org/officeDocument/2006/relationships/image" Target="../media/image53.emf"/><Relationship Id="rId31" Type="http://schemas.openxmlformats.org/officeDocument/2006/relationships/image" Target="../media/image59.e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8.emf"/><Relationship Id="rId14" Type="http://schemas.openxmlformats.org/officeDocument/2006/relationships/oleObject" Target="../embeddings/oleObject48.bin"/><Relationship Id="rId22" Type="http://schemas.openxmlformats.org/officeDocument/2006/relationships/oleObject" Target="../embeddings/oleObject52.bin"/><Relationship Id="rId27" Type="http://schemas.openxmlformats.org/officeDocument/2006/relationships/image" Target="../media/image57.emf"/><Relationship Id="rId30" Type="http://schemas.openxmlformats.org/officeDocument/2006/relationships/oleObject" Target="../embeddings/oleObject56.bin"/><Relationship Id="rId35" Type="http://schemas.openxmlformats.org/officeDocument/2006/relationships/image" Target="../media/image6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7.emf"/><Relationship Id="rId18" Type="http://schemas.openxmlformats.org/officeDocument/2006/relationships/oleObject" Target="../embeddings/oleObject67.bin"/><Relationship Id="rId3" Type="http://schemas.openxmlformats.org/officeDocument/2006/relationships/image" Target="../media/image62.emf"/><Relationship Id="rId7" Type="http://schemas.openxmlformats.org/officeDocument/2006/relationships/image" Target="../media/image64.e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69.emf"/><Relationship Id="rId2" Type="http://schemas.openxmlformats.org/officeDocument/2006/relationships/oleObject" Target="../embeddings/oleObject59.bin"/><Relationship Id="rId16" Type="http://schemas.openxmlformats.org/officeDocument/2006/relationships/oleObject" Target="../embeddings/oleObject6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6.emf"/><Relationship Id="rId5" Type="http://schemas.openxmlformats.org/officeDocument/2006/relationships/image" Target="../media/image63.emf"/><Relationship Id="rId15" Type="http://schemas.openxmlformats.org/officeDocument/2006/relationships/image" Target="../media/image68.e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70.e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5.emf"/><Relationship Id="rId14" Type="http://schemas.openxmlformats.org/officeDocument/2006/relationships/oleObject" Target="../embeddings/oleObject6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image" Target="../media/image76.emf"/><Relationship Id="rId18" Type="http://schemas.openxmlformats.org/officeDocument/2006/relationships/image" Target="../media/image79.emf"/><Relationship Id="rId3" Type="http://schemas.openxmlformats.org/officeDocument/2006/relationships/image" Target="../media/image71.emf"/><Relationship Id="rId7" Type="http://schemas.openxmlformats.org/officeDocument/2006/relationships/image" Target="../media/image73.emf"/><Relationship Id="rId12" Type="http://schemas.openxmlformats.org/officeDocument/2006/relationships/oleObject" Target="../embeddings/oleObject73.bin"/><Relationship Id="rId17" Type="http://schemas.openxmlformats.org/officeDocument/2006/relationships/oleObject" Target="../embeddings/oleObject75.bin"/><Relationship Id="rId2" Type="http://schemas.openxmlformats.org/officeDocument/2006/relationships/oleObject" Target="../embeddings/oleObject68.bin"/><Relationship Id="rId16" Type="http://schemas.openxmlformats.org/officeDocument/2006/relationships/image" Target="../media/image7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75.emf"/><Relationship Id="rId5" Type="http://schemas.openxmlformats.org/officeDocument/2006/relationships/image" Target="../media/image72.emf"/><Relationship Id="rId15" Type="http://schemas.openxmlformats.org/officeDocument/2006/relationships/image" Target="../media/image77.emf"/><Relationship Id="rId10" Type="http://schemas.openxmlformats.org/officeDocument/2006/relationships/oleObject" Target="../embeddings/oleObject72.bin"/><Relationship Id="rId4" Type="http://schemas.openxmlformats.org/officeDocument/2006/relationships/oleObject" Target="../embeddings/oleObject69.bin"/><Relationship Id="rId9" Type="http://schemas.openxmlformats.org/officeDocument/2006/relationships/image" Target="../media/image74.emf"/><Relationship Id="rId14" Type="http://schemas.openxmlformats.org/officeDocument/2006/relationships/oleObject" Target="../embeddings/oleObject7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emf"/><Relationship Id="rId11" Type="http://schemas.openxmlformats.org/officeDocument/2006/relationships/image" Target="../media/image85.emf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84.emf"/><Relationship Id="rId4" Type="http://schemas.openxmlformats.org/officeDocument/2006/relationships/image" Target="../media/image81.emf"/><Relationship Id="rId9" Type="http://schemas.openxmlformats.org/officeDocument/2006/relationships/oleObject" Target="../embeddings/oleObject7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91.emf"/><Relationship Id="rId18" Type="http://schemas.openxmlformats.org/officeDocument/2006/relationships/oleObject" Target="../embeddings/oleObject88.bin"/><Relationship Id="rId26" Type="http://schemas.openxmlformats.org/officeDocument/2006/relationships/image" Target="../media/image98.emf"/><Relationship Id="rId3" Type="http://schemas.openxmlformats.org/officeDocument/2006/relationships/image" Target="../media/image86.emf"/><Relationship Id="rId21" Type="http://schemas.openxmlformats.org/officeDocument/2006/relationships/image" Target="../media/image95.emf"/><Relationship Id="rId7" Type="http://schemas.openxmlformats.org/officeDocument/2006/relationships/image" Target="../media/image88.e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93.emf"/><Relationship Id="rId25" Type="http://schemas.openxmlformats.org/officeDocument/2006/relationships/oleObject" Target="../embeddings/oleObject91.bin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90.emf"/><Relationship Id="rId24" Type="http://schemas.openxmlformats.org/officeDocument/2006/relationships/image" Target="../media/image97.emf"/><Relationship Id="rId5" Type="http://schemas.openxmlformats.org/officeDocument/2006/relationships/image" Target="../media/image87.emf"/><Relationship Id="rId15" Type="http://schemas.openxmlformats.org/officeDocument/2006/relationships/image" Target="../media/image92.emf"/><Relationship Id="rId23" Type="http://schemas.openxmlformats.org/officeDocument/2006/relationships/oleObject" Target="../embeddings/oleObject90.bin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94.e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89.emf"/><Relationship Id="rId14" Type="http://schemas.openxmlformats.org/officeDocument/2006/relationships/oleObject" Target="../embeddings/oleObject86.bin"/><Relationship Id="rId22" Type="http://schemas.openxmlformats.org/officeDocument/2006/relationships/image" Target="../media/image96.e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emf"/><Relationship Id="rId18" Type="http://schemas.openxmlformats.org/officeDocument/2006/relationships/oleObject" Target="../embeddings/oleObject100.bin"/><Relationship Id="rId26" Type="http://schemas.openxmlformats.org/officeDocument/2006/relationships/oleObject" Target="../embeddings/oleObject104.bin"/><Relationship Id="rId39" Type="http://schemas.openxmlformats.org/officeDocument/2006/relationships/image" Target="../media/image117.emf"/><Relationship Id="rId3" Type="http://schemas.openxmlformats.org/officeDocument/2006/relationships/image" Target="../media/image99.emf"/><Relationship Id="rId21" Type="http://schemas.openxmlformats.org/officeDocument/2006/relationships/image" Target="../media/image108.emf"/><Relationship Id="rId34" Type="http://schemas.openxmlformats.org/officeDocument/2006/relationships/oleObject" Target="../embeddings/oleObject108.bin"/><Relationship Id="rId42" Type="http://schemas.openxmlformats.org/officeDocument/2006/relationships/oleObject" Target="../embeddings/oleObject112.bin"/><Relationship Id="rId47" Type="http://schemas.openxmlformats.org/officeDocument/2006/relationships/image" Target="../media/image121.emf"/><Relationship Id="rId50" Type="http://schemas.openxmlformats.org/officeDocument/2006/relationships/oleObject" Target="../embeddings/oleObject116.bin"/><Relationship Id="rId7" Type="http://schemas.openxmlformats.org/officeDocument/2006/relationships/image" Target="../media/image101.emf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106.emf"/><Relationship Id="rId25" Type="http://schemas.openxmlformats.org/officeDocument/2006/relationships/image" Target="../media/image110.emf"/><Relationship Id="rId33" Type="http://schemas.openxmlformats.org/officeDocument/2006/relationships/image" Target="../media/image114.emf"/><Relationship Id="rId38" Type="http://schemas.openxmlformats.org/officeDocument/2006/relationships/oleObject" Target="../embeddings/oleObject110.bin"/><Relationship Id="rId46" Type="http://schemas.openxmlformats.org/officeDocument/2006/relationships/oleObject" Target="../embeddings/oleObject114.bin"/><Relationship Id="rId2" Type="http://schemas.openxmlformats.org/officeDocument/2006/relationships/oleObject" Target="../embeddings/oleObject92.bin"/><Relationship Id="rId16" Type="http://schemas.openxmlformats.org/officeDocument/2006/relationships/oleObject" Target="../embeddings/oleObject99.bin"/><Relationship Id="rId20" Type="http://schemas.openxmlformats.org/officeDocument/2006/relationships/oleObject" Target="../embeddings/oleObject101.bin"/><Relationship Id="rId29" Type="http://schemas.openxmlformats.org/officeDocument/2006/relationships/image" Target="../media/image112.emf"/><Relationship Id="rId41" Type="http://schemas.openxmlformats.org/officeDocument/2006/relationships/image" Target="../media/image11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103.emf"/><Relationship Id="rId24" Type="http://schemas.openxmlformats.org/officeDocument/2006/relationships/oleObject" Target="../embeddings/oleObject103.bin"/><Relationship Id="rId32" Type="http://schemas.openxmlformats.org/officeDocument/2006/relationships/oleObject" Target="../embeddings/oleObject107.bin"/><Relationship Id="rId37" Type="http://schemas.openxmlformats.org/officeDocument/2006/relationships/image" Target="../media/image116.emf"/><Relationship Id="rId40" Type="http://schemas.openxmlformats.org/officeDocument/2006/relationships/oleObject" Target="../embeddings/oleObject111.bin"/><Relationship Id="rId45" Type="http://schemas.openxmlformats.org/officeDocument/2006/relationships/image" Target="../media/image120.emf"/><Relationship Id="rId5" Type="http://schemas.openxmlformats.org/officeDocument/2006/relationships/image" Target="../media/image100.emf"/><Relationship Id="rId15" Type="http://schemas.openxmlformats.org/officeDocument/2006/relationships/image" Target="../media/image105.emf"/><Relationship Id="rId23" Type="http://schemas.openxmlformats.org/officeDocument/2006/relationships/image" Target="../media/image109.emf"/><Relationship Id="rId28" Type="http://schemas.openxmlformats.org/officeDocument/2006/relationships/oleObject" Target="../embeddings/oleObject105.bin"/><Relationship Id="rId36" Type="http://schemas.openxmlformats.org/officeDocument/2006/relationships/oleObject" Target="../embeddings/oleObject109.bin"/><Relationship Id="rId49" Type="http://schemas.openxmlformats.org/officeDocument/2006/relationships/image" Target="../media/image122.emf"/><Relationship Id="rId10" Type="http://schemas.openxmlformats.org/officeDocument/2006/relationships/oleObject" Target="../embeddings/oleObject96.bin"/><Relationship Id="rId19" Type="http://schemas.openxmlformats.org/officeDocument/2006/relationships/image" Target="../media/image107.emf"/><Relationship Id="rId31" Type="http://schemas.openxmlformats.org/officeDocument/2006/relationships/image" Target="../media/image113.emf"/><Relationship Id="rId44" Type="http://schemas.openxmlformats.org/officeDocument/2006/relationships/oleObject" Target="../embeddings/oleObject113.bin"/><Relationship Id="rId4" Type="http://schemas.openxmlformats.org/officeDocument/2006/relationships/oleObject" Target="../embeddings/oleObject93.bin"/><Relationship Id="rId9" Type="http://schemas.openxmlformats.org/officeDocument/2006/relationships/image" Target="../media/image102.emf"/><Relationship Id="rId14" Type="http://schemas.openxmlformats.org/officeDocument/2006/relationships/oleObject" Target="../embeddings/oleObject98.bin"/><Relationship Id="rId22" Type="http://schemas.openxmlformats.org/officeDocument/2006/relationships/oleObject" Target="../embeddings/oleObject102.bin"/><Relationship Id="rId27" Type="http://schemas.openxmlformats.org/officeDocument/2006/relationships/image" Target="../media/image111.emf"/><Relationship Id="rId30" Type="http://schemas.openxmlformats.org/officeDocument/2006/relationships/oleObject" Target="../embeddings/oleObject106.bin"/><Relationship Id="rId35" Type="http://schemas.openxmlformats.org/officeDocument/2006/relationships/image" Target="../media/image115.emf"/><Relationship Id="rId43" Type="http://schemas.openxmlformats.org/officeDocument/2006/relationships/image" Target="../media/image119.emf"/><Relationship Id="rId48" Type="http://schemas.openxmlformats.org/officeDocument/2006/relationships/oleObject" Target="../embeddings/oleObject115.bin"/><Relationship Id="rId8" Type="http://schemas.openxmlformats.org/officeDocument/2006/relationships/oleObject" Target="../embeddings/oleObject95.bin"/><Relationship Id="rId51" Type="http://schemas.openxmlformats.org/officeDocument/2006/relationships/image" Target="../media/image12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emf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32.emf"/><Relationship Id="rId26" Type="http://schemas.openxmlformats.org/officeDocument/2006/relationships/image" Target="../media/image136.emf"/><Relationship Id="rId3" Type="http://schemas.openxmlformats.org/officeDocument/2006/relationships/image" Target="../media/image124.emf"/><Relationship Id="rId21" Type="http://schemas.openxmlformats.org/officeDocument/2006/relationships/oleObject" Target="../embeddings/oleObject125.bin"/><Relationship Id="rId34" Type="http://schemas.openxmlformats.org/officeDocument/2006/relationships/image" Target="../media/image140.emf"/><Relationship Id="rId7" Type="http://schemas.openxmlformats.org/officeDocument/2006/relationships/image" Target="../media/image126.emf"/><Relationship Id="rId12" Type="http://schemas.openxmlformats.org/officeDocument/2006/relationships/image" Target="../media/image129.emf"/><Relationship Id="rId17" Type="http://schemas.openxmlformats.org/officeDocument/2006/relationships/oleObject" Target="../embeddings/oleObject123.bin"/><Relationship Id="rId25" Type="http://schemas.openxmlformats.org/officeDocument/2006/relationships/oleObject" Target="../embeddings/oleObject127.bin"/><Relationship Id="rId33" Type="http://schemas.openxmlformats.org/officeDocument/2006/relationships/oleObject" Target="../embeddings/oleObject131.bin"/><Relationship Id="rId2" Type="http://schemas.openxmlformats.org/officeDocument/2006/relationships/oleObject" Target="../embeddings/oleObject117.bin"/><Relationship Id="rId16" Type="http://schemas.openxmlformats.org/officeDocument/2006/relationships/image" Target="../media/image131.emf"/><Relationship Id="rId20" Type="http://schemas.openxmlformats.org/officeDocument/2006/relationships/image" Target="../media/image133.emf"/><Relationship Id="rId29" Type="http://schemas.openxmlformats.org/officeDocument/2006/relationships/oleObject" Target="../embeddings/oleObject1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8.bin"/><Relationship Id="rId11" Type="http://schemas.openxmlformats.org/officeDocument/2006/relationships/oleObject" Target="../embeddings/oleObject120.bin"/><Relationship Id="rId24" Type="http://schemas.openxmlformats.org/officeDocument/2006/relationships/image" Target="../media/image135.emf"/><Relationship Id="rId32" Type="http://schemas.openxmlformats.org/officeDocument/2006/relationships/image" Target="../media/image139.emf"/><Relationship Id="rId5" Type="http://schemas.openxmlformats.org/officeDocument/2006/relationships/image" Target="../media/image125.emf"/><Relationship Id="rId15" Type="http://schemas.openxmlformats.org/officeDocument/2006/relationships/oleObject" Target="../embeddings/oleObject122.bin"/><Relationship Id="rId23" Type="http://schemas.openxmlformats.org/officeDocument/2006/relationships/oleObject" Target="../embeddings/oleObject126.bin"/><Relationship Id="rId28" Type="http://schemas.openxmlformats.org/officeDocument/2006/relationships/image" Target="../media/image137.emf"/><Relationship Id="rId10" Type="http://schemas.openxmlformats.org/officeDocument/2006/relationships/image" Target="../media/image128.emf"/><Relationship Id="rId19" Type="http://schemas.openxmlformats.org/officeDocument/2006/relationships/oleObject" Target="../embeddings/oleObject124.bin"/><Relationship Id="rId31" Type="http://schemas.openxmlformats.org/officeDocument/2006/relationships/oleObject" Target="../embeddings/oleObject130.bin"/><Relationship Id="rId4" Type="http://schemas.openxmlformats.org/officeDocument/2006/relationships/oleObject" Target="../embeddings/oleObject111.bin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30.emf"/><Relationship Id="rId22" Type="http://schemas.openxmlformats.org/officeDocument/2006/relationships/image" Target="../media/image134.emf"/><Relationship Id="rId27" Type="http://schemas.openxmlformats.org/officeDocument/2006/relationships/oleObject" Target="../embeddings/oleObject128.bin"/><Relationship Id="rId30" Type="http://schemas.openxmlformats.org/officeDocument/2006/relationships/image" Target="../media/image13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46.emf"/><Relationship Id="rId18" Type="http://schemas.openxmlformats.org/officeDocument/2006/relationships/oleObject" Target="../embeddings/oleObject133.bin"/><Relationship Id="rId26" Type="http://schemas.openxmlformats.org/officeDocument/2006/relationships/image" Target="../media/image153.emf"/><Relationship Id="rId3" Type="http://schemas.openxmlformats.org/officeDocument/2006/relationships/image" Target="../media/image141.emf"/><Relationship Id="rId21" Type="http://schemas.openxmlformats.org/officeDocument/2006/relationships/image" Target="../media/image150.wmf"/><Relationship Id="rId7" Type="http://schemas.openxmlformats.org/officeDocument/2006/relationships/image" Target="../media/image143.emf"/><Relationship Id="rId12" Type="http://schemas.openxmlformats.org/officeDocument/2006/relationships/oleObject" Target="../embeddings/oleObject130.bin"/><Relationship Id="rId17" Type="http://schemas.openxmlformats.org/officeDocument/2006/relationships/image" Target="../media/image148.wmf"/><Relationship Id="rId25" Type="http://schemas.openxmlformats.org/officeDocument/2006/relationships/image" Target="../media/image152.emf"/><Relationship Id="rId2" Type="http://schemas.openxmlformats.org/officeDocument/2006/relationships/oleObject" Target="../embeddings/oleObject125.bin"/><Relationship Id="rId16" Type="http://schemas.openxmlformats.org/officeDocument/2006/relationships/oleObject" Target="../embeddings/oleObject132.bin"/><Relationship Id="rId20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45.emf"/><Relationship Id="rId24" Type="http://schemas.openxmlformats.org/officeDocument/2006/relationships/oleObject" Target="../embeddings/oleObject136.bin"/><Relationship Id="rId5" Type="http://schemas.openxmlformats.org/officeDocument/2006/relationships/image" Target="../media/image142.emf"/><Relationship Id="rId15" Type="http://schemas.openxmlformats.org/officeDocument/2006/relationships/image" Target="../media/image147.emf"/><Relationship Id="rId23" Type="http://schemas.openxmlformats.org/officeDocument/2006/relationships/image" Target="../media/image151.emf"/><Relationship Id="rId10" Type="http://schemas.openxmlformats.org/officeDocument/2006/relationships/oleObject" Target="../embeddings/oleObject129.bin"/><Relationship Id="rId19" Type="http://schemas.openxmlformats.org/officeDocument/2006/relationships/image" Target="../media/image149.wmf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44.emf"/><Relationship Id="rId14" Type="http://schemas.openxmlformats.org/officeDocument/2006/relationships/oleObject" Target="../embeddings/oleObject131.bin"/><Relationship Id="rId22" Type="http://schemas.openxmlformats.org/officeDocument/2006/relationships/oleObject" Target="../embeddings/oleObject13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jpeg"/><Relationship Id="rId2" Type="http://schemas.openxmlformats.org/officeDocument/2006/relationships/image" Target="../media/image15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7.emf"/><Relationship Id="rId4" Type="http://schemas.openxmlformats.org/officeDocument/2006/relationships/image" Target="../media/image15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emf"/><Relationship Id="rId13" Type="http://schemas.openxmlformats.org/officeDocument/2006/relationships/oleObject" Target="../embeddings/oleObject142.bin"/><Relationship Id="rId18" Type="http://schemas.openxmlformats.org/officeDocument/2006/relationships/oleObject" Target="../embeddings/oleObject144.bin"/><Relationship Id="rId26" Type="http://schemas.openxmlformats.org/officeDocument/2006/relationships/image" Target="../media/image171.emf"/><Relationship Id="rId3" Type="http://schemas.openxmlformats.org/officeDocument/2006/relationships/oleObject" Target="../embeddings/oleObject137.bin"/><Relationship Id="rId21" Type="http://schemas.openxmlformats.org/officeDocument/2006/relationships/image" Target="../media/image168.emf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163.emf"/><Relationship Id="rId17" Type="http://schemas.openxmlformats.org/officeDocument/2006/relationships/image" Target="../media/image166.emf"/><Relationship Id="rId25" Type="http://schemas.openxmlformats.org/officeDocument/2006/relationships/oleObject" Target="../embeddings/oleObject147.bin"/><Relationship Id="rId2" Type="http://schemas.openxmlformats.org/officeDocument/2006/relationships/image" Target="../media/image158.emf"/><Relationship Id="rId16" Type="http://schemas.openxmlformats.org/officeDocument/2006/relationships/oleObject" Target="../embeddings/oleObject143.bin"/><Relationship Id="rId20" Type="http://schemas.openxmlformats.org/officeDocument/2006/relationships/oleObject" Target="../embeddings/oleObject145.bin"/><Relationship Id="rId29" Type="http://schemas.openxmlformats.org/officeDocument/2006/relationships/image" Target="../media/image17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emf"/><Relationship Id="rId11" Type="http://schemas.openxmlformats.org/officeDocument/2006/relationships/oleObject" Target="../embeddings/oleObject141.bin"/><Relationship Id="rId24" Type="http://schemas.openxmlformats.org/officeDocument/2006/relationships/image" Target="../media/image170.emf"/><Relationship Id="rId5" Type="http://schemas.openxmlformats.org/officeDocument/2006/relationships/oleObject" Target="../embeddings/oleObject138.bin"/><Relationship Id="rId15" Type="http://schemas.openxmlformats.org/officeDocument/2006/relationships/image" Target="../media/image165.emf"/><Relationship Id="rId23" Type="http://schemas.openxmlformats.org/officeDocument/2006/relationships/oleObject" Target="../embeddings/oleObject146.bin"/><Relationship Id="rId28" Type="http://schemas.openxmlformats.org/officeDocument/2006/relationships/oleObject" Target="../embeddings/oleObject148.bin"/><Relationship Id="rId10" Type="http://schemas.openxmlformats.org/officeDocument/2006/relationships/image" Target="../media/image162.emf"/><Relationship Id="rId19" Type="http://schemas.openxmlformats.org/officeDocument/2006/relationships/image" Target="../media/image167.emf"/><Relationship Id="rId4" Type="http://schemas.openxmlformats.org/officeDocument/2006/relationships/image" Target="../media/image159.emf"/><Relationship Id="rId9" Type="http://schemas.openxmlformats.org/officeDocument/2006/relationships/oleObject" Target="../embeddings/oleObject140.bin"/><Relationship Id="rId14" Type="http://schemas.openxmlformats.org/officeDocument/2006/relationships/image" Target="../media/image164.emf"/><Relationship Id="rId22" Type="http://schemas.openxmlformats.org/officeDocument/2006/relationships/image" Target="../media/image169.emf"/><Relationship Id="rId27" Type="http://schemas.openxmlformats.org/officeDocument/2006/relationships/image" Target="../media/image172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13" Type="http://schemas.openxmlformats.org/officeDocument/2006/relationships/image" Target="../media/image180.emf"/><Relationship Id="rId18" Type="http://schemas.openxmlformats.org/officeDocument/2006/relationships/oleObject" Target="../embeddings/oleObject156.bin"/><Relationship Id="rId3" Type="http://schemas.openxmlformats.org/officeDocument/2006/relationships/image" Target="../media/image174.emf"/><Relationship Id="rId7" Type="http://schemas.openxmlformats.org/officeDocument/2006/relationships/image" Target="../media/image176.emf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82.emf"/><Relationship Id="rId2" Type="http://schemas.openxmlformats.org/officeDocument/2006/relationships/oleObject" Target="../embeddings/oleObject149.bin"/><Relationship Id="rId16" Type="http://schemas.openxmlformats.org/officeDocument/2006/relationships/oleObject" Target="../embeddings/oleObject155.bin"/><Relationship Id="rId20" Type="http://schemas.openxmlformats.org/officeDocument/2006/relationships/image" Target="../media/image18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79.emf"/><Relationship Id="rId5" Type="http://schemas.openxmlformats.org/officeDocument/2006/relationships/image" Target="../media/image175.emf"/><Relationship Id="rId15" Type="http://schemas.openxmlformats.org/officeDocument/2006/relationships/image" Target="../media/image181.emf"/><Relationship Id="rId10" Type="http://schemas.openxmlformats.org/officeDocument/2006/relationships/image" Target="../media/image178.emf"/><Relationship Id="rId19" Type="http://schemas.openxmlformats.org/officeDocument/2006/relationships/image" Target="../media/image183.emf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77.emf"/><Relationship Id="rId14" Type="http://schemas.openxmlformats.org/officeDocument/2006/relationships/oleObject" Target="../embeddings/oleObject15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13" Type="http://schemas.openxmlformats.org/officeDocument/2006/relationships/image" Target="../media/image191.emf"/><Relationship Id="rId18" Type="http://schemas.openxmlformats.org/officeDocument/2006/relationships/oleObject" Target="../embeddings/oleObject164.bin"/><Relationship Id="rId26" Type="http://schemas.openxmlformats.org/officeDocument/2006/relationships/image" Target="../media/image198.emf"/><Relationship Id="rId3" Type="http://schemas.openxmlformats.org/officeDocument/2006/relationships/image" Target="../media/image185.emf"/><Relationship Id="rId21" Type="http://schemas.openxmlformats.org/officeDocument/2006/relationships/image" Target="../media/image195.emf"/><Relationship Id="rId7" Type="http://schemas.openxmlformats.org/officeDocument/2006/relationships/image" Target="../media/image187.emf"/><Relationship Id="rId12" Type="http://schemas.openxmlformats.org/officeDocument/2006/relationships/image" Target="../media/image190.emf"/><Relationship Id="rId17" Type="http://schemas.openxmlformats.org/officeDocument/2006/relationships/image" Target="../media/image193.emf"/><Relationship Id="rId25" Type="http://schemas.openxmlformats.org/officeDocument/2006/relationships/oleObject" Target="../embeddings/oleObject167.bin"/><Relationship Id="rId2" Type="http://schemas.openxmlformats.org/officeDocument/2006/relationships/oleObject" Target="../embeddings/oleObject157.bin"/><Relationship Id="rId16" Type="http://schemas.openxmlformats.org/officeDocument/2006/relationships/oleObject" Target="../embeddings/oleObject163.bin"/><Relationship Id="rId20" Type="http://schemas.openxmlformats.org/officeDocument/2006/relationships/oleObject" Target="../embeddings/oleObject1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9.bin"/><Relationship Id="rId11" Type="http://schemas.openxmlformats.org/officeDocument/2006/relationships/image" Target="../media/image189.emf"/><Relationship Id="rId24" Type="http://schemas.openxmlformats.org/officeDocument/2006/relationships/image" Target="../media/image197.emf"/><Relationship Id="rId5" Type="http://schemas.openxmlformats.org/officeDocument/2006/relationships/image" Target="../media/image186.emf"/><Relationship Id="rId15" Type="http://schemas.openxmlformats.org/officeDocument/2006/relationships/image" Target="../media/image192.emf"/><Relationship Id="rId23" Type="http://schemas.openxmlformats.org/officeDocument/2006/relationships/oleObject" Target="../embeddings/oleObject166.bin"/><Relationship Id="rId10" Type="http://schemas.openxmlformats.org/officeDocument/2006/relationships/oleObject" Target="../embeddings/oleObject161.bin"/><Relationship Id="rId19" Type="http://schemas.openxmlformats.org/officeDocument/2006/relationships/image" Target="../media/image194.emf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88.emf"/><Relationship Id="rId14" Type="http://schemas.openxmlformats.org/officeDocument/2006/relationships/oleObject" Target="../embeddings/oleObject162.bin"/><Relationship Id="rId22" Type="http://schemas.openxmlformats.org/officeDocument/2006/relationships/image" Target="../media/image19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emf"/><Relationship Id="rId2" Type="http://schemas.openxmlformats.org/officeDocument/2006/relationships/oleObject" Target="../embeddings/oleObject16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1.emf"/><Relationship Id="rId5" Type="http://schemas.openxmlformats.org/officeDocument/2006/relationships/image" Target="../media/image200.emf"/><Relationship Id="rId4" Type="http://schemas.openxmlformats.org/officeDocument/2006/relationships/oleObject" Target="../embeddings/oleObject16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13" Type="http://schemas.openxmlformats.org/officeDocument/2006/relationships/image" Target="../media/image207.emf"/><Relationship Id="rId18" Type="http://schemas.openxmlformats.org/officeDocument/2006/relationships/image" Target="../media/image210.emf"/><Relationship Id="rId3" Type="http://schemas.openxmlformats.org/officeDocument/2006/relationships/image" Target="../media/image202.emf"/><Relationship Id="rId7" Type="http://schemas.openxmlformats.org/officeDocument/2006/relationships/image" Target="../media/image204.emf"/><Relationship Id="rId12" Type="http://schemas.openxmlformats.org/officeDocument/2006/relationships/oleObject" Target="../embeddings/oleObject175.bin"/><Relationship Id="rId17" Type="http://schemas.openxmlformats.org/officeDocument/2006/relationships/oleObject" Target="../embeddings/oleObject177.bin"/><Relationship Id="rId2" Type="http://schemas.openxmlformats.org/officeDocument/2006/relationships/oleObject" Target="../embeddings/oleObject170.bin"/><Relationship Id="rId16" Type="http://schemas.openxmlformats.org/officeDocument/2006/relationships/image" Target="../media/image209.emf"/><Relationship Id="rId20" Type="http://schemas.openxmlformats.org/officeDocument/2006/relationships/image" Target="../media/image21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2.bin"/><Relationship Id="rId11" Type="http://schemas.openxmlformats.org/officeDocument/2006/relationships/image" Target="../media/image206.emf"/><Relationship Id="rId5" Type="http://schemas.openxmlformats.org/officeDocument/2006/relationships/image" Target="../media/image203.emf"/><Relationship Id="rId15" Type="http://schemas.openxmlformats.org/officeDocument/2006/relationships/image" Target="../media/image208.emf"/><Relationship Id="rId10" Type="http://schemas.openxmlformats.org/officeDocument/2006/relationships/oleObject" Target="../embeddings/oleObject174.bin"/><Relationship Id="rId19" Type="http://schemas.openxmlformats.org/officeDocument/2006/relationships/image" Target="../media/image211.emf"/><Relationship Id="rId4" Type="http://schemas.openxmlformats.org/officeDocument/2006/relationships/oleObject" Target="../embeddings/oleObject171.bin"/><Relationship Id="rId9" Type="http://schemas.openxmlformats.org/officeDocument/2006/relationships/image" Target="../media/image205.emf"/><Relationship Id="rId14" Type="http://schemas.openxmlformats.org/officeDocument/2006/relationships/oleObject" Target="../embeddings/oleObject17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13" Type="http://schemas.openxmlformats.org/officeDocument/2006/relationships/oleObject" Target="../embeddings/oleObject183.bin"/><Relationship Id="rId18" Type="http://schemas.openxmlformats.org/officeDocument/2006/relationships/image" Target="../media/image221.emf"/><Relationship Id="rId26" Type="http://schemas.openxmlformats.org/officeDocument/2006/relationships/image" Target="../media/image225.emf"/><Relationship Id="rId3" Type="http://schemas.openxmlformats.org/officeDocument/2006/relationships/image" Target="../media/image213.emf"/><Relationship Id="rId21" Type="http://schemas.openxmlformats.org/officeDocument/2006/relationships/oleObject" Target="../embeddings/oleObject187.bin"/><Relationship Id="rId34" Type="http://schemas.openxmlformats.org/officeDocument/2006/relationships/image" Target="../media/image229.emf"/><Relationship Id="rId7" Type="http://schemas.openxmlformats.org/officeDocument/2006/relationships/image" Target="../media/image215.emf"/><Relationship Id="rId12" Type="http://schemas.openxmlformats.org/officeDocument/2006/relationships/image" Target="../media/image218.emf"/><Relationship Id="rId17" Type="http://schemas.openxmlformats.org/officeDocument/2006/relationships/oleObject" Target="../embeddings/oleObject185.bin"/><Relationship Id="rId25" Type="http://schemas.openxmlformats.org/officeDocument/2006/relationships/oleObject" Target="../embeddings/oleObject189.bin"/><Relationship Id="rId33" Type="http://schemas.openxmlformats.org/officeDocument/2006/relationships/oleObject" Target="../embeddings/oleObject193.bin"/><Relationship Id="rId2" Type="http://schemas.openxmlformats.org/officeDocument/2006/relationships/oleObject" Target="../embeddings/oleObject178.bin"/><Relationship Id="rId16" Type="http://schemas.openxmlformats.org/officeDocument/2006/relationships/image" Target="../media/image220.emf"/><Relationship Id="rId20" Type="http://schemas.openxmlformats.org/officeDocument/2006/relationships/image" Target="../media/image222.emf"/><Relationship Id="rId29" Type="http://schemas.openxmlformats.org/officeDocument/2006/relationships/oleObject" Target="../embeddings/oleObject1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0.bin"/><Relationship Id="rId11" Type="http://schemas.openxmlformats.org/officeDocument/2006/relationships/image" Target="../media/image217.emf"/><Relationship Id="rId24" Type="http://schemas.openxmlformats.org/officeDocument/2006/relationships/image" Target="../media/image224.emf"/><Relationship Id="rId32" Type="http://schemas.openxmlformats.org/officeDocument/2006/relationships/image" Target="../media/image228.emf"/><Relationship Id="rId5" Type="http://schemas.openxmlformats.org/officeDocument/2006/relationships/image" Target="../media/image214.emf"/><Relationship Id="rId15" Type="http://schemas.openxmlformats.org/officeDocument/2006/relationships/oleObject" Target="../embeddings/oleObject184.bin"/><Relationship Id="rId23" Type="http://schemas.openxmlformats.org/officeDocument/2006/relationships/oleObject" Target="../embeddings/oleObject188.bin"/><Relationship Id="rId28" Type="http://schemas.openxmlformats.org/officeDocument/2006/relationships/image" Target="../media/image226.emf"/><Relationship Id="rId10" Type="http://schemas.openxmlformats.org/officeDocument/2006/relationships/oleObject" Target="../embeddings/oleObject182.bin"/><Relationship Id="rId19" Type="http://schemas.openxmlformats.org/officeDocument/2006/relationships/oleObject" Target="../embeddings/oleObject186.bin"/><Relationship Id="rId31" Type="http://schemas.openxmlformats.org/officeDocument/2006/relationships/oleObject" Target="../embeddings/oleObject192.bin"/><Relationship Id="rId4" Type="http://schemas.openxmlformats.org/officeDocument/2006/relationships/oleObject" Target="../embeddings/oleObject179.bin"/><Relationship Id="rId9" Type="http://schemas.openxmlformats.org/officeDocument/2006/relationships/image" Target="../media/image216.emf"/><Relationship Id="rId14" Type="http://schemas.openxmlformats.org/officeDocument/2006/relationships/image" Target="../media/image219.emf"/><Relationship Id="rId22" Type="http://schemas.openxmlformats.org/officeDocument/2006/relationships/image" Target="../media/image223.emf"/><Relationship Id="rId27" Type="http://schemas.openxmlformats.org/officeDocument/2006/relationships/oleObject" Target="../embeddings/oleObject190.bin"/><Relationship Id="rId30" Type="http://schemas.openxmlformats.org/officeDocument/2006/relationships/image" Target="../media/image227.emf"/><Relationship Id="rId35" Type="http://schemas.openxmlformats.org/officeDocument/2006/relationships/image" Target="../media/image23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C750C822-85F5-D7A3-DDC3-81CF091CB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652463"/>
            <a:ext cx="7451725" cy="97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580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 sz="580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隶书" pitchFamily="49" charset="-122"/>
              </a:rPr>
              <a:t>8</a:t>
            </a:r>
            <a:r>
              <a:rPr lang="zh-CN" altLang="en-US" sz="580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章  静电场</a:t>
            </a:r>
          </a:p>
        </p:txBody>
      </p:sp>
      <p:pic>
        <p:nvPicPr>
          <p:cNvPr id="2051" name="Picture 3" descr="电子加速器李">
            <a:extLst>
              <a:ext uri="{FF2B5EF4-FFF2-40B4-BE49-F238E27FC236}">
                <a16:creationId xmlns:a16="http://schemas.microsoft.com/office/drawing/2014/main" id="{D52E77BB-4C9E-1B16-78E9-F7375E940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1" t="1819" r="1508" b="6721"/>
          <a:stretch>
            <a:fillRect/>
          </a:stretch>
        </p:blipFill>
        <p:spPr bwMode="auto">
          <a:xfrm>
            <a:off x="1835150" y="1844675"/>
            <a:ext cx="5473700" cy="3671888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2" name="Text Box 4">
            <a:extLst>
              <a:ext uri="{FF2B5EF4-FFF2-40B4-BE49-F238E27FC236}">
                <a16:creationId xmlns:a16="http://schemas.microsoft.com/office/drawing/2014/main" id="{11A4A1A6-7C91-E646-ABAC-5A0F53183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5762625"/>
            <a:ext cx="6311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图为</a:t>
            </a:r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1930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E.O.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劳伦斯制成的世界上第一台回旋加速器</a:t>
            </a:r>
          </a:p>
        </p:txBody>
      </p:sp>
      <p:pic>
        <p:nvPicPr>
          <p:cNvPr id="2053" name="Picture 5" descr="D:\壁纸\kinawall0012b.jpg">
            <a:extLst>
              <a:ext uri="{FF2B5EF4-FFF2-40B4-BE49-F238E27FC236}">
                <a16:creationId xmlns:a16="http://schemas.microsoft.com/office/drawing/2014/main" id="{1038767A-D79D-3C8D-85A2-40A4CFEF5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0" y="-142875"/>
            <a:ext cx="9525000" cy="714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4" name="Text Box 6">
            <a:extLst>
              <a:ext uri="{FF2B5EF4-FFF2-40B4-BE49-F238E27FC236}">
                <a16:creationId xmlns:a16="http://schemas.microsoft.com/office/drawing/2014/main" id="{A5EE73BE-D1F8-14E9-C55C-9D9705997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81000"/>
            <a:ext cx="447357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800">
                <a:solidFill>
                  <a:srgbClr val="FFFF00"/>
                </a:solidFill>
              </a:rPr>
              <a:t>University Physics</a:t>
            </a:r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id="{3EBBCB37-4321-45B3-2461-A8137F1EC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64897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/>
              <a:t>State Electronic_4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59" name="Text Box 23">
            <a:extLst>
              <a:ext uri="{FF2B5EF4-FFF2-40B4-BE49-F238E27FC236}">
                <a16:creationId xmlns:a16="http://schemas.microsoft.com/office/drawing/2014/main" id="{77FDC9BB-1033-F704-7400-51A53D8DE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04813"/>
            <a:ext cx="59554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rgbClr val="FFFF00"/>
                </a:solidFill>
              </a:rPr>
              <a:t>用高斯定理求特殊带电体的电场强度</a:t>
            </a:r>
          </a:p>
        </p:txBody>
      </p:sp>
      <p:sp>
        <p:nvSpPr>
          <p:cNvPr id="167960" name="Text Box 24">
            <a:extLst>
              <a:ext uri="{FF2B5EF4-FFF2-40B4-BE49-F238E27FC236}">
                <a16:creationId xmlns:a16="http://schemas.microsoft.com/office/drawing/2014/main" id="{B9932760-CE7C-DB1E-9A7A-EF3239C5B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63" y="1112838"/>
            <a:ext cx="95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思路</a:t>
            </a:r>
            <a:r>
              <a:rPr lang="en-US" altLang="zh-CN" b="1">
                <a:solidFill>
                  <a:srgbClr val="66FFFF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167961" name="Object 25">
            <a:extLst>
              <a:ext uri="{FF2B5EF4-FFF2-40B4-BE49-F238E27FC236}">
                <a16:creationId xmlns:a16="http://schemas.microsoft.com/office/drawing/2014/main" id="{1EF0B368-477A-6D6B-BAA4-39715B3869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25" y="1090613"/>
          <a:ext cx="322738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33640" imgH="583920" progId="Equation.3">
                  <p:embed/>
                </p:oleObj>
              </mc:Choice>
              <mc:Fallback>
                <p:oleObj name="Equation" r:id="rId2" imgW="2933640" imgH="583920" progId="Equation.3">
                  <p:embed/>
                  <p:pic>
                    <p:nvPicPr>
                      <p:cNvPr id="167961" name="Object 25">
                        <a:extLst>
                          <a:ext uri="{FF2B5EF4-FFF2-40B4-BE49-F238E27FC236}">
                            <a16:creationId xmlns:a16="http://schemas.microsoft.com/office/drawing/2014/main" id="{1EF0B368-477A-6D6B-BAA4-39715B3869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1090613"/>
                        <a:ext cx="322738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62" name="Text Box 26">
            <a:extLst>
              <a:ext uri="{FF2B5EF4-FFF2-40B4-BE49-F238E27FC236}">
                <a16:creationId xmlns:a16="http://schemas.microsoft.com/office/drawing/2014/main" id="{380E60D5-2354-2970-96E8-250DF0138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638" y="1928813"/>
            <a:ext cx="3467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>
                <a:latin typeface="宋体" panose="02010600030101010101" pitchFamily="2" charset="-122"/>
              </a:rPr>
              <a:t>当高斯面上</a:t>
            </a:r>
            <a:r>
              <a:rPr lang="en-US" altLang="zh-CN" b="1" i="1">
                <a:solidFill>
                  <a:srgbClr val="66FFFF"/>
                </a:solidFill>
              </a:rPr>
              <a:t>E</a:t>
            </a:r>
            <a:r>
              <a:rPr lang="zh-CN" altLang="en-US" b="1">
                <a:latin typeface="宋体" panose="02010600030101010101" pitchFamily="2" charset="-122"/>
              </a:rPr>
              <a:t>处处相同时</a:t>
            </a:r>
          </a:p>
        </p:txBody>
      </p:sp>
      <p:graphicFrame>
        <p:nvGraphicFramePr>
          <p:cNvPr id="167963" name="Object 27">
            <a:extLst>
              <a:ext uri="{FF2B5EF4-FFF2-40B4-BE49-F238E27FC236}">
                <a16:creationId xmlns:a16="http://schemas.microsoft.com/office/drawing/2014/main" id="{6C1EA009-824C-FB79-7164-EB183E8A3D73}"/>
              </a:ext>
            </a:extLst>
          </p:cNvPr>
          <p:cNvGraphicFramePr>
            <a:graphicFrameLocks/>
          </p:cNvGraphicFramePr>
          <p:nvPr/>
        </p:nvGraphicFramePr>
        <p:xfrm>
          <a:off x="4524375" y="1655763"/>
          <a:ext cx="305911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60360" imgH="990360" progId="Equation.3">
                  <p:embed/>
                </p:oleObj>
              </mc:Choice>
              <mc:Fallback>
                <p:oleObj name="Equation" r:id="rId4" imgW="3060360" imgH="990360" progId="Equation.3">
                  <p:embed/>
                  <p:pic>
                    <p:nvPicPr>
                      <p:cNvPr id="167963" name="Object 27">
                        <a:extLst>
                          <a:ext uri="{FF2B5EF4-FFF2-40B4-BE49-F238E27FC236}">
                            <a16:creationId xmlns:a16="http://schemas.microsoft.com/office/drawing/2014/main" id="{6C1EA009-824C-FB79-7164-EB183E8A3D7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75" y="1655763"/>
                        <a:ext cx="3059113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71" name="Object 35">
            <a:extLst>
              <a:ext uri="{FF2B5EF4-FFF2-40B4-BE49-F238E27FC236}">
                <a16:creationId xmlns:a16="http://schemas.microsoft.com/office/drawing/2014/main" id="{5343EF48-CAD6-CCFE-CCB2-26A54E7BD397}"/>
              </a:ext>
            </a:extLst>
          </p:cNvPr>
          <p:cNvGraphicFramePr>
            <a:graphicFrameLocks/>
          </p:cNvGraphicFramePr>
          <p:nvPr/>
        </p:nvGraphicFramePr>
        <p:xfrm>
          <a:off x="2987675" y="2708275"/>
          <a:ext cx="2300288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98600" imgH="1104840" progId="Equation.3">
                  <p:embed/>
                </p:oleObj>
              </mc:Choice>
              <mc:Fallback>
                <p:oleObj name="Equation" r:id="rId6" imgW="2298600" imgH="1104840" progId="Equation.3">
                  <p:embed/>
                  <p:pic>
                    <p:nvPicPr>
                      <p:cNvPr id="167971" name="Object 35">
                        <a:extLst>
                          <a:ext uri="{FF2B5EF4-FFF2-40B4-BE49-F238E27FC236}">
                            <a16:creationId xmlns:a16="http://schemas.microsoft.com/office/drawing/2014/main" id="{5343EF48-CAD6-CCFE-CCB2-26A54E7BD39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708275"/>
                        <a:ext cx="2300288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21">
            <a:extLst>
              <a:ext uri="{FF2B5EF4-FFF2-40B4-BE49-F238E27FC236}">
                <a16:creationId xmlns:a16="http://schemas.microsoft.com/office/drawing/2014/main" id="{60242AA9-71F9-82D2-4F29-26ABEC0B5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149725"/>
            <a:ext cx="7075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高斯定理并不能求出所有静电场的分布。</a:t>
            </a:r>
          </a:p>
        </p:txBody>
      </p:sp>
      <p:sp>
        <p:nvSpPr>
          <p:cNvPr id="39" name="Text Box 22">
            <a:extLst>
              <a:ext uri="{FF2B5EF4-FFF2-40B4-BE49-F238E27FC236}">
                <a16:creationId xmlns:a16="http://schemas.microsoft.com/office/drawing/2014/main" id="{05ED10E0-D5F2-8BDF-2DF4-77D082BF7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868863"/>
            <a:ext cx="4060825" cy="466725"/>
          </a:xfrm>
          <a:prstGeom prst="rect">
            <a:avLst/>
          </a:prstGeom>
          <a:solidFill>
            <a:srgbClr val="003366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FFFF"/>
                </a:solidFill>
                <a:latin typeface="楷体_GB2312" pitchFamily="49" charset="-122"/>
                <a:ea typeface="楷体_GB2312" pitchFamily="49" charset="-122"/>
              </a:rPr>
              <a:t>带电体</a:t>
            </a:r>
            <a:r>
              <a:rPr lang="zh-CN" altLang="en-US" b="1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电荷分布的对称性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" name="Text Box 23">
            <a:extLst>
              <a:ext uri="{FF2B5EF4-FFF2-40B4-BE49-F238E27FC236}">
                <a16:creationId xmlns:a16="http://schemas.microsoft.com/office/drawing/2014/main" id="{96195D7A-D90D-E987-9FFA-F9254D9E0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5876925"/>
            <a:ext cx="3063875" cy="468313"/>
          </a:xfrm>
          <a:prstGeom prst="rect">
            <a:avLst/>
          </a:prstGeom>
          <a:solidFill>
            <a:srgbClr val="003366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建立合适的</a:t>
            </a:r>
            <a:r>
              <a:rPr lang="zh-CN" altLang="en-US" b="1">
                <a:solidFill>
                  <a:srgbClr val="FFCC66"/>
                </a:solidFill>
                <a:latin typeface="楷体_GB2312" pitchFamily="49" charset="-122"/>
                <a:ea typeface="楷体_GB2312" pitchFamily="49" charset="-122"/>
              </a:rPr>
              <a:t>高斯面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7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7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7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59" grpId="0" autoUpdateAnimBg="0"/>
      <p:bldP spid="167960" grpId="0" autoUpdateAnimBg="0"/>
      <p:bldP spid="167962" grpId="0" autoUpdateAnimBg="0"/>
      <p:bldP spid="38" grpId="0"/>
      <p:bldP spid="39" grpId="0" animBg="1"/>
      <p:bldP spid="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>
            <a:extLst>
              <a:ext uri="{FF2B5EF4-FFF2-40B4-BE49-F238E27FC236}">
                <a16:creationId xmlns:a16="http://schemas.microsoft.com/office/drawing/2014/main" id="{DEAE8960-8F3C-8444-0334-C4CF6060F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813"/>
            <a:ext cx="5514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静电场的环路定理</a:t>
            </a:r>
            <a:endParaRPr lang="zh-CN" altLang="en-US" sz="2800" b="1">
              <a:solidFill>
                <a:srgbClr val="FFFF00"/>
              </a:solidFill>
            </a:endParaRP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D209FE79-0B5A-DAD4-F8A6-EC1BE2D6A776}"/>
              </a:ext>
            </a:extLst>
          </p:cNvPr>
          <p:cNvGraphicFramePr>
            <a:graphicFrameLocks/>
          </p:cNvGraphicFramePr>
          <p:nvPr/>
        </p:nvGraphicFramePr>
        <p:xfrm>
          <a:off x="1692275" y="1196975"/>
          <a:ext cx="15478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08822" imgH="571583" progId="Equation.3">
                  <p:embed/>
                </p:oleObj>
              </mc:Choice>
              <mc:Fallback>
                <p:oleObj name="Equation" r:id="rId2" imgW="1508822" imgH="571583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196975"/>
                        <a:ext cx="1547813" cy="609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1">
            <a:extLst>
              <a:ext uri="{FF2B5EF4-FFF2-40B4-BE49-F238E27FC236}">
                <a16:creationId xmlns:a16="http://schemas.microsoft.com/office/drawing/2014/main" id="{1E7B11AC-439E-5DE1-1E48-5FA0F53C2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196975"/>
            <a:ext cx="373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环路定理</a:t>
            </a:r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8FF92E43-2EF1-3752-AA79-98895B05D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349500"/>
            <a:ext cx="2797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</a:rPr>
              <a:t>• </a:t>
            </a:r>
            <a:r>
              <a:rPr lang="zh-CN" altLang="en-US" b="1">
                <a:solidFill>
                  <a:srgbClr val="66FFFF"/>
                </a:solidFill>
              </a:rPr>
              <a:t>电势能</a:t>
            </a:r>
          </a:p>
        </p:txBody>
      </p:sp>
      <p:graphicFrame>
        <p:nvGraphicFramePr>
          <p:cNvPr id="6" name="Object 40">
            <a:extLst>
              <a:ext uri="{FF2B5EF4-FFF2-40B4-BE49-F238E27FC236}">
                <a16:creationId xmlns:a16="http://schemas.microsoft.com/office/drawing/2014/main" id="{8F5E8B67-41F3-F31A-E5E9-3F58D1BC4955}"/>
              </a:ext>
            </a:extLst>
          </p:cNvPr>
          <p:cNvGraphicFramePr>
            <a:graphicFrameLocks/>
          </p:cNvGraphicFramePr>
          <p:nvPr/>
        </p:nvGraphicFramePr>
        <p:xfrm>
          <a:off x="2843213" y="3068638"/>
          <a:ext cx="33242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91840" imgH="647894" progId="Equation.3">
                  <p:embed/>
                </p:oleObj>
              </mc:Choice>
              <mc:Fallback>
                <p:oleObj name="Equation" r:id="rId4" imgW="3291840" imgH="647894" progId="Equation.3">
                  <p:embed/>
                  <p:pic>
                    <p:nvPicPr>
                      <p:cNvPr id="0" name="Object 4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068638"/>
                        <a:ext cx="3324225" cy="687387"/>
                      </a:xfrm>
                      <a:prstGeom prst="rect">
                        <a:avLst/>
                      </a:prstGeom>
                      <a:solidFill>
                        <a:srgbClr val="0000FF">
                          <a:alpha val="39999"/>
                        </a:srgbClr>
                      </a:solidFill>
                      <a:ln w="12700">
                        <a:solidFill>
                          <a:schemeClr val="accent1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1">
            <a:extLst>
              <a:ext uri="{FF2B5EF4-FFF2-40B4-BE49-F238E27FC236}">
                <a16:creationId xmlns:a16="http://schemas.microsoft.com/office/drawing/2014/main" id="{97F6E4FC-2550-16F3-ABBA-A91C9CFBF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34950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66FFFF"/>
                </a:solidFill>
              </a:rPr>
              <a:t>q</a:t>
            </a:r>
            <a:r>
              <a:rPr lang="en-US" altLang="zh-CN" sz="2800" b="1" baseline="-25000">
                <a:solidFill>
                  <a:srgbClr val="66FFFF"/>
                </a:solidFill>
              </a:rPr>
              <a:t>0 </a:t>
            </a:r>
            <a:r>
              <a:rPr lang="zh-CN" altLang="en-US" b="1">
                <a:latin typeface="宋体" panose="02010600030101010101" pitchFamily="2" charset="-122"/>
              </a:rPr>
              <a:t>在电场中某点</a:t>
            </a:r>
            <a:r>
              <a:rPr lang="zh-CN" altLang="en-US" b="1">
                <a:solidFill>
                  <a:srgbClr val="66FFFF"/>
                </a:solidFill>
              </a:rPr>
              <a:t> </a:t>
            </a:r>
            <a:r>
              <a:rPr lang="en-US" altLang="zh-CN" b="1" i="1">
                <a:solidFill>
                  <a:srgbClr val="66FFFF"/>
                </a:solidFill>
              </a:rPr>
              <a:t>a </a:t>
            </a:r>
            <a:r>
              <a:rPr lang="zh-CN" altLang="en-US" b="1">
                <a:latin typeface="宋体" panose="02010600030101010101" pitchFamily="2" charset="-122"/>
              </a:rPr>
              <a:t>的电势能：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utoUpdateAnimBg="0"/>
      <p:bldP spid="5" grpId="0" autoUpdateAnimBg="0"/>
      <p:bldP spid="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>
            <a:extLst>
              <a:ext uri="{FF2B5EF4-FFF2-40B4-BE49-F238E27FC236}">
                <a16:creationId xmlns:a16="http://schemas.microsoft.com/office/drawing/2014/main" id="{D08B6F63-E2E3-5BD1-9322-145C4C23B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0413" y="333375"/>
            <a:ext cx="419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§8.5 </a:t>
            </a:r>
            <a:r>
              <a:rPr lang="zh-CN" altLang="en-US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电势   电势差</a:t>
            </a:r>
          </a:p>
        </p:txBody>
      </p:sp>
      <p:graphicFrame>
        <p:nvGraphicFramePr>
          <p:cNvPr id="4099" name="Object 3">
            <a:extLst>
              <a:ext uri="{FF2B5EF4-FFF2-40B4-BE49-F238E27FC236}">
                <a16:creationId xmlns:a16="http://schemas.microsoft.com/office/drawing/2014/main" id="{C94A3061-A483-C1D1-27B1-39A7CF10F1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4475" y="333375"/>
          <a:ext cx="222567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13678" imgH="289782" progId="Equation.3">
                  <p:embed/>
                </p:oleObj>
              </mc:Choice>
              <mc:Fallback>
                <p:oleObj name="公式" r:id="rId2" imgW="1013678" imgH="28978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4475" y="333375"/>
                        <a:ext cx="2225675" cy="693738"/>
                      </a:xfrm>
                      <a:prstGeom prst="rect">
                        <a:avLst/>
                      </a:prstGeom>
                      <a:solidFill>
                        <a:srgbClr val="336699">
                          <a:alpha val="39999"/>
                        </a:srgbClr>
                      </a:solidFill>
                      <a:ln w="12700">
                        <a:solidFill>
                          <a:srgbClr val="33CCCC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0" name="Rectangle 4">
            <a:extLst>
              <a:ext uri="{FF2B5EF4-FFF2-40B4-BE49-F238E27FC236}">
                <a16:creationId xmlns:a16="http://schemas.microsoft.com/office/drawing/2014/main" id="{A0C6BDE1-DCE0-7982-4060-9F3BB9639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908050"/>
            <a:ext cx="4725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FF00"/>
                </a:solidFill>
              </a:rPr>
              <a:t>一</a:t>
            </a:r>
            <a:r>
              <a:rPr lang="en-US" altLang="zh-CN" sz="2800" b="1">
                <a:solidFill>
                  <a:srgbClr val="FFFF00"/>
                </a:solidFill>
              </a:rPr>
              <a:t>. </a:t>
            </a:r>
            <a:r>
              <a:rPr lang="zh-CN" altLang="en-US" sz="2800" b="1">
                <a:solidFill>
                  <a:srgbClr val="FFFF00"/>
                </a:solidFill>
              </a:rPr>
              <a:t>电势</a:t>
            </a:r>
          </a:p>
        </p:txBody>
      </p:sp>
      <p:sp>
        <p:nvSpPr>
          <p:cNvPr id="178181" name="Rectangle 5">
            <a:extLst>
              <a:ext uri="{FF2B5EF4-FFF2-40B4-BE49-F238E27FC236}">
                <a16:creationId xmlns:a16="http://schemas.microsoft.com/office/drawing/2014/main" id="{7D64FCB5-5C91-70C9-5E63-CE22D8BE9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71625"/>
            <a:ext cx="188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</a:rPr>
              <a:t>•  </a:t>
            </a:r>
            <a:r>
              <a:rPr lang="zh-CN" altLang="en-US" b="1">
                <a:solidFill>
                  <a:srgbClr val="66FFFF"/>
                </a:solidFill>
              </a:rPr>
              <a:t>电势定义</a:t>
            </a:r>
          </a:p>
        </p:txBody>
      </p:sp>
      <p:graphicFrame>
        <p:nvGraphicFramePr>
          <p:cNvPr id="178182" name="Object 6">
            <a:extLst>
              <a:ext uri="{FF2B5EF4-FFF2-40B4-BE49-F238E27FC236}">
                <a16:creationId xmlns:a16="http://schemas.microsoft.com/office/drawing/2014/main" id="{0E9A8E70-4595-BD6C-8E0E-C2CEC95956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074863"/>
          <a:ext cx="126841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4627" imgH="876328" progId="Equation.3">
                  <p:embed/>
                </p:oleObj>
              </mc:Choice>
              <mc:Fallback>
                <p:oleObj name="Equation" r:id="rId4" imgW="1234627" imgH="87632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074863"/>
                        <a:ext cx="1268412" cy="9112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3" name="AutoShape 7">
            <a:extLst>
              <a:ext uri="{FF2B5EF4-FFF2-40B4-BE49-F238E27FC236}">
                <a16:creationId xmlns:a16="http://schemas.microsoft.com/office/drawing/2014/main" id="{41499022-66A6-B154-1D66-A72E37173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363788"/>
            <a:ext cx="609600" cy="361950"/>
          </a:xfrm>
          <a:prstGeom prst="leftRightArrow">
            <a:avLst>
              <a:gd name="adj1" fmla="val 50000"/>
              <a:gd name="adj2" fmla="val 33684"/>
            </a:avLst>
          </a:prstGeom>
          <a:solidFill>
            <a:srgbClr val="FFCCFF"/>
          </a:solidFill>
          <a:ln w="12699">
            <a:solidFill>
              <a:srgbClr val="FFCC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178184" name="Object 8">
            <a:extLst>
              <a:ext uri="{FF2B5EF4-FFF2-40B4-BE49-F238E27FC236}">
                <a16:creationId xmlns:a16="http://schemas.microsoft.com/office/drawing/2014/main" id="{657D34C4-9470-E444-3999-8BBBD15329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074863"/>
          <a:ext cx="324643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23167" imgH="876328" progId="Equation.3">
                  <p:embed/>
                </p:oleObj>
              </mc:Choice>
              <mc:Fallback>
                <p:oleObj name="Equation" r:id="rId6" imgW="3223167" imgH="87632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074863"/>
                        <a:ext cx="3246438" cy="9112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5" name="AutoShape 9">
            <a:extLst>
              <a:ext uri="{FF2B5EF4-FFF2-40B4-BE49-F238E27FC236}">
                <a16:creationId xmlns:a16="http://schemas.microsoft.com/office/drawing/2014/main" id="{5CBED71B-33F4-3136-A93C-00FEADBDA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1122363"/>
            <a:ext cx="2303462" cy="1025525"/>
          </a:xfrm>
          <a:prstGeom prst="wedgeRectCallout">
            <a:avLst>
              <a:gd name="adj1" fmla="val -73431"/>
              <a:gd name="adj2" fmla="val 58824"/>
            </a:avLst>
          </a:prstGeom>
          <a:noFill/>
          <a:ln w="19050">
            <a:solidFill>
              <a:schemeClr val="accent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单位正电荷自该点</a:t>
            </a:r>
            <a:r>
              <a:rPr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</a:t>
            </a:r>
            <a:r>
              <a:rPr lang="zh-CN" altLang="en-US" sz="2000" b="1">
                <a:ea typeface="楷体_GB2312" pitchFamily="49" charset="-122"/>
              </a:rPr>
              <a:t>“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势能零点</a:t>
            </a:r>
            <a:r>
              <a:rPr lang="zh-CN" altLang="en-US" sz="2000" b="1">
                <a:ea typeface="楷体_GB2312" pitchFamily="49" charset="-122"/>
              </a:rPr>
              <a:t>”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过程中电场力作的功。</a:t>
            </a:r>
            <a:endParaRPr lang="zh-CN" altLang="en-US" sz="2000" b="1">
              <a:solidFill>
                <a:srgbClr val="00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8186" name="Text Box 10">
            <a:extLst>
              <a:ext uri="{FF2B5EF4-FFF2-40B4-BE49-F238E27FC236}">
                <a16:creationId xmlns:a16="http://schemas.microsoft.com/office/drawing/2014/main" id="{C9ADA4F9-1683-EB7C-FAF5-37CA132C6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3371850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</a:rPr>
              <a:t>•  </a:t>
            </a:r>
            <a:r>
              <a:rPr lang="zh-CN" altLang="en-US" b="1">
                <a:solidFill>
                  <a:srgbClr val="66FFFF"/>
                </a:solidFill>
              </a:rPr>
              <a:t>电势差</a:t>
            </a:r>
          </a:p>
        </p:txBody>
      </p:sp>
      <p:graphicFrame>
        <p:nvGraphicFramePr>
          <p:cNvPr id="178187" name="Object 11">
            <a:extLst>
              <a:ext uri="{FF2B5EF4-FFF2-40B4-BE49-F238E27FC236}">
                <a16:creationId xmlns:a16="http://schemas.microsoft.com/office/drawing/2014/main" id="{FC585AE9-A913-CE19-6569-11E0878A6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0888" y="3227388"/>
          <a:ext cx="47117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48387" imgH="876328" progId="Equation.3">
                  <p:embed/>
                </p:oleObj>
              </mc:Choice>
              <mc:Fallback>
                <p:oleObj name="Equation" r:id="rId8" imgW="4648387" imgH="87632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8" y="3227388"/>
                        <a:ext cx="47117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8" name="AutoShape 12">
            <a:extLst>
              <a:ext uri="{FF2B5EF4-FFF2-40B4-BE49-F238E27FC236}">
                <a16:creationId xmlns:a16="http://schemas.microsoft.com/office/drawing/2014/main" id="{00771418-063C-DBF4-B3FB-7905CB6F1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2363788"/>
            <a:ext cx="1944688" cy="1025525"/>
          </a:xfrm>
          <a:prstGeom prst="wedgeRectCallout">
            <a:avLst>
              <a:gd name="adj1" fmla="val -74245"/>
              <a:gd name="adj2" fmla="val 54954"/>
            </a:avLst>
          </a:prstGeom>
          <a:noFill/>
          <a:ln w="19050">
            <a:solidFill>
              <a:srgbClr val="66FF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单位正电荷自 </a:t>
            </a:r>
            <a:r>
              <a:rPr lang="en-US" altLang="zh-CN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b 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过程中电场力作的功。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951D3563-6017-217F-8CDE-A018D3343CA8}"/>
              </a:ext>
            </a:extLst>
          </p:cNvPr>
          <p:cNvGrpSpPr>
            <a:grpSpLocks/>
          </p:cNvGrpSpPr>
          <p:nvPr/>
        </p:nvGrpSpPr>
        <p:grpSpPr bwMode="auto">
          <a:xfrm>
            <a:off x="6888163" y="5472113"/>
            <a:ext cx="565150" cy="457200"/>
            <a:chOff x="4885" y="3462"/>
            <a:chExt cx="356" cy="288"/>
          </a:xfrm>
        </p:grpSpPr>
        <p:sp>
          <p:nvSpPr>
            <p:cNvPr id="4126" name="Oval 14">
              <a:extLst>
                <a:ext uri="{FF2B5EF4-FFF2-40B4-BE49-F238E27FC236}">
                  <a16:creationId xmlns:a16="http://schemas.microsoft.com/office/drawing/2014/main" id="{326F7DDC-2AEC-5633-41B7-46520B6E0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5" y="3606"/>
              <a:ext cx="88" cy="88"/>
            </a:xfrm>
            <a:prstGeom prst="ellipse">
              <a:avLst/>
            </a:prstGeom>
            <a:solidFill>
              <a:srgbClr val="00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4127" name="Text Box 15">
              <a:extLst>
                <a:ext uri="{FF2B5EF4-FFF2-40B4-BE49-F238E27FC236}">
                  <a16:creationId xmlns:a16="http://schemas.microsoft.com/office/drawing/2014/main" id="{E8CBB905-A816-DB8C-3AFF-8A027866A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" y="346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FF00"/>
                  </a:solidFill>
                </a:rPr>
                <a:t>a</a:t>
              </a:r>
              <a:endParaRPr lang="en-US" altLang="zh-CN" b="1">
                <a:solidFill>
                  <a:srgbClr val="FFFF00"/>
                </a:solidFill>
              </a:endParaRPr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AAC7C32C-33BA-D0DF-5919-B7117D385D1D}"/>
              </a:ext>
            </a:extLst>
          </p:cNvPr>
          <p:cNvGrpSpPr>
            <a:grpSpLocks/>
          </p:cNvGrpSpPr>
          <p:nvPr/>
        </p:nvGrpSpPr>
        <p:grpSpPr bwMode="auto">
          <a:xfrm>
            <a:off x="6946900" y="4481513"/>
            <a:ext cx="474663" cy="1209675"/>
            <a:chOff x="4933" y="2694"/>
            <a:chExt cx="299" cy="960"/>
          </a:xfrm>
        </p:grpSpPr>
        <p:sp>
          <p:nvSpPr>
            <p:cNvPr id="4124" name="Text Box 17">
              <a:extLst>
                <a:ext uri="{FF2B5EF4-FFF2-40B4-BE49-F238E27FC236}">
                  <a16:creationId xmlns:a16="http://schemas.microsoft.com/office/drawing/2014/main" id="{F2F2B79C-B29F-05C4-D3CB-09674594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" y="3086"/>
              <a:ext cx="203" cy="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FF00"/>
                  </a:solidFill>
                </a:rPr>
                <a:t>r</a:t>
              </a:r>
              <a:endParaRPr lang="en-US" altLang="zh-CN" sz="2800" b="1">
                <a:solidFill>
                  <a:srgbClr val="FFFF00"/>
                </a:solidFill>
              </a:endParaRPr>
            </a:p>
          </p:txBody>
        </p:sp>
        <p:sp>
          <p:nvSpPr>
            <p:cNvPr id="4125" name="Line 18">
              <a:extLst>
                <a:ext uri="{FF2B5EF4-FFF2-40B4-BE49-F238E27FC236}">
                  <a16:creationId xmlns:a16="http://schemas.microsoft.com/office/drawing/2014/main" id="{AE46D0BA-A68E-F20F-1DE3-9317778A4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3" y="2694"/>
              <a:ext cx="0" cy="96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6FADBF79-EC3F-E6C1-13AE-52CB50A3B6B1}"/>
              </a:ext>
            </a:extLst>
          </p:cNvPr>
          <p:cNvGrpSpPr>
            <a:grpSpLocks/>
          </p:cNvGrpSpPr>
          <p:nvPr/>
        </p:nvGrpSpPr>
        <p:grpSpPr bwMode="auto">
          <a:xfrm>
            <a:off x="6964363" y="5776913"/>
            <a:ext cx="703262" cy="762000"/>
            <a:chOff x="4933" y="3654"/>
            <a:chExt cx="443" cy="480"/>
          </a:xfrm>
        </p:grpSpPr>
        <p:sp>
          <p:nvSpPr>
            <p:cNvPr id="4122" name="Line 20">
              <a:extLst>
                <a:ext uri="{FF2B5EF4-FFF2-40B4-BE49-F238E27FC236}">
                  <a16:creationId xmlns:a16="http://schemas.microsoft.com/office/drawing/2014/main" id="{9FD7FDB6-7B64-01D2-4874-87FCF29A6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3" y="3654"/>
              <a:ext cx="0" cy="480"/>
            </a:xfrm>
            <a:prstGeom prst="line">
              <a:avLst/>
            </a:prstGeom>
            <a:noFill/>
            <a:ln w="38100">
              <a:solidFill>
                <a:srgbClr val="66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123" name="Object 21">
              <a:extLst>
                <a:ext uri="{FF2B5EF4-FFF2-40B4-BE49-F238E27FC236}">
                  <a16:creationId xmlns:a16="http://schemas.microsoft.com/office/drawing/2014/main" id="{DE1A4C2C-17AD-8493-2A6B-F17DCB2A70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77" y="3815"/>
            <a:ext cx="299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75167" imgH="190528" progId="Equation.3">
                    <p:embed/>
                  </p:oleObj>
                </mc:Choice>
                <mc:Fallback>
                  <p:oleObj name="公式" r:id="rId10" imgW="175167" imgH="190528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7" y="3815"/>
                          <a:ext cx="299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8198" name="Rectangle 22">
            <a:extLst>
              <a:ext uri="{FF2B5EF4-FFF2-40B4-BE49-F238E27FC236}">
                <a16:creationId xmlns:a16="http://schemas.microsoft.com/office/drawing/2014/main" id="{0074E9B7-F11C-4B09-8CE0-422715691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149725"/>
            <a:ext cx="3887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</a:rPr>
              <a:t>•  </a:t>
            </a:r>
            <a:r>
              <a:rPr lang="zh-CN" altLang="en-US" b="1">
                <a:solidFill>
                  <a:srgbClr val="66FFFF"/>
                </a:solidFill>
              </a:rPr>
              <a:t>点电荷的电势</a:t>
            </a:r>
          </a:p>
        </p:txBody>
      </p:sp>
      <p:graphicFrame>
        <p:nvGraphicFramePr>
          <p:cNvPr id="178199" name="Object 23">
            <a:extLst>
              <a:ext uri="{FF2B5EF4-FFF2-40B4-BE49-F238E27FC236}">
                <a16:creationId xmlns:a16="http://schemas.microsoft.com/office/drawing/2014/main" id="{04020D69-6258-7277-41C0-9499A51026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4100" y="4652963"/>
          <a:ext cx="19526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4938" imgH="647894" progId="Equation.3">
                  <p:embed/>
                </p:oleObj>
              </mc:Choice>
              <mc:Fallback>
                <p:oleObj name="Equation" r:id="rId12" imgW="1904938" imgH="647894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4652963"/>
                        <a:ext cx="19526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FF33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00" name="Object 24">
            <a:extLst>
              <a:ext uri="{FF2B5EF4-FFF2-40B4-BE49-F238E27FC236}">
                <a16:creationId xmlns:a16="http://schemas.microsoft.com/office/drawing/2014/main" id="{EF4E6403-81C6-68E8-9C72-79974A27D9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6575" y="4581525"/>
          <a:ext cx="20701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42284" imgH="876328" progId="Equation.3">
                  <p:embed/>
                </p:oleObj>
              </mc:Choice>
              <mc:Fallback>
                <p:oleObj name="Equation" r:id="rId14" imgW="2042284" imgH="87632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6575" y="4581525"/>
                        <a:ext cx="20701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5">
            <a:extLst>
              <a:ext uri="{FF2B5EF4-FFF2-40B4-BE49-F238E27FC236}">
                <a16:creationId xmlns:a16="http://schemas.microsoft.com/office/drawing/2014/main" id="{1D5CF835-6CDC-A32F-5D84-2784C2EEC7CA}"/>
              </a:ext>
            </a:extLst>
          </p:cNvPr>
          <p:cNvGrpSpPr>
            <a:grpSpLocks/>
          </p:cNvGrpSpPr>
          <p:nvPr/>
        </p:nvGrpSpPr>
        <p:grpSpPr bwMode="auto">
          <a:xfrm>
            <a:off x="6864350" y="4130675"/>
            <a:ext cx="650875" cy="519113"/>
            <a:chOff x="4874" y="2496"/>
            <a:chExt cx="410" cy="327"/>
          </a:xfrm>
        </p:grpSpPr>
        <p:sp>
          <p:nvSpPr>
            <p:cNvPr id="4120" name="Oval 26">
              <a:extLst>
                <a:ext uri="{FF2B5EF4-FFF2-40B4-BE49-F238E27FC236}">
                  <a16:creationId xmlns:a16="http://schemas.microsoft.com/office/drawing/2014/main" id="{740AEC1D-5505-0773-A0BE-31DA0778A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" y="2646"/>
              <a:ext cx="107" cy="107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FFCC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4121" name="Text Box 27">
              <a:extLst>
                <a:ext uri="{FF2B5EF4-FFF2-40B4-BE49-F238E27FC236}">
                  <a16:creationId xmlns:a16="http://schemas.microsoft.com/office/drawing/2014/main" id="{B5FB00DD-2928-394A-7F22-AC8CFBDDE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6" y="249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FFCCFF"/>
                  </a:solidFill>
                </a:rPr>
                <a:t>q</a:t>
              </a:r>
            </a:p>
          </p:txBody>
        </p:sp>
      </p:grpSp>
      <p:graphicFrame>
        <p:nvGraphicFramePr>
          <p:cNvPr id="178204" name="Object 28">
            <a:extLst>
              <a:ext uri="{FF2B5EF4-FFF2-40B4-BE49-F238E27FC236}">
                <a16:creationId xmlns:a16="http://schemas.microsoft.com/office/drawing/2014/main" id="{60662EEF-C7B4-A5D4-693D-E80B534E3B7C}"/>
              </a:ext>
            </a:extLst>
          </p:cNvPr>
          <p:cNvGraphicFramePr>
            <a:graphicFrameLocks/>
          </p:cNvGraphicFramePr>
          <p:nvPr/>
        </p:nvGraphicFramePr>
        <p:xfrm>
          <a:off x="1138238" y="5445125"/>
          <a:ext cx="2184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148778" imgH="876328" progId="Equation.3">
                  <p:embed/>
                </p:oleObj>
              </mc:Choice>
              <mc:Fallback>
                <p:oleObj name="公式" r:id="rId16" imgW="2148778" imgH="876328" progId="Equation.3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5445125"/>
                        <a:ext cx="2184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05" name="Object 29">
            <a:extLst>
              <a:ext uri="{FF2B5EF4-FFF2-40B4-BE49-F238E27FC236}">
                <a16:creationId xmlns:a16="http://schemas.microsoft.com/office/drawing/2014/main" id="{BD47657F-3B4B-B238-26A5-83E6B77A03C0}"/>
              </a:ext>
            </a:extLst>
          </p:cNvPr>
          <p:cNvGraphicFramePr>
            <a:graphicFrameLocks/>
          </p:cNvGraphicFramePr>
          <p:nvPr/>
        </p:nvGraphicFramePr>
        <p:xfrm>
          <a:off x="3402013" y="5481638"/>
          <a:ext cx="11699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27636" imgH="876328" progId="Equation.3">
                  <p:embed/>
                </p:oleObj>
              </mc:Choice>
              <mc:Fallback>
                <p:oleObj name="Equation" r:id="rId18" imgW="1127636" imgH="876328" progId="Equation.3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5481638"/>
                        <a:ext cx="11699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8206" name="Picture 30" descr="j0293240">
            <a:extLst>
              <a:ext uri="{FF2B5EF4-FFF2-40B4-BE49-F238E27FC236}">
                <a16:creationId xmlns:a16="http://schemas.microsoft.com/office/drawing/2014/main" id="{5BD7EB0E-0321-3F82-4E50-79C9DAE6C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8207" name="Line 31">
            <a:extLst>
              <a:ext uri="{FF2B5EF4-FFF2-40B4-BE49-F238E27FC236}">
                <a16:creationId xmlns:a16="http://schemas.microsoft.com/office/drawing/2014/main" id="{CDB4FC51-1598-B295-C19C-8939A2FE77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3068638"/>
            <a:ext cx="17272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7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7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7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78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78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0" grpId="0" autoUpdateAnimBg="0"/>
      <p:bldP spid="178181" grpId="0" autoUpdateAnimBg="0"/>
      <p:bldP spid="178183" grpId="0" animBg="1"/>
      <p:bldP spid="178185" grpId="0" animBg="1" autoUpdateAnimBg="0"/>
      <p:bldP spid="178186" grpId="0" autoUpdateAnimBg="0"/>
      <p:bldP spid="178188" grpId="0" animBg="1" autoUpdateAnimBg="0"/>
      <p:bldP spid="17819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ext Box 2">
            <a:extLst>
              <a:ext uri="{FF2B5EF4-FFF2-40B4-BE49-F238E27FC236}">
                <a16:creationId xmlns:a16="http://schemas.microsoft.com/office/drawing/2014/main" id="{101DC4FB-F6F5-CF5D-675C-11B413A4B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2875"/>
            <a:ext cx="4664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FF00"/>
                </a:solidFill>
              </a:rPr>
              <a:t>二</a:t>
            </a:r>
            <a:r>
              <a:rPr lang="en-US" altLang="zh-CN" sz="2800" b="1">
                <a:solidFill>
                  <a:srgbClr val="FFFF00"/>
                </a:solidFill>
              </a:rPr>
              <a:t>. </a:t>
            </a:r>
            <a:r>
              <a:rPr lang="zh-CN" altLang="en-US" sz="2800" b="1">
                <a:solidFill>
                  <a:srgbClr val="FFFF00"/>
                </a:solidFill>
              </a:rPr>
              <a:t>电势叠加原理</a:t>
            </a:r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CD5AB4D9-114C-6BF6-0DD3-C366087F8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3" y="735013"/>
            <a:ext cx="2592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</a:rPr>
              <a:t>•  </a:t>
            </a:r>
            <a:r>
              <a:rPr lang="zh-CN" altLang="en-US" b="1">
                <a:solidFill>
                  <a:srgbClr val="66FFFF"/>
                </a:solidFill>
              </a:rPr>
              <a:t>点电荷系的电势</a:t>
            </a:r>
          </a:p>
        </p:txBody>
      </p:sp>
      <p:graphicFrame>
        <p:nvGraphicFramePr>
          <p:cNvPr id="179204" name="Object 4">
            <a:extLst>
              <a:ext uri="{FF2B5EF4-FFF2-40B4-BE49-F238E27FC236}">
                <a16:creationId xmlns:a16="http://schemas.microsoft.com/office/drawing/2014/main" id="{9FC39CBA-913F-CCA6-AC17-0E0FBDE1F4D3}"/>
              </a:ext>
            </a:extLst>
          </p:cNvPr>
          <p:cNvGraphicFramePr>
            <a:graphicFrameLocks/>
          </p:cNvGraphicFramePr>
          <p:nvPr/>
        </p:nvGraphicFramePr>
        <p:xfrm>
          <a:off x="1004888" y="1155700"/>
          <a:ext cx="1879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4227" imgH="701262" progId="Equation.3">
                  <p:embed/>
                </p:oleObj>
              </mc:Choice>
              <mc:Fallback>
                <p:oleObj name="Equation" r:id="rId2" imgW="1844227" imgH="70126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888" y="1155700"/>
                        <a:ext cx="1879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>
            <a:extLst>
              <a:ext uri="{FF2B5EF4-FFF2-40B4-BE49-F238E27FC236}">
                <a16:creationId xmlns:a16="http://schemas.microsoft.com/office/drawing/2014/main" id="{9FBA5305-459C-DE42-9EB5-CC2B42325EF1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357188"/>
            <a:ext cx="538162" cy="417512"/>
            <a:chOff x="3312" y="624"/>
            <a:chExt cx="339" cy="263"/>
          </a:xfrm>
        </p:grpSpPr>
        <p:sp>
          <p:nvSpPr>
            <p:cNvPr id="5150" name="Oval 6">
              <a:extLst>
                <a:ext uri="{FF2B5EF4-FFF2-40B4-BE49-F238E27FC236}">
                  <a16:creationId xmlns:a16="http://schemas.microsoft.com/office/drawing/2014/main" id="{A668594F-50E1-0823-6ABB-46003E1E2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" y="720"/>
              <a:ext cx="107" cy="107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FFCC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5151" name="Object 7">
              <a:extLst>
                <a:ext uri="{FF2B5EF4-FFF2-40B4-BE49-F238E27FC236}">
                  <a16:creationId xmlns:a16="http://schemas.microsoft.com/office/drawing/2014/main" id="{965C509F-DCFE-C290-F42E-C82B33949B9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312" y="624"/>
            <a:ext cx="18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1304" imgH="381055" progId="Equation.3">
                    <p:embed/>
                  </p:oleObj>
                </mc:Choice>
                <mc:Fallback>
                  <p:oleObj name="Equation" r:id="rId4" imgW="251304" imgH="381055" progId="Equation.3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624"/>
                          <a:ext cx="18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EA3AC747-A3E6-5117-1598-578D248A4AEF}"/>
              </a:ext>
            </a:extLst>
          </p:cNvPr>
          <p:cNvGrpSpPr>
            <a:grpSpLocks/>
          </p:cNvGrpSpPr>
          <p:nvPr/>
        </p:nvGrpSpPr>
        <p:grpSpPr bwMode="auto">
          <a:xfrm>
            <a:off x="4576763" y="1290638"/>
            <a:ext cx="538162" cy="417512"/>
            <a:chOff x="3360" y="1200"/>
            <a:chExt cx="339" cy="263"/>
          </a:xfrm>
        </p:grpSpPr>
        <p:sp>
          <p:nvSpPr>
            <p:cNvPr id="5148" name="Oval 9">
              <a:extLst>
                <a:ext uri="{FF2B5EF4-FFF2-40B4-BE49-F238E27FC236}">
                  <a16:creationId xmlns:a16="http://schemas.microsoft.com/office/drawing/2014/main" id="{93EFB919-F034-516B-AE99-BDB45B8FB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2" y="1248"/>
              <a:ext cx="107" cy="107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FFCC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5149" name="Object 10">
              <a:extLst>
                <a:ext uri="{FF2B5EF4-FFF2-40B4-BE49-F238E27FC236}">
                  <a16:creationId xmlns:a16="http://schemas.microsoft.com/office/drawing/2014/main" id="{ADADF481-3261-0AFA-2EA8-B31B9FF24EA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360" y="1200"/>
            <a:ext cx="209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89622" imgH="381055" progId="Equation.3">
                    <p:embed/>
                  </p:oleObj>
                </mc:Choice>
                <mc:Fallback>
                  <p:oleObj name="Equation" r:id="rId6" imgW="289622" imgH="381055" progId="Equation.3">
                    <p:embed/>
                    <p:pic>
                      <p:nvPicPr>
                        <p:cNvPr id="0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1200"/>
                          <a:ext cx="209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9211" name="Line 11">
            <a:extLst>
              <a:ext uri="{FF2B5EF4-FFF2-40B4-BE49-F238E27FC236}">
                <a16:creationId xmlns:a16="http://schemas.microsoft.com/office/drawing/2014/main" id="{DC2CD22D-409D-96E5-2B29-FA39FFF250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8150" y="904875"/>
            <a:ext cx="762000" cy="152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9212" name="Object 12">
            <a:extLst>
              <a:ext uri="{FF2B5EF4-FFF2-40B4-BE49-F238E27FC236}">
                <a16:creationId xmlns:a16="http://schemas.microsoft.com/office/drawing/2014/main" id="{84BC06A2-FEA8-DC51-4C37-432EC4A6D7EB}"/>
              </a:ext>
            </a:extLst>
          </p:cNvPr>
          <p:cNvGraphicFramePr>
            <a:graphicFrameLocks/>
          </p:cNvGraphicFramePr>
          <p:nvPr/>
        </p:nvGraphicFramePr>
        <p:xfrm>
          <a:off x="7562850" y="981075"/>
          <a:ext cx="3413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5049" imgH="396018" progId="Equation.3">
                  <p:embed/>
                </p:oleObj>
              </mc:Choice>
              <mc:Fallback>
                <p:oleObj name="Equation" r:id="rId8" imgW="305049" imgH="396018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2850" y="981075"/>
                        <a:ext cx="3413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3" name="Line 13">
            <a:extLst>
              <a:ext uri="{FF2B5EF4-FFF2-40B4-BE49-F238E27FC236}">
                <a16:creationId xmlns:a16="http://schemas.microsoft.com/office/drawing/2014/main" id="{F0498395-1DDB-331F-7703-9C6598D19E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8150" y="676275"/>
            <a:ext cx="762000" cy="2286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9214" name="Object 14">
            <a:extLst>
              <a:ext uri="{FF2B5EF4-FFF2-40B4-BE49-F238E27FC236}">
                <a16:creationId xmlns:a16="http://schemas.microsoft.com/office/drawing/2014/main" id="{89A9E95D-23E4-7D57-82D6-13EC3FD701B7}"/>
              </a:ext>
            </a:extLst>
          </p:cNvPr>
          <p:cNvGraphicFramePr>
            <a:graphicFrameLocks/>
          </p:cNvGraphicFramePr>
          <p:nvPr/>
        </p:nvGraphicFramePr>
        <p:xfrm>
          <a:off x="7634288" y="314325"/>
          <a:ext cx="38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869" imgH="396018" progId="Equation.3">
                  <p:embed/>
                </p:oleObj>
              </mc:Choice>
              <mc:Fallback>
                <p:oleObj name="Equation" r:id="rId10" imgW="342869" imgH="396018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4288" y="314325"/>
                        <a:ext cx="381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5">
            <a:extLst>
              <a:ext uri="{FF2B5EF4-FFF2-40B4-BE49-F238E27FC236}">
                <a16:creationId xmlns:a16="http://schemas.microsoft.com/office/drawing/2014/main" id="{A70DC3B8-5745-B364-8119-45765BC461B2}"/>
              </a:ext>
            </a:extLst>
          </p:cNvPr>
          <p:cNvGrpSpPr>
            <a:grpSpLocks/>
          </p:cNvGrpSpPr>
          <p:nvPr/>
        </p:nvGrpSpPr>
        <p:grpSpPr bwMode="auto">
          <a:xfrm>
            <a:off x="5035550" y="219075"/>
            <a:ext cx="1752600" cy="685800"/>
            <a:chOff x="3640" y="528"/>
            <a:chExt cx="1104" cy="432"/>
          </a:xfrm>
        </p:grpSpPr>
        <p:sp>
          <p:nvSpPr>
            <p:cNvPr id="5146" name="Line 16">
              <a:extLst>
                <a:ext uri="{FF2B5EF4-FFF2-40B4-BE49-F238E27FC236}">
                  <a16:creationId xmlns:a16="http://schemas.microsoft.com/office/drawing/2014/main" id="{6517E218-E269-0AEE-AC19-93B360229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768"/>
              <a:ext cx="1104" cy="19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47" name="Object 17">
              <a:extLst>
                <a:ext uri="{FF2B5EF4-FFF2-40B4-BE49-F238E27FC236}">
                  <a16:creationId xmlns:a16="http://schemas.microsoft.com/office/drawing/2014/main" id="{A1B998D0-8512-5E7E-2B0E-298537268AC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28" y="528"/>
            <a:ext cx="13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5167" imgH="381055" progId="Equation.3">
                    <p:embed/>
                  </p:oleObj>
                </mc:Choice>
                <mc:Fallback>
                  <p:oleObj name="Equation" r:id="rId12" imgW="175167" imgH="381055" progId="Equation.3">
                    <p:embed/>
                    <p:pic>
                      <p:nvPicPr>
                        <p:cNvPr id="0" name="Object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528"/>
                          <a:ext cx="136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8">
            <a:extLst>
              <a:ext uri="{FF2B5EF4-FFF2-40B4-BE49-F238E27FC236}">
                <a16:creationId xmlns:a16="http://schemas.microsoft.com/office/drawing/2014/main" id="{9C3355DF-8379-C458-4EAD-37B7E9255FB8}"/>
              </a:ext>
            </a:extLst>
          </p:cNvPr>
          <p:cNvGrpSpPr>
            <a:grpSpLocks/>
          </p:cNvGrpSpPr>
          <p:nvPr/>
        </p:nvGrpSpPr>
        <p:grpSpPr bwMode="auto">
          <a:xfrm>
            <a:off x="5111750" y="904875"/>
            <a:ext cx="1676400" cy="722313"/>
            <a:chOff x="3688" y="960"/>
            <a:chExt cx="1056" cy="455"/>
          </a:xfrm>
        </p:grpSpPr>
        <p:sp>
          <p:nvSpPr>
            <p:cNvPr id="5144" name="Line 19">
              <a:extLst>
                <a:ext uri="{FF2B5EF4-FFF2-40B4-BE49-F238E27FC236}">
                  <a16:creationId xmlns:a16="http://schemas.microsoft.com/office/drawing/2014/main" id="{51380616-DA9A-FF6E-FFFB-E02014D14E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8" y="960"/>
              <a:ext cx="1056" cy="33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45" name="Object 20">
              <a:extLst>
                <a:ext uri="{FF2B5EF4-FFF2-40B4-BE49-F238E27FC236}">
                  <a16:creationId xmlns:a16="http://schemas.microsoft.com/office/drawing/2014/main" id="{7D39A859-FEE6-51E9-9181-F78F3D921B1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224" y="1152"/>
            <a:ext cx="161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13484" imgH="381055" progId="Equation.3">
                    <p:embed/>
                  </p:oleObj>
                </mc:Choice>
                <mc:Fallback>
                  <p:oleObj name="Equation" r:id="rId14" imgW="213484" imgH="381055" progId="Equation.3">
                    <p:embed/>
                    <p:pic>
                      <p:nvPicPr>
                        <p:cNvPr id="0" name="Object 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152"/>
                          <a:ext cx="161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1">
            <a:extLst>
              <a:ext uri="{FF2B5EF4-FFF2-40B4-BE49-F238E27FC236}">
                <a16:creationId xmlns:a16="http://schemas.microsoft.com/office/drawing/2014/main" id="{F4E91AC9-01A8-0C07-8C73-7D86755CC262}"/>
              </a:ext>
            </a:extLst>
          </p:cNvPr>
          <p:cNvGrpSpPr>
            <a:grpSpLocks/>
          </p:cNvGrpSpPr>
          <p:nvPr/>
        </p:nvGrpSpPr>
        <p:grpSpPr bwMode="auto">
          <a:xfrm>
            <a:off x="6648450" y="828675"/>
            <a:ext cx="369888" cy="685800"/>
            <a:chOff x="4655" y="912"/>
            <a:chExt cx="233" cy="432"/>
          </a:xfrm>
        </p:grpSpPr>
        <p:sp>
          <p:nvSpPr>
            <p:cNvPr id="5142" name="Oval 22">
              <a:extLst>
                <a:ext uri="{FF2B5EF4-FFF2-40B4-BE49-F238E27FC236}">
                  <a16:creationId xmlns:a16="http://schemas.microsoft.com/office/drawing/2014/main" id="{7F72C1F4-DF45-48C3-C419-550926B0B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6" y="912"/>
              <a:ext cx="88" cy="88"/>
            </a:xfrm>
            <a:prstGeom prst="ellipse">
              <a:avLst/>
            </a:prstGeom>
            <a:solidFill>
              <a:srgbClr val="00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43" name="Text Box 23">
              <a:extLst>
                <a:ext uri="{FF2B5EF4-FFF2-40B4-BE49-F238E27FC236}">
                  <a16:creationId xmlns:a16="http://schemas.microsoft.com/office/drawing/2014/main" id="{37F3F424-2645-3287-46FA-76D44F3C94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5" y="1056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66FFFF"/>
                  </a:solidFill>
                </a:rPr>
                <a:t>P</a:t>
              </a:r>
            </a:p>
          </p:txBody>
        </p:sp>
      </p:grpSp>
      <p:graphicFrame>
        <p:nvGraphicFramePr>
          <p:cNvPr id="179224" name="Object 24">
            <a:extLst>
              <a:ext uri="{FF2B5EF4-FFF2-40B4-BE49-F238E27FC236}">
                <a16:creationId xmlns:a16="http://schemas.microsoft.com/office/drawing/2014/main" id="{CAC363BB-8173-1659-5ABB-551C292163F7}"/>
              </a:ext>
            </a:extLst>
          </p:cNvPr>
          <p:cNvGraphicFramePr>
            <a:graphicFrameLocks/>
          </p:cNvGraphicFramePr>
          <p:nvPr/>
        </p:nvGraphicFramePr>
        <p:xfrm>
          <a:off x="1435100" y="1906588"/>
          <a:ext cx="247650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38400" imgH="701262" progId="Equation.3">
                  <p:embed/>
                </p:oleObj>
              </mc:Choice>
              <mc:Fallback>
                <p:oleObj name="Equation" r:id="rId16" imgW="2438400" imgH="701262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1906588"/>
                        <a:ext cx="247650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5" name="Object 25">
            <a:extLst>
              <a:ext uri="{FF2B5EF4-FFF2-40B4-BE49-F238E27FC236}">
                <a16:creationId xmlns:a16="http://schemas.microsoft.com/office/drawing/2014/main" id="{7D88E377-7D2F-C67D-7230-46AF68480F6C}"/>
              </a:ext>
            </a:extLst>
          </p:cNvPr>
          <p:cNvGraphicFramePr>
            <a:graphicFrameLocks/>
          </p:cNvGraphicFramePr>
          <p:nvPr/>
        </p:nvGraphicFramePr>
        <p:xfrm>
          <a:off x="4071938" y="1857375"/>
          <a:ext cx="41386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99498" imgH="899271" progId="Equation.3">
                  <p:embed/>
                </p:oleObj>
              </mc:Choice>
              <mc:Fallback>
                <p:oleObj name="Equation" r:id="rId18" imgW="4099498" imgH="899271" progId="Equation.3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8" y="1857375"/>
                        <a:ext cx="4138612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6" name="Object 26">
            <a:extLst>
              <a:ext uri="{FF2B5EF4-FFF2-40B4-BE49-F238E27FC236}">
                <a16:creationId xmlns:a16="http://schemas.microsoft.com/office/drawing/2014/main" id="{72EAFDF5-8C68-59B8-750D-C57262A8BEF6}"/>
              </a:ext>
            </a:extLst>
          </p:cNvPr>
          <p:cNvGraphicFramePr>
            <a:graphicFrameLocks/>
          </p:cNvGraphicFramePr>
          <p:nvPr/>
        </p:nvGraphicFramePr>
        <p:xfrm>
          <a:off x="1428750" y="2643188"/>
          <a:ext cx="24860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53827" imgH="876328" progId="Equation.3">
                  <p:embed/>
                </p:oleObj>
              </mc:Choice>
              <mc:Fallback>
                <p:oleObj name="Equation" r:id="rId20" imgW="2453827" imgH="876328" progId="Equation.3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2643188"/>
                        <a:ext cx="24860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27" name="Text Box 27">
            <a:extLst>
              <a:ext uri="{FF2B5EF4-FFF2-40B4-BE49-F238E27FC236}">
                <a16:creationId xmlns:a16="http://schemas.microsoft.com/office/drawing/2014/main" id="{48B1449B-8C8E-F3EF-FF48-F9FBA7E9A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3857625"/>
            <a:ext cx="2332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对</a:t>
            </a:r>
            <a:r>
              <a:rPr lang="en-US" altLang="zh-CN" b="1" i="1">
                <a:solidFill>
                  <a:srgbClr val="66FFFF"/>
                </a:solidFill>
              </a:rPr>
              <a:t>n</a:t>
            </a:r>
            <a:r>
              <a:rPr lang="en-US" altLang="zh-CN" b="1"/>
              <a:t> </a:t>
            </a:r>
            <a:r>
              <a:rPr lang="zh-CN" altLang="en-US" b="1">
                <a:latin typeface="宋体" panose="02010600030101010101" pitchFamily="2" charset="-122"/>
              </a:rPr>
              <a:t>个点电荷</a:t>
            </a:r>
          </a:p>
        </p:txBody>
      </p:sp>
      <p:graphicFrame>
        <p:nvGraphicFramePr>
          <p:cNvPr id="179228" name="Object 28">
            <a:extLst>
              <a:ext uri="{FF2B5EF4-FFF2-40B4-BE49-F238E27FC236}">
                <a16:creationId xmlns:a16="http://schemas.microsoft.com/office/drawing/2014/main" id="{F32F1873-27DD-7405-4C6A-F7FD918BBA62}"/>
              </a:ext>
            </a:extLst>
          </p:cNvPr>
          <p:cNvGraphicFramePr>
            <a:graphicFrameLocks/>
          </p:cNvGraphicFramePr>
          <p:nvPr/>
        </p:nvGraphicFramePr>
        <p:xfrm>
          <a:off x="4357688" y="3571875"/>
          <a:ext cx="22733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32878" imgH="914234" progId="Equation.3">
                  <p:embed/>
                </p:oleObj>
              </mc:Choice>
              <mc:Fallback>
                <p:oleObj name="Equation" r:id="rId22" imgW="2232878" imgH="914234" progId="Equation.3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3571875"/>
                        <a:ext cx="2273300" cy="9540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2">
            <a:extLst>
              <a:ext uri="{FF2B5EF4-FFF2-40B4-BE49-F238E27FC236}">
                <a16:creationId xmlns:a16="http://schemas.microsoft.com/office/drawing/2014/main" id="{0206ABA9-1028-3B19-7685-AEA0D7309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75" y="5729288"/>
            <a:ext cx="83756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在点电荷系产生的电场中，某点的电势是各个点电荷单独存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在时，在该点产生的电势的代数和。这称为</a:t>
            </a:r>
            <a:r>
              <a:rPr lang="zh-CN" altLang="en-US" b="1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电势叠加原理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31" name="Text Box 3">
            <a:extLst>
              <a:ext uri="{FF2B5EF4-FFF2-40B4-BE49-F238E27FC236}">
                <a16:creationId xmlns:a16="http://schemas.microsoft.com/office/drawing/2014/main" id="{D655619A-1328-358C-8F53-3823E544A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000625"/>
            <a:ext cx="3529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对连续分布的带电体</a:t>
            </a:r>
          </a:p>
        </p:txBody>
      </p:sp>
      <p:graphicFrame>
        <p:nvGraphicFramePr>
          <p:cNvPr id="32" name="Object 30">
            <a:extLst>
              <a:ext uri="{FF2B5EF4-FFF2-40B4-BE49-F238E27FC236}">
                <a16:creationId xmlns:a16="http://schemas.microsoft.com/office/drawing/2014/main" id="{ADAF0062-B380-40ED-A37A-25F15D1990FD}"/>
              </a:ext>
            </a:extLst>
          </p:cNvPr>
          <p:cNvGraphicFramePr>
            <a:graphicFrameLocks/>
          </p:cNvGraphicFramePr>
          <p:nvPr/>
        </p:nvGraphicFramePr>
        <p:xfrm>
          <a:off x="4500563" y="4714875"/>
          <a:ext cx="1739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99416" imgH="876328" progId="Equation.3">
                  <p:embed/>
                </p:oleObj>
              </mc:Choice>
              <mc:Fallback>
                <p:oleObj name="Equation" r:id="rId24" imgW="1699416" imgH="876328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714875"/>
                        <a:ext cx="1739900" cy="914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9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7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2" grpId="0" autoUpdateAnimBg="0"/>
      <p:bldP spid="179203" grpId="0" autoUpdateAnimBg="0"/>
      <p:bldP spid="179227" grpId="0" autoUpdateAnimBg="0"/>
      <p:bldP spid="30" grpId="0" autoUpdateAnimBg="0"/>
      <p:bldP spid="3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Text Box 2">
            <a:extLst>
              <a:ext uri="{FF2B5EF4-FFF2-40B4-BE49-F238E27FC236}">
                <a16:creationId xmlns:a16="http://schemas.microsoft.com/office/drawing/2014/main" id="{057158B6-5429-8813-7439-14BA6F21C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14313"/>
            <a:ext cx="502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三、电</a:t>
            </a: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势计算的两类问题 </a:t>
            </a:r>
          </a:p>
        </p:txBody>
      </p:sp>
      <p:sp>
        <p:nvSpPr>
          <p:cNvPr id="538627" name="AutoShape 3">
            <a:extLst>
              <a:ext uri="{FF2B5EF4-FFF2-40B4-BE49-F238E27FC236}">
                <a16:creationId xmlns:a16="http://schemas.microsoft.com/office/drawing/2014/main" id="{ED24E6BB-3AAB-529E-6084-E2291179C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214313"/>
            <a:ext cx="457200" cy="457200"/>
          </a:xfrm>
          <a:prstGeom prst="star5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538628" name="Text Box 4">
            <a:extLst>
              <a:ext uri="{FF2B5EF4-FFF2-40B4-BE49-F238E27FC236}">
                <a16:creationId xmlns:a16="http://schemas.microsoft.com/office/drawing/2014/main" id="{87C43971-4561-A61F-E221-B45352514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857250"/>
            <a:ext cx="358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FFFF"/>
                </a:solidFill>
                <a:ea typeface="楷体_GB2312" pitchFamily="49" charset="-122"/>
              </a:rPr>
              <a:t>1. </a:t>
            </a:r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已知场强，计算电势 </a:t>
            </a:r>
          </a:p>
        </p:txBody>
      </p:sp>
      <p:graphicFrame>
        <p:nvGraphicFramePr>
          <p:cNvPr id="538629" name="Object 2">
            <a:extLst>
              <a:ext uri="{FF2B5EF4-FFF2-40B4-BE49-F238E27FC236}">
                <a16:creationId xmlns:a16="http://schemas.microsoft.com/office/drawing/2014/main" id="{7688C69D-A18F-034E-FA09-E308C746A5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0538" y="1557338"/>
          <a:ext cx="1874837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5122" imgH="289782" progId="Equation.DSMT4">
                  <p:embed/>
                </p:oleObj>
              </mc:Choice>
              <mc:Fallback>
                <p:oleObj name="Equation" r:id="rId2" imgW="815122" imgH="28978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538" y="1557338"/>
                        <a:ext cx="1874837" cy="72707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30" name="Text Box 6">
            <a:extLst>
              <a:ext uri="{FF2B5EF4-FFF2-40B4-BE49-F238E27FC236}">
                <a16:creationId xmlns:a16="http://schemas.microsoft.com/office/drawing/2014/main" id="{2DB5D069-3577-313B-F8F2-13B74EF09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13843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楷体_GB2312" pitchFamily="49" charset="-122"/>
              </a:rPr>
              <a:t>—— </a:t>
            </a:r>
            <a:r>
              <a:rPr lang="zh-CN" altLang="en-US" b="1">
                <a:ea typeface="楷体_GB2312" pitchFamily="49" charset="-122"/>
              </a:rPr>
              <a:t>从场点 </a:t>
            </a:r>
          </a:p>
        </p:txBody>
      </p:sp>
      <p:graphicFrame>
        <p:nvGraphicFramePr>
          <p:cNvPr id="538631" name="Object 3">
            <a:extLst>
              <a:ext uri="{FF2B5EF4-FFF2-40B4-BE49-F238E27FC236}">
                <a16:creationId xmlns:a16="http://schemas.microsoft.com/office/drawing/2014/main" id="{349DAC40-EDDE-2FBD-F785-F4CF5572A1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411288"/>
          <a:ext cx="33496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4456" imgH="129679" progId="Equation.3">
                  <p:embed/>
                </p:oleObj>
              </mc:Choice>
              <mc:Fallback>
                <p:oleObj name="公式" r:id="rId4" imgW="114456" imgH="12967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411288"/>
                        <a:ext cx="33496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32" name="Object 4">
            <a:extLst>
              <a:ext uri="{FF2B5EF4-FFF2-40B4-BE49-F238E27FC236}">
                <a16:creationId xmlns:a16="http://schemas.microsoft.com/office/drawing/2014/main" id="{99740579-9F16-DA8A-BA8C-8C00735B28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0" y="1358900"/>
          <a:ext cx="3905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7347" imgH="190528" progId="Equation.3">
                  <p:embed/>
                </p:oleObj>
              </mc:Choice>
              <mc:Fallback>
                <p:oleObj name="公式" r:id="rId6" imgW="137347" imgH="19052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1358900"/>
                        <a:ext cx="39052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33" name="Text Box 9">
            <a:extLst>
              <a:ext uri="{FF2B5EF4-FFF2-40B4-BE49-F238E27FC236}">
                <a16:creationId xmlns:a16="http://schemas.microsoft.com/office/drawing/2014/main" id="{8156A7B1-D4DE-3700-E11D-6839EB709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563" y="13843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到电势零点 </a:t>
            </a:r>
          </a:p>
        </p:txBody>
      </p:sp>
      <p:sp>
        <p:nvSpPr>
          <p:cNvPr id="538634" name="Text Box 10">
            <a:extLst>
              <a:ext uri="{FF2B5EF4-FFF2-40B4-BE49-F238E27FC236}">
                <a16:creationId xmlns:a16="http://schemas.microsoft.com/office/drawing/2014/main" id="{690AF0ED-4197-3266-F4A0-B699D0097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38" y="1892300"/>
            <a:ext cx="4625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选取任意方便的路径进行积分 </a:t>
            </a:r>
          </a:p>
        </p:txBody>
      </p:sp>
      <p:sp>
        <p:nvSpPr>
          <p:cNvPr id="538635" name="Text Box 11">
            <a:extLst>
              <a:ext uri="{FF2B5EF4-FFF2-40B4-BE49-F238E27FC236}">
                <a16:creationId xmlns:a16="http://schemas.microsoft.com/office/drawing/2014/main" id="{8F062005-5664-EDCC-745B-4E4A52808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2395538"/>
            <a:ext cx="1481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00FFFF"/>
                </a:solidFill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： </a:t>
            </a:r>
          </a:p>
        </p:txBody>
      </p:sp>
      <p:sp>
        <p:nvSpPr>
          <p:cNvPr id="538636" name="Text Box 12">
            <a:extLst>
              <a:ext uri="{FF2B5EF4-FFF2-40B4-BE49-F238E27FC236}">
                <a16:creationId xmlns:a16="http://schemas.microsoft.com/office/drawing/2014/main" id="{53C85694-5C25-611B-0CBF-B5ADA003F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395538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求半径为 </a:t>
            </a:r>
            <a:r>
              <a:rPr lang="en-US" altLang="zh-CN" b="1" i="1">
                <a:solidFill>
                  <a:srgbClr val="FFFF00"/>
                </a:solidFill>
                <a:ea typeface="楷体_GB2312" pitchFamily="49" charset="-122"/>
              </a:rPr>
              <a:t>R</a:t>
            </a:r>
            <a:r>
              <a:rPr lang="zh-CN" altLang="en-US" b="1">
                <a:ea typeface="楷体_GB2312" pitchFamily="49" charset="-122"/>
              </a:rPr>
              <a:t>、均匀带电 </a:t>
            </a:r>
            <a:r>
              <a:rPr lang="en-US" altLang="zh-CN" b="1" i="1">
                <a:solidFill>
                  <a:srgbClr val="FFFF00"/>
                </a:solidFill>
                <a:ea typeface="楷体_GB2312" pitchFamily="49" charset="-122"/>
              </a:rPr>
              <a:t>q </a:t>
            </a:r>
            <a:r>
              <a:rPr lang="zh-CN" altLang="en-US" b="1">
                <a:ea typeface="楷体_GB2312" pitchFamily="49" charset="-122"/>
              </a:rPr>
              <a:t>的细圆环轴线上任一点的电势？ </a:t>
            </a:r>
          </a:p>
        </p:txBody>
      </p:sp>
      <p:sp>
        <p:nvSpPr>
          <p:cNvPr id="538637" name="Text Box 13">
            <a:extLst>
              <a:ext uri="{FF2B5EF4-FFF2-40B4-BE49-F238E27FC236}">
                <a16:creationId xmlns:a16="http://schemas.microsoft.com/office/drawing/2014/main" id="{935BC723-1E3A-07F8-42C4-3C1940D48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2971800"/>
            <a:ext cx="873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解： </a:t>
            </a:r>
          </a:p>
        </p:txBody>
      </p:sp>
      <p:sp>
        <p:nvSpPr>
          <p:cNvPr id="538638" name="Text Box 14">
            <a:extLst>
              <a:ext uri="{FF2B5EF4-FFF2-40B4-BE49-F238E27FC236}">
                <a16:creationId xmlns:a16="http://schemas.microsoft.com/office/drawing/2014/main" id="{6EC8BEEB-463F-7FA2-2C1F-2BA828CA5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9718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已知轴线上任一点的场强 </a:t>
            </a:r>
          </a:p>
        </p:txBody>
      </p:sp>
      <p:sp>
        <p:nvSpPr>
          <p:cNvPr id="538639" name="AutoShape 15">
            <a:extLst>
              <a:ext uri="{FF2B5EF4-FFF2-40B4-BE49-F238E27FC236}">
                <a16:creationId xmlns:a16="http://schemas.microsoft.com/office/drawing/2014/main" id="{FF4C289B-C8C8-3A5B-5D63-7217CD2CD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032125"/>
            <a:ext cx="1190625" cy="1981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85" y="10800"/>
                </a:moveTo>
                <a:cubicBezTo>
                  <a:pt x="1085" y="16165"/>
                  <a:pt x="5435" y="20515"/>
                  <a:pt x="10800" y="20515"/>
                </a:cubicBezTo>
                <a:cubicBezTo>
                  <a:pt x="16165" y="20515"/>
                  <a:pt x="20515" y="16165"/>
                  <a:pt x="20515" y="10800"/>
                </a:cubicBezTo>
                <a:cubicBezTo>
                  <a:pt x="20515" y="5435"/>
                  <a:pt x="16165" y="1085"/>
                  <a:pt x="10800" y="1085"/>
                </a:cubicBezTo>
                <a:cubicBezTo>
                  <a:pt x="5435" y="1085"/>
                  <a:pt x="1085" y="5435"/>
                  <a:pt x="1085" y="10800"/>
                </a:cubicBezTo>
                <a:close/>
              </a:path>
            </a:pathLst>
          </a:cu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8640" name="Line 16">
            <a:extLst>
              <a:ext uri="{FF2B5EF4-FFF2-40B4-BE49-F238E27FC236}">
                <a16:creationId xmlns:a16="http://schemas.microsoft.com/office/drawing/2014/main" id="{0B64C71E-9EF4-A5B6-B037-70ACE0918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4022725"/>
            <a:ext cx="3233738" cy="158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8641" name="Line 17">
            <a:extLst>
              <a:ext uri="{FF2B5EF4-FFF2-40B4-BE49-F238E27FC236}">
                <a16:creationId xmlns:a16="http://schemas.microsoft.com/office/drawing/2014/main" id="{EBFFD3EE-C596-4819-2D20-8D6B3C723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184525"/>
            <a:ext cx="187325" cy="838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8642" name="Oval 18">
            <a:extLst>
              <a:ext uri="{FF2B5EF4-FFF2-40B4-BE49-F238E27FC236}">
                <a16:creationId xmlns:a16="http://schemas.microsoft.com/office/drawing/2014/main" id="{1776B354-4EA2-C736-99C8-BA4BB1BA0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946525"/>
            <a:ext cx="169863" cy="152400"/>
          </a:xfrm>
          <a:prstGeom prst="ellipse">
            <a:avLst/>
          </a:prstGeom>
          <a:solidFill>
            <a:srgbClr val="99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538643" name="Object 5">
            <a:extLst>
              <a:ext uri="{FF2B5EF4-FFF2-40B4-BE49-F238E27FC236}">
                <a16:creationId xmlns:a16="http://schemas.microsoft.com/office/drawing/2014/main" id="{8CDDA3CB-7113-CAB2-1EB7-F5A2B5514E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58200" y="3565525"/>
          <a:ext cx="42545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1564" imgH="99254" progId="Equation.3">
                  <p:embed/>
                </p:oleObj>
              </mc:Choice>
              <mc:Fallback>
                <p:oleObj name="公式" r:id="rId8" imgW="91564" imgH="9925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3565525"/>
                        <a:ext cx="425450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44" name="Object 6">
            <a:extLst>
              <a:ext uri="{FF2B5EF4-FFF2-40B4-BE49-F238E27FC236}">
                <a16:creationId xmlns:a16="http://schemas.microsoft.com/office/drawing/2014/main" id="{64856475-3D4C-0FA1-FDE4-DC92710E21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3538538"/>
          <a:ext cx="5111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4456" imgH="129679" progId="Equation.3">
                  <p:embed/>
                </p:oleObj>
              </mc:Choice>
              <mc:Fallback>
                <p:oleObj name="公式" r:id="rId10" imgW="114456" imgH="12967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538538"/>
                        <a:ext cx="51117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45" name="Object 7">
            <a:extLst>
              <a:ext uri="{FF2B5EF4-FFF2-40B4-BE49-F238E27FC236}">
                <a16:creationId xmlns:a16="http://schemas.microsoft.com/office/drawing/2014/main" id="{24EF4F8F-EDBC-3AB9-1D4D-BBDD778A2A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3032125"/>
          <a:ext cx="4254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1564" imgH="129679" progId="Equation.3">
                  <p:embed/>
                </p:oleObj>
              </mc:Choice>
              <mc:Fallback>
                <p:oleObj name="公式" r:id="rId12" imgW="91564" imgH="12967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032125"/>
                        <a:ext cx="4254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46" name="Object 8">
            <a:extLst>
              <a:ext uri="{FF2B5EF4-FFF2-40B4-BE49-F238E27FC236}">
                <a16:creationId xmlns:a16="http://schemas.microsoft.com/office/drawing/2014/main" id="{D9DFFF12-1375-D025-50FA-08AEB5B3A3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3455988"/>
          <a:ext cx="5111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4456" imgH="129679" progId="Equation.3">
                  <p:embed/>
                </p:oleObj>
              </mc:Choice>
              <mc:Fallback>
                <p:oleObj name="公式" r:id="rId14" imgW="114456" imgH="12967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3455988"/>
                        <a:ext cx="5111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47" name="Object 9">
            <a:extLst>
              <a:ext uri="{FF2B5EF4-FFF2-40B4-BE49-F238E27FC236}">
                <a16:creationId xmlns:a16="http://schemas.microsoft.com/office/drawing/2014/main" id="{029FD96C-ABF4-8FAC-015F-E1EF367F5D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2100" y="4078288"/>
          <a:ext cx="42545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91564" imgH="99254" progId="Equation.3">
                  <p:embed/>
                </p:oleObj>
              </mc:Choice>
              <mc:Fallback>
                <p:oleObj name="公式" r:id="rId16" imgW="91564" imgH="9925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4078288"/>
                        <a:ext cx="42545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48" name="Object 10">
            <a:extLst>
              <a:ext uri="{FF2B5EF4-FFF2-40B4-BE49-F238E27FC236}">
                <a16:creationId xmlns:a16="http://schemas.microsoft.com/office/drawing/2014/main" id="{54F72C63-E2E5-7815-A8CD-7A477DCE8E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3013" y="3376613"/>
          <a:ext cx="318452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09793" imgH="472329" progId="Equation.DSMT4">
                  <p:embed/>
                </p:oleObj>
              </mc:Choice>
              <mc:Fallback>
                <p:oleObj name="Equation" r:id="rId18" imgW="1409793" imgH="47232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3376613"/>
                        <a:ext cx="3184525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49" name="Object 11">
            <a:extLst>
              <a:ext uri="{FF2B5EF4-FFF2-40B4-BE49-F238E27FC236}">
                <a16:creationId xmlns:a16="http://schemas.microsoft.com/office/drawing/2014/main" id="{CF9B0F6F-0055-9185-FF0F-E998FA37A6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4113" y="4987925"/>
          <a:ext cx="4160837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851691" imgH="434423" progId="Equation.3">
                  <p:embed/>
                </p:oleObj>
              </mc:Choice>
              <mc:Fallback>
                <p:oleObj name="公式" r:id="rId20" imgW="1851691" imgH="43442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13" y="4987925"/>
                        <a:ext cx="4160837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50" name="Object 12">
            <a:extLst>
              <a:ext uri="{FF2B5EF4-FFF2-40B4-BE49-F238E27FC236}">
                <a16:creationId xmlns:a16="http://schemas.microsoft.com/office/drawing/2014/main" id="{E53B7285-8531-74AD-7C39-1247A82D6D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5913" y="4987925"/>
          <a:ext cx="28479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257518" imgH="396018" progId="Equation.3">
                  <p:embed/>
                </p:oleObj>
              </mc:Choice>
              <mc:Fallback>
                <p:oleObj name="公式" r:id="rId22" imgW="1257518" imgH="39601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913" y="4987925"/>
                        <a:ext cx="284797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51" name="Text Box 27">
            <a:extLst>
              <a:ext uri="{FF2B5EF4-FFF2-40B4-BE49-F238E27FC236}">
                <a16:creationId xmlns:a16="http://schemas.microsoft.com/office/drawing/2014/main" id="{445FE454-55A3-AEBE-A19C-FAA84D4BD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034088"/>
            <a:ext cx="136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FFFF"/>
                </a:solidFill>
                <a:ea typeface="楷体_GB2312" pitchFamily="49" charset="-122"/>
              </a:rPr>
              <a:t>• </a:t>
            </a:r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讨论： </a:t>
            </a:r>
          </a:p>
        </p:txBody>
      </p:sp>
      <p:sp>
        <p:nvSpPr>
          <p:cNvPr id="538652" name="Text Box 28">
            <a:extLst>
              <a:ext uri="{FF2B5EF4-FFF2-40B4-BE49-F238E27FC236}">
                <a16:creationId xmlns:a16="http://schemas.microsoft.com/office/drawing/2014/main" id="{728DD940-15DC-A407-CF3C-77B2DBC28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088" y="6034088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当 </a:t>
            </a:r>
          </a:p>
        </p:txBody>
      </p:sp>
      <p:graphicFrame>
        <p:nvGraphicFramePr>
          <p:cNvPr id="538653" name="Object 13">
            <a:extLst>
              <a:ext uri="{FF2B5EF4-FFF2-40B4-BE49-F238E27FC236}">
                <a16:creationId xmlns:a16="http://schemas.microsoft.com/office/drawing/2014/main" id="{C9261C82-CD76-15E8-4062-F14CBC1322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6035675"/>
          <a:ext cx="7810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319978" imgH="137160" progId="Equation.3">
                  <p:embed/>
                </p:oleObj>
              </mc:Choice>
              <mc:Fallback>
                <p:oleObj name="公式" r:id="rId24" imgW="319978" imgH="13716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6035675"/>
                        <a:ext cx="78105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54" name="Object 14">
            <a:extLst>
              <a:ext uri="{FF2B5EF4-FFF2-40B4-BE49-F238E27FC236}">
                <a16:creationId xmlns:a16="http://schemas.microsoft.com/office/drawing/2014/main" id="{DC7835CB-9A63-77AA-59CB-EE233506E9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6088" y="5881688"/>
          <a:ext cx="18161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784767" imgH="396018" progId="Equation.3">
                  <p:embed/>
                </p:oleObj>
              </mc:Choice>
              <mc:Fallback>
                <p:oleObj name="公式" r:id="rId26" imgW="784767" imgH="396018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5881688"/>
                        <a:ext cx="18161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55" name="Text Box 31">
            <a:extLst>
              <a:ext uri="{FF2B5EF4-FFF2-40B4-BE49-F238E27FC236}">
                <a16:creationId xmlns:a16="http://schemas.microsoft.com/office/drawing/2014/main" id="{F405D48F-1192-4979-7661-46500FD85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6034088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当 </a:t>
            </a:r>
          </a:p>
        </p:txBody>
      </p:sp>
      <p:graphicFrame>
        <p:nvGraphicFramePr>
          <p:cNvPr id="538656" name="Object 15">
            <a:extLst>
              <a:ext uri="{FF2B5EF4-FFF2-40B4-BE49-F238E27FC236}">
                <a16:creationId xmlns:a16="http://schemas.microsoft.com/office/drawing/2014/main" id="{56A1BE1D-FF87-1051-21FE-30DABD8C7B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9288" y="6034088"/>
          <a:ext cx="10334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434433" imgH="137160" progId="Equation.3">
                  <p:embed/>
                </p:oleObj>
              </mc:Choice>
              <mc:Fallback>
                <p:oleObj name="公式" r:id="rId28" imgW="434433" imgH="1371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9288" y="6034088"/>
                        <a:ext cx="103346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57" name="Object 16">
            <a:extLst>
              <a:ext uri="{FF2B5EF4-FFF2-40B4-BE49-F238E27FC236}">
                <a16:creationId xmlns:a16="http://schemas.microsoft.com/office/drawing/2014/main" id="{8A476F93-E74E-ED2A-50A9-6B69BF6304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5805488"/>
          <a:ext cx="17589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761876" imgH="396018" progId="Equation.3">
                  <p:embed/>
                </p:oleObj>
              </mc:Choice>
              <mc:Fallback>
                <p:oleObj name="公式" r:id="rId30" imgW="761876" imgH="396018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5805488"/>
                        <a:ext cx="17589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58" name="AutoShape 34">
            <a:extLst>
              <a:ext uri="{FF2B5EF4-FFF2-40B4-BE49-F238E27FC236}">
                <a16:creationId xmlns:a16="http://schemas.microsoft.com/office/drawing/2014/main" id="{4833B510-21D0-22BC-995E-B18F3EB59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955925"/>
            <a:ext cx="1446213" cy="457200"/>
          </a:xfrm>
          <a:prstGeom prst="wedgeRectCallout">
            <a:avLst>
              <a:gd name="adj1" fmla="val -116852"/>
              <a:gd name="adj2" fmla="val 1788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ea typeface="楷体_GB2312" pitchFamily="49" charset="-122"/>
              </a:rPr>
              <a:t>E = 0</a:t>
            </a:r>
          </a:p>
        </p:txBody>
      </p:sp>
      <p:sp>
        <p:nvSpPr>
          <p:cNvPr id="538659" name="AutoShape 35">
            <a:extLst>
              <a:ext uri="{FF2B5EF4-FFF2-40B4-BE49-F238E27FC236}">
                <a16:creationId xmlns:a16="http://schemas.microsoft.com/office/drawing/2014/main" id="{204693C6-E5C0-1538-6E1C-2737631A2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352925"/>
            <a:ext cx="1531938" cy="533400"/>
          </a:xfrm>
          <a:prstGeom prst="wedgeRectCallout">
            <a:avLst>
              <a:gd name="adj1" fmla="val -114352"/>
              <a:gd name="adj2" fmla="val -11577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</a:rPr>
              <a:t>U 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 0</a:t>
            </a:r>
            <a:endParaRPr lang="en-US" altLang="zh-CN" b="1" i="1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538660" name="Text Box 36">
            <a:extLst>
              <a:ext uri="{FF2B5EF4-FFF2-40B4-BE49-F238E27FC236}">
                <a16:creationId xmlns:a16="http://schemas.microsoft.com/office/drawing/2014/main" id="{1EAA88A0-DF6C-77C8-4141-69A3C2FDD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4556125"/>
            <a:ext cx="525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取无穷远为电势零点，则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38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3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8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8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38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38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38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38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38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3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38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3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38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3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3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38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3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3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6" grpId="0" build="p" autoUpdateAnimBg="0"/>
      <p:bldP spid="538628" grpId="0" build="p" autoUpdateAnimBg="0"/>
      <p:bldP spid="538630" grpId="0" build="p" autoUpdateAnimBg="0"/>
      <p:bldP spid="538633" grpId="0" build="p" autoUpdateAnimBg="0" advAuto="0"/>
      <p:bldP spid="538634" grpId="0" build="p" autoUpdateAnimBg="0"/>
      <p:bldP spid="538635" grpId="0" build="p" autoUpdateAnimBg="0"/>
      <p:bldP spid="538636" grpId="0" build="p" autoUpdateAnimBg="0"/>
      <p:bldP spid="538637" grpId="0" build="p" autoUpdateAnimBg="0"/>
      <p:bldP spid="538638" grpId="0" build="p" autoUpdateAnimBg="0"/>
      <p:bldP spid="538642" grpId="0" animBg="1"/>
      <p:bldP spid="538651" grpId="0" build="p" autoUpdateAnimBg="0"/>
      <p:bldP spid="538652" grpId="0" build="p" autoUpdateAnimBg="0"/>
      <p:bldP spid="538655" grpId="0" build="p" autoUpdateAnimBg="0"/>
      <p:bldP spid="538658" grpId="0" animBg="1" autoUpdateAnimBg="0"/>
      <p:bldP spid="538659" grpId="0" animBg="1" autoUpdateAnimBg="0"/>
      <p:bldP spid="538660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620F9B91-2479-BEE1-47E3-7F25F7C6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8600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如图所示</a:t>
            </a:r>
            <a:r>
              <a:rPr lang="en-US" altLang="zh-CN" b="1">
                <a:latin typeface="宋体" panose="02010600030101010101" pitchFamily="2" charset="-122"/>
              </a:rPr>
              <a:t>,</a:t>
            </a:r>
            <a:r>
              <a:rPr lang="zh-CN" altLang="en-US" b="1">
                <a:latin typeface="宋体" panose="02010600030101010101" pitchFamily="2" charset="-122"/>
              </a:rPr>
              <a:t>计算均匀带电球面的电势分布</a:t>
            </a:r>
          </a:p>
        </p:txBody>
      </p:sp>
      <p:graphicFrame>
        <p:nvGraphicFramePr>
          <p:cNvPr id="173059" name="Object 2">
            <a:extLst>
              <a:ext uri="{FF2B5EF4-FFF2-40B4-BE49-F238E27FC236}">
                <a16:creationId xmlns:a16="http://schemas.microsoft.com/office/drawing/2014/main" id="{F2698DB0-7E9D-0D69-5D66-566637F5AF94}"/>
              </a:ext>
            </a:extLst>
          </p:cNvPr>
          <p:cNvGraphicFramePr>
            <a:graphicFrameLocks/>
          </p:cNvGraphicFramePr>
          <p:nvPr/>
        </p:nvGraphicFramePr>
        <p:xfrm>
          <a:off x="2198688" y="3502025"/>
          <a:ext cx="16525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15316" imgH="1043912" progId="Equation.3">
                  <p:embed/>
                </p:oleObj>
              </mc:Choice>
              <mc:Fallback>
                <p:oleObj name="公式" r:id="rId2" imgW="1615316" imgH="1043912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688" y="3502025"/>
                        <a:ext cx="1652587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0" name="Object 3">
            <a:extLst>
              <a:ext uri="{FF2B5EF4-FFF2-40B4-BE49-F238E27FC236}">
                <a16:creationId xmlns:a16="http://schemas.microsoft.com/office/drawing/2014/main" id="{2ED1D08F-D8DE-0938-18BC-023D72D975A7}"/>
              </a:ext>
            </a:extLst>
          </p:cNvPr>
          <p:cNvGraphicFramePr>
            <a:graphicFrameLocks/>
          </p:cNvGraphicFramePr>
          <p:nvPr/>
        </p:nvGraphicFramePr>
        <p:xfrm>
          <a:off x="3851275" y="3500438"/>
          <a:ext cx="28082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9200" imgH="418961" progId="Equation.DSMT4">
                  <p:embed/>
                </p:oleObj>
              </mc:Choice>
              <mc:Fallback>
                <p:oleObj name="Equation" r:id="rId4" imgW="1219200" imgH="418961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500438"/>
                        <a:ext cx="280828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1" name="Text Box 5">
            <a:extLst>
              <a:ext uri="{FF2B5EF4-FFF2-40B4-BE49-F238E27FC236}">
                <a16:creationId xmlns:a16="http://schemas.microsoft.com/office/drawing/2014/main" id="{823D0983-45BA-CA24-388B-7D9E0BF64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76200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/>
              <a:t>均匀带电球面电场的分布为</a:t>
            </a:r>
            <a:endParaRPr lang="zh-CN" altLang="en-US" sz="3200" b="1"/>
          </a:p>
        </p:txBody>
      </p:sp>
      <p:graphicFrame>
        <p:nvGraphicFramePr>
          <p:cNvPr id="173062" name="Object 4">
            <a:extLst>
              <a:ext uri="{FF2B5EF4-FFF2-40B4-BE49-F238E27FC236}">
                <a16:creationId xmlns:a16="http://schemas.microsoft.com/office/drawing/2014/main" id="{A6070723-F3D9-1019-49A1-6579C0135052}"/>
              </a:ext>
            </a:extLst>
          </p:cNvPr>
          <p:cNvGraphicFramePr>
            <a:graphicFrameLocks/>
          </p:cNvGraphicFramePr>
          <p:nvPr/>
        </p:nvGraphicFramePr>
        <p:xfrm>
          <a:off x="1109663" y="1700213"/>
          <a:ext cx="31019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70891" imgH="876328" progId="Equation.3">
                  <p:embed/>
                </p:oleObj>
              </mc:Choice>
              <mc:Fallback>
                <p:oleObj name="公式" r:id="rId6" imgW="3070891" imgH="87632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1700213"/>
                        <a:ext cx="31019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FADF6EBC-C061-A360-2F90-01C7E6C159F8}"/>
              </a:ext>
            </a:extLst>
          </p:cNvPr>
          <p:cNvGrpSpPr>
            <a:grpSpLocks/>
          </p:cNvGrpSpPr>
          <p:nvPr/>
        </p:nvGrpSpPr>
        <p:grpSpPr bwMode="auto">
          <a:xfrm>
            <a:off x="6340475" y="2540000"/>
            <a:ext cx="619125" cy="531813"/>
            <a:chOff x="3994" y="1600"/>
            <a:chExt cx="390" cy="335"/>
          </a:xfrm>
        </p:grpSpPr>
        <p:sp>
          <p:nvSpPr>
            <p:cNvPr id="7230" name="Oval 8">
              <a:extLst>
                <a:ext uri="{FF2B5EF4-FFF2-40B4-BE49-F238E27FC236}">
                  <a16:creationId xmlns:a16="http://schemas.microsoft.com/office/drawing/2014/main" id="{33D55133-5CCE-C71A-CBC8-FE484584B1A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V="1">
              <a:off x="3994" y="1600"/>
              <a:ext cx="59" cy="59"/>
            </a:xfrm>
            <a:prstGeom prst="ellipse">
              <a:avLst/>
            </a:prstGeom>
            <a:solidFill>
              <a:srgbClr val="66FF33"/>
            </a:solidFill>
            <a:ln w="12700">
              <a:solidFill>
                <a:srgbClr val="66FF33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7231" name="Object 18">
              <a:extLst>
                <a:ext uri="{FF2B5EF4-FFF2-40B4-BE49-F238E27FC236}">
                  <a16:creationId xmlns:a16="http://schemas.microsoft.com/office/drawing/2014/main" id="{901AE762-2ED2-C136-B3A1-73A6F897B4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16" y="1644"/>
            <a:ext cx="268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14456" imgH="129679" progId="Equation.3">
                    <p:embed/>
                  </p:oleObj>
                </mc:Choice>
                <mc:Fallback>
                  <p:oleObj name="公式" r:id="rId8" imgW="114456" imgH="129679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6" y="1644"/>
                          <a:ext cx="268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3066" name="Line 10">
            <a:extLst>
              <a:ext uri="{FF2B5EF4-FFF2-40B4-BE49-F238E27FC236}">
                <a16:creationId xmlns:a16="http://schemas.microsoft.com/office/drawing/2014/main" id="{97085D5E-153F-85E3-1AFB-7DDF9FE67E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1447800"/>
            <a:ext cx="1828800" cy="182880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3067" name="Object 5">
            <a:extLst>
              <a:ext uri="{FF2B5EF4-FFF2-40B4-BE49-F238E27FC236}">
                <a16:creationId xmlns:a16="http://schemas.microsoft.com/office/drawing/2014/main" id="{9B850673-E464-E005-547E-624587B229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3124200"/>
          <a:ext cx="306388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4456" imgH="91274" progId="Equation.3">
                  <p:embed/>
                </p:oleObj>
              </mc:Choice>
              <mc:Fallback>
                <p:oleObj name="公式" r:id="rId10" imgW="114456" imgH="9127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124200"/>
                        <a:ext cx="306388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8" name="Text Box 12">
            <a:extLst>
              <a:ext uri="{FF2B5EF4-FFF2-40B4-BE49-F238E27FC236}">
                <a16:creationId xmlns:a16="http://schemas.microsoft.com/office/drawing/2014/main" id="{D0F0D20E-5728-6F67-109B-0E65A7DFD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27075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FFFF00"/>
                </a:solidFill>
              </a:rPr>
              <a:t>解：</a:t>
            </a:r>
            <a:endParaRPr lang="zh-CN" altLang="en-US" sz="3200" b="1"/>
          </a:p>
        </p:txBody>
      </p:sp>
      <p:graphicFrame>
        <p:nvGraphicFramePr>
          <p:cNvPr id="173069" name="Object 6">
            <a:extLst>
              <a:ext uri="{FF2B5EF4-FFF2-40B4-BE49-F238E27FC236}">
                <a16:creationId xmlns:a16="http://schemas.microsoft.com/office/drawing/2014/main" id="{C90D83AE-5498-7318-3485-D60E73523D26}"/>
              </a:ext>
            </a:extLst>
          </p:cNvPr>
          <p:cNvGraphicFramePr>
            <a:graphicFrameLocks/>
          </p:cNvGraphicFramePr>
          <p:nvPr/>
        </p:nvGraphicFramePr>
        <p:xfrm>
          <a:off x="1181100" y="3789363"/>
          <a:ext cx="7985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61876" imgH="251377" progId="Equation.3">
                  <p:embed/>
                </p:oleObj>
              </mc:Choice>
              <mc:Fallback>
                <p:oleObj name="公式" r:id="rId12" imgW="761876" imgH="251377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3789363"/>
                        <a:ext cx="79851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0" name="Object 7">
            <a:extLst>
              <a:ext uri="{FF2B5EF4-FFF2-40B4-BE49-F238E27FC236}">
                <a16:creationId xmlns:a16="http://schemas.microsoft.com/office/drawing/2014/main" id="{9CEC9F64-A732-7999-CE68-3429A2C7CBD8}"/>
              </a:ext>
            </a:extLst>
          </p:cNvPr>
          <p:cNvGraphicFramePr>
            <a:graphicFrameLocks/>
          </p:cNvGraphicFramePr>
          <p:nvPr/>
        </p:nvGraphicFramePr>
        <p:xfrm>
          <a:off x="6732588" y="3644900"/>
          <a:ext cx="13319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95338" imgH="876328" progId="Equation.3">
                  <p:embed/>
                </p:oleObj>
              </mc:Choice>
              <mc:Fallback>
                <p:oleObj name="公式" r:id="rId14" imgW="1295338" imgH="876328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644900"/>
                        <a:ext cx="13319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1" name="Object 8">
            <a:extLst>
              <a:ext uri="{FF2B5EF4-FFF2-40B4-BE49-F238E27FC236}">
                <a16:creationId xmlns:a16="http://schemas.microsoft.com/office/drawing/2014/main" id="{BEF2CBBD-BFA4-E2FC-0F4D-C92E0E595C8A}"/>
              </a:ext>
            </a:extLst>
          </p:cNvPr>
          <p:cNvGraphicFramePr>
            <a:graphicFrameLocks/>
          </p:cNvGraphicFramePr>
          <p:nvPr/>
        </p:nvGraphicFramePr>
        <p:xfrm>
          <a:off x="1258888" y="2921000"/>
          <a:ext cx="7985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761876" imgH="251377" progId="Equation.3">
                  <p:embed/>
                </p:oleObj>
              </mc:Choice>
              <mc:Fallback>
                <p:oleObj name="公式" r:id="rId16" imgW="761876" imgH="25137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921000"/>
                        <a:ext cx="79851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2" name="Object 9">
            <a:extLst>
              <a:ext uri="{FF2B5EF4-FFF2-40B4-BE49-F238E27FC236}">
                <a16:creationId xmlns:a16="http://schemas.microsoft.com/office/drawing/2014/main" id="{50FBA972-92B1-6134-0D5B-9263E1B4D9CC}"/>
              </a:ext>
            </a:extLst>
          </p:cNvPr>
          <p:cNvGraphicFramePr>
            <a:graphicFrameLocks/>
          </p:cNvGraphicFramePr>
          <p:nvPr/>
        </p:nvGraphicFramePr>
        <p:xfrm>
          <a:off x="2284413" y="2549525"/>
          <a:ext cx="20796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042284" imgH="990545" progId="Equation.3">
                  <p:embed/>
                </p:oleObj>
              </mc:Choice>
              <mc:Fallback>
                <p:oleObj name="公式" r:id="rId18" imgW="2042284" imgH="990545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3" y="2549525"/>
                        <a:ext cx="207962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3" name="Object 10">
            <a:extLst>
              <a:ext uri="{FF2B5EF4-FFF2-40B4-BE49-F238E27FC236}">
                <a16:creationId xmlns:a16="http://schemas.microsoft.com/office/drawing/2014/main" id="{F827C457-8D72-5251-E66A-3F1821A255CF}"/>
              </a:ext>
            </a:extLst>
          </p:cNvPr>
          <p:cNvGraphicFramePr>
            <a:graphicFrameLocks/>
          </p:cNvGraphicFramePr>
          <p:nvPr/>
        </p:nvGraphicFramePr>
        <p:xfrm>
          <a:off x="4349750" y="2659063"/>
          <a:ext cx="11588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20171" imgH="876328" progId="Equation.3">
                  <p:embed/>
                </p:oleObj>
              </mc:Choice>
              <mc:Fallback>
                <p:oleObj name="公式" r:id="rId20" imgW="1120171" imgH="876328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0" y="2659063"/>
                        <a:ext cx="11588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8">
            <a:extLst>
              <a:ext uri="{FF2B5EF4-FFF2-40B4-BE49-F238E27FC236}">
                <a16:creationId xmlns:a16="http://schemas.microsoft.com/office/drawing/2014/main" id="{49468556-1DF5-0399-4095-CF086129EE9D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1447800"/>
            <a:ext cx="1143000" cy="1143000"/>
            <a:chOff x="4032" y="912"/>
            <a:chExt cx="720" cy="720"/>
          </a:xfrm>
        </p:grpSpPr>
        <p:graphicFrame>
          <p:nvGraphicFramePr>
            <p:cNvPr id="7228" name="Object 17">
              <a:extLst>
                <a:ext uri="{FF2B5EF4-FFF2-40B4-BE49-F238E27FC236}">
                  <a16:creationId xmlns:a16="http://schemas.microsoft.com/office/drawing/2014/main" id="{DC65DD14-595A-D84F-DBB6-2B9DFC04C4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4" y="1248"/>
            <a:ext cx="19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91564" imgH="129679" progId="Equation.3">
                    <p:embed/>
                  </p:oleObj>
                </mc:Choice>
                <mc:Fallback>
                  <p:oleObj name="公式" r:id="rId22" imgW="91564" imgH="129679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248"/>
                          <a:ext cx="197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29" name="Line 20">
              <a:extLst>
                <a:ext uri="{FF2B5EF4-FFF2-40B4-BE49-F238E27FC236}">
                  <a16:creationId xmlns:a16="http://schemas.microsoft.com/office/drawing/2014/main" id="{9CDFF623-0CA9-18B2-AB9E-B69E332444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912"/>
              <a:ext cx="720" cy="72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3077" name="AutoShape 21">
            <a:extLst>
              <a:ext uri="{FF2B5EF4-FFF2-40B4-BE49-F238E27FC236}">
                <a16:creationId xmlns:a16="http://schemas.microsoft.com/office/drawing/2014/main" id="{4C0BCFD8-80E1-5E3E-5F22-0EA9498B9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029200"/>
            <a:ext cx="1828800" cy="831850"/>
          </a:xfrm>
          <a:prstGeom prst="wedgeRectCallout">
            <a:avLst>
              <a:gd name="adj1" fmla="val -30556"/>
              <a:gd name="adj2" fmla="val -130116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/>
              <a:t>球面内是一等势空间</a:t>
            </a:r>
            <a:endParaRPr lang="zh-CN" altLang="en-US" b="1">
              <a:solidFill>
                <a:srgbClr val="800080"/>
              </a:solidFill>
            </a:endParaRPr>
          </a:p>
        </p:txBody>
      </p:sp>
      <p:sp>
        <p:nvSpPr>
          <p:cNvPr id="173078" name="AutoShape 22">
            <a:extLst>
              <a:ext uri="{FF2B5EF4-FFF2-40B4-BE49-F238E27FC236}">
                <a16:creationId xmlns:a16="http://schemas.microsoft.com/office/drawing/2014/main" id="{190866C4-5924-01E9-7D16-B3DBE3930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1268413"/>
            <a:ext cx="2057400" cy="1196975"/>
          </a:xfrm>
          <a:prstGeom prst="wedgeRectCallout">
            <a:avLst>
              <a:gd name="adj1" fmla="val -26157"/>
              <a:gd name="adj2" fmla="val 88463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/>
              <a:t>与电量集中在球心的点电荷的电势分布同</a:t>
            </a:r>
            <a:endParaRPr lang="zh-CN" altLang="en-US" b="1">
              <a:solidFill>
                <a:srgbClr val="000099"/>
              </a:solidFill>
            </a:endParaRPr>
          </a:p>
        </p:txBody>
      </p:sp>
      <p:graphicFrame>
        <p:nvGraphicFramePr>
          <p:cNvPr id="173079" name="Object 11">
            <a:extLst>
              <a:ext uri="{FF2B5EF4-FFF2-40B4-BE49-F238E27FC236}">
                <a16:creationId xmlns:a16="http://schemas.microsoft.com/office/drawing/2014/main" id="{D7EE5990-D7C1-F840-E0F9-7EB7660C2A78}"/>
              </a:ext>
            </a:extLst>
          </p:cNvPr>
          <p:cNvGraphicFramePr>
            <a:graphicFrameLocks/>
          </p:cNvGraphicFramePr>
          <p:nvPr/>
        </p:nvGraphicFramePr>
        <p:xfrm>
          <a:off x="1149350" y="1268413"/>
          <a:ext cx="18383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805909" imgH="358112" progId="Equation.3">
                  <p:embed/>
                </p:oleObj>
              </mc:Choice>
              <mc:Fallback>
                <p:oleObj name="公式" r:id="rId24" imgW="1805909" imgH="358112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350" y="1268413"/>
                        <a:ext cx="183832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80" name="AutoShape 24">
            <a:extLst>
              <a:ext uri="{FF2B5EF4-FFF2-40B4-BE49-F238E27FC236}">
                <a16:creationId xmlns:a16="http://schemas.microsoft.com/office/drawing/2014/main" id="{CE8DD98B-2D8C-4A1B-C8EB-4E23B11731C0}"/>
              </a:ext>
            </a:extLst>
          </p:cNvPr>
          <p:cNvSpPr>
            <a:spLocks/>
          </p:cNvSpPr>
          <p:nvPr/>
        </p:nvSpPr>
        <p:spPr bwMode="auto">
          <a:xfrm>
            <a:off x="814388" y="1412875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73081" name="Rectangle 25">
            <a:extLst>
              <a:ext uri="{FF2B5EF4-FFF2-40B4-BE49-F238E27FC236}">
                <a16:creationId xmlns:a16="http://schemas.microsoft.com/office/drawing/2014/main" id="{B968C013-35FE-C5C5-312D-549BCA4DB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8" y="2276475"/>
            <a:ext cx="203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/>
              <a:t>电势的分布为</a:t>
            </a:r>
          </a:p>
        </p:txBody>
      </p:sp>
      <p:sp>
        <p:nvSpPr>
          <p:cNvPr id="173082" name="AutoShape 26">
            <a:extLst>
              <a:ext uri="{FF2B5EF4-FFF2-40B4-BE49-F238E27FC236}">
                <a16:creationId xmlns:a16="http://schemas.microsoft.com/office/drawing/2014/main" id="{09FB99B6-C6EA-DE4D-F6F1-1480F8A85BC3}"/>
              </a:ext>
            </a:extLst>
          </p:cNvPr>
          <p:cNvSpPr>
            <a:spLocks/>
          </p:cNvSpPr>
          <p:nvPr/>
        </p:nvSpPr>
        <p:spPr bwMode="auto">
          <a:xfrm>
            <a:off x="887413" y="2941638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73083" name="Rectangle 27">
            <a:extLst>
              <a:ext uri="{FF2B5EF4-FFF2-40B4-BE49-F238E27FC236}">
                <a16:creationId xmlns:a16="http://schemas.microsoft.com/office/drawing/2014/main" id="{9D318CF5-4D6C-7ED0-B2B4-6436AEC93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86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173084" name="Arc 28">
            <a:extLst>
              <a:ext uri="{FF2B5EF4-FFF2-40B4-BE49-F238E27FC236}">
                <a16:creationId xmlns:a16="http://schemas.microsoft.com/office/drawing/2014/main" id="{E07FD6BA-F70C-715F-7DE7-9FD82C0E47B7}"/>
              </a:ext>
            </a:extLst>
          </p:cNvPr>
          <p:cNvSpPr>
            <a:spLocks/>
          </p:cNvSpPr>
          <p:nvPr/>
        </p:nvSpPr>
        <p:spPr bwMode="auto">
          <a:xfrm flipH="1" flipV="1">
            <a:off x="2005013" y="5143500"/>
            <a:ext cx="1524000" cy="9652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29">
            <a:extLst>
              <a:ext uri="{FF2B5EF4-FFF2-40B4-BE49-F238E27FC236}">
                <a16:creationId xmlns:a16="http://schemas.microsoft.com/office/drawing/2014/main" id="{04D00588-9C77-391A-A94A-04AD1649C37C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4506913"/>
            <a:ext cx="3282950" cy="2019300"/>
            <a:chOff x="192" y="2896"/>
            <a:chExt cx="2068" cy="1272"/>
          </a:xfrm>
        </p:grpSpPr>
        <p:sp>
          <p:nvSpPr>
            <p:cNvPr id="7221" name="Oval 30">
              <a:extLst>
                <a:ext uri="{FF2B5EF4-FFF2-40B4-BE49-F238E27FC236}">
                  <a16:creationId xmlns:a16="http://schemas.microsoft.com/office/drawing/2014/main" id="{DCB0629E-CCE1-7347-E03C-1141BEA071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" y="2934"/>
              <a:ext cx="1077" cy="1057"/>
            </a:xfrm>
            <a:prstGeom prst="ellipse">
              <a:avLst/>
            </a:prstGeom>
            <a:noFill/>
            <a:ln w="38100">
              <a:solidFill>
                <a:schemeClr val="hlink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222" name="AutoShape 31">
              <a:extLst>
                <a:ext uri="{FF2B5EF4-FFF2-40B4-BE49-F238E27FC236}">
                  <a16:creationId xmlns:a16="http://schemas.microsoft.com/office/drawing/2014/main" id="{5B458CFA-EE2B-336D-96DC-951752F5B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4024"/>
              <a:ext cx="1356" cy="14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i="1">
                  <a:solidFill>
                    <a:srgbClr val="00FF00"/>
                  </a:solidFill>
                </a:rPr>
                <a:t>o</a:t>
              </a:r>
              <a:r>
                <a:rPr lang="en-US" altLang="zh-CN" sz="2200" b="1" i="1">
                  <a:solidFill>
                    <a:srgbClr val="00FF00"/>
                  </a:solidFill>
                </a:rPr>
                <a:t>           </a:t>
              </a:r>
              <a:r>
                <a:rPr lang="en-US" altLang="zh-CN" sz="1600" b="1" i="1">
                  <a:solidFill>
                    <a:srgbClr val="00FF00"/>
                  </a:solidFill>
                </a:rPr>
                <a:t>R </a:t>
              </a:r>
              <a:r>
                <a:rPr lang="en-US" altLang="zh-CN" sz="2200" b="1" i="1">
                  <a:solidFill>
                    <a:srgbClr val="00FF00"/>
                  </a:solidFill>
                </a:rPr>
                <a:t>          r</a:t>
              </a:r>
            </a:p>
            <a:p>
              <a:pPr algn="just" eaLnBrk="1" hangingPunct="1"/>
              <a:endParaRPr lang="en-US" altLang="zh-CN" sz="1000" i="1">
                <a:solidFill>
                  <a:srgbClr val="00FF00"/>
                </a:solidFill>
              </a:endParaRPr>
            </a:p>
          </p:txBody>
        </p:sp>
        <p:sp>
          <p:nvSpPr>
            <p:cNvPr id="7223" name="Line 32">
              <a:extLst>
                <a:ext uri="{FF2B5EF4-FFF2-40B4-BE49-F238E27FC236}">
                  <a16:creationId xmlns:a16="http://schemas.microsoft.com/office/drawing/2014/main" id="{783B09FA-F156-913A-2F58-126B2975E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" y="2984"/>
              <a:ext cx="0" cy="108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4" name="Line 33">
              <a:extLst>
                <a:ext uri="{FF2B5EF4-FFF2-40B4-BE49-F238E27FC236}">
                  <a16:creationId xmlns:a16="http://schemas.microsoft.com/office/drawing/2014/main" id="{CF3E26DC-3B89-37D7-1A38-CF280612C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" y="4072"/>
              <a:ext cx="1552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5" name="Line 34">
              <a:extLst>
                <a:ext uri="{FF2B5EF4-FFF2-40B4-BE49-F238E27FC236}">
                  <a16:creationId xmlns:a16="http://schemas.microsoft.com/office/drawing/2014/main" id="{B4335EBF-F72E-4840-8932-EB5958E67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2" y="3456"/>
              <a:ext cx="0" cy="61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6" name="AutoShape 35">
              <a:extLst>
                <a:ext uri="{FF2B5EF4-FFF2-40B4-BE49-F238E27FC236}">
                  <a16:creationId xmlns:a16="http://schemas.microsoft.com/office/drawing/2014/main" id="{C6EADD34-AEE8-0E32-DCD8-99D1D27FC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936"/>
              <a:ext cx="200" cy="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200" b="1" i="1">
                  <a:solidFill>
                    <a:srgbClr val="00FF00"/>
                  </a:solidFill>
                </a:rPr>
                <a:t>u</a:t>
              </a:r>
              <a:endParaRPr lang="en-US" altLang="zh-CN" sz="1000"/>
            </a:p>
          </p:txBody>
        </p:sp>
        <p:sp>
          <p:nvSpPr>
            <p:cNvPr id="7227" name="Rectangle 36">
              <a:extLst>
                <a:ext uri="{FF2B5EF4-FFF2-40B4-BE49-F238E27FC236}">
                  <a16:creationId xmlns:a16="http://schemas.microsoft.com/office/drawing/2014/main" id="{4CFE1D9B-1736-2A16-73AC-23157E023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" y="2896"/>
              <a:ext cx="100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电势分布曲线</a:t>
              </a:r>
              <a:endParaRPr lang="zh-CN" altLang="en-US" sz="1000"/>
            </a:p>
          </p:txBody>
        </p:sp>
      </p:grpSp>
      <p:sp>
        <p:nvSpPr>
          <p:cNvPr id="173093" name="Line 37">
            <a:extLst>
              <a:ext uri="{FF2B5EF4-FFF2-40B4-BE49-F238E27FC236}">
                <a16:creationId xmlns:a16="http://schemas.microsoft.com/office/drawing/2014/main" id="{573E785E-0431-9C55-23F1-0D17BE541A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6650" y="5191125"/>
            <a:ext cx="838200" cy="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94" name="Freeform 38">
            <a:extLst>
              <a:ext uri="{FF2B5EF4-FFF2-40B4-BE49-F238E27FC236}">
                <a16:creationId xmlns:a16="http://schemas.microsoft.com/office/drawing/2014/main" id="{3647DC2E-1624-1A5F-8919-5F4B790689D6}"/>
              </a:ext>
            </a:extLst>
          </p:cNvPr>
          <p:cNvSpPr>
            <a:spLocks/>
          </p:cNvSpPr>
          <p:nvPr/>
        </p:nvSpPr>
        <p:spPr bwMode="auto">
          <a:xfrm>
            <a:off x="5510213" y="5180013"/>
            <a:ext cx="914400" cy="838200"/>
          </a:xfrm>
          <a:custGeom>
            <a:avLst/>
            <a:gdLst>
              <a:gd name="T0" fmla="*/ 2147483646 w 487"/>
              <a:gd name="T1" fmla="*/ 2147483646 h 427"/>
              <a:gd name="T2" fmla="*/ 2147483646 w 487"/>
              <a:gd name="T3" fmla="*/ 2147483646 h 427"/>
              <a:gd name="T4" fmla="*/ 2147483646 w 487"/>
              <a:gd name="T5" fmla="*/ 2147483646 h 427"/>
              <a:gd name="T6" fmla="*/ 2147483646 w 487"/>
              <a:gd name="T7" fmla="*/ 2147483646 h 427"/>
              <a:gd name="T8" fmla="*/ 2147483646 w 487"/>
              <a:gd name="T9" fmla="*/ 2147483646 h 427"/>
              <a:gd name="T10" fmla="*/ 2147483646 w 487"/>
              <a:gd name="T11" fmla="*/ 2147483646 h 427"/>
              <a:gd name="T12" fmla="*/ 2147483646 w 487"/>
              <a:gd name="T13" fmla="*/ 2147483646 h 427"/>
              <a:gd name="T14" fmla="*/ 2147483646 w 487"/>
              <a:gd name="T15" fmla="*/ 2147483646 h 427"/>
              <a:gd name="T16" fmla="*/ 2147483646 w 487"/>
              <a:gd name="T17" fmla="*/ 2147483646 h 427"/>
              <a:gd name="T18" fmla="*/ 2147483646 w 487"/>
              <a:gd name="T19" fmla="*/ 2147483646 h 427"/>
              <a:gd name="T20" fmla="*/ 2147483646 w 487"/>
              <a:gd name="T21" fmla="*/ 2147483646 h 427"/>
              <a:gd name="T22" fmla="*/ 2147483646 w 487"/>
              <a:gd name="T23" fmla="*/ 2147483646 h 427"/>
              <a:gd name="T24" fmla="*/ 2147483646 w 487"/>
              <a:gd name="T25" fmla="*/ 2147483646 h 427"/>
              <a:gd name="T26" fmla="*/ 2147483646 w 487"/>
              <a:gd name="T27" fmla="*/ 2147483646 h 427"/>
              <a:gd name="T28" fmla="*/ 2147483646 w 487"/>
              <a:gd name="T29" fmla="*/ 2147483646 h 427"/>
              <a:gd name="T30" fmla="*/ 2147483646 w 487"/>
              <a:gd name="T31" fmla="*/ 2147483646 h 427"/>
              <a:gd name="T32" fmla="*/ 2147483646 w 487"/>
              <a:gd name="T33" fmla="*/ 0 h 427"/>
              <a:gd name="T34" fmla="*/ 0 w 487"/>
              <a:gd name="T35" fmla="*/ 0 h 427"/>
              <a:gd name="T36" fmla="*/ 0 w 487"/>
              <a:gd name="T37" fmla="*/ 2147483646 h 427"/>
              <a:gd name="T38" fmla="*/ 0 w 487"/>
              <a:gd name="T39" fmla="*/ 2147483646 h 427"/>
              <a:gd name="T40" fmla="*/ 0 w 487"/>
              <a:gd name="T41" fmla="*/ 2147483646 h 427"/>
              <a:gd name="T42" fmla="*/ 2147483646 w 487"/>
              <a:gd name="T43" fmla="*/ 2147483646 h 427"/>
              <a:gd name="T44" fmla="*/ 2147483646 w 487"/>
              <a:gd name="T45" fmla="*/ 2147483646 h 427"/>
              <a:gd name="T46" fmla="*/ 2147483646 w 487"/>
              <a:gd name="T47" fmla="*/ 2147483646 h 427"/>
              <a:gd name="T48" fmla="*/ 2147483646 w 487"/>
              <a:gd name="T49" fmla="*/ 2147483646 h 427"/>
              <a:gd name="T50" fmla="*/ 2147483646 w 487"/>
              <a:gd name="T51" fmla="*/ 2147483646 h 427"/>
              <a:gd name="T52" fmla="*/ 2147483646 w 487"/>
              <a:gd name="T53" fmla="*/ 2147483646 h 427"/>
              <a:gd name="T54" fmla="*/ 2147483646 w 487"/>
              <a:gd name="T55" fmla="*/ 2147483646 h 427"/>
              <a:gd name="T56" fmla="*/ 2147483646 w 487"/>
              <a:gd name="T57" fmla="*/ 2147483646 h 427"/>
              <a:gd name="T58" fmla="*/ 2147483646 w 487"/>
              <a:gd name="T59" fmla="*/ 2147483646 h 427"/>
              <a:gd name="T60" fmla="*/ 2147483646 w 487"/>
              <a:gd name="T61" fmla="*/ 2147483646 h 427"/>
              <a:gd name="T62" fmla="*/ 2147483646 w 487"/>
              <a:gd name="T63" fmla="*/ 2147483646 h 427"/>
              <a:gd name="T64" fmla="*/ 2147483646 w 487"/>
              <a:gd name="T65" fmla="*/ 2147483646 h 427"/>
              <a:gd name="T66" fmla="*/ 2147483646 w 487"/>
              <a:gd name="T67" fmla="*/ 2147483646 h 427"/>
              <a:gd name="T68" fmla="*/ 2147483646 w 487"/>
              <a:gd name="T69" fmla="*/ 2147483646 h 427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487"/>
              <a:gd name="T106" fmla="*/ 0 h 427"/>
              <a:gd name="T107" fmla="*/ 487 w 487"/>
              <a:gd name="T108" fmla="*/ 427 h 427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487" h="427">
                <a:moveTo>
                  <a:pt x="487" y="421"/>
                </a:moveTo>
                <a:lnTo>
                  <a:pt x="401" y="406"/>
                </a:lnTo>
                <a:lnTo>
                  <a:pt x="326" y="385"/>
                </a:lnTo>
                <a:lnTo>
                  <a:pt x="260" y="358"/>
                </a:lnTo>
                <a:lnTo>
                  <a:pt x="203" y="329"/>
                </a:lnTo>
                <a:lnTo>
                  <a:pt x="158" y="296"/>
                </a:lnTo>
                <a:lnTo>
                  <a:pt x="119" y="260"/>
                </a:lnTo>
                <a:lnTo>
                  <a:pt x="86" y="224"/>
                </a:lnTo>
                <a:lnTo>
                  <a:pt x="62" y="185"/>
                </a:lnTo>
                <a:lnTo>
                  <a:pt x="42" y="149"/>
                </a:lnTo>
                <a:lnTo>
                  <a:pt x="27" y="116"/>
                </a:lnTo>
                <a:lnTo>
                  <a:pt x="18" y="84"/>
                </a:lnTo>
                <a:lnTo>
                  <a:pt x="12" y="57"/>
                </a:lnTo>
                <a:lnTo>
                  <a:pt x="9" y="33"/>
                </a:lnTo>
                <a:lnTo>
                  <a:pt x="6" y="15"/>
                </a:lnTo>
                <a:lnTo>
                  <a:pt x="6" y="3"/>
                </a:lnTo>
                <a:lnTo>
                  <a:pt x="6" y="0"/>
                </a:lnTo>
                <a:lnTo>
                  <a:pt x="0" y="0"/>
                </a:lnTo>
                <a:lnTo>
                  <a:pt x="0" y="6"/>
                </a:lnTo>
                <a:lnTo>
                  <a:pt x="0" y="18"/>
                </a:lnTo>
                <a:lnTo>
                  <a:pt x="0" y="36"/>
                </a:lnTo>
                <a:lnTo>
                  <a:pt x="6" y="60"/>
                </a:lnTo>
                <a:lnTo>
                  <a:pt x="12" y="87"/>
                </a:lnTo>
                <a:lnTo>
                  <a:pt x="21" y="119"/>
                </a:lnTo>
                <a:lnTo>
                  <a:pt x="36" y="155"/>
                </a:lnTo>
                <a:lnTo>
                  <a:pt x="56" y="191"/>
                </a:lnTo>
                <a:lnTo>
                  <a:pt x="80" y="227"/>
                </a:lnTo>
                <a:lnTo>
                  <a:pt x="113" y="263"/>
                </a:lnTo>
                <a:lnTo>
                  <a:pt x="152" y="299"/>
                </a:lnTo>
                <a:lnTo>
                  <a:pt x="200" y="335"/>
                </a:lnTo>
                <a:lnTo>
                  <a:pt x="257" y="364"/>
                </a:lnTo>
                <a:lnTo>
                  <a:pt x="323" y="391"/>
                </a:lnTo>
                <a:lnTo>
                  <a:pt x="401" y="412"/>
                </a:lnTo>
                <a:lnTo>
                  <a:pt x="487" y="427"/>
                </a:lnTo>
                <a:lnTo>
                  <a:pt x="487" y="421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39">
            <a:extLst>
              <a:ext uri="{FF2B5EF4-FFF2-40B4-BE49-F238E27FC236}">
                <a16:creationId xmlns:a16="http://schemas.microsoft.com/office/drawing/2014/main" id="{40A24AA5-88AC-8588-22F1-588E67F1739A}"/>
              </a:ext>
            </a:extLst>
          </p:cNvPr>
          <p:cNvGrpSpPr>
            <a:grpSpLocks/>
          </p:cNvGrpSpPr>
          <p:nvPr/>
        </p:nvGrpSpPr>
        <p:grpSpPr bwMode="auto">
          <a:xfrm>
            <a:off x="3814763" y="4456113"/>
            <a:ext cx="3295650" cy="2286000"/>
            <a:chOff x="2436" y="2880"/>
            <a:chExt cx="2076" cy="1440"/>
          </a:xfrm>
        </p:grpSpPr>
        <p:sp>
          <p:nvSpPr>
            <p:cNvPr id="7205" name="Freeform 40">
              <a:extLst>
                <a:ext uri="{FF2B5EF4-FFF2-40B4-BE49-F238E27FC236}">
                  <a16:creationId xmlns:a16="http://schemas.microsoft.com/office/drawing/2014/main" id="{92E24B7D-90B7-932A-F8D7-8ACCAB472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4092"/>
              <a:ext cx="937" cy="1"/>
            </a:xfrm>
            <a:custGeom>
              <a:avLst/>
              <a:gdLst>
                <a:gd name="T0" fmla="*/ 937 w 937"/>
                <a:gd name="T1" fmla="*/ 0 h 1"/>
                <a:gd name="T2" fmla="*/ 0 w 937"/>
                <a:gd name="T3" fmla="*/ 0 h 1"/>
                <a:gd name="T4" fmla="*/ 937 w 937"/>
                <a:gd name="T5" fmla="*/ 0 h 1"/>
                <a:gd name="T6" fmla="*/ 937 w 937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7"/>
                <a:gd name="T13" fmla="*/ 0 h 1"/>
                <a:gd name="T14" fmla="*/ 937 w 937"/>
                <a:gd name="T15" fmla="*/ 1 h 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7" h="1">
                  <a:moveTo>
                    <a:pt x="937" y="0"/>
                  </a:moveTo>
                  <a:lnTo>
                    <a:pt x="0" y="0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6" name="Freeform 41">
              <a:extLst>
                <a:ext uri="{FF2B5EF4-FFF2-40B4-BE49-F238E27FC236}">
                  <a16:creationId xmlns:a16="http://schemas.microsoft.com/office/drawing/2014/main" id="{5ED17E82-27A0-76EC-07EE-99FC60C95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3626"/>
              <a:ext cx="484" cy="424"/>
            </a:xfrm>
            <a:custGeom>
              <a:avLst/>
              <a:gdLst>
                <a:gd name="T0" fmla="*/ 484 w 484"/>
                <a:gd name="T1" fmla="*/ 424 h 424"/>
                <a:gd name="T2" fmla="*/ 398 w 484"/>
                <a:gd name="T3" fmla="*/ 409 h 424"/>
                <a:gd name="T4" fmla="*/ 320 w 484"/>
                <a:gd name="T5" fmla="*/ 388 h 424"/>
                <a:gd name="T6" fmla="*/ 254 w 484"/>
                <a:gd name="T7" fmla="*/ 361 h 424"/>
                <a:gd name="T8" fmla="*/ 200 w 484"/>
                <a:gd name="T9" fmla="*/ 332 h 424"/>
                <a:gd name="T10" fmla="*/ 152 w 484"/>
                <a:gd name="T11" fmla="*/ 296 h 424"/>
                <a:gd name="T12" fmla="*/ 113 w 484"/>
                <a:gd name="T13" fmla="*/ 260 h 424"/>
                <a:gd name="T14" fmla="*/ 80 w 484"/>
                <a:gd name="T15" fmla="*/ 224 h 424"/>
                <a:gd name="T16" fmla="*/ 56 w 484"/>
                <a:gd name="T17" fmla="*/ 188 h 424"/>
                <a:gd name="T18" fmla="*/ 36 w 484"/>
                <a:gd name="T19" fmla="*/ 152 h 424"/>
                <a:gd name="T20" fmla="*/ 24 w 484"/>
                <a:gd name="T21" fmla="*/ 116 h 424"/>
                <a:gd name="T22" fmla="*/ 12 w 484"/>
                <a:gd name="T23" fmla="*/ 87 h 424"/>
                <a:gd name="T24" fmla="*/ 6 w 484"/>
                <a:gd name="T25" fmla="*/ 57 h 424"/>
                <a:gd name="T26" fmla="*/ 3 w 484"/>
                <a:gd name="T27" fmla="*/ 33 h 424"/>
                <a:gd name="T28" fmla="*/ 0 w 484"/>
                <a:gd name="T29" fmla="*/ 15 h 424"/>
                <a:gd name="T30" fmla="*/ 0 w 484"/>
                <a:gd name="T31" fmla="*/ 3 h 424"/>
                <a:gd name="T32" fmla="*/ 0 w 484"/>
                <a:gd name="T33" fmla="*/ 0 h 424"/>
                <a:gd name="T34" fmla="*/ 0 w 484"/>
                <a:gd name="T35" fmla="*/ 0 h 424"/>
                <a:gd name="T36" fmla="*/ 0 w 484"/>
                <a:gd name="T37" fmla="*/ 3 h 424"/>
                <a:gd name="T38" fmla="*/ 0 w 484"/>
                <a:gd name="T39" fmla="*/ 15 h 424"/>
                <a:gd name="T40" fmla="*/ 0 w 484"/>
                <a:gd name="T41" fmla="*/ 33 h 424"/>
                <a:gd name="T42" fmla="*/ 6 w 484"/>
                <a:gd name="T43" fmla="*/ 57 h 424"/>
                <a:gd name="T44" fmla="*/ 12 w 484"/>
                <a:gd name="T45" fmla="*/ 87 h 424"/>
                <a:gd name="T46" fmla="*/ 21 w 484"/>
                <a:gd name="T47" fmla="*/ 116 h 424"/>
                <a:gd name="T48" fmla="*/ 36 w 484"/>
                <a:gd name="T49" fmla="*/ 152 h 424"/>
                <a:gd name="T50" fmla="*/ 53 w 484"/>
                <a:gd name="T51" fmla="*/ 188 h 424"/>
                <a:gd name="T52" fmla="*/ 80 w 484"/>
                <a:gd name="T53" fmla="*/ 224 h 424"/>
                <a:gd name="T54" fmla="*/ 113 w 484"/>
                <a:gd name="T55" fmla="*/ 260 h 424"/>
                <a:gd name="T56" fmla="*/ 152 w 484"/>
                <a:gd name="T57" fmla="*/ 296 h 424"/>
                <a:gd name="T58" fmla="*/ 200 w 484"/>
                <a:gd name="T59" fmla="*/ 332 h 424"/>
                <a:gd name="T60" fmla="*/ 254 w 484"/>
                <a:gd name="T61" fmla="*/ 361 h 424"/>
                <a:gd name="T62" fmla="*/ 320 w 484"/>
                <a:gd name="T63" fmla="*/ 388 h 424"/>
                <a:gd name="T64" fmla="*/ 398 w 484"/>
                <a:gd name="T65" fmla="*/ 409 h 424"/>
                <a:gd name="T66" fmla="*/ 484 w 484"/>
                <a:gd name="T67" fmla="*/ 424 h 424"/>
                <a:gd name="T68" fmla="*/ 484 w 484"/>
                <a:gd name="T69" fmla="*/ 424 h 42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484"/>
                <a:gd name="T106" fmla="*/ 0 h 424"/>
                <a:gd name="T107" fmla="*/ 484 w 484"/>
                <a:gd name="T108" fmla="*/ 424 h 42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484" h="424">
                  <a:moveTo>
                    <a:pt x="484" y="424"/>
                  </a:moveTo>
                  <a:lnTo>
                    <a:pt x="398" y="409"/>
                  </a:lnTo>
                  <a:lnTo>
                    <a:pt x="320" y="388"/>
                  </a:lnTo>
                  <a:lnTo>
                    <a:pt x="254" y="361"/>
                  </a:lnTo>
                  <a:lnTo>
                    <a:pt x="200" y="332"/>
                  </a:lnTo>
                  <a:lnTo>
                    <a:pt x="152" y="296"/>
                  </a:lnTo>
                  <a:lnTo>
                    <a:pt x="113" y="260"/>
                  </a:lnTo>
                  <a:lnTo>
                    <a:pt x="80" y="224"/>
                  </a:lnTo>
                  <a:lnTo>
                    <a:pt x="56" y="188"/>
                  </a:lnTo>
                  <a:lnTo>
                    <a:pt x="36" y="152"/>
                  </a:lnTo>
                  <a:lnTo>
                    <a:pt x="24" y="116"/>
                  </a:lnTo>
                  <a:lnTo>
                    <a:pt x="12" y="87"/>
                  </a:lnTo>
                  <a:lnTo>
                    <a:pt x="6" y="57"/>
                  </a:lnTo>
                  <a:lnTo>
                    <a:pt x="3" y="33"/>
                  </a:lnTo>
                  <a:lnTo>
                    <a:pt x="0" y="15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15"/>
                  </a:lnTo>
                  <a:lnTo>
                    <a:pt x="0" y="33"/>
                  </a:lnTo>
                  <a:lnTo>
                    <a:pt x="6" y="57"/>
                  </a:lnTo>
                  <a:lnTo>
                    <a:pt x="12" y="87"/>
                  </a:lnTo>
                  <a:lnTo>
                    <a:pt x="21" y="116"/>
                  </a:lnTo>
                  <a:lnTo>
                    <a:pt x="36" y="152"/>
                  </a:lnTo>
                  <a:lnTo>
                    <a:pt x="53" y="188"/>
                  </a:lnTo>
                  <a:lnTo>
                    <a:pt x="80" y="224"/>
                  </a:lnTo>
                  <a:lnTo>
                    <a:pt x="113" y="260"/>
                  </a:lnTo>
                  <a:lnTo>
                    <a:pt x="152" y="296"/>
                  </a:lnTo>
                  <a:lnTo>
                    <a:pt x="200" y="332"/>
                  </a:lnTo>
                  <a:lnTo>
                    <a:pt x="254" y="361"/>
                  </a:lnTo>
                  <a:lnTo>
                    <a:pt x="320" y="388"/>
                  </a:lnTo>
                  <a:lnTo>
                    <a:pt x="398" y="409"/>
                  </a:lnTo>
                  <a:lnTo>
                    <a:pt x="484" y="4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7" name="Freeform 42">
              <a:extLst>
                <a:ext uri="{FF2B5EF4-FFF2-40B4-BE49-F238E27FC236}">
                  <a16:creationId xmlns:a16="http://schemas.microsoft.com/office/drawing/2014/main" id="{00C84885-5B41-9EBA-D267-3B26A0F70F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7" y="3626"/>
              <a:ext cx="288" cy="466"/>
            </a:xfrm>
            <a:custGeom>
              <a:avLst/>
              <a:gdLst>
                <a:gd name="T0" fmla="*/ 288 w 288"/>
                <a:gd name="T1" fmla="*/ 0 h 466"/>
                <a:gd name="T2" fmla="*/ 0 w 288"/>
                <a:gd name="T3" fmla="*/ 466 h 466"/>
                <a:gd name="T4" fmla="*/ 288 w 288"/>
                <a:gd name="T5" fmla="*/ 0 h 466"/>
                <a:gd name="T6" fmla="*/ 288 w 288"/>
                <a:gd name="T7" fmla="*/ 0 h 466"/>
                <a:gd name="T8" fmla="*/ 288 w 288"/>
                <a:gd name="T9" fmla="*/ 0 h 466"/>
                <a:gd name="T10" fmla="*/ 288 w 288"/>
                <a:gd name="T11" fmla="*/ 0 h 466"/>
                <a:gd name="T12" fmla="*/ 288 w 288"/>
                <a:gd name="T13" fmla="*/ 0 h 4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8"/>
                <a:gd name="T22" fmla="*/ 0 h 466"/>
                <a:gd name="T23" fmla="*/ 288 w 288"/>
                <a:gd name="T24" fmla="*/ 466 h 46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8" h="466">
                  <a:moveTo>
                    <a:pt x="288" y="0"/>
                  </a:moveTo>
                  <a:lnTo>
                    <a:pt x="0" y="466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8" name="Freeform 43">
              <a:extLst>
                <a:ext uri="{FF2B5EF4-FFF2-40B4-BE49-F238E27FC236}">
                  <a16:creationId xmlns:a16="http://schemas.microsoft.com/office/drawing/2014/main" id="{AB4ABA2D-CBDA-90B6-79AF-7F028D01D6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9" y="3641"/>
              <a:ext cx="6" cy="33"/>
            </a:xfrm>
            <a:custGeom>
              <a:avLst/>
              <a:gdLst>
                <a:gd name="T0" fmla="*/ 0 w 6"/>
                <a:gd name="T1" fmla="*/ 0 h 33"/>
                <a:gd name="T2" fmla="*/ 0 w 6"/>
                <a:gd name="T3" fmla="*/ 12 h 33"/>
                <a:gd name="T4" fmla="*/ 6 w 6"/>
                <a:gd name="T5" fmla="*/ 12 h 33"/>
                <a:gd name="T6" fmla="*/ 6 w 6"/>
                <a:gd name="T7" fmla="*/ 0 h 33"/>
                <a:gd name="T8" fmla="*/ 0 w 6"/>
                <a:gd name="T9" fmla="*/ 0 h 33"/>
                <a:gd name="T10" fmla="*/ 0 w 6"/>
                <a:gd name="T11" fmla="*/ 24 h 33"/>
                <a:gd name="T12" fmla="*/ 0 w 6"/>
                <a:gd name="T13" fmla="*/ 33 h 33"/>
                <a:gd name="T14" fmla="*/ 6 w 6"/>
                <a:gd name="T15" fmla="*/ 33 h 33"/>
                <a:gd name="T16" fmla="*/ 6 w 6"/>
                <a:gd name="T17" fmla="*/ 24 h 33"/>
                <a:gd name="T18" fmla="*/ 0 w 6"/>
                <a:gd name="T19" fmla="*/ 24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"/>
                <a:gd name="T31" fmla="*/ 0 h 33"/>
                <a:gd name="T32" fmla="*/ 6 w 6"/>
                <a:gd name="T33" fmla="*/ 33 h 3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" h="33">
                  <a:moveTo>
                    <a:pt x="0" y="0"/>
                  </a:moveTo>
                  <a:lnTo>
                    <a:pt x="0" y="12"/>
                  </a:ln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close/>
                  <a:moveTo>
                    <a:pt x="0" y="24"/>
                  </a:moveTo>
                  <a:lnTo>
                    <a:pt x="0" y="33"/>
                  </a:lnTo>
                  <a:lnTo>
                    <a:pt x="6" y="33"/>
                  </a:lnTo>
                  <a:lnTo>
                    <a:pt x="6" y="2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9" name="Freeform 44">
              <a:extLst>
                <a:ext uri="{FF2B5EF4-FFF2-40B4-BE49-F238E27FC236}">
                  <a16:creationId xmlns:a16="http://schemas.microsoft.com/office/drawing/2014/main" id="{C69849F6-4569-5146-1B19-3830314203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9" y="3686"/>
              <a:ext cx="6" cy="36"/>
            </a:xfrm>
            <a:custGeom>
              <a:avLst/>
              <a:gdLst>
                <a:gd name="T0" fmla="*/ 0 w 6"/>
                <a:gd name="T1" fmla="*/ 0 h 36"/>
                <a:gd name="T2" fmla="*/ 0 w 6"/>
                <a:gd name="T3" fmla="*/ 12 h 36"/>
                <a:gd name="T4" fmla="*/ 6 w 6"/>
                <a:gd name="T5" fmla="*/ 12 h 36"/>
                <a:gd name="T6" fmla="*/ 6 w 6"/>
                <a:gd name="T7" fmla="*/ 0 h 36"/>
                <a:gd name="T8" fmla="*/ 0 w 6"/>
                <a:gd name="T9" fmla="*/ 0 h 36"/>
                <a:gd name="T10" fmla="*/ 0 w 6"/>
                <a:gd name="T11" fmla="*/ 24 h 36"/>
                <a:gd name="T12" fmla="*/ 0 w 6"/>
                <a:gd name="T13" fmla="*/ 36 h 36"/>
                <a:gd name="T14" fmla="*/ 6 w 6"/>
                <a:gd name="T15" fmla="*/ 36 h 36"/>
                <a:gd name="T16" fmla="*/ 6 w 6"/>
                <a:gd name="T17" fmla="*/ 24 h 36"/>
                <a:gd name="T18" fmla="*/ 0 w 6"/>
                <a:gd name="T19" fmla="*/ 24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"/>
                <a:gd name="T31" fmla="*/ 0 h 36"/>
                <a:gd name="T32" fmla="*/ 6 w 6"/>
                <a:gd name="T33" fmla="*/ 36 h 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" h="36">
                  <a:moveTo>
                    <a:pt x="0" y="0"/>
                  </a:moveTo>
                  <a:lnTo>
                    <a:pt x="0" y="12"/>
                  </a:ln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close/>
                  <a:moveTo>
                    <a:pt x="0" y="24"/>
                  </a:moveTo>
                  <a:lnTo>
                    <a:pt x="0" y="36"/>
                  </a:lnTo>
                  <a:lnTo>
                    <a:pt x="6" y="36"/>
                  </a:lnTo>
                  <a:lnTo>
                    <a:pt x="6" y="2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0" name="Line 45">
              <a:extLst>
                <a:ext uri="{FF2B5EF4-FFF2-40B4-BE49-F238E27FC236}">
                  <a16:creationId xmlns:a16="http://schemas.microsoft.com/office/drawing/2014/main" id="{4BDDF7DE-C3DC-533D-7E0B-4387D0EFFE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3455"/>
              <a:ext cx="0" cy="6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1" name="Line 46">
              <a:extLst>
                <a:ext uri="{FF2B5EF4-FFF2-40B4-BE49-F238E27FC236}">
                  <a16:creationId xmlns:a16="http://schemas.microsoft.com/office/drawing/2014/main" id="{540F76F7-4F80-2A9D-82FF-45EF2913B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455"/>
              <a:ext cx="0" cy="6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212" name="Object 15">
              <a:extLst>
                <a:ext uri="{FF2B5EF4-FFF2-40B4-BE49-F238E27FC236}">
                  <a16:creationId xmlns:a16="http://schemas.microsoft.com/office/drawing/2014/main" id="{E7AF9F6F-052C-0758-7408-2B127CEE38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4080"/>
            <a:ext cx="159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91564" imgH="99254" progId="Equation.3">
                    <p:embed/>
                  </p:oleObj>
                </mc:Choice>
                <mc:Fallback>
                  <p:oleObj name="公式" r:id="rId26" imgW="91564" imgH="99254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4080"/>
                          <a:ext cx="159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3" name="Line 48">
              <a:extLst>
                <a:ext uri="{FF2B5EF4-FFF2-40B4-BE49-F238E27FC236}">
                  <a16:creationId xmlns:a16="http://schemas.microsoft.com/office/drawing/2014/main" id="{49266D60-4690-9327-302A-4E51923D5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4080"/>
              <a:ext cx="1536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214" name="Object 16">
              <a:extLst>
                <a:ext uri="{FF2B5EF4-FFF2-40B4-BE49-F238E27FC236}">
                  <a16:creationId xmlns:a16="http://schemas.microsoft.com/office/drawing/2014/main" id="{C6698F4A-8A29-CE74-D8AA-1777967163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88" y="3072"/>
            <a:ext cx="222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137347" imgH="129679" progId="Equation.3">
                    <p:embed/>
                  </p:oleObj>
                </mc:Choice>
                <mc:Fallback>
                  <p:oleObj name="公式" r:id="rId28" imgW="137347" imgH="129679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3072"/>
                          <a:ext cx="222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5" name="Line 50">
              <a:extLst>
                <a:ext uri="{FF2B5EF4-FFF2-40B4-BE49-F238E27FC236}">
                  <a16:creationId xmlns:a16="http://schemas.microsoft.com/office/drawing/2014/main" id="{BE01EA23-E407-E2DA-697C-F1F53E2F5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456"/>
              <a:ext cx="0" cy="62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6" name="Line 51">
              <a:extLst>
                <a:ext uri="{FF2B5EF4-FFF2-40B4-BE49-F238E27FC236}">
                  <a16:creationId xmlns:a16="http://schemas.microsoft.com/office/drawing/2014/main" id="{B6382F36-3E3C-CBD2-1A49-EE546CAE53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3024"/>
              <a:ext cx="0" cy="105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7" name="Rectangle 52">
              <a:extLst>
                <a:ext uri="{FF2B5EF4-FFF2-40B4-BE49-F238E27FC236}">
                  <a16:creationId xmlns:a16="http://schemas.microsoft.com/office/drawing/2014/main" id="{3380F722-F7C4-767D-3DE0-985C3188D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7" y="4078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 i="1">
                  <a:solidFill>
                    <a:srgbClr val="FFFF00"/>
                  </a:solidFill>
                </a:rPr>
                <a:t>R</a:t>
              </a:r>
              <a:endParaRPr lang="en-US" altLang="zh-CN" b="1" baseline="-25000">
                <a:solidFill>
                  <a:srgbClr val="FFFF00"/>
                </a:solidFill>
              </a:endParaRPr>
            </a:p>
          </p:txBody>
        </p:sp>
        <p:sp>
          <p:nvSpPr>
            <p:cNvPr id="7218" name="Rectangle 53">
              <a:extLst>
                <a:ext uri="{FF2B5EF4-FFF2-40B4-BE49-F238E27FC236}">
                  <a16:creationId xmlns:a16="http://schemas.microsoft.com/office/drawing/2014/main" id="{ADC8CD63-A5B0-3153-D3AC-DDE8B0DA4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40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 i="1">
                  <a:solidFill>
                    <a:srgbClr val="FFFF00"/>
                  </a:solidFill>
                </a:rPr>
                <a:t>o</a:t>
              </a:r>
              <a:endParaRPr lang="en-US" altLang="zh-CN" b="1"/>
            </a:p>
          </p:txBody>
        </p:sp>
        <p:sp>
          <p:nvSpPr>
            <p:cNvPr id="7219" name="Oval 54">
              <a:extLst>
                <a:ext uri="{FF2B5EF4-FFF2-40B4-BE49-F238E27FC236}">
                  <a16:creationId xmlns:a16="http://schemas.microsoft.com/office/drawing/2014/main" id="{ADE1D88D-E16A-9C86-C23B-EE8864DB45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36" y="2924"/>
              <a:ext cx="1077" cy="1057"/>
            </a:xfrm>
            <a:prstGeom prst="ellipse">
              <a:avLst/>
            </a:prstGeom>
            <a:noFill/>
            <a:ln w="38100">
              <a:solidFill>
                <a:schemeClr val="hlink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220" name="Rectangle 55">
              <a:extLst>
                <a:ext uri="{FF2B5EF4-FFF2-40B4-BE49-F238E27FC236}">
                  <a16:creationId xmlns:a16="http://schemas.microsoft.com/office/drawing/2014/main" id="{ED614CAD-8D7A-F432-41E7-AC77CC493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880"/>
              <a:ext cx="10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b="1"/>
                <a:t>电场分布曲线</a:t>
              </a:r>
            </a:p>
          </p:txBody>
        </p:sp>
      </p:grpSp>
      <p:grpSp>
        <p:nvGrpSpPr>
          <p:cNvPr id="6" name="Group 56">
            <a:extLst>
              <a:ext uri="{FF2B5EF4-FFF2-40B4-BE49-F238E27FC236}">
                <a16:creationId xmlns:a16="http://schemas.microsoft.com/office/drawing/2014/main" id="{AD731FDE-10CB-4A13-7BDD-E028C243B09A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533400"/>
            <a:ext cx="2057400" cy="1925638"/>
            <a:chOff x="4128" y="336"/>
            <a:chExt cx="1296" cy="1213"/>
          </a:xfrm>
        </p:grpSpPr>
        <p:sp>
          <p:nvSpPr>
            <p:cNvPr id="7199" name="Line 57">
              <a:extLst>
                <a:ext uri="{FF2B5EF4-FFF2-40B4-BE49-F238E27FC236}">
                  <a16:creationId xmlns:a16="http://schemas.microsoft.com/office/drawing/2014/main" id="{016154B1-8904-E25C-42B8-79F789008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4" y="912"/>
              <a:ext cx="660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200" name="Object 12">
              <a:extLst>
                <a:ext uri="{FF2B5EF4-FFF2-40B4-BE49-F238E27FC236}">
                  <a16:creationId xmlns:a16="http://schemas.microsoft.com/office/drawing/2014/main" id="{9C87A2BA-A93F-2B55-EA90-7213B844329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92" y="960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114456" imgH="114217" progId="Equation.3">
                    <p:embed/>
                  </p:oleObj>
                </mc:Choice>
                <mc:Fallback>
                  <p:oleObj name="公式" r:id="rId30" imgW="114456" imgH="114217" progId="Equation.3">
                    <p:embed/>
                    <p:pic>
                      <p:nvPicPr>
                        <p:cNvPr id="0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960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1" name="Oval 59">
              <a:extLst>
                <a:ext uri="{FF2B5EF4-FFF2-40B4-BE49-F238E27FC236}">
                  <a16:creationId xmlns:a16="http://schemas.microsoft.com/office/drawing/2014/main" id="{8EC641E3-E074-67E9-B7A1-083F731EAF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28" y="336"/>
              <a:ext cx="1285" cy="1213"/>
            </a:xfrm>
            <a:prstGeom prst="ellips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7202" name="Object 13">
              <a:extLst>
                <a:ext uri="{FF2B5EF4-FFF2-40B4-BE49-F238E27FC236}">
                  <a16:creationId xmlns:a16="http://schemas.microsoft.com/office/drawing/2014/main" id="{6538C32F-F6BE-6FC5-10D6-1C45E0C6FD0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263" y="576"/>
            <a:ext cx="247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137347" imgH="167585" progId="Equation.3">
                    <p:embed/>
                  </p:oleObj>
                </mc:Choice>
                <mc:Fallback>
                  <p:oleObj name="公式" r:id="rId32" imgW="137347" imgH="167585" progId="Equation.3">
                    <p:embed/>
                    <p:pic>
                      <p:nvPicPr>
                        <p:cNvPr id="0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3" y="576"/>
                          <a:ext cx="247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3" name="Object 14">
              <a:extLst>
                <a:ext uri="{FF2B5EF4-FFF2-40B4-BE49-F238E27FC236}">
                  <a16:creationId xmlns:a16="http://schemas.microsoft.com/office/drawing/2014/main" id="{229B9A26-DCFF-6155-8C88-6E27635EA6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56" y="624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91564" imgH="99254" progId="Equation.3">
                    <p:embed/>
                  </p:oleObj>
                </mc:Choice>
                <mc:Fallback>
                  <p:oleObj name="公式" r:id="rId34" imgW="91564" imgH="99254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624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4" name="Oval 62">
              <a:extLst>
                <a:ext uri="{FF2B5EF4-FFF2-40B4-BE49-F238E27FC236}">
                  <a16:creationId xmlns:a16="http://schemas.microsoft.com/office/drawing/2014/main" id="{3048F693-C0DE-300F-05A1-AA2117BA62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V="1">
              <a:off x="4726" y="875"/>
              <a:ext cx="84" cy="84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FFFF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73119" name="Line 63">
            <a:extLst>
              <a:ext uri="{FF2B5EF4-FFF2-40B4-BE49-F238E27FC236}">
                <a16:creationId xmlns:a16="http://schemas.microsoft.com/office/drawing/2014/main" id="{2EBB1DDD-2BE8-81ED-8F9C-972132890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0900" y="6211888"/>
            <a:ext cx="8382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7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17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7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1" dur="5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7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7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7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7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7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7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7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7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6" dur="500"/>
                                        <p:tgtEl>
                                          <p:spTgt spid="17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8" grpId="0" autoUpdateAnimBg="0"/>
      <p:bldP spid="173061" grpId="0" autoUpdateAnimBg="0"/>
      <p:bldP spid="173068" grpId="0" autoUpdateAnimBg="0"/>
      <p:bldP spid="173077" grpId="0" animBg="1" autoUpdateAnimBg="0"/>
      <p:bldP spid="173078" grpId="0" animBg="1" autoUpdateAnimBg="0"/>
      <p:bldP spid="173080" grpId="0" animBg="1"/>
      <p:bldP spid="173081" grpId="0" autoUpdateAnimBg="0"/>
      <p:bldP spid="173082" grpId="0" animBg="1"/>
      <p:bldP spid="17308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Text Box 2">
            <a:extLst>
              <a:ext uri="{FF2B5EF4-FFF2-40B4-BE49-F238E27FC236}">
                <a16:creationId xmlns:a16="http://schemas.microsoft.com/office/drawing/2014/main" id="{AD8C5891-4904-3BBC-E1AC-7C3362007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52425"/>
            <a:ext cx="740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</a:rPr>
              <a:t>求</a:t>
            </a:r>
            <a:r>
              <a:rPr lang="zh-CN" altLang="en-US" b="1"/>
              <a:t>电荷线密度为</a:t>
            </a:r>
            <a:r>
              <a:rPr lang="zh-CN" altLang="en-US" b="1">
                <a:solidFill>
                  <a:srgbClr val="66CCFF"/>
                </a:solidFill>
                <a:sym typeface="Symbol" panose="05050102010706020507" pitchFamily="18" charset="2"/>
              </a:rPr>
              <a:t></a:t>
            </a:r>
            <a:r>
              <a:rPr lang="zh-CN" altLang="en-US" b="1"/>
              <a:t>的无限长带电直线空间中的电势分布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B30C1F8B-5866-392B-C428-E9CE5E3CA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90805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172036" name="Text Box 4">
            <a:extLst>
              <a:ext uri="{FF2B5EF4-FFF2-40B4-BE49-F238E27FC236}">
                <a16:creationId xmlns:a16="http://schemas.microsoft.com/office/drawing/2014/main" id="{61A02B5F-741D-B745-DDF9-E58F3EDB0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917575"/>
            <a:ext cx="3128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取无穷远为势能零点</a:t>
            </a:r>
          </a:p>
        </p:txBody>
      </p:sp>
      <p:sp>
        <p:nvSpPr>
          <p:cNvPr id="172037" name="Rectangle 5">
            <a:extLst>
              <a:ext uri="{FF2B5EF4-FFF2-40B4-BE49-F238E27FC236}">
                <a16:creationId xmlns:a16="http://schemas.microsoft.com/office/drawing/2014/main" id="{C9B23467-AD5F-0F8A-0D55-E1981A1F6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333375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graphicFrame>
        <p:nvGraphicFramePr>
          <p:cNvPr id="172038" name="Object 2">
            <a:extLst>
              <a:ext uri="{FF2B5EF4-FFF2-40B4-BE49-F238E27FC236}">
                <a16:creationId xmlns:a16="http://schemas.microsoft.com/office/drawing/2014/main" id="{0D10DD47-B0A0-A9B5-6FCE-F56BACC637C0}"/>
              </a:ext>
            </a:extLst>
          </p:cNvPr>
          <p:cNvGraphicFramePr>
            <a:graphicFrameLocks/>
          </p:cNvGraphicFramePr>
          <p:nvPr/>
        </p:nvGraphicFramePr>
        <p:xfrm>
          <a:off x="284163" y="1468438"/>
          <a:ext cx="15509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08822" imgH="876328" progId="Equation.3">
                  <p:embed/>
                </p:oleObj>
              </mc:Choice>
              <mc:Fallback>
                <p:oleObj name="公式" r:id="rId2" imgW="1508822" imgH="876328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3" y="1468438"/>
                        <a:ext cx="15509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03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9" name="Object 3">
            <a:extLst>
              <a:ext uri="{FF2B5EF4-FFF2-40B4-BE49-F238E27FC236}">
                <a16:creationId xmlns:a16="http://schemas.microsoft.com/office/drawing/2014/main" id="{9E88726D-C795-9CCB-222C-A8A72C73392F}"/>
              </a:ext>
            </a:extLst>
          </p:cNvPr>
          <p:cNvGraphicFramePr>
            <a:graphicFrameLocks/>
          </p:cNvGraphicFramePr>
          <p:nvPr/>
        </p:nvGraphicFramePr>
        <p:xfrm>
          <a:off x="2470150" y="1412875"/>
          <a:ext cx="18145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75553" imgH="1043912" progId="Equation.3">
                  <p:embed/>
                </p:oleObj>
              </mc:Choice>
              <mc:Fallback>
                <p:oleObj name="公式" r:id="rId4" imgW="1775553" imgH="1043912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1412875"/>
                        <a:ext cx="181451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0" name="Object 4">
            <a:extLst>
              <a:ext uri="{FF2B5EF4-FFF2-40B4-BE49-F238E27FC236}">
                <a16:creationId xmlns:a16="http://schemas.microsoft.com/office/drawing/2014/main" id="{2D1AF2EF-BC35-BCA3-1570-061745676562}"/>
              </a:ext>
            </a:extLst>
          </p:cNvPr>
          <p:cNvGraphicFramePr>
            <a:graphicFrameLocks/>
          </p:cNvGraphicFramePr>
          <p:nvPr/>
        </p:nvGraphicFramePr>
        <p:xfrm>
          <a:off x="4235450" y="1412875"/>
          <a:ext cx="1814513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75553" imgH="1081818" progId="Equation.3">
                  <p:embed/>
                </p:oleObj>
              </mc:Choice>
              <mc:Fallback>
                <p:oleObj name="公式" r:id="rId6" imgW="1775553" imgH="108181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50" y="1412875"/>
                        <a:ext cx="1814513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1" name="Object 5">
            <a:extLst>
              <a:ext uri="{FF2B5EF4-FFF2-40B4-BE49-F238E27FC236}">
                <a16:creationId xmlns:a16="http://schemas.microsoft.com/office/drawing/2014/main" id="{23681C1E-CCDA-5CF4-45B6-0B9CAD8DA684}"/>
              </a:ext>
            </a:extLst>
          </p:cNvPr>
          <p:cNvGraphicFramePr>
            <a:graphicFrameLocks/>
          </p:cNvGraphicFramePr>
          <p:nvPr/>
        </p:nvGraphicFramePr>
        <p:xfrm>
          <a:off x="6084888" y="1468438"/>
          <a:ext cx="28352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04160" imgH="876328" progId="Equation.3">
                  <p:embed/>
                </p:oleObj>
              </mc:Choice>
              <mc:Fallback>
                <p:oleObj name="公式" r:id="rId8" imgW="2804160" imgH="876328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1468438"/>
                        <a:ext cx="28352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42" name="Text Box 10">
            <a:extLst>
              <a:ext uri="{FF2B5EF4-FFF2-40B4-BE49-F238E27FC236}">
                <a16:creationId xmlns:a16="http://schemas.microsoft.com/office/drawing/2014/main" id="{25F748DA-1167-75C0-B3E3-5243B7F52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2565400"/>
            <a:ext cx="4981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取</a:t>
            </a:r>
            <a:r>
              <a:rPr lang="en-US" altLang="zh-CN" b="1" i="1"/>
              <a:t>a</a:t>
            </a:r>
            <a:r>
              <a:rPr lang="zh-CN" altLang="en-US" b="1"/>
              <a:t>点为电势零点</a:t>
            </a:r>
            <a:r>
              <a:rPr lang="en-US" altLang="zh-CN" b="1"/>
              <a:t>,</a:t>
            </a:r>
            <a:r>
              <a:rPr lang="en-US" altLang="zh-CN" b="1" i="1"/>
              <a:t>a</a:t>
            </a:r>
            <a:r>
              <a:rPr lang="zh-CN" altLang="en-US" b="1"/>
              <a:t>点距离直线为</a:t>
            </a:r>
            <a:r>
              <a:rPr lang="en-US" altLang="zh-CN" b="1" i="1"/>
              <a:t>x</a:t>
            </a:r>
            <a:r>
              <a:rPr lang="en-US" altLang="zh-CN" b="1" i="1" baseline="-10000"/>
              <a:t>a</a:t>
            </a:r>
            <a:endParaRPr lang="en-US" altLang="zh-CN" b="1"/>
          </a:p>
        </p:txBody>
      </p:sp>
      <p:graphicFrame>
        <p:nvGraphicFramePr>
          <p:cNvPr id="172043" name="Object 6">
            <a:extLst>
              <a:ext uri="{FF2B5EF4-FFF2-40B4-BE49-F238E27FC236}">
                <a16:creationId xmlns:a16="http://schemas.microsoft.com/office/drawing/2014/main" id="{3EC30E62-2A21-FACA-F04B-48384896D22F}"/>
              </a:ext>
            </a:extLst>
          </p:cNvPr>
          <p:cNvGraphicFramePr>
            <a:graphicFrameLocks/>
          </p:cNvGraphicFramePr>
          <p:nvPr/>
        </p:nvGraphicFramePr>
        <p:xfrm>
          <a:off x="957263" y="2982913"/>
          <a:ext cx="1814512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75553" imgH="1051394" progId="Equation.3">
                  <p:embed/>
                </p:oleObj>
              </mc:Choice>
              <mc:Fallback>
                <p:oleObj name="公式" r:id="rId10" imgW="1775553" imgH="1051394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3" y="2982913"/>
                        <a:ext cx="1814512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4" name="Object 7">
            <a:extLst>
              <a:ext uri="{FF2B5EF4-FFF2-40B4-BE49-F238E27FC236}">
                <a16:creationId xmlns:a16="http://schemas.microsoft.com/office/drawing/2014/main" id="{A62E8AEE-5DFD-4C10-3BFA-0A13DF1300B2}"/>
              </a:ext>
            </a:extLst>
          </p:cNvPr>
          <p:cNvGraphicFramePr>
            <a:graphicFrameLocks/>
          </p:cNvGraphicFramePr>
          <p:nvPr/>
        </p:nvGraphicFramePr>
        <p:xfrm>
          <a:off x="2843213" y="2924175"/>
          <a:ext cx="1814512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75553" imgH="1089799" progId="Equation.3">
                  <p:embed/>
                </p:oleObj>
              </mc:Choice>
              <mc:Fallback>
                <p:oleObj name="公式" r:id="rId12" imgW="1775553" imgH="1089799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924175"/>
                        <a:ext cx="1814512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5" name="Object 8">
            <a:extLst>
              <a:ext uri="{FF2B5EF4-FFF2-40B4-BE49-F238E27FC236}">
                <a16:creationId xmlns:a16="http://schemas.microsoft.com/office/drawing/2014/main" id="{BD56282C-63DB-FEC7-F166-576AF6E0DB80}"/>
              </a:ext>
            </a:extLst>
          </p:cNvPr>
          <p:cNvGraphicFramePr>
            <a:graphicFrameLocks/>
          </p:cNvGraphicFramePr>
          <p:nvPr/>
        </p:nvGraphicFramePr>
        <p:xfrm>
          <a:off x="1403350" y="3954463"/>
          <a:ext cx="29003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57407" imgH="876328" progId="Equation.3">
                  <p:embed/>
                </p:oleObj>
              </mc:Choice>
              <mc:Fallback>
                <p:oleObj name="公式" r:id="rId14" imgW="2857407" imgH="876328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954463"/>
                        <a:ext cx="290036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6" name="Object 9">
            <a:extLst>
              <a:ext uri="{FF2B5EF4-FFF2-40B4-BE49-F238E27FC236}">
                <a16:creationId xmlns:a16="http://schemas.microsoft.com/office/drawing/2014/main" id="{D99D1BBA-43B9-3BFC-2DD3-99CC28810547}"/>
              </a:ext>
            </a:extLst>
          </p:cNvPr>
          <p:cNvGraphicFramePr>
            <a:graphicFrameLocks/>
          </p:cNvGraphicFramePr>
          <p:nvPr/>
        </p:nvGraphicFramePr>
        <p:xfrm>
          <a:off x="812800" y="5157788"/>
          <a:ext cx="249713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461291" imgH="403999" progId="Equation.3">
                  <p:embed/>
                </p:oleObj>
              </mc:Choice>
              <mc:Fallback>
                <p:oleObj name="公式" r:id="rId16" imgW="2461291" imgH="403999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5157788"/>
                        <a:ext cx="2497138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47" name="Text Box 15">
            <a:extLst>
              <a:ext uri="{FF2B5EF4-FFF2-40B4-BE49-F238E27FC236}">
                <a16:creationId xmlns:a16="http://schemas.microsoft.com/office/drawing/2014/main" id="{C3267AA8-C8E6-AB9E-4DC0-8A4C4537D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7400" y="5132388"/>
            <a:ext cx="5132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场中任意一点</a:t>
            </a:r>
            <a:r>
              <a:rPr lang="en-US" altLang="zh-CN" b="1" i="1"/>
              <a:t>P</a:t>
            </a:r>
            <a:r>
              <a:rPr lang="zh-CN" altLang="en-US" b="1"/>
              <a:t>的电势表达式最简捷</a:t>
            </a:r>
          </a:p>
        </p:txBody>
      </p:sp>
      <p:graphicFrame>
        <p:nvGraphicFramePr>
          <p:cNvPr id="172048" name="Object 10">
            <a:extLst>
              <a:ext uri="{FF2B5EF4-FFF2-40B4-BE49-F238E27FC236}">
                <a16:creationId xmlns:a16="http://schemas.microsoft.com/office/drawing/2014/main" id="{DF3CC6FF-51BC-1A22-7D52-AF151C7CA4A1}"/>
              </a:ext>
            </a:extLst>
          </p:cNvPr>
          <p:cNvGraphicFramePr>
            <a:graphicFrameLocks/>
          </p:cNvGraphicFramePr>
          <p:nvPr/>
        </p:nvGraphicFramePr>
        <p:xfrm>
          <a:off x="2051050" y="5610225"/>
          <a:ext cx="2260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224916" imgH="876328" progId="Equation.3">
                  <p:embed/>
                </p:oleObj>
              </mc:Choice>
              <mc:Fallback>
                <p:oleObj name="公式" r:id="rId18" imgW="2224916" imgH="876328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610225"/>
                        <a:ext cx="2260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49" name="AutoShape 17">
            <a:extLst>
              <a:ext uri="{FF2B5EF4-FFF2-40B4-BE49-F238E27FC236}">
                <a16:creationId xmlns:a16="http://schemas.microsoft.com/office/drawing/2014/main" id="{57F61837-DBC0-FCEE-C90A-C3B6E3D57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0075" y="18065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rgbClr val="FFCCFF"/>
          </a:solidFill>
          <a:ln w="12700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ABE93B04-84DE-E798-BE18-4A55D790939C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851150"/>
            <a:ext cx="2743200" cy="2819400"/>
            <a:chOff x="3744" y="768"/>
            <a:chExt cx="1728" cy="1776"/>
          </a:xfrm>
        </p:grpSpPr>
        <p:grpSp>
          <p:nvGrpSpPr>
            <p:cNvPr id="8219" name="Group 19">
              <a:extLst>
                <a:ext uri="{FF2B5EF4-FFF2-40B4-BE49-F238E27FC236}">
                  <a16:creationId xmlns:a16="http://schemas.microsoft.com/office/drawing/2014/main" id="{C240F779-01CD-D5AB-BBC8-F7CA7FAB95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0" y="768"/>
              <a:ext cx="0" cy="1776"/>
              <a:chOff x="5232" y="2112"/>
              <a:chExt cx="0" cy="1776"/>
            </a:xfrm>
          </p:grpSpPr>
          <p:sp>
            <p:nvSpPr>
              <p:cNvPr id="8227" name="Line 20">
                <a:extLst>
                  <a:ext uri="{FF2B5EF4-FFF2-40B4-BE49-F238E27FC236}">
                    <a16:creationId xmlns:a16="http://schemas.microsoft.com/office/drawing/2014/main" id="{FE4EB077-41BF-67BC-4912-ECE7DC25C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2" y="2544"/>
                <a:ext cx="0" cy="864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8" name="Line 21">
                <a:extLst>
                  <a:ext uri="{FF2B5EF4-FFF2-40B4-BE49-F238E27FC236}">
                    <a16:creationId xmlns:a16="http://schemas.microsoft.com/office/drawing/2014/main" id="{2120AD94-C237-F5FB-ECFF-1B656C0511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2" y="3408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9" name="Line 22">
                <a:extLst>
                  <a:ext uri="{FF2B5EF4-FFF2-40B4-BE49-F238E27FC236}">
                    <a16:creationId xmlns:a16="http://schemas.microsoft.com/office/drawing/2014/main" id="{C0AEE843-9B43-EB4D-7155-35D28B533C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2" y="2112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220" name="Group 23">
              <a:extLst>
                <a:ext uri="{FF2B5EF4-FFF2-40B4-BE49-F238E27FC236}">
                  <a16:creationId xmlns:a16="http://schemas.microsoft.com/office/drawing/2014/main" id="{9EC2FDB9-3EA3-0F4F-AC59-9D7BEEA96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1152"/>
              <a:ext cx="1728" cy="384"/>
              <a:chOff x="3696" y="2496"/>
              <a:chExt cx="1728" cy="384"/>
            </a:xfrm>
          </p:grpSpPr>
          <p:sp>
            <p:nvSpPr>
              <p:cNvPr id="8224" name="Line 24">
                <a:extLst>
                  <a:ext uri="{FF2B5EF4-FFF2-40B4-BE49-F238E27FC236}">
                    <a16:creationId xmlns:a16="http://schemas.microsoft.com/office/drawing/2014/main" id="{C987798E-5E18-1919-CE99-97E7C36E7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4" y="2880"/>
                <a:ext cx="1680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5" name="Text Box 25">
                <a:extLst>
                  <a:ext uri="{FF2B5EF4-FFF2-40B4-BE49-F238E27FC236}">
                    <a16:creationId xmlns:a16="http://schemas.microsoft.com/office/drawing/2014/main" id="{95CAC98A-5F9E-B15A-5558-9E164E0C2D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496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X</a:t>
                </a:r>
                <a:endParaRPr lang="en-US" altLang="zh-CN" b="1">
                  <a:solidFill>
                    <a:srgbClr val="FFFF00"/>
                  </a:solidFill>
                </a:endParaRPr>
              </a:p>
            </p:txBody>
          </p:sp>
          <p:sp>
            <p:nvSpPr>
              <p:cNvPr id="8226" name="Text Box 26">
                <a:extLst>
                  <a:ext uri="{FF2B5EF4-FFF2-40B4-BE49-F238E27FC236}">
                    <a16:creationId xmlns:a16="http://schemas.microsoft.com/office/drawing/2014/main" id="{2C3E0DB7-CC21-46FC-2845-4ADC00014F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2592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O</a:t>
                </a:r>
                <a:endParaRPr lang="en-US" altLang="zh-CN" b="1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8221" name="Group 27">
              <a:extLst>
                <a:ext uri="{FF2B5EF4-FFF2-40B4-BE49-F238E27FC236}">
                  <a16:creationId xmlns:a16="http://schemas.microsoft.com/office/drawing/2014/main" id="{AE201F2C-5EAA-335B-BE9C-AA5808C998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1152"/>
              <a:ext cx="238" cy="501"/>
              <a:chOff x="4512" y="2496"/>
              <a:chExt cx="238" cy="501"/>
            </a:xfrm>
          </p:grpSpPr>
          <p:sp>
            <p:nvSpPr>
              <p:cNvPr id="8222" name="Rectangle 28">
                <a:extLst>
                  <a:ext uri="{FF2B5EF4-FFF2-40B4-BE49-F238E27FC236}">
                    <a16:creationId xmlns:a16="http://schemas.microsoft.com/office/drawing/2014/main" id="{39E25DA2-85E0-4F6F-E4DA-EC1E3CEC6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2747"/>
                <a:ext cx="1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rgbClr val="FFFF00"/>
                    </a:solidFill>
                    <a:sym typeface="Symbol" panose="05050102010706020507" pitchFamily="18" charset="2"/>
                  </a:rPr>
                  <a:t></a:t>
                </a:r>
                <a:endParaRPr lang="en-US" altLang="zh-CN" sz="2200" b="1">
                  <a:sym typeface="Symbol" panose="05050102010706020507" pitchFamily="18" charset="2"/>
                </a:endParaRPr>
              </a:p>
            </p:txBody>
          </p:sp>
          <p:sp>
            <p:nvSpPr>
              <p:cNvPr id="8223" name="Text Box 29">
                <a:extLst>
                  <a:ext uri="{FF2B5EF4-FFF2-40B4-BE49-F238E27FC236}">
                    <a16:creationId xmlns:a16="http://schemas.microsoft.com/office/drawing/2014/main" id="{596930DA-6536-E34E-D691-9AF5799461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2496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FF00"/>
                    </a:solidFill>
                  </a:rPr>
                  <a:t>P</a:t>
                </a:r>
                <a:endParaRPr lang="en-US" altLang="zh-CN" b="1">
                  <a:solidFill>
                    <a:srgbClr val="FFFF00"/>
                  </a:solidFill>
                </a:endParaRPr>
              </a:p>
            </p:txBody>
          </p:sp>
        </p:grpSp>
      </p:grpSp>
      <p:sp>
        <p:nvSpPr>
          <p:cNvPr id="172062" name="AutoShape 30">
            <a:extLst>
              <a:ext uri="{FF2B5EF4-FFF2-40B4-BE49-F238E27FC236}">
                <a16:creationId xmlns:a16="http://schemas.microsoft.com/office/drawing/2014/main" id="{21EBCD34-C470-3146-E118-40CBE1A3F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963" y="3644900"/>
            <a:ext cx="457200" cy="685800"/>
          </a:xfrm>
          <a:prstGeom prst="curvedLeftArrow">
            <a:avLst>
              <a:gd name="adj1" fmla="val 30000"/>
              <a:gd name="adj2" fmla="val 60000"/>
              <a:gd name="adj3" fmla="val 33333"/>
            </a:avLst>
          </a:prstGeom>
          <a:solidFill>
            <a:srgbClr val="FFCCFF"/>
          </a:solidFill>
          <a:ln w="12700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2063" name="AutoShape 31">
            <a:extLst>
              <a:ext uri="{FF2B5EF4-FFF2-40B4-BE49-F238E27FC236}">
                <a16:creationId xmlns:a16="http://schemas.microsoft.com/office/drawing/2014/main" id="{8E4ADFA4-B291-7F10-8D57-C49054749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5838825"/>
            <a:ext cx="2808288" cy="469900"/>
          </a:xfrm>
          <a:prstGeom prst="wedgeRectCallout">
            <a:avLst>
              <a:gd name="adj1" fmla="val -70069"/>
              <a:gd name="adj2" fmla="val -3380"/>
            </a:avLst>
          </a:prstGeom>
          <a:noFill/>
          <a:ln w="12700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离带电直线的距离</a:t>
            </a:r>
            <a:endParaRPr lang="zh-CN" altLang="en-US" b="1">
              <a:solidFill>
                <a:srgbClr val="00FFFF"/>
              </a:solidFill>
            </a:endParaRPr>
          </a:p>
        </p:txBody>
      </p:sp>
      <p:sp>
        <p:nvSpPr>
          <p:cNvPr id="172064" name="Text Box 32">
            <a:extLst>
              <a:ext uri="{FF2B5EF4-FFF2-40B4-BE49-F238E27FC236}">
                <a16:creationId xmlns:a16="http://schemas.microsoft.com/office/drawing/2014/main" id="{4D4B41BB-59CA-FD61-8FDB-BE8405C2C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152900"/>
            <a:ext cx="48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i="1" baseline="-10000"/>
              <a:t>p</a:t>
            </a:r>
            <a:endParaRPr lang="en-US" altLang="zh-CN" b="1">
              <a:solidFill>
                <a:srgbClr val="FFFF00"/>
              </a:solidFill>
            </a:endParaRPr>
          </a:p>
        </p:txBody>
      </p:sp>
      <p:grpSp>
        <p:nvGrpSpPr>
          <p:cNvPr id="6" name="Group 33">
            <a:extLst>
              <a:ext uri="{FF2B5EF4-FFF2-40B4-BE49-F238E27FC236}">
                <a16:creationId xmlns:a16="http://schemas.microsoft.com/office/drawing/2014/main" id="{942BEA57-CF81-C691-87D7-BCA87E830731}"/>
              </a:ext>
            </a:extLst>
          </p:cNvPr>
          <p:cNvGrpSpPr>
            <a:grpSpLocks/>
          </p:cNvGrpSpPr>
          <p:nvPr/>
        </p:nvGrpSpPr>
        <p:grpSpPr bwMode="auto">
          <a:xfrm>
            <a:off x="6577013" y="3408363"/>
            <a:ext cx="438150" cy="1243012"/>
            <a:chOff x="4143" y="1119"/>
            <a:chExt cx="276" cy="783"/>
          </a:xfrm>
        </p:grpSpPr>
        <p:grpSp>
          <p:nvGrpSpPr>
            <p:cNvPr id="8215" name="Group 34">
              <a:extLst>
                <a:ext uri="{FF2B5EF4-FFF2-40B4-BE49-F238E27FC236}">
                  <a16:creationId xmlns:a16="http://schemas.microsoft.com/office/drawing/2014/main" id="{8A806E89-D8C9-9F32-2BE6-C4925EAD57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1119"/>
              <a:ext cx="212" cy="527"/>
              <a:chOff x="4128" y="2470"/>
              <a:chExt cx="212" cy="527"/>
            </a:xfrm>
          </p:grpSpPr>
          <p:sp>
            <p:nvSpPr>
              <p:cNvPr id="8217" name="Rectangle 35">
                <a:extLst>
                  <a:ext uri="{FF2B5EF4-FFF2-40B4-BE49-F238E27FC236}">
                    <a16:creationId xmlns:a16="http://schemas.microsoft.com/office/drawing/2014/main" id="{B1B9FEEA-F854-13B6-6303-F36AA1F53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747"/>
                <a:ext cx="1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rgbClr val="FFFF00"/>
                    </a:solidFill>
                    <a:sym typeface="Symbol" panose="05050102010706020507" pitchFamily="18" charset="2"/>
                  </a:rPr>
                  <a:t></a:t>
                </a:r>
                <a:endParaRPr lang="en-US" altLang="zh-CN" sz="2200" b="1">
                  <a:sym typeface="Symbol" panose="05050102010706020507" pitchFamily="18" charset="2"/>
                </a:endParaRPr>
              </a:p>
            </p:txBody>
          </p:sp>
          <p:sp>
            <p:nvSpPr>
              <p:cNvPr id="8218" name="Text Box 36">
                <a:extLst>
                  <a:ext uri="{FF2B5EF4-FFF2-40B4-BE49-F238E27FC236}">
                    <a16:creationId xmlns:a16="http://schemas.microsoft.com/office/drawing/2014/main" id="{D749903B-2B6F-0C2F-9B55-32265B02B3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8" y="247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FF00"/>
                    </a:solidFill>
                  </a:rPr>
                  <a:t>a</a:t>
                </a:r>
                <a:endParaRPr lang="en-US" altLang="zh-CN" b="1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8216" name="Rectangle 37">
              <a:extLst>
                <a:ext uri="{FF2B5EF4-FFF2-40B4-BE49-F238E27FC236}">
                  <a16:creationId xmlns:a16="http://schemas.microsoft.com/office/drawing/2014/main" id="{AF56F6F7-2BDC-0648-DD27-0762DC660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" y="1614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FF00"/>
                  </a:solidFill>
                </a:rPr>
                <a:t>x</a:t>
              </a:r>
              <a:r>
                <a:rPr lang="en-US" altLang="zh-CN" b="1" i="1" baseline="-10000">
                  <a:solidFill>
                    <a:srgbClr val="FFFF00"/>
                  </a:solidFill>
                </a:rPr>
                <a:t>a</a:t>
              </a:r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7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1" dur="500"/>
                                        <p:tgtEl>
                                          <p:spTgt spid="17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7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7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7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7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utoUpdateAnimBg="0"/>
      <p:bldP spid="172035" grpId="0" autoUpdateAnimBg="0"/>
      <p:bldP spid="172036" grpId="0" autoUpdateAnimBg="0"/>
      <p:bldP spid="172037" grpId="0" autoUpdateAnimBg="0"/>
      <p:bldP spid="172042" grpId="0" autoUpdateAnimBg="0"/>
      <p:bldP spid="172047" grpId="0" autoUpdateAnimBg="0"/>
      <p:bldP spid="172049" grpId="0" animBg="1"/>
      <p:bldP spid="172062" grpId="0" animBg="1"/>
      <p:bldP spid="172063" grpId="0" animBg="1" autoUpdateAnimBg="0"/>
      <p:bldP spid="17206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082" name="Object 2">
            <a:extLst>
              <a:ext uri="{FF2B5EF4-FFF2-40B4-BE49-F238E27FC236}">
                <a16:creationId xmlns:a16="http://schemas.microsoft.com/office/drawing/2014/main" id="{C4ADBD24-96A5-53A2-8A31-0BA3DBA0C8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1225" y="3527425"/>
          <a:ext cx="27162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82240" imgH="800017" progId="Equation.3">
                  <p:embed/>
                </p:oleObj>
              </mc:Choice>
              <mc:Fallback>
                <p:oleObj name="公式" r:id="rId2" imgW="2682240" imgH="80001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3527425"/>
                        <a:ext cx="27162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3" name="Text Box 3">
            <a:extLst>
              <a:ext uri="{FF2B5EF4-FFF2-40B4-BE49-F238E27FC236}">
                <a16:creationId xmlns:a16="http://schemas.microsoft.com/office/drawing/2014/main" id="{D92F0BAB-8006-6A05-AE9F-3E2D43B3B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60350"/>
            <a:ext cx="5410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例 </a:t>
            </a:r>
            <a:r>
              <a:rPr lang="zh-CN" altLang="en-US" b="1">
                <a:solidFill>
                  <a:srgbClr val="00FF00"/>
                </a:solidFill>
              </a:rPr>
              <a:t>半径为</a:t>
            </a:r>
            <a:r>
              <a:rPr lang="en-US" altLang="zh-CN" b="1" i="1"/>
              <a:t>R</a:t>
            </a:r>
            <a:r>
              <a:rPr lang="zh-CN" altLang="en-US" b="1">
                <a:solidFill>
                  <a:srgbClr val="00FF00"/>
                </a:solidFill>
              </a:rPr>
              <a:t>的“</a:t>
            </a:r>
            <a:r>
              <a:rPr lang="zh-CN" altLang="en-US" b="1">
                <a:solidFill>
                  <a:srgbClr val="66FFFF"/>
                </a:solidFill>
              </a:rPr>
              <a:t>无限长</a:t>
            </a:r>
            <a:r>
              <a:rPr lang="zh-CN" altLang="en-US" b="1">
                <a:solidFill>
                  <a:srgbClr val="00FF00"/>
                </a:solidFill>
              </a:rPr>
              <a:t>”圆柱体内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FF00"/>
                </a:solidFill>
              </a:rPr>
              <a:t>         均 匀 带电，电荷体密度为 </a:t>
            </a:r>
            <a:r>
              <a:rPr lang="zh-CN" altLang="en-US" b="1" i="1">
                <a:sym typeface="Symbol" panose="05050102010706020507" pitchFamily="18" charset="2"/>
              </a:rPr>
              <a:t></a:t>
            </a:r>
            <a:r>
              <a:rPr lang="zh-CN" altLang="en-US" b="1" i="1"/>
              <a:t> </a:t>
            </a:r>
            <a:r>
              <a:rPr lang="zh-CN" altLang="en-US" b="1">
                <a:solidFill>
                  <a:srgbClr val="00FF00"/>
                </a:solidFill>
              </a:rPr>
              <a:t>  。 </a:t>
            </a:r>
            <a:r>
              <a:rPr lang="zh-CN" altLang="en-US" b="1"/>
              <a:t> </a:t>
            </a:r>
            <a:r>
              <a:rPr lang="zh-CN" altLang="en-US" b="1">
                <a:solidFill>
                  <a:srgbClr val="00FF00"/>
                </a:solidFill>
              </a:rPr>
              <a:t>   </a:t>
            </a:r>
            <a:r>
              <a:rPr lang="zh-CN" altLang="en-US" b="1"/>
              <a:t> </a:t>
            </a:r>
            <a:r>
              <a:rPr lang="zh-CN" altLang="en-US" b="1">
                <a:solidFill>
                  <a:srgbClr val="00FF00"/>
                </a:solidFill>
              </a:rPr>
              <a:t>   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FF00"/>
                </a:solidFill>
              </a:rPr>
              <a:t>       </a:t>
            </a:r>
            <a:r>
              <a:rPr lang="zh-CN" altLang="en-US" b="1"/>
              <a:t>试求它所产生的电场和电势</a:t>
            </a:r>
            <a:r>
              <a:rPr lang="en-US" altLang="zh-CN" b="1"/>
              <a:t>.</a:t>
            </a:r>
          </a:p>
        </p:txBody>
      </p:sp>
      <p:sp>
        <p:nvSpPr>
          <p:cNvPr id="174084" name="Rectangle 4">
            <a:extLst>
              <a:ext uri="{FF2B5EF4-FFF2-40B4-BE49-F238E27FC236}">
                <a16:creationId xmlns:a16="http://schemas.microsoft.com/office/drawing/2014/main" id="{9EA302D3-CB94-29E3-5DD5-AF2BB0BD3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365625"/>
            <a:ext cx="5102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其电势分布为</a:t>
            </a:r>
            <a:r>
              <a:rPr lang="en-US" altLang="zh-CN" b="1"/>
              <a:t>(</a:t>
            </a:r>
            <a:r>
              <a:rPr lang="zh-CN" altLang="en-US" b="1">
                <a:solidFill>
                  <a:srgbClr val="00FFCC"/>
                </a:solidFill>
              </a:rPr>
              <a:t>取轴线为零电势点</a:t>
            </a:r>
            <a:r>
              <a:rPr lang="en-US" altLang="zh-CN" b="1"/>
              <a:t>)</a:t>
            </a:r>
          </a:p>
        </p:txBody>
      </p:sp>
      <p:graphicFrame>
        <p:nvGraphicFramePr>
          <p:cNvPr id="174085" name="Object 3">
            <a:extLst>
              <a:ext uri="{FF2B5EF4-FFF2-40B4-BE49-F238E27FC236}">
                <a16:creationId xmlns:a16="http://schemas.microsoft.com/office/drawing/2014/main" id="{4032E7F9-4C32-398A-5B12-7A7D80FB38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2188" y="4789488"/>
          <a:ext cx="29321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95724" imgH="762111" progId="Equation.3">
                  <p:embed/>
                </p:oleObj>
              </mc:Choice>
              <mc:Fallback>
                <p:oleObj name="公式" r:id="rId4" imgW="2895724" imgH="76211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4789488"/>
                        <a:ext cx="293211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6" name="Object 4">
            <a:extLst>
              <a:ext uri="{FF2B5EF4-FFF2-40B4-BE49-F238E27FC236}">
                <a16:creationId xmlns:a16="http://schemas.microsoft.com/office/drawing/2014/main" id="{87B80828-13C8-5CC7-947D-F384B09354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6788" y="5686425"/>
          <a:ext cx="33893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353049" imgH="800017" progId="Equation.3">
                  <p:embed/>
                </p:oleObj>
              </mc:Choice>
              <mc:Fallback>
                <p:oleObj name="公式" r:id="rId6" imgW="3353049" imgH="80001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5686425"/>
                        <a:ext cx="33893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7" name="Object 5">
            <a:extLst>
              <a:ext uri="{FF2B5EF4-FFF2-40B4-BE49-F238E27FC236}">
                <a16:creationId xmlns:a16="http://schemas.microsoft.com/office/drawing/2014/main" id="{1A5892E7-B70C-7299-19AE-C15542E123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562600"/>
          <a:ext cx="29337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57518" imgH="418961" progId="Equation.3">
                  <p:embed/>
                </p:oleObj>
              </mc:Choice>
              <mc:Fallback>
                <p:oleObj r:id="rId8" imgW="1257518" imgH="41896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562600"/>
                        <a:ext cx="2933700" cy="1035050"/>
                      </a:xfrm>
                      <a:prstGeom prst="rect">
                        <a:avLst/>
                      </a:prstGeom>
                      <a:solidFill>
                        <a:srgbClr val="0099CC">
                          <a:alpha val="30196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8" name="Object 6">
            <a:extLst>
              <a:ext uri="{FF2B5EF4-FFF2-40B4-BE49-F238E27FC236}">
                <a16:creationId xmlns:a16="http://schemas.microsoft.com/office/drawing/2014/main" id="{9705B379-D20F-3158-6DF0-03173EE84A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64100"/>
          <a:ext cx="10287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42869" imgH="129679" progId="Equation.3">
                  <p:embed/>
                </p:oleObj>
              </mc:Choice>
              <mc:Fallback>
                <p:oleObj r:id="rId10" imgW="342869" imgH="12967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64100"/>
                        <a:ext cx="102870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9" name="Object 7">
            <a:extLst>
              <a:ext uri="{FF2B5EF4-FFF2-40B4-BE49-F238E27FC236}">
                <a16:creationId xmlns:a16="http://schemas.microsoft.com/office/drawing/2014/main" id="{48869F89-7B16-C603-E2AA-B9F233CC00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5943600"/>
          <a:ext cx="8763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42869" imgH="129679" progId="Equation.3">
                  <p:embed/>
                </p:oleObj>
              </mc:Choice>
              <mc:Fallback>
                <p:oleObj r:id="rId12" imgW="342869" imgH="12967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943600"/>
                        <a:ext cx="87630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90" name="AutoShape 10">
            <a:extLst>
              <a:ext uri="{FF2B5EF4-FFF2-40B4-BE49-F238E27FC236}">
                <a16:creationId xmlns:a16="http://schemas.microsoft.com/office/drawing/2014/main" id="{204C4C0B-E4D1-7BB4-085A-12001CB1C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838200"/>
            <a:ext cx="1295400" cy="3276600"/>
          </a:xfrm>
          <a:prstGeom prst="can">
            <a:avLst>
              <a:gd name="adj" fmla="val 4449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4CB35EFD-B52A-8361-418E-3D7417B94076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366713"/>
            <a:ext cx="9525" cy="4524375"/>
            <a:chOff x="4725" y="231"/>
            <a:chExt cx="6" cy="2850"/>
          </a:xfrm>
        </p:grpSpPr>
        <p:sp>
          <p:nvSpPr>
            <p:cNvPr id="9241" name="Line 12">
              <a:extLst>
                <a:ext uri="{FF2B5EF4-FFF2-40B4-BE49-F238E27FC236}">
                  <a16:creationId xmlns:a16="http://schemas.microsoft.com/office/drawing/2014/main" id="{65811011-8A9F-F85F-266A-02B60DC89A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1" y="720"/>
              <a:ext cx="0" cy="187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2" name="Line 13">
              <a:extLst>
                <a:ext uri="{FF2B5EF4-FFF2-40B4-BE49-F238E27FC236}">
                  <a16:creationId xmlns:a16="http://schemas.microsoft.com/office/drawing/2014/main" id="{78ECB0E2-8AFD-059A-A5D2-F7D9BB8C1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1" y="231"/>
              <a:ext cx="0" cy="48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3" name="Line 14">
              <a:extLst>
                <a:ext uri="{FF2B5EF4-FFF2-40B4-BE49-F238E27FC236}">
                  <a16:creationId xmlns:a16="http://schemas.microsoft.com/office/drawing/2014/main" id="{4344AD0B-A384-A609-06F4-CBDAC3EA76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5" y="2601"/>
              <a:ext cx="0" cy="48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095" name="Line 15">
            <a:extLst>
              <a:ext uri="{FF2B5EF4-FFF2-40B4-BE49-F238E27FC236}">
                <a16:creationId xmlns:a16="http://schemas.microsoft.com/office/drawing/2014/main" id="{BFDEAE20-7B9A-4BFE-2709-C3D2323B1F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4225" y="990600"/>
            <a:ext cx="533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096" name="Text Box 16">
            <a:extLst>
              <a:ext uri="{FF2B5EF4-FFF2-40B4-BE49-F238E27FC236}">
                <a16:creationId xmlns:a16="http://schemas.microsoft.com/office/drawing/2014/main" id="{B234EC2F-A785-96E8-985A-6C0AF8EA9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25" y="962025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0000FF"/>
                </a:solidFill>
              </a:rPr>
              <a:t>R</a:t>
            </a:r>
          </a:p>
        </p:txBody>
      </p:sp>
      <p:sp>
        <p:nvSpPr>
          <p:cNvPr id="174097" name="Line 17">
            <a:extLst>
              <a:ext uri="{FF2B5EF4-FFF2-40B4-BE49-F238E27FC236}">
                <a16:creationId xmlns:a16="http://schemas.microsoft.com/office/drawing/2014/main" id="{9D2C7E2B-54AA-A23C-36AF-9D7F9198AF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4225" y="2590800"/>
            <a:ext cx="13716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098" name="Text Box 18">
            <a:extLst>
              <a:ext uri="{FF2B5EF4-FFF2-40B4-BE49-F238E27FC236}">
                <a16:creationId xmlns:a16="http://schemas.microsoft.com/office/drawing/2014/main" id="{FCA64753-E743-63FB-2843-C46975CA2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1025" y="2492375"/>
            <a:ext cx="342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i="1"/>
              <a:t>r</a:t>
            </a:r>
          </a:p>
        </p:txBody>
      </p:sp>
      <p:sp>
        <p:nvSpPr>
          <p:cNvPr id="174099" name="Oval 19">
            <a:extLst>
              <a:ext uri="{FF2B5EF4-FFF2-40B4-BE49-F238E27FC236}">
                <a16:creationId xmlns:a16="http://schemas.microsoft.com/office/drawing/2014/main" id="{045369C4-7E28-BD02-73CF-4630A38CF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4825" y="25574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00" name="Oval 20">
            <a:extLst>
              <a:ext uri="{FF2B5EF4-FFF2-40B4-BE49-F238E27FC236}">
                <a16:creationId xmlns:a16="http://schemas.microsoft.com/office/drawing/2014/main" id="{19DE9DB9-CB39-F1B2-6BAA-2FC9E6172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5225" y="2557463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01" name="AutoShape 21">
            <a:extLst>
              <a:ext uri="{FF2B5EF4-FFF2-40B4-BE49-F238E27FC236}">
                <a16:creationId xmlns:a16="http://schemas.microsoft.com/office/drawing/2014/main" id="{9BA78906-CC89-3125-B9E7-5A59D6B5E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905000"/>
            <a:ext cx="838200" cy="1447800"/>
          </a:xfrm>
          <a:prstGeom prst="can">
            <a:avLst>
              <a:gd name="adj" fmla="val 46780"/>
            </a:avLst>
          </a:prstGeom>
          <a:solidFill>
            <a:schemeClr val="bg2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02" name="AutoShape 22">
            <a:extLst>
              <a:ext uri="{FF2B5EF4-FFF2-40B4-BE49-F238E27FC236}">
                <a16:creationId xmlns:a16="http://schemas.microsoft.com/office/drawing/2014/main" id="{5788706D-5C19-E001-1E4B-31DCFC286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643063"/>
            <a:ext cx="2133600" cy="1905000"/>
          </a:xfrm>
          <a:prstGeom prst="can">
            <a:avLst>
              <a:gd name="adj" fmla="val 45500"/>
            </a:avLst>
          </a:prstGeom>
          <a:solidFill>
            <a:srgbClr val="80808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03" name="AutoShape 23">
            <a:extLst>
              <a:ext uri="{FF2B5EF4-FFF2-40B4-BE49-F238E27FC236}">
                <a16:creationId xmlns:a16="http://schemas.microsoft.com/office/drawing/2014/main" id="{1C431357-AC02-B7F5-742B-18E513582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838200"/>
            <a:ext cx="1295400" cy="3276600"/>
          </a:xfrm>
          <a:prstGeom prst="can">
            <a:avLst>
              <a:gd name="adj" fmla="val 44487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4104" name="Object 8">
            <a:extLst>
              <a:ext uri="{FF2B5EF4-FFF2-40B4-BE49-F238E27FC236}">
                <a16:creationId xmlns:a16="http://schemas.microsoft.com/office/drawing/2014/main" id="{47F40408-4876-0B90-2B2A-EDA78FDACB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701925"/>
          <a:ext cx="26162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86124" imgH="762111" progId="Equation.3">
                  <p:embed/>
                </p:oleObj>
              </mc:Choice>
              <mc:Fallback>
                <p:oleObj name="公式" r:id="rId14" imgW="2286124" imgH="76211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701925"/>
                        <a:ext cx="2616200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05" name="Rectangle 25">
            <a:extLst>
              <a:ext uri="{FF2B5EF4-FFF2-40B4-BE49-F238E27FC236}">
                <a16:creationId xmlns:a16="http://schemas.microsoft.com/office/drawing/2014/main" id="{936EF369-7687-DD77-23A4-D1A4AD4EB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1916113"/>
            <a:ext cx="493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解</a:t>
            </a:r>
          </a:p>
        </p:txBody>
      </p:sp>
      <p:pic>
        <p:nvPicPr>
          <p:cNvPr id="174106" name="Picture 26" descr="j0293240">
            <a:extLst>
              <a:ext uri="{FF2B5EF4-FFF2-40B4-BE49-F238E27FC236}">
                <a16:creationId xmlns:a16="http://schemas.microsoft.com/office/drawing/2014/main" id="{AE2A8494-6FC9-2D30-EE43-2003A442B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4107" name="Object 9">
            <a:extLst>
              <a:ext uri="{FF2B5EF4-FFF2-40B4-BE49-F238E27FC236}">
                <a16:creationId xmlns:a16="http://schemas.microsoft.com/office/drawing/2014/main" id="{519BAF55-C192-6056-54B0-5DAA2052F2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844675"/>
          <a:ext cx="36242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3177384" imgH="800017" progId="Equation.3">
                  <p:embed/>
                </p:oleObj>
              </mc:Choice>
              <mc:Fallback>
                <p:oleObj name="公式" r:id="rId17" imgW="3177384" imgH="80001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844675"/>
                        <a:ext cx="362426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7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7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7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7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7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7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7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7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7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autoUpdateAnimBg="0"/>
      <p:bldP spid="174084" grpId="0" autoUpdateAnimBg="0"/>
      <p:bldP spid="174090" grpId="0" animBg="1"/>
      <p:bldP spid="174096" grpId="0" autoUpdateAnimBg="0"/>
      <p:bldP spid="174098" grpId="0" autoUpdateAnimBg="0"/>
      <p:bldP spid="174099" grpId="0" animBg="1"/>
      <p:bldP spid="174100" grpId="0" animBg="1"/>
      <p:bldP spid="174101" grpId="0" animBg="1"/>
      <p:bldP spid="174102" grpId="0" animBg="1"/>
      <p:bldP spid="174103" grpId="0" animBg="1"/>
      <p:bldP spid="17410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2A398FE6-A0C9-E1FC-5607-B80A81D6B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04813"/>
            <a:ext cx="693420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</a:rPr>
              <a:t>例   如图所示，球体半径为</a:t>
            </a:r>
            <a:r>
              <a:rPr lang="en-US" altLang="zh-CN" b="1">
                <a:solidFill>
                  <a:srgbClr val="FFFF00"/>
                </a:solidFill>
              </a:rPr>
              <a:t>R</a:t>
            </a:r>
            <a:r>
              <a:rPr lang="zh-CN" altLang="en-US" b="1">
                <a:solidFill>
                  <a:srgbClr val="FFFF00"/>
                </a:solidFill>
              </a:rPr>
              <a:t>，</a:t>
            </a:r>
            <a:r>
              <a:rPr lang="zh-CN" altLang="en-US" b="1">
                <a:solidFill>
                  <a:srgbClr val="FF3300"/>
                </a:solidFill>
              </a:rPr>
              <a:t>均匀</a:t>
            </a:r>
            <a:r>
              <a:rPr lang="zh-CN" altLang="en-US" b="1">
                <a:solidFill>
                  <a:srgbClr val="FFFF00"/>
                </a:solidFill>
              </a:rPr>
              <a:t>带</a:t>
            </a:r>
          </a:p>
          <a:p>
            <a:pPr algn="l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</a:rPr>
              <a:t>       电量</a:t>
            </a:r>
            <a:r>
              <a:rPr lang="en-US" altLang="zh-CN" b="1">
                <a:solidFill>
                  <a:srgbClr val="FFFF00"/>
                </a:solidFill>
              </a:rPr>
              <a:t>Q</a:t>
            </a:r>
            <a:r>
              <a:rPr lang="zh-CN" altLang="en-US" b="1">
                <a:solidFill>
                  <a:srgbClr val="FFFF00"/>
                </a:solidFill>
              </a:rPr>
              <a:t>，细杆长</a:t>
            </a:r>
            <a:r>
              <a:rPr lang="en-US" altLang="zh-CN" sz="2800" b="1" i="1">
                <a:solidFill>
                  <a:srgbClr val="FFFF00"/>
                </a:solidFill>
              </a:rPr>
              <a:t>l</a:t>
            </a:r>
            <a:r>
              <a:rPr lang="zh-CN" altLang="en-US" sz="2800" b="1" i="1">
                <a:solidFill>
                  <a:srgbClr val="FFFF00"/>
                </a:solidFill>
              </a:rPr>
              <a:t>，</a:t>
            </a:r>
            <a:r>
              <a:rPr lang="zh-CN" altLang="en-US" sz="2800" b="1">
                <a:solidFill>
                  <a:srgbClr val="FF3300"/>
                </a:solidFill>
              </a:rPr>
              <a:t>均匀</a:t>
            </a:r>
            <a:r>
              <a:rPr lang="zh-CN" altLang="en-US" b="1">
                <a:solidFill>
                  <a:srgbClr val="FFFF00"/>
                </a:solidFill>
              </a:rPr>
              <a:t>带电量</a:t>
            </a:r>
            <a:r>
              <a:rPr lang="en-US" altLang="zh-CN" sz="2800" b="1" i="1">
                <a:solidFill>
                  <a:srgbClr val="FFFF00"/>
                </a:solidFill>
              </a:rPr>
              <a:t>q</a:t>
            </a:r>
            <a:r>
              <a:rPr lang="zh-CN" altLang="en-US" sz="2800" b="1" i="1">
                <a:solidFill>
                  <a:srgbClr val="FFFF00"/>
                </a:solidFill>
              </a:rPr>
              <a:t>。</a:t>
            </a:r>
          </a:p>
        </p:txBody>
      </p:sp>
      <p:pic>
        <p:nvPicPr>
          <p:cNvPr id="152579" name="Picture 3" descr="art16">
            <a:extLst>
              <a:ext uri="{FF2B5EF4-FFF2-40B4-BE49-F238E27FC236}">
                <a16:creationId xmlns:a16="http://schemas.microsoft.com/office/drawing/2014/main" id="{9514B961-5137-3807-266C-90ABF75E2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450" y="481013"/>
            <a:ext cx="3206750" cy="196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80" name="Rectangle 4">
            <a:extLst>
              <a:ext uri="{FF2B5EF4-FFF2-40B4-BE49-F238E27FC236}">
                <a16:creationId xmlns:a16="http://schemas.microsoft.com/office/drawing/2014/main" id="{AC99E2D1-5F25-3FE5-B321-B3E3A45AE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125538"/>
            <a:ext cx="1066800" cy="461962"/>
          </a:xfrm>
          <a:prstGeom prst="rect">
            <a:avLst/>
          </a:prstGeom>
          <a:noFill/>
          <a:ln w="28575" cap="rnd">
            <a:solidFill>
              <a:srgbClr val="0000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endParaRPr lang="zh-CN" altLang="en-US"/>
          </a:p>
        </p:txBody>
      </p:sp>
      <p:sp>
        <p:nvSpPr>
          <p:cNvPr id="152581" name="Text Box 5">
            <a:extLst>
              <a:ext uri="{FF2B5EF4-FFF2-40B4-BE49-F238E27FC236}">
                <a16:creationId xmlns:a16="http://schemas.microsoft.com/office/drawing/2014/main" id="{35E994E2-B36D-F1B9-0B07-4ACDBE594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688975"/>
            <a:ext cx="457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3200" b="1" i="1"/>
              <a:t>q</a:t>
            </a:r>
          </a:p>
        </p:txBody>
      </p:sp>
      <p:sp>
        <p:nvSpPr>
          <p:cNvPr id="152582" name="Rectangle 6">
            <a:extLst>
              <a:ext uri="{FF2B5EF4-FFF2-40B4-BE49-F238E27FC236}">
                <a16:creationId xmlns:a16="http://schemas.microsoft.com/office/drawing/2014/main" id="{718A3971-11C6-4D59-8691-3AED4157D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403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</a:rPr>
              <a:t>解（</a:t>
            </a:r>
            <a:r>
              <a:rPr lang="en-US" altLang="zh-CN" b="1">
                <a:solidFill>
                  <a:srgbClr val="FFFF00"/>
                </a:solidFill>
              </a:rPr>
              <a:t>1</a:t>
            </a:r>
            <a:r>
              <a:rPr lang="zh-CN" altLang="en-US" b="1">
                <a:solidFill>
                  <a:srgbClr val="FFFF00"/>
                </a:solidFill>
              </a:rPr>
              <a:t>）</a:t>
            </a:r>
          </a:p>
        </p:txBody>
      </p:sp>
      <p:sp>
        <p:nvSpPr>
          <p:cNvPr id="152583" name="Rectangle 7">
            <a:extLst>
              <a:ext uri="{FF2B5EF4-FFF2-40B4-BE49-F238E27FC236}">
                <a16:creationId xmlns:a16="http://schemas.microsoft.com/office/drawing/2014/main" id="{FAC89BDD-A3CD-902B-6DD2-EEFCFD2DF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900" y="1111250"/>
            <a:ext cx="107950" cy="461963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endParaRPr lang="zh-CN" altLang="en-US"/>
          </a:p>
        </p:txBody>
      </p:sp>
      <p:sp>
        <p:nvSpPr>
          <p:cNvPr id="152584" name="Text Box 8">
            <a:extLst>
              <a:ext uri="{FF2B5EF4-FFF2-40B4-BE49-F238E27FC236}">
                <a16:creationId xmlns:a16="http://schemas.microsoft.com/office/drawing/2014/main" id="{93D59A6E-22A1-60BF-FCFE-3D2E4EEA7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319213"/>
            <a:ext cx="1600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dr</a:t>
            </a:r>
            <a:endParaRPr lang="en-US" altLang="zh-CN" b="1" i="1">
              <a:solidFill>
                <a:schemeClr val="tx1"/>
              </a:solidFill>
            </a:endParaRPr>
          </a:p>
        </p:txBody>
      </p:sp>
      <p:sp>
        <p:nvSpPr>
          <p:cNvPr id="152585" name="Text Box 9">
            <a:extLst>
              <a:ext uri="{FF2B5EF4-FFF2-40B4-BE49-F238E27FC236}">
                <a16:creationId xmlns:a16="http://schemas.microsoft.com/office/drawing/2014/main" id="{B10DB611-03E7-5D0E-A49E-3A62399DA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876300"/>
            <a:ext cx="32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2800" b="1" i="1">
                <a:solidFill>
                  <a:schemeClr val="tx1"/>
                </a:solidFill>
                <a:latin typeface="Book Antiqua" panose="02040602050305030304" pitchFamily="18" charset="0"/>
              </a:rPr>
              <a:t>r</a:t>
            </a:r>
          </a:p>
        </p:txBody>
      </p:sp>
      <p:graphicFrame>
        <p:nvGraphicFramePr>
          <p:cNvPr id="152586" name="Object 2">
            <a:extLst>
              <a:ext uri="{FF2B5EF4-FFF2-40B4-BE49-F238E27FC236}">
                <a16:creationId xmlns:a16="http://schemas.microsoft.com/office/drawing/2014/main" id="{3171E9E0-CD7B-AEFC-C821-F2B20D1BE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6175" y="3219450"/>
          <a:ext cx="248920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800" imgH="431640" progId="Equation.3">
                  <p:embed/>
                </p:oleObj>
              </mc:Choice>
              <mc:Fallback>
                <p:oleObj name="Equation" r:id="rId3" imgW="1180800" imgH="431640" progId="Equation.3">
                  <p:embed/>
                  <p:pic>
                    <p:nvPicPr>
                      <p:cNvPr id="152586" name="Object 2">
                        <a:extLst>
                          <a:ext uri="{FF2B5EF4-FFF2-40B4-BE49-F238E27FC236}">
                            <a16:creationId xmlns:a16="http://schemas.microsoft.com/office/drawing/2014/main" id="{3171E9E0-CD7B-AEFC-C821-F2B20D1BEC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5" y="3219450"/>
                        <a:ext cx="2489200" cy="903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7" name="Object 3">
            <a:extLst>
              <a:ext uri="{FF2B5EF4-FFF2-40B4-BE49-F238E27FC236}">
                <a16:creationId xmlns:a16="http://schemas.microsoft.com/office/drawing/2014/main" id="{36E444A1-9C0D-9D6B-6832-0E6377A606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5425" y="3219450"/>
          <a:ext cx="44005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73040" imgH="431640" progId="Equation.3">
                  <p:embed/>
                </p:oleObj>
              </mc:Choice>
              <mc:Fallback>
                <p:oleObj name="Equation" r:id="rId5" imgW="2273040" imgH="431640" progId="Equation.3">
                  <p:embed/>
                  <p:pic>
                    <p:nvPicPr>
                      <p:cNvPr id="152587" name="Object 3">
                        <a:extLst>
                          <a:ext uri="{FF2B5EF4-FFF2-40B4-BE49-F238E27FC236}">
                            <a16:creationId xmlns:a16="http://schemas.microsoft.com/office/drawing/2014/main" id="{36E444A1-9C0D-9D6B-6832-0E6377A606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425" y="3219450"/>
                        <a:ext cx="440055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8" name="AutoShape 12">
            <a:extLst>
              <a:ext uri="{FF2B5EF4-FFF2-40B4-BE49-F238E27FC236}">
                <a16:creationId xmlns:a16="http://schemas.microsoft.com/office/drawing/2014/main" id="{186F66E6-B255-2A20-8336-034302A39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575" y="3179763"/>
            <a:ext cx="220663" cy="917575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FF0000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endParaRPr lang="zh-CN" altLang="en-US"/>
          </a:p>
        </p:txBody>
      </p:sp>
      <p:sp>
        <p:nvSpPr>
          <p:cNvPr id="152589" name="Rectangle 13">
            <a:extLst>
              <a:ext uri="{FF2B5EF4-FFF2-40B4-BE49-F238E27FC236}">
                <a16:creationId xmlns:a16="http://schemas.microsoft.com/office/drawing/2014/main" id="{AA4A1FD4-AB27-B5FB-9537-97A0A7B86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4362450"/>
            <a:ext cx="94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</a:rPr>
              <a:t>（</a:t>
            </a:r>
            <a:r>
              <a:rPr lang="en-US" altLang="zh-CN" b="1">
                <a:solidFill>
                  <a:srgbClr val="FFFF00"/>
                </a:solidFill>
              </a:rPr>
              <a:t>2</a:t>
            </a:r>
            <a:r>
              <a:rPr lang="zh-CN" altLang="en-US" b="1">
                <a:solidFill>
                  <a:srgbClr val="FFFF00"/>
                </a:solidFill>
              </a:rPr>
              <a:t>）</a:t>
            </a:r>
          </a:p>
        </p:txBody>
      </p:sp>
      <p:graphicFrame>
        <p:nvGraphicFramePr>
          <p:cNvPr id="152590" name="Object 4">
            <a:extLst>
              <a:ext uri="{FF2B5EF4-FFF2-40B4-BE49-F238E27FC236}">
                <a16:creationId xmlns:a16="http://schemas.microsoft.com/office/drawing/2014/main" id="{5C784ECF-BE0E-7AAF-6718-F39272D425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5575" y="4210050"/>
          <a:ext cx="586105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81000" imgH="431640" progId="Equation.3">
                  <p:embed/>
                </p:oleObj>
              </mc:Choice>
              <mc:Fallback>
                <p:oleObj name="Equation" r:id="rId7" imgW="2781000" imgH="431640" progId="Equation.3">
                  <p:embed/>
                  <p:pic>
                    <p:nvPicPr>
                      <p:cNvPr id="152590" name="Object 4">
                        <a:extLst>
                          <a:ext uri="{FF2B5EF4-FFF2-40B4-BE49-F238E27FC236}">
                            <a16:creationId xmlns:a16="http://schemas.microsoft.com/office/drawing/2014/main" id="{5C784ECF-BE0E-7AAF-6718-F39272D425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4210050"/>
                        <a:ext cx="5861050" cy="903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91" name="Rectangle 15">
            <a:extLst>
              <a:ext uri="{FF2B5EF4-FFF2-40B4-BE49-F238E27FC236}">
                <a16:creationId xmlns:a16="http://schemas.microsoft.com/office/drawing/2014/main" id="{DFDB0E61-A7F3-2C10-6DD2-1BB5806D7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5505450"/>
            <a:ext cx="94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</a:rPr>
              <a:t>（</a:t>
            </a:r>
            <a:r>
              <a:rPr lang="en-US" altLang="zh-CN" b="1">
                <a:solidFill>
                  <a:srgbClr val="FFFF00"/>
                </a:solidFill>
              </a:rPr>
              <a:t>3</a:t>
            </a:r>
            <a:r>
              <a:rPr lang="zh-CN" altLang="en-US" b="1">
                <a:solidFill>
                  <a:srgbClr val="FFFF00"/>
                </a:solidFill>
              </a:rPr>
              <a:t>）</a:t>
            </a:r>
          </a:p>
        </p:txBody>
      </p:sp>
      <p:graphicFrame>
        <p:nvGraphicFramePr>
          <p:cNvPr id="152592" name="Object 5">
            <a:extLst>
              <a:ext uri="{FF2B5EF4-FFF2-40B4-BE49-F238E27FC236}">
                <a16:creationId xmlns:a16="http://schemas.microsoft.com/office/drawing/2014/main" id="{F59ED182-99A3-3E98-800F-31F1A473CA1F}"/>
              </a:ext>
            </a:extLst>
          </p:cNvPr>
          <p:cNvGraphicFramePr>
            <a:graphicFrameLocks/>
          </p:cNvGraphicFramePr>
          <p:nvPr/>
        </p:nvGraphicFramePr>
        <p:xfrm>
          <a:off x="1089025" y="5387975"/>
          <a:ext cx="751522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7530840" imgH="850680" progId="Equation.3">
                  <p:embed/>
                </p:oleObj>
              </mc:Choice>
              <mc:Fallback>
                <p:oleObj name="公式" r:id="rId9" imgW="7530840" imgH="850680" progId="Equation.3">
                  <p:embed/>
                  <p:pic>
                    <p:nvPicPr>
                      <p:cNvPr id="152592" name="Object 5">
                        <a:extLst>
                          <a:ext uri="{FF2B5EF4-FFF2-40B4-BE49-F238E27FC236}">
                            <a16:creationId xmlns:a16="http://schemas.microsoft.com/office/drawing/2014/main" id="{F59ED182-99A3-3E98-800F-31F1A473CA1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025" y="5387975"/>
                        <a:ext cx="7515225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93" name="Rectangle 17">
            <a:extLst>
              <a:ext uri="{FF2B5EF4-FFF2-40B4-BE49-F238E27FC236}">
                <a16:creationId xmlns:a16="http://schemas.microsoft.com/office/drawing/2014/main" id="{44DF38AF-CF34-61E0-CC64-3D9F6CF83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19238"/>
            <a:ext cx="73914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</a:rPr>
              <a:t>求</a:t>
            </a:r>
            <a:r>
              <a:rPr lang="zh-CN" altLang="en-US" b="1" dirty="0">
                <a:solidFill>
                  <a:srgbClr val="FFFF00"/>
                </a:solidFill>
                <a:sym typeface="Wingdings" panose="05000000000000000000" pitchFamily="2" charset="2"/>
              </a:rPr>
              <a:t>（</a:t>
            </a:r>
            <a:r>
              <a:rPr lang="en-US" altLang="zh-CN" b="1" dirty="0">
                <a:solidFill>
                  <a:srgbClr val="FFFF00"/>
                </a:solidFill>
              </a:rPr>
              <a:t>1</a:t>
            </a:r>
            <a:r>
              <a:rPr lang="zh-CN" altLang="en-US" b="1" dirty="0">
                <a:solidFill>
                  <a:srgbClr val="FFFF00"/>
                </a:solidFill>
              </a:rPr>
              <a:t>）系统具有的电势能。</a:t>
            </a:r>
          </a:p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</a:rPr>
              <a:t>    （</a:t>
            </a:r>
            <a:r>
              <a:rPr lang="en-US" altLang="zh-CN" b="1" dirty="0">
                <a:solidFill>
                  <a:srgbClr val="FFFF00"/>
                </a:solidFill>
              </a:rPr>
              <a:t>2</a:t>
            </a:r>
            <a:r>
              <a:rPr lang="zh-CN" altLang="en-US" b="1" dirty="0">
                <a:solidFill>
                  <a:srgbClr val="FFFF00"/>
                </a:solidFill>
              </a:rPr>
              <a:t>）杆受的电场力。</a:t>
            </a:r>
          </a:p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</a:rPr>
              <a:t>    （</a:t>
            </a:r>
            <a:r>
              <a:rPr lang="en-US" altLang="zh-CN" b="1" dirty="0">
                <a:solidFill>
                  <a:srgbClr val="FFFF00"/>
                </a:solidFill>
              </a:rPr>
              <a:t>3</a:t>
            </a:r>
            <a:r>
              <a:rPr lang="zh-CN" altLang="en-US" b="1" dirty="0">
                <a:solidFill>
                  <a:srgbClr val="FFFF00"/>
                </a:solidFill>
              </a:rPr>
              <a:t>）当杆从球面运动到图示位置电场力所作的功</a:t>
            </a:r>
          </a:p>
        </p:txBody>
      </p:sp>
      <p:pic>
        <p:nvPicPr>
          <p:cNvPr id="152594" name="Picture 18" descr="j0293240">
            <a:extLst>
              <a:ext uri="{FF2B5EF4-FFF2-40B4-BE49-F238E27FC236}">
                <a16:creationId xmlns:a16="http://schemas.microsoft.com/office/drawing/2014/main" id="{51AE30C4-CAF6-E245-A395-CD6DEE20A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2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2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2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5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5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2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52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8" grpId="0" autoUpdateAnimBg="0"/>
      <p:bldP spid="152580" grpId="0" animBg="1"/>
      <p:bldP spid="152581" grpId="0" autoUpdateAnimBg="0"/>
      <p:bldP spid="152582" grpId="0" autoUpdateAnimBg="0"/>
      <p:bldP spid="152583" grpId="0" animBg="1"/>
      <p:bldP spid="152584" grpId="0" autoUpdateAnimBg="0"/>
      <p:bldP spid="152585" grpId="0" autoUpdateAnimBg="0"/>
      <p:bldP spid="152588" grpId="0" animBg="1"/>
      <p:bldP spid="152589" grpId="0" autoUpdateAnimBg="0"/>
      <p:bldP spid="152591" grpId="0" autoUpdateAnimBg="0"/>
      <p:bldP spid="152593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ext Box 2">
            <a:extLst>
              <a:ext uri="{FF2B5EF4-FFF2-40B4-BE49-F238E27FC236}">
                <a16:creationId xmlns:a16="http://schemas.microsoft.com/office/drawing/2014/main" id="{6FECED45-8FDF-7695-C795-157EEC569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2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  <a:ea typeface="楷体_GB2312" pitchFamily="49" charset="-122"/>
              </a:rPr>
              <a:t>2  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利用电势叠加法，计算电势 </a:t>
            </a:r>
          </a:p>
        </p:txBody>
      </p:sp>
      <p:graphicFrame>
        <p:nvGraphicFramePr>
          <p:cNvPr id="181251" name="Object 2">
            <a:extLst>
              <a:ext uri="{FF2B5EF4-FFF2-40B4-BE49-F238E27FC236}">
                <a16:creationId xmlns:a16="http://schemas.microsoft.com/office/drawing/2014/main" id="{F7F20417-9A56-48E8-2CFA-A6FCBE0C3F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1333500"/>
          <a:ext cx="36576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95338" imgH="418961" progId="Equation.3">
                  <p:embed/>
                </p:oleObj>
              </mc:Choice>
              <mc:Fallback>
                <p:oleObj name="公式" r:id="rId2" imgW="1295338" imgH="41896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333500"/>
                        <a:ext cx="3657600" cy="118110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2" name="Object 3">
            <a:extLst>
              <a:ext uri="{FF2B5EF4-FFF2-40B4-BE49-F238E27FC236}">
                <a16:creationId xmlns:a16="http://schemas.microsoft.com/office/drawing/2014/main" id="{46214B58-B9F1-BA03-4A4F-9E6715A8C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371600"/>
          <a:ext cx="3886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70504" imgH="403999" progId="Equation.3">
                  <p:embed/>
                </p:oleObj>
              </mc:Choice>
              <mc:Fallback>
                <p:oleObj name="公式" r:id="rId4" imgW="1470504" imgH="40399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371600"/>
                        <a:ext cx="3886200" cy="114300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3" name="Text Box 5">
            <a:extLst>
              <a:ext uri="{FF2B5EF4-FFF2-40B4-BE49-F238E27FC236}">
                <a16:creationId xmlns:a16="http://schemas.microsoft.com/office/drawing/2014/main" id="{421AB978-4AFF-FDEC-DAB3-FF7500B25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•  </a:t>
            </a:r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点电荷系统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181254" name="Text Box 6">
            <a:extLst>
              <a:ext uri="{FF2B5EF4-FFF2-40B4-BE49-F238E27FC236}">
                <a16:creationId xmlns:a16="http://schemas.microsoft.com/office/drawing/2014/main" id="{6C53AD1B-244C-6557-05EF-028261ABD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762000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•  </a:t>
            </a:r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电荷连续分布</a:t>
            </a:r>
            <a:endParaRPr lang="zh-CN" altLang="en-US" b="1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181255" name="Text Box 7">
            <a:extLst>
              <a:ext uri="{FF2B5EF4-FFF2-40B4-BE49-F238E27FC236}">
                <a16:creationId xmlns:a16="http://schemas.microsoft.com/office/drawing/2014/main" id="{4A27E0FF-932D-A594-2914-09E54597C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819400"/>
            <a:ext cx="571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例 </a:t>
            </a:r>
          </a:p>
        </p:txBody>
      </p:sp>
      <p:sp>
        <p:nvSpPr>
          <p:cNvPr id="181256" name="Text Box 8">
            <a:extLst>
              <a:ext uri="{FF2B5EF4-FFF2-40B4-BE49-F238E27FC236}">
                <a16:creationId xmlns:a16="http://schemas.microsoft.com/office/drawing/2014/main" id="{1E581104-87E5-4317-B53F-8B38405AF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8194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一均匀带电圆盘，求轴线上任一点 </a:t>
            </a:r>
            <a:r>
              <a:rPr lang="en-US" altLang="zh-CN" b="1" i="1">
                <a:ea typeface="楷体_GB2312" pitchFamily="49" charset="-122"/>
              </a:rPr>
              <a:t>P </a:t>
            </a:r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的电势。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B9E33626-3E75-6E63-93D5-62BB03C740C9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581400"/>
            <a:ext cx="1828800" cy="2362200"/>
            <a:chOff x="1296" y="672"/>
            <a:chExt cx="1152" cy="1733"/>
          </a:xfrm>
        </p:grpSpPr>
        <p:graphicFrame>
          <p:nvGraphicFramePr>
            <p:cNvPr id="10269" name="Object 13">
              <a:extLst>
                <a:ext uri="{FF2B5EF4-FFF2-40B4-BE49-F238E27FC236}">
                  <a16:creationId xmlns:a16="http://schemas.microsoft.com/office/drawing/2014/main" id="{6349254B-49F7-8C1D-2800-164516502B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6" y="1795"/>
            <a:ext cx="24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91564" imgH="129679" progId="Equation.3">
                    <p:embed/>
                  </p:oleObj>
                </mc:Choice>
                <mc:Fallback>
                  <p:oleObj name="公式" r:id="rId6" imgW="91564" imgH="129679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6" y="1795"/>
                          <a:ext cx="24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0" name="Object 14">
              <a:extLst>
                <a:ext uri="{FF2B5EF4-FFF2-40B4-BE49-F238E27FC236}">
                  <a16:creationId xmlns:a16="http://schemas.microsoft.com/office/drawing/2014/main" id="{4DBE9A63-388A-D363-9479-79A786BB21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6" y="752"/>
            <a:ext cx="33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37347" imgH="137160" progId="Equation.3">
                    <p:embed/>
                  </p:oleObj>
                </mc:Choice>
                <mc:Fallback>
                  <p:oleObj name="公式" r:id="rId8" imgW="137347" imgH="13716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6" y="752"/>
                          <a:ext cx="33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1" name="Oval 12">
              <a:extLst>
                <a:ext uri="{FF2B5EF4-FFF2-40B4-BE49-F238E27FC236}">
                  <a16:creationId xmlns:a16="http://schemas.microsoft.com/office/drawing/2014/main" id="{E00463B4-C3E8-4831-5300-48AA4E8EE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672"/>
              <a:ext cx="1056" cy="1733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2" name="Oval 13">
              <a:extLst>
                <a:ext uri="{FF2B5EF4-FFF2-40B4-BE49-F238E27FC236}">
                  <a16:creationId xmlns:a16="http://schemas.microsoft.com/office/drawing/2014/main" id="{D0609395-0606-4951-77D3-7AFCC0289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672"/>
              <a:ext cx="1056" cy="17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81262" name="AutoShape 14">
            <a:extLst>
              <a:ext uri="{FF2B5EF4-FFF2-40B4-BE49-F238E27FC236}">
                <a16:creationId xmlns:a16="http://schemas.microsoft.com/office/drawing/2014/main" id="{2D2936B2-FDBB-1D1D-BBA6-535DC13CF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749675"/>
            <a:ext cx="1066800" cy="2027238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85" y="10800"/>
                </a:moveTo>
                <a:cubicBezTo>
                  <a:pt x="1085" y="16165"/>
                  <a:pt x="5435" y="20515"/>
                  <a:pt x="10800" y="20515"/>
                </a:cubicBezTo>
                <a:cubicBezTo>
                  <a:pt x="16165" y="20515"/>
                  <a:pt x="20515" y="16165"/>
                  <a:pt x="20515" y="10800"/>
                </a:cubicBezTo>
                <a:cubicBezTo>
                  <a:pt x="20515" y="5435"/>
                  <a:pt x="16165" y="1085"/>
                  <a:pt x="10800" y="1085"/>
                </a:cubicBezTo>
                <a:cubicBezTo>
                  <a:pt x="5435" y="1085"/>
                  <a:pt x="1085" y="5435"/>
                  <a:pt x="1085" y="10800"/>
                </a:cubicBezTo>
                <a:close/>
              </a:path>
            </a:pathLst>
          </a:cu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3" name="Line 15">
            <a:extLst>
              <a:ext uri="{FF2B5EF4-FFF2-40B4-BE49-F238E27FC236}">
                <a16:creationId xmlns:a16="http://schemas.microsoft.com/office/drawing/2014/main" id="{5E1D2BC7-6128-7887-CD2A-3A8FC3FEF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4824413"/>
            <a:ext cx="19812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64" name="Oval 16">
            <a:extLst>
              <a:ext uri="{FF2B5EF4-FFF2-40B4-BE49-F238E27FC236}">
                <a16:creationId xmlns:a16="http://schemas.microsoft.com/office/drawing/2014/main" id="{812FBD8E-A208-4B70-75BD-95D701ED3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759325"/>
            <a:ext cx="152400" cy="130175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1265" name="Object 4">
            <a:extLst>
              <a:ext uri="{FF2B5EF4-FFF2-40B4-BE49-F238E27FC236}">
                <a16:creationId xmlns:a16="http://schemas.microsoft.com/office/drawing/2014/main" id="{1AFE8052-BC81-0CC6-6D52-ED2E3D45F2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0" y="4432300"/>
          <a:ext cx="3810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1564" imgH="99254" progId="Equation.3">
                  <p:embed/>
                </p:oleObj>
              </mc:Choice>
              <mc:Fallback>
                <p:oleObj name="公式" r:id="rId10" imgW="91564" imgH="9925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4432300"/>
                        <a:ext cx="381000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6" name="Object 5">
            <a:extLst>
              <a:ext uri="{FF2B5EF4-FFF2-40B4-BE49-F238E27FC236}">
                <a16:creationId xmlns:a16="http://schemas.microsoft.com/office/drawing/2014/main" id="{956C4A52-3E2F-D079-9236-A526425CA8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62700" y="5237163"/>
          <a:ext cx="4572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4456" imgH="129679" progId="Equation.3">
                  <p:embed/>
                </p:oleObj>
              </mc:Choice>
              <mc:Fallback>
                <p:oleObj name="公式" r:id="rId12" imgW="114456" imgH="12967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5237163"/>
                        <a:ext cx="4572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7" name="Object 6">
            <a:extLst>
              <a:ext uri="{FF2B5EF4-FFF2-40B4-BE49-F238E27FC236}">
                <a16:creationId xmlns:a16="http://schemas.microsoft.com/office/drawing/2014/main" id="{1A52A213-F581-E0FD-269E-D2E1266B31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7950" y="4175125"/>
          <a:ext cx="342900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76138" imgH="91274" progId="Equation.3">
                  <p:embed/>
                </p:oleObj>
              </mc:Choice>
              <mc:Fallback>
                <p:oleObj name="公式" r:id="rId14" imgW="76138" imgH="9127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950" y="4175125"/>
                        <a:ext cx="342900" cy="26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8" name="Object 7">
            <a:extLst>
              <a:ext uri="{FF2B5EF4-FFF2-40B4-BE49-F238E27FC236}">
                <a16:creationId xmlns:a16="http://schemas.microsoft.com/office/drawing/2014/main" id="{653364F5-6ADD-1D55-4D4F-9D3AF8CE2B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4367213"/>
          <a:ext cx="45720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4456" imgH="129679" progId="Equation.3">
                  <p:embed/>
                </p:oleObj>
              </mc:Choice>
              <mc:Fallback>
                <p:oleObj name="公式" r:id="rId16" imgW="114456" imgH="12967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367213"/>
                        <a:ext cx="45720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9" name="Object 8">
            <a:extLst>
              <a:ext uri="{FF2B5EF4-FFF2-40B4-BE49-F238E27FC236}">
                <a16:creationId xmlns:a16="http://schemas.microsoft.com/office/drawing/2014/main" id="{EE891184-B690-2E99-7F01-E0854E6B2D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0" y="4646613"/>
          <a:ext cx="381000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91564" imgH="99254" progId="Equation.3">
                  <p:embed/>
                </p:oleObj>
              </mc:Choice>
              <mc:Fallback>
                <p:oleObj name="公式" r:id="rId18" imgW="91564" imgH="9925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4646613"/>
                        <a:ext cx="381000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70" name="Line 22">
            <a:extLst>
              <a:ext uri="{FF2B5EF4-FFF2-40B4-BE49-F238E27FC236}">
                <a16:creationId xmlns:a16="http://schemas.microsoft.com/office/drawing/2014/main" id="{4DD7335F-298A-E729-1391-EAF34D43BD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4795838"/>
            <a:ext cx="457200" cy="981075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1271" name="Object 9">
            <a:extLst>
              <a:ext uri="{FF2B5EF4-FFF2-40B4-BE49-F238E27FC236}">
                <a16:creationId xmlns:a16="http://schemas.microsoft.com/office/drawing/2014/main" id="{9464868D-74A8-260B-4276-D787B48032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4860925"/>
          <a:ext cx="5715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52276" imgH="137160" progId="Equation.3">
                  <p:embed/>
                </p:oleObj>
              </mc:Choice>
              <mc:Fallback>
                <p:oleObj name="公式" r:id="rId20" imgW="152276" imgH="1371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860925"/>
                        <a:ext cx="57150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72" name="Line 24">
            <a:extLst>
              <a:ext uri="{FF2B5EF4-FFF2-40B4-BE49-F238E27FC236}">
                <a16:creationId xmlns:a16="http://schemas.microsoft.com/office/drawing/2014/main" id="{51987CF8-7A70-8E7C-8C42-8884EF46C87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2700" y="3943350"/>
            <a:ext cx="266700" cy="852488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1273" name="Object 10">
            <a:extLst>
              <a:ext uri="{FF2B5EF4-FFF2-40B4-BE49-F238E27FC236}">
                <a16:creationId xmlns:a16="http://schemas.microsoft.com/office/drawing/2014/main" id="{F8B331F4-E011-A91B-CDDC-272C80F300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3646488"/>
          <a:ext cx="3810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1564" imgH="129679" progId="Equation.3">
                  <p:embed/>
                </p:oleObj>
              </mc:Choice>
              <mc:Fallback>
                <p:oleObj name="公式" r:id="rId6" imgW="91564" imgH="12967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646488"/>
                        <a:ext cx="3810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74" name="Text Box 26">
            <a:extLst>
              <a:ext uri="{FF2B5EF4-FFF2-40B4-BE49-F238E27FC236}">
                <a16:creationId xmlns:a16="http://schemas.microsoft.com/office/drawing/2014/main" id="{39907CBB-9854-2773-F0CA-E17CAA5FE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352800"/>
            <a:ext cx="873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解： </a:t>
            </a:r>
          </a:p>
        </p:txBody>
      </p:sp>
      <p:graphicFrame>
        <p:nvGraphicFramePr>
          <p:cNvPr id="181275" name="Object 11">
            <a:extLst>
              <a:ext uri="{FF2B5EF4-FFF2-40B4-BE49-F238E27FC236}">
                <a16:creationId xmlns:a16="http://schemas.microsoft.com/office/drawing/2014/main" id="{683832DD-FB42-D14E-03E7-C782355BD5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263" y="3810000"/>
          <a:ext cx="364013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463040" imgH="396018" progId="Equation.3">
                  <p:embed/>
                </p:oleObj>
              </mc:Choice>
              <mc:Fallback>
                <p:oleObj name="公式" r:id="rId23" imgW="1463040" imgH="39601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3" y="3810000"/>
                        <a:ext cx="364013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76" name="Text Box 28">
            <a:extLst>
              <a:ext uri="{FF2B5EF4-FFF2-40B4-BE49-F238E27FC236}">
                <a16:creationId xmlns:a16="http://schemas.microsoft.com/office/drawing/2014/main" id="{A2FCF540-C5BA-49EA-50FB-B29EB58B4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352800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一带电圆环在轴线上所产生的电势</a:t>
            </a:r>
          </a:p>
        </p:txBody>
      </p:sp>
      <p:graphicFrame>
        <p:nvGraphicFramePr>
          <p:cNvPr id="181277" name="Object 12">
            <a:extLst>
              <a:ext uri="{FF2B5EF4-FFF2-40B4-BE49-F238E27FC236}">
                <a16:creationId xmlns:a16="http://schemas.microsoft.com/office/drawing/2014/main" id="{71BD240D-5FA7-F8E7-9238-4CCE1862C7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838" y="5562600"/>
          <a:ext cx="376396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508822" imgH="396018" progId="Equation.3">
                  <p:embed/>
                </p:oleObj>
              </mc:Choice>
              <mc:Fallback>
                <p:oleObj name="公式" r:id="rId25" imgW="1508822" imgH="39601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8" y="5562600"/>
                        <a:ext cx="3763962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78" name="Text Box 30">
            <a:extLst>
              <a:ext uri="{FF2B5EF4-FFF2-40B4-BE49-F238E27FC236}">
                <a16:creationId xmlns:a16="http://schemas.microsoft.com/office/drawing/2014/main" id="{E23E59B6-AE97-C228-FA9F-936CD5CDA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029200"/>
            <a:ext cx="502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一圆环带在轴线上产生的电势</a:t>
            </a:r>
          </a:p>
        </p:txBody>
      </p:sp>
      <p:sp>
        <p:nvSpPr>
          <p:cNvPr id="181279" name="AutoShape 31">
            <a:extLst>
              <a:ext uri="{FF2B5EF4-FFF2-40B4-BE49-F238E27FC236}">
                <a16:creationId xmlns:a16="http://schemas.microsoft.com/office/drawing/2014/main" id="{805D2C9D-3F63-15A6-4A14-15D44812F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343400"/>
            <a:ext cx="609600" cy="1828800"/>
          </a:xfrm>
          <a:prstGeom prst="curvedLeftArrow">
            <a:avLst>
              <a:gd name="adj1" fmla="val 60000"/>
              <a:gd name="adj2" fmla="val 120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1280" name="Text Box 32">
            <a:extLst>
              <a:ext uri="{FF2B5EF4-FFF2-40B4-BE49-F238E27FC236}">
                <a16:creationId xmlns:a16="http://schemas.microsoft.com/office/drawing/2014/main" id="{2AE4FE3A-4729-5B10-043D-C637B8955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1722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—— </a:t>
            </a:r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利用电势叠加原理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1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1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1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1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81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8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8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81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 build="p" autoUpdateAnimBg="0"/>
      <p:bldP spid="181253" grpId="0" build="p" autoUpdateAnimBg="0"/>
      <p:bldP spid="181254" grpId="0" build="p" autoUpdateAnimBg="0"/>
      <p:bldP spid="181255" grpId="0" build="p" autoUpdateAnimBg="0"/>
      <p:bldP spid="181256" grpId="0" build="p" autoUpdateAnimBg="0"/>
      <p:bldP spid="181264" grpId="0" animBg="1"/>
      <p:bldP spid="181274" grpId="0" build="p" autoUpdateAnimBg="0"/>
      <p:bldP spid="181276" grpId="0" build="p" autoUpdateAnimBg="0"/>
      <p:bldP spid="181278" grpId="0" build="p" autoUpdateAnimBg="0"/>
      <p:bldP spid="181279" grpId="0" animBg="1"/>
      <p:bldP spid="181280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274" name="Object 2">
            <a:extLst>
              <a:ext uri="{FF2B5EF4-FFF2-40B4-BE49-F238E27FC236}">
                <a16:creationId xmlns:a16="http://schemas.microsoft.com/office/drawing/2014/main" id="{AF7CBFF9-F716-521C-8E2B-8DEDCC14E6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52400"/>
          <a:ext cx="35798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47613" imgH="396018" progId="Equation.3">
                  <p:embed/>
                </p:oleObj>
              </mc:Choice>
              <mc:Fallback>
                <p:oleObj name="公式" r:id="rId2" imgW="1447613" imgH="396018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52400"/>
                        <a:ext cx="35798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5" name="Object 3">
            <a:extLst>
              <a:ext uri="{FF2B5EF4-FFF2-40B4-BE49-F238E27FC236}">
                <a16:creationId xmlns:a16="http://schemas.microsoft.com/office/drawing/2014/main" id="{1D6368DB-C247-A18C-3661-DD6C08A463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9100" y="228600"/>
          <a:ext cx="36195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80409" imgH="396018" progId="Equation.3">
                  <p:embed/>
                </p:oleObj>
              </mc:Choice>
              <mc:Fallback>
                <p:oleObj name="公式" r:id="rId4" imgW="1280409" imgH="39601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100" y="228600"/>
                        <a:ext cx="36195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76" name="Text Box 4">
            <a:extLst>
              <a:ext uri="{FF2B5EF4-FFF2-40B4-BE49-F238E27FC236}">
                <a16:creationId xmlns:a16="http://schemas.microsoft.com/office/drawing/2014/main" id="{49A312D6-32B5-0B99-9006-15C17E0CE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78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 b="1">
                <a:solidFill>
                  <a:srgbClr val="FFCC99"/>
                </a:solidFill>
                <a:ea typeface="楷体_GB2312" pitchFamily="49" charset="-122"/>
              </a:rPr>
              <a:t>讨论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： </a:t>
            </a:r>
          </a:p>
        </p:txBody>
      </p:sp>
      <p:sp>
        <p:nvSpPr>
          <p:cNvPr id="182277" name="Text Box 5">
            <a:extLst>
              <a:ext uri="{FF2B5EF4-FFF2-40B4-BE49-F238E27FC236}">
                <a16:creationId xmlns:a16="http://schemas.microsoft.com/office/drawing/2014/main" id="{66E9923A-0CFC-8809-E284-CAFC2A6B2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447800"/>
            <a:ext cx="566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当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182278" name="Object 4">
            <a:extLst>
              <a:ext uri="{FF2B5EF4-FFF2-40B4-BE49-F238E27FC236}">
                <a16:creationId xmlns:a16="http://schemas.microsoft.com/office/drawing/2014/main" id="{A1ABF2B5-E3FC-C8D9-2618-A7590473DD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1447800"/>
          <a:ext cx="9144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9978" imgH="137160" progId="Equation.3">
                  <p:embed/>
                </p:oleObj>
              </mc:Choice>
              <mc:Fallback>
                <p:oleObj name="公式" r:id="rId6" imgW="319978" imgH="1371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447800"/>
                        <a:ext cx="9144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9" name="Object 5">
            <a:extLst>
              <a:ext uri="{FF2B5EF4-FFF2-40B4-BE49-F238E27FC236}">
                <a16:creationId xmlns:a16="http://schemas.microsoft.com/office/drawing/2014/main" id="{91555A0D-6A77-0C28-771C-18C799E3EA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908175"/>
          <a:ext cx="23622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23084" imgH="396018" progId="Equation.3">
                  <p:embed/>
                </p:oleObj>
              </mc:Choice>
              <mc:Fallback>
                <p:oleObj name="公式" r:id="rId8" imgW="823084" imgH="39601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08175"/>
                        <a:ext cx="23622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0" name="Text Box 8">
            <a:extLst>
              <a:ext uri="{FF2B5EF4-FFF2-40B4-BE49-F238E27FC236}">
                <a16:creationId xmlns:a16="http://schemas.microsoft.com/office/drawing/2014/main" id="{E9150320-DDFD-83C9-4E68-EB2B522F5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447800"/>
            <a:ext cx="566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当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182281" name="Object 6">
            <a:extLst>
              <a:ext uri="{FF2B5EF4-FFF2-40B4-BE49-F238E27FC236}">
                <a16:creationId xmlns:a16="http://schemas.microsoft.com/office/drawing/2014/main" id="{BD500BAC-2F3C-EEAE-D5C2-1F37BDA19E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1447800"/>
          <a:ext cx="12080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34433" imgH="137160" progId="Equation.3">
                  <p:embed/>
                </p:oleObj>
              </mc:Choice>
              <mc:Fallback>
                <p:oleObj name="公式" r:id="rId10" imgW="434433" imgH="1371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447800"/>
                        <a:ext cx="120808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2" name="Object 7">
            <a:extLst>
              <a:ext uri="{FF2B5EF4-FFF2-40B4-BE49-F238E27FC236}">
                <a16:creationId xmlns:a16="http://schemas.microsoft.com/office/drawing/2014/main" id="{1ABE452A-2DB4-6F48-1953-6E146484E7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1905000"/>
          <a:ext cx="18288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24056" imgH="396018" progId="Equation.3">
                  <p:embed/>
                </p:oleObj>
              </mc:Choice>
              <mc:Fallback>
                <p:oleObj name="公式" r:id="rId12" imgW="724056" imgH="39601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905000"/>
                        <a:ext cx="18288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3" name="AutoShape 11">
            <a:extLst>
              <a:ext uri="{FF2B5EF4-FFF2-40B4-BE49-F238E27FC236}">
                <a16:creationId xmlns:a16="http://schemas.microsoft.com/office/drawing/2014/main" id="{6A57899C-850A-174E-F610-3E2A4CEA6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295400"/>
            <a:ext cx="2133600" cy="533400"/>
          </a:xfrm>
          <a:prstGeom prst="wedgeRectCallout">
            <a:avLst>
              <a:gd name="adj1" fmla="val -71579"/>
              <a:gd name="adj2" fmla="val 15803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i="1">
                <a:ea typeface="楷体_GB2312" pitchFamily="49" charset="-122"/>
              </a:rPr>
              <a:t>点电荷电势</a:t>
            </a:r>
          </a:p>
        </p:txBody>
      </p:sp>
      <p:sp>
        <p:nvSpPr>
          <p:cNvPr id="182284" name="Text Box 12">
            <a:extLst>
              <a:ext uri="{FF2B5EF4-FFF2-40B4-BE49-F238E27FC236}">
                <a16:creationId xmlns:a16="http://schemas.microsoft.com/office/drawing/2014/main" id="{0F8FC258-B6A4-958C-8D64-BB0D850D4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121025"/>
            <a:ext cx="493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例</a:t>
            </a:r>
          </a:p>
        </p:txBody>
      </p:sp>
      <p:sp>
        <p:nvSpPr>
          <p:cNvPr id="182285" name="Text Box 13">
            <a:extLst>
              <a:ext uri="{FF2B5EF4-FFF2-40B4-BE49-F238E27FC236}">
                <a16:creationId xmlns:a16="http://schemas.microsoft.com/office/drawing/2014/main" id="{4C37F4B6-FE02-CA7A-62B7-1C079AABB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103563"/>
            <a:ext cx="594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两球面同心放置，半径分别为</a:t>
            </a:r>
          </a:p>
        </p:txBody>
      </p:sp>
      <p:sp>
        <p:nvSpPr>
          <p:cNvPr id="182286" name="Text Box 14">
            <a:extLst>
              <a:ext uri="{FF2B5EF4-FFF2-40B4-BE49-F238E27FC236}">
                <a16:creationId xmlns:a16="http://schemas.microsoft.com/office/drawing/2014/main" id="{A6084A72-8C8B-1175-E355-300BDE7B5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5814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所带电量为</a:t>
            </a:r>
          </a:p>
        </p:txBody>
      </p:sp>
      <p:graphicFrame>
        <p:nvGraphicFramePr>
          <p:cNvPr id="182287" name="Object 8">
            <a:extLst>
              <a:ext uri="{FF2B5EF4-FFF2-40B4-BE49-F238E27FC236}">
                <a16:creationId xmlns:a16="http://schemas.microsoft.com/office/drawing/2014/main" id="{05381310-4746-46C9-4573-2F83B40DB6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3125788"/>
          <a:ext cx="4572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2276" imgH="175066" progId="Equation.3">
                  <p:embed/>
                </p:oleObj>
              </mc:Choice>
              <mc:Fallback>
                <p:oleObj name="公式" r:id="rId14" imgW="152276" imgH="17506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125788"/>
                        <a:ext cx="4572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8" name="Object 9">
            <a:extLst>
              <a:ext uri="{FF2B5EF4-FFF2-40B4-BE49-F238E27FC236}">
                <a16:creationId xmlns:a16="http://schemas.microsoft.com/office/drawing/2014/main" id="{6066A10F-90E7-6804-D5E4-5E4A16F5F9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3125788"/>
          <a:ext cx="4572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52276" imgH="175066" progId="Equation.3">
                  <p:embed/>
                </p:oleObj>
              </mc:Choice>
              <mc:Fallback>
                <p:oleObj name="公式" r:id="rId16" imgW="152276" imgH="17506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125788"/>
                        <a:ext cx="4572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9" name="Text Box 17">
            <a:extLst>
              <a:ext uri="{FF2B5EF4-FFF2-40B4-BE49-F238E27FC236}">
                <a16:creationId xmlns:a16="http://schemas.microsoft.com/office/drawing/2014/main" id="{F0F1BB0B-4D72-9A5C-913D-4DBB44E08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581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，求其电势分布？</a:t>
            </a:r>
          </a:p>
        </p:txBody>
      </p:sp>
      <p:graphicFrame>
        <p:nvGraphicFramePr>
          <p:cNvPr id="182290" name="Object 10">
            <a:extLst>
              <a:ext uri="{FF2B5EF4-FFF2-40B4-BE49-F238E27FC236}">
                <a16:creationId xmlns:a16="http://schemas.microsoft.com/office/drawing/2014/main" id="{EF5157D1-1E3A-321B-5D70-39A4FCFC27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3505200"/>
          <a:ext cx="3952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29384" imgH="175066" progId="Equation.3">
                  <p:embed/>
                </p:oleObj>
              </mc:Choice>
              <mc:Fallback>
                <p:oleObj name="公式" r:id="rId18" imgW="129384" imgH="17506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505200"/>
                        <a:ext cx="395288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91" name="Object 11">
            <a:extLst>
              <a:ext uri="{FF2B5EF4-FFF2-40B4-BE49-F238E27FC236}">
                <a16:creationId xmlns:a16="http://schemas.microsoft.com/office/drawing/2014/main" id="{F7FE8387-A6FA-929C-B325-A010AFC41E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8563" y="3505200"/>
          <a:ext cx="42703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37347" imgH="175066" progId="Equation.3">
                  <p:embed/>
                </p:oleObj>
              </mc:Choice>
              <mc:Fallback>
                <p:oleObj name="公式" r:id="rId20" imgW="137347" imgH="17506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3505200"/>
                        <a:ext cx="427037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92" name="Oval 20">
            <a:extLst>
              <a:ext uri="{FF2B5EF4-FFF2-40B4-BE49-F238E27FC236}">
                <a16:creationId xmlns:a16="http://schemas.microsoft.com/office/drawing/2014/main" id="{474FDC8B-0734-A414-4E46-DAE37FA12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667000"/>
            <a:ext cx="1447800" cy="1447800"/>
          </a:xfrm>
          <a:prstGeom prst="ellipse">
            <a:avLst/>
          </a:prstGeom>
          <a:noFill/>
          <a:ln w="349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2293" name="Oval 21">
            <a:extLst>
              <a:ext uri="{FF2B5EF4-FFF2-40B4-BE49-F238E27FC236}">
                <a16:creationId xmlns:a16="http://schemas.microsoft.com/office/drawing/2014/main" id="{D228B774-BA75-9C2F-4C6A-AF1A91048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286000"/>
            <a:ext cx="2209800" cy="2209800"/>
          </a:xfrm>
          <a:prstGeom prst="ellipse">
            <a:avLst/>
          </a:prstGeom>
          <a:noFill/>
          <a:ln w="412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2294" name="Line 22">
            <a:extLst>
              <a:ext uri="{FF2B5EF4-FFF2-40B4-BE49-F238E27FC236}">
                <a16:creationId xmlns:a16="http://schemas.microsoft.com/office/drawing/2014/main" id="{1AF4911F-9D6E-ECA5-35A6-BAFE4AF200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2400" y="2895600"/>
            <a:ext cx="533400" cy="533400"/>
          </a:xfrm>
          <a:prstGeom prst="line">
            <a:avLst/>
          </a:prstGeom>
          <a:noFill/>
          <a:ln w="3175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2295" name="Line 23">
            <a:extLst>
              <a:ext uri="{FF2B5EF4-FFF2-40B4-BE49-F238E27FC236}">
                <a16:creationId xmlns:a16="http://schemas.microsoft.com/office/drawing/2014/main" id="{6B048D84-BE03-A9FE-A0C7-E01D16E88D5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10400" y="2590800"/>
            <a:ext cx="762000" cy="838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2296" name="Object 12">
            <a:extLst>
              <a:ext uri="{FF2B5EF4-FFF2-40B4-BE49-F238E27FC236}">
                <a16:creationId xmlns:a16="http://schemas.microsoft.com/office/drawing/2014/main" id="{0F20BCA6-A06E-1384-6472-A9F8426EF1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3352800"/>
          <a:ext cx="3810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91564" imgH="99254" progId="Equation.3">
                  <p:embed/>
                </p:oleObj>
              </mc:Choice>
              <mc:Fallback>
                <p:oleObj name="公式" r:id="rId22" imgW="91564" imgH="9925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3352800"/>
                        <a:ext cx="381000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97" name="Object 13">
            <a:extLst>
              <a:ext uri="{FF2B5EF4-FFF2-40B4-BE49-F238E27FC236}">
                <a16:creationId xmlns:a16="http://schemas.microsoft.com/office/drawing/2014/main" id="{0C98C11F-EDA6-3451-86E5-CA7C47A0B7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0" y="3048000"/>
          <a:ext cx="457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52276" imgH="175066" progId="Equation.3">
                  <p:embed/>
                </p:oleObj>
              </mc:Choice>
              <mc:Fallback>
                <p:oleObj name="公式" r:id="rId24" imgW="152276" imgH="17506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048000"/>
                        <a:ext cx="4572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98" name="Object 14">
            <a:extLst>
              <a:ext uri="{FF2B5EF4-FFF2-40B4-BE49-F238E27FC236}">
                <a16:creationId xmlns:a16="http://schemas.microsoft.com/office/drawing/2014/main" id="{B072A4EF-1184-80EF-F388-21CB9C1606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2667000"/>
          <a:ext cx="457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52276" imgH="175066" progId="Equation.3">
                  <p:embed/>
                </p:oleObj>
              </mc:Choice>
              <mc:Fallback>
                <p:oleObj name="公式" r:id="rId26" imgW="152276" imgH="17506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667000"/>
                        <a:ext cx="4572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99" name="Object 15">
            <a:extLst>
              <a:ext uri="{FF2B5EF4-FFF2-40B4-BE49-F238E27FC236}">
                <a16:creationId xmlns:a16="http://schemas.microsoft.com/office/drawing/2014/main" id="{8C37FF71-247F-6FDD-5951-19A7012091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3124200"/>
          <a:ext cx="3952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29384" imgH="175066" progId="Equation.3">
                  <p:embed/>
                </p:oleObj>
              </mc:Choice>
              <mc:Fallback>
                <p:oleObj name="公式" r:id="rId28" imgW="129384" imgH="17506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124200"/>
                        <a:ext cx="395288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300" name="Object 16">
            <a:extLst>
              <a:ext uri="{FF2B5EF4-FFF2-40B4-BE49-F238E27FC236}">
                <a16:creationId xmlns:a16="http://schemas.microsoft.com/office/drawing/2014/main" id="{98A3B775-9123-84BF-2125-E23B3B79FA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34400" y="2133600"/>
          <a:ext cx="42703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37347" imgH="175066" progId="Equation.3">
                  <p:embed/>
                </p:oleObj>
              </mc:Choice>
              <mc:Fallback>
                <p:oleObj name="公式" r:id="rId30" imgW="137347" imgH="175066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2133600"/>
                        <a:ext cx="427038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301" name="Text Box 29">
            <a:extLst>
              <a:ext uri="{FF2B5EF4-FFF2-40B4-BE49-F238E27FC236}">
                <a16:creationId xmlns:a16="http://schemas.microsoft.com/office/drawing/2014/main" id="{AF9F4185-F276-255A-1E1E-F0495CA3B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38600"/>
            <a:ext cx="873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解： </a:t>
            </a:r>
          </a:p>
        </p:txBody>
      </p:sp>
      <p:sp>
        <p:nvSpPr>
          <p:cNvPr id="182302" name="Text Box 30">
            <a:extLst>
              <a:ext uri="{FF2B5EF4-FFF2-40B4-BE49-F238E27FC236}">
                <a16:creationId xmlns:a16="http://schemas.microsoft.com/office/drawing/2014/main" id="{F46BC693-6037-DA13-1E5E-B9839E695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0386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两球面形成三个区域。</a:t>
            </a:r>
          </a:p>
        </p:txBody>
      </p:sp>
      <p:graphicFrame>
        <p:nvGraphicFramePr>
          <p:cNvPr id="182303" name="Object 17">
            <a:extLst>
              <a:ext uri="{FF2B5EF4-FFF2-40B4-BE49-F238E27FC236}">
                <a16:creationId xmlns:a16="http://schemas.microsoft.com/office/drawing/2014/main" id="{E5FE63F9-74E4-F61B-7BA1-D0AD6AA568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4876800"/>
          <a:ext cx="990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381187" imgH="175066" progId="Equation.3">
                  <p:embed/>
                </p:oleObj>
              </mc:Choice>
              <mc:Fallback>
                <p:oleObj name="公式" r:id="rId32" imgW="381187" imgH="17506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876800"/>
                        <a:ext cx="990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304" name="Object 18">
            <a:extLst>
              <a:ext uri="{FF2B5EF4-FFF2-40B4-BE49-F238E27FC236}">
                <a16:creationId xmlns:a16="http://schemas.microsoft.com/office/drawing/2014/main" id="{4A4D3CDB-1EFE-E912-3095-E2917A53A5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867400"/>
          <a:ext cx="914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381187" imgH="175066" progId="Equation.3">
                  <p:embed/>
                </p:oleObj>
              </mc:Choice>
              <mc:Fallback>
                <p:oleObj name="公式" r:id="rId34" imgW="381187" imgH="17506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867400"/>
                        <a:ext cx="914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305" name="Object 19">
            <a:extLst>
              <a:ext uri="{FF2B5EF4-FFF2-40B4-BE49-F238E27FC236}">
                <a16:creationId xmlns:a16="http://schemas.microsoft.com/office/drawing/2014/main" id="{D5E4B248-B8AE-6991-2F4B-A045600755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4876800"/>
          <a:ext cx="990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396116" imgH="175066" progId="Equation.3">
                  <p:embed/>
                </p:oleObj>
              </mc:Choice>
              <mc:Fallback>
                <p:oleObj name="公式" r:id="rId36" imgW="396116" imgH="17506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4876800"/>
                        <a:ext cx="990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306" name="Object 20">
            <a:extLst>
              <a:ext uri="{FF2B5EF4-FFF2-40B4-BE49-F238E27FC236}">
                <a16:creationId xmlns:a16="http://schemas.microsoft.com/office/drawing/2014/main" id="{321E3C12-10A5-B803-4B95-AD5B780992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5943600"/>
          <a:ext cx="1066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381187" imgH="175066" progId="Equation.3">
                  <p:embed/>
                </p:oleObj>
              </mc:Choice>
              <mc:Fallback>
                <p:oleObj name="公式" r:id="rId38" imgW="381187" imgH="17506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5943600"/>
                        <a:ext cx="1066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307" name="Text Box 35">
            <a:extLst>
              <a:ext uri="{FF2B5EF4-FFF2-40B4-BE49-F238E27FC236}">
                <a16:creationId xmlns:a16="http://schemas.microsoft.com/office/drawing/2014/main" id="{37858430-B376-CE7F-C78D-2AA0FF2F6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76800"/>
            <a:ext cx="1331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球面</a:t>
            </a:r>
            <a:r>
              <a:rPr lang="en-US" altLang="zh-CN" b="1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： </a:t>
            </a:r>
          </a:p>
        </p:txBody>
      </p:sp>
      <p:graphicFrame>
        <p:nvGraphicFramePr>
          <p:cNvPr id="182308" name="Object 21">
            <a:extLst>
              <a:ext uri="{FF2B5EF4-FFF2-40B4-BE49-F238E27FC236}">
                <a16:creationId xmlns:a16="http://schemas.microsoft.com/office/drawing/2014/main" id="{237071C5-2EF8-33A5-F0F0-0E723E8AD8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4572000"/>
          <a:ext cx="1257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396116" imgH="403999" progId="Equation.3">
                  <p:embed/>
                </p:oleObj>
              </mc:Choice>
              <mc:Fallback>
                <p:oleObj name="公式" r:id="rId40" imgW="396116" imgH="403999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572000"/>
                        <a:ext cx="12573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309" name="Object 22">
            <a:extLst>
              <a:ext uri="{FF2B5EF4-FFF2-40B4-BE49-F238E27FC236}">
                <a16:creationId xmlns:a16="http://schemas.microsoft.com/office/drawing/2014/main" id="{F07771A7-975D-2C95-FBAA-6643303442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638800"/>
          <a:ext cx="15160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480216" imgH="403999" progId="Equation.3">
                  <p:embed/>
                </p:oleObj>
              </mc:Choice>
              <mc:Fallback>
                <p:oleObj name="公式" r:id="rId42" imgW="480216" imgH="40399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638800"/>
                        <a:ext cx="151606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310" name="AutoShape 38">
            <a:extLst>
              <a:ext uri="{FF2B5EF4-FFF2-40B4-BE49-F238E27FC236}">
                <a16:creationId xmlns:a16="http://schemas.microsoft.com/office/drawing/2014/main" id="{CB97AEEB-393D-0E23-3A66-6B1B0F2CA722}"/>
              </a:ext>
            </a:extLst>
          </p:cNvPr>
          <p:cNvSpPr>
            <a:spLocks/>
          </p:cNvSpPr>
          <p:nvPr/>
        </p:nvSpPr>
        <p:spPr bwMode="auto">
          <a:xfrm>
            <a:off x="1600200" y="4724400"/>
            <a:ext cx="457200" cy="1828800"/>
          </a:xfrm>
          <a:prstGeom prst="leftBrace">
            <a:avLst>
              <a:gd name="adj1" fmla="val 33333"/>
              <a:gd name="adj2" fmla="val 50000"/>
            </a:avLst>
          </a:prstGeom>
          <a:noFill/>
          <a:ln w="412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2311" name="Object 23">
            <a:extLst>
              <a:ext uri="{FF2B5EF4-FFF2-40B4-BE49-F238E27FC236}">
                <a16:creationId xmlns:a16="http://schemas.microsoft.com/office/drawing/2014/main" id="{BDE9794F-128F-9057-E520-2C2FD8905B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5410200"/>
          <a:ext cx="887413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266731" imgH="175066" progId="Equation.3">
                  <p:embed/>
                </p:oleObj>
              </mc:Choice>
              <mc:Fallback>
                <p:oleObj name="公式" r:id="rId44" imgW="266731" imgH="17506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410200"/>
                        <a:ext cx="887413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312" name="Text Box 40">
            <a:extLst>
              <a:ext uri="{FF2B5EF4-FFF2-40B4-BE49-F238E27FC236}">
                <a16:creationId xmlns:a16="http://schemas.microsoft.com/office/drawing/2014/main" id="{F67C8EEB-ECF9-4794-B7EF-74A79A4A0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288" y="4876800"/>
            <a:ext cx="1331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球面</a:t>
            </a:r>
            <a:r>
              <a:rPr lang="en-US" altLang="zh-CN" b="1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： </a:t>
            </a:r>
          </a:p>
        </p:txBody>
      </p:sp>
      <p:graphicFrame>
        <p:nvGraphicFramePr>
          <p:cNvPr id="182313" name="Object 24">
            <a:extLst>
              <a:ext uri="{FF2B5EF4-FFF2-40B4-BE49-F238E27FC236}">
                <a16:creationId xmlns:a16="http://schemas.microsoft.com/office/drawing/2014/main" id="{84D7CBC9-CCF9-A484-6300-944E5D87C6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648200"/>
          <a:ext cx="1219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6" imgW="396116" imgH="403999" progId="Equation.3">
                  <p:embed/>
                </p:oleObj>
              </mc:Choice>
              <mc:Fallback>
                <p:oleObj name="公式" r:id="rId46" imgW="396116" imgH="403999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648200"/>
                        <a:ext cx="12192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314" name="Object 25">
            <a:extLst>
              <a:ext uri="{FF2B5EF4-FFF2-40B4-BE49-F238E27FC236}">
                <a16:creationId xmlns:a16="http://schemas.microsoft.com/office/drawing/2014/main" id="{718821B9-5D37-9A60-E05B-18A0B39077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5638800"/>
          <a:ext cx="13128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8" imgW="495144" imgH="403999" progId="Equation.3">
                  <p:embed/>
                </p:oleObj>
              </mc:Choice>
              <mc:Fallback>
                <p:oleObj name="公式" r:id="rId48" imgW="495144" imgH="403999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638800"/>
                        <a:ext cx="131286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315" name="AutoShape 43">
            <a:extLst>
              <a:ext uri="{FF2B5EF4-FFF2-40B4-BE49-F238E27FC236}">
                <a16:creationId xmlns:a16="http://schemas.microsoft.com/office/drawing/2014/main" id="{C66079B6-7846-5756-4018-85C5CCF6A785}"/>
              </a:ext>
            </a:extLst>
          </p:cNvPr>
          <p:cNvSpPr>
            <a:spLocks/>
          </p:cNvSpPr>
          <p:nvPr/>
        </p:nvSpPr>
        <p:spPr bwMode="auto">
          <a:xfrm>
            <a:off x="5867400" y="4724400"/>
            <a:ext cx="457200" cy="1905000"/>
          </a:xfrm>
          <a:prstGeom prst="leftBrace">
            <a:avLst>
              <a:gd name="adj1" fmla="val 34722"/>
              <a:gd name="adj2" fmla="val 50000"/>
            </a:avLst>
          </a:prstGeom>
          <a:noFill/>
          <a:ln w="412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2316" name="Object 26">
            <a:extLst>
              <a:ext uri="{FF2B5EF4-FFF2-40B4-BE49-F238E27FC236}">
                <a16:creationId xmlns:a16="http://schemas.microsoft.com/office/drawing/2014/main" id="{8F287FC8-053D-A83A-6814-9A30CD7606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5410200"/>
          <a:ext cx="9239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0" imgW="282158" imgH="175066" progId="Equation.3">
                  <p:embed/>
                </p:oleObj>
              </mc:Choice>
              <mc:Fallback>
                <p:oleObj name="公式" r:id="rId50" imgW="282158" imgH="17506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410200"/>
                        <a:ext cx="9239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2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2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8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82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8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8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8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82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8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8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8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8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6" grpId="0" build="p" autoUpdateAnimBg="0"/>
      <p:bldP spid="182277" grpId="0" build="p" autoUpdateAnimBg="0"/>
      <p:bldP spid="182280" grpId="0" build="p" autoUpdateAnimBg="0"/>
      <p:bldP spid="182283" grpId="0" animBg="1" autoUpdateAnimBg="0"/>
      <p:bldP spid="182284" grpId="0" build="p" autoUpdateAnimBg="0"/>
      <p:bldP spid="182285" grpId="0" build="p" autoUpdateAnimBg="0"/>
      <p:bldP spid="182286" grpId="0" build="p" autoUpdateAnimBg="0"/>
      <p:bldP spid="182289" grpId="0" build="p" autoUpdateAnimBg="0"/>
      <p:bldP spid="182292" grpId="0" animBg="1"/>
      <p:bldP spid="182293" grpId="0" animBg="1"/>
      <p:bldP spid="182301" grpId="0" build="p" autoUpdateAnimBg="0"/>
      <p:bldP spid="182302" grpId="0" build="p" autoUpdateAnimBg="0"/>
      <p:bldP spid="182307" grpId="0" build="p" autoUpdateAnimBg="0"/>
      <p:bldP spid="182310" grpId="0" animBg="1"/>
      <p:bldP spid="182312" grpId="0" build="p" autoUpdateAnimBg="0"/>
      <p:bldP spid="1823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ext Box 2">
            <a:extLst>
              <a:ext uri="{FF2B5EF4-FFF2-40B4-BE49-F238E27FC236}">
                <a16:creationId xmlns:a16="http://schemas.microsoft.com/office/drawing/2014/main" id="{768CACDB-347D-55E6-A12E-F4001861C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28600"/>
            <a:ext cx="533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两同心带电球面电场的电势</a:t>
            </a:r>
          </a:p>
        </p:txBody>
      </p:sp>
      <p:sp>
        <p:nvSpPr>
          <p:cNvPr id="183299" name="Text Box 3">
            <a:extLst>
              <a:ext uri="{FF2B5EF4-FFF2-40B4-BE49-F238E27FC236}">
                <a16:creationId xmlns:a16="http://schemas.microsoft.com/office/drawing/2014/main" id="{4E61CFED-EE4B-FC82-9F58-4ED55B59F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07963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电势叠加原理 </a:t>
            </a:r>
          </a:p>
        </p:txBody>
      </p:sp>
      <p:sp>
        <p:nvSpPr>
          <p:cNvPr id="183300" name="AutoShape 4">
            <a:extLst>
              <a:ext uri="{FF2B5EF4-FFF2-40B4-BE49-F238E27FC236}">
                <a16:creationId xmlns:a16="http://schemas.microsoft.com/office/drawing/2014/main" id="{AF033A28-EE67-3A3A-F8E8-09540E92B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8600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3301" name="Object 2">
            <a:extLst>
              <a:ext uri="{FF2B5EF4-FFF2-40B4-BE49-F238E27FC236}">
                <a16:creationId xmlns:a16="http://schemas.microsoft.com/office/drawing/2014/main" id="{D250E48C-3F4A-B5BB-5C86-89E40F845D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1981200"/>
          <a:ext cx="2439988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00193" imgH="175066" progId="Equation.3">
                  <p:embed/>
                </p:oleObj>
              </mc:Choice>
              <mc:Fallback>
                <p:oleObj name="公式" r:id="rId2" imgW="800193" imgH="17506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981200"/>
                        <a:ext cx="2439988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2" name="Object 3">
            <a:extLst>
              <a:ext uri="{FF2B5EF4-FFF2-40B4-BE49-F238E27FC236}">
                <a16:creationId xmlns:a16="http://schemas.microsoft.com/office/drawing/2014/main" id="{791F8B17-39C0-4570-A2DB-4B3EE625D0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457200"/>
          <a:ext cx="12573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96116" imgH="403999" progId="Equation.3">
                  <p:embed/>
                </p:oleObj>
              </mc:Choice>
              <mc:Fallback>
                <p:oleObj name="公式" r:id="rId4" imgW="396116" imgH="40399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57200"/>
                        <a:ext cx="12573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3" name="Object 4">
            <a:extLst>
              <a:ext uri="{FF2B5EF4-FFF2-40B4-BE49-F238E27FC236}">
                <a16:creationId xmlns:a16="http://schemas.microsoft.com/office/drawing/2014/main" id="{C92DC1FA-AFB5-C6FC-23CF-2DE04601C1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7725" y="533400"/>
          <a:ext cx="15906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10571" imgH="403999" progId="Equation.3">
                  <p:embed/>
                </p:oleObj>
              </mc:Choice>
              <mc:Fallback>
                <p:oleObj name="公式" r:id="rId6" imgW="510571" imgH="40399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7725" y="533400"/>
                        <a:ext cx="159067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4" name="Object 5">
            <a:extLst>
              <a:ext uri="{FF2B5EF4-FFF2-40B4-BE49-F238E27FC236}">
                <a16:creationId xmlns:a16="http://schemas.microsoft.com/office/drawing/2014/main" id="{10B3D193-8D10-0E5F-F930-5801724762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1600200"/>
          <a:ext cx="1409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96116" imgH="403999" progId="Equation.3">
                  <p:embed/>
                </p:oleObj>
              </mc:Choice>
              <mc:Fallback>
                <p:oleObj name="公式" r:id="rId4" imgW="396116" imgH="40399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600200"/>
                        <a:ext cx="14097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5" name="Object 6">
            <a:extLst>
              <a:ext uri="{FF2B5EF4-FFF2-40B4-BE49-F238E27FC236}">
                <a16:creationId xmlns:a16="http://schemas.microsoft.com/office/drawing/2014/main" id="{2F7CE180-74B2-3566-6AFB-47DE379FDA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3450" y="1600200"/>
          <a:ext cx="18859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609600" imgH="403999" progId="Equation.3">
                  <p:embed/>
                </p:oleObj>
              </mc:Choice>
              <mc:Fallback>
                <p:oleObj name="公式" r:id="rId9" imgW="609600" imgH="40399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1600200"/>
                        <a:ext cx="188595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6" name="Object 7">
            <a:extLst>
              <a:ext uri="{FF2B5EF4-FFF2-40B4-BE49-F238E27FC236}">
                <a16:creationId xmlns:a16="http://schemas.microsoft.com/office/drawing/2014/main" id="{628F7278-7BA5-2180-323A-C634BADDFA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2667000"/>
          <a:ext cx="14398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80216" imgH="403999" progId="Equation.3">
                  <p:embed/>
                </p:oleObj>
              </mc:Choice>
              <mc:Fallback>
                <p:oleObj name="公式" r:id="rId11" imgW="480216" imgH="40399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667000"/>
                        <a:ext cx="143986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7" name="Object 8">
            <a:extLst>
              <a:ext uri="{FF2B5EF4-FFF2-40B4-BE49-F238E27FC236}">
                <a16:creationId xmlns:a16="http://schemas.microsoft.com/office/drawing/2014/main" id="{69A9388F-F298-09D9-B55F-60F74AF032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2667000"/>
          <a:ext cx="18859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609600" imgH="403999" progId="Equation.3">
                  <p:embed/>
                </p:oleObj>
              </mc:Choice>
              <mc:Fallback>
                <p:oleObj name="公式" r:id="rId13" imgW="609600" imgH="40399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667000"/>
                        <a:ext cx="188595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8" name="Object 9">
            <a:extLst>
              <a:ext uri="{FF2B5EF4-FFF2-40B4-BE49-F238E27FC236}">
                <a16:creationId xmlns:a16="http://schemas.microsoft.com/office/drawing/2014/main" id="{95B377E2-3207-543C-5320-6B0732F699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838200"/>
          <a:ext cx="1295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96116" imgH="175066" progId="Equation.3">
                  <p:embed/>
                </p:oleObj>
              </mc:Choice>
              <mc:Fallback>
                <p:oleObj name="公式" r:id="rId15" imgW="396116" imgH="17506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838200"/>
                        <a:ext cx="1295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9" name="Object 10">
            <a:extLst>
              <a:ext uri="{FF2B5EF4-FFF2-40B4-BE49-F238E27FC236}">
                <a16:creationId xmlns:a16="http://schemas.microsoft.com/office/drawing/2014/main" id="{B6D12D15-5E28-3AD2-00BE-82868B65DD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2895600"/>
          <a:ext cx="1257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381187" imgH="175066" progId="Equation.3">
                  <p:embed/>
                </p:oleObj>
              </mc:Choice>
              <mc:Fallback>
                <p:oleObj name="公式" r:id="rId17" imgW="381187" imgH="17506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895600"/>
                        <a:ext cx="12573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10" name="Object 11">
            <a:extLst>
              <a:ext uri="{FF2B5EF4-FFF2-40B4-BE49-F238E27FC236}">
                <a16:creationId xmlns:a16="http://schemas.microsoft.com/office/drawing/2014/main" id="{EA1FCB17-314C-573D-DE50-EFE3C0ED4E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1828800"/>
          <a:ext cx="1828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701164" imgH="175066" progId="Equation.3">
                  <p:embed/>
                </p:oleObj>
              </mc:Choice>
              <mc:Fallback>
                <p:oleObj name="公式" r:id="rId19" imgW="701164" imgH="17506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828800"/>
                        <a:ext cx="1828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11" name="AutoShape 15">
            <a:extLst>
              <a:ext uri="{FF2B5EF4-FFF2-40B4-BE49-F238E27FC236}">
                <a16:creationId xmlns:a16="http://schemas.microsoft.com/office/drawing/2014/main" id="{F65BFE96-F58C-7F4E-4FAE-12D215D870B9}"/>
              </a:ext>
            </a:extLst>
          </p:cNvPr>
          <p:cNvSpPr>
            <a:spLocks/>
          </p:cNvSpPr>
          <p:nvPr/>
        </p:nvSpPr>
        <p:spPr bwMode="auto">
          <a:xfrm>
            <a:off x="2971800" y="838200"/>
            <a:ext cx="381000" cy="2819400"/>
          </a:xfrm>
          <a:prstGeom prst="leftBrace">
            <a:avLst>
              <a:gd name="adj1" fmla="val 61667"/>
              <a:gd name="adj2" fmla="val 50000"/>
            </a:avLst>
          </a:prstGeom>
          <a:noFill/>
          <a:ln w="412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3312" name="Line 16">
            <a:extLst>
              <a:ext uri="{FF2B5EF4-FFF2-40B4-BE49-F238E27FC236}">
                <a16:creationId xmlns:a16="http://schemas.microsoft.com/office/drawing/2014/main" id="{05AE643C-C2C8-CCAB-67EF-8E3ADCFCA5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3886200"/>
            <a:ext cx="8610600" cy="0"/>
          </a:xfrm>
          <a:prstGeom prst="line">
            <a:avLst/>
          </a:prstGeom>
          <a:noFill/>
          <a:ln w="22225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3" name="Text Box 17">
            <a:extLst>
              <a:ext uri="{FF2B5EF4-FFF2-40B4-BE49-F238E27FC236}">
                <a16:creationId xmlns:a16="http://schemas.microsoft.com/office/drawing/2014/main" id="{D1F219AE-CFDB-122A-3B48-F31A771E0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114800"/>
            <a:ext cx="4167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思考题：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一带电系统，如图</a:t>
            </a:r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zh-CN" altLang="en-US" b="1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3314" name="Line 18">
            <a:extLst>
              <a:ext uri="{FF2B5EF4-FFF2-40B4-BE49-F238E27FC236}">
                <a16:creationId xmlns:a16="http://schemas.microsoft.com/office/drawing/2014/main" id="{10CAF7B3-1F17-A893-FEDA-473D9450E92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4038600"/>
            <a:ext cx="0" cy="2590800"/>
          </a:xfrm>
          <a:prstGeom prst="line">
            <a:avLst/>
          </a:prstGeom>
          <a:noFill/>
          <a:ln w="508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5" name="Line 19">
            <a:extLst>
              <a:ext uri="{FF2B5EF4-FFF2-40B4-BE49-F238E27FC236}">
                <a16:creationId xmlns:a16="http://schemas.microsoft.com/office/drawing/2014/main" id="{AC803DD1-3CCB-7E5E-ADD8-503B8F78E3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3688" y="5181600"/>
            <a:ext cx="16002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6" name="Oval 20">
            <a:extLst>
              <a:ext uri="{FF2B5EF4-FFF2-40B4-BE49-F238E27FC236}">
                <a16:creationId xmlns:a16="http://schemas.microsoft.com/office/drawing/2014/main" id="{0FFB87D4-097F-C7C1-D7BE-39C37A9BA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488" y="5105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3317" name="Line 21">
            <a:extLst>
              <a:ext uri="{FF2B5EF4-FFF2-40B4-BE49-F238E27FC236}">
                <a16:creationId xmlns:a16="http://schemas.microsoft.com/office/drawing/2014/main" id="{86FE37AF-5B6D-3D5A-7D67-48F7C3F895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3688" y="5181600"/>
            <a:ext cx="0" cy="8382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8" name="Line 22">
            <a:extLst>
              <a:ext uri="{FF2B5EF4-FFF2-40B4-BE49-F238E27FC236}">
                <a16:creationId xmlns:a16="http://schemas.microsoft.com/office/drawing/2014/main" id="{899D028C-0D2D-DECF-9021-D0593F6E9F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3688" y="5715000"/>
            <a:ext cx="16002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3319" name="Object 12">
            <a:extLst>
              <a:ext uri="{FF2B5EF4-FFF2-40B4-BE49-F238E27FC236}">
                <a16:creationId xmlns:a16="http://schemas.microsoft.com/office/drawing/2014/main" id="{65B65F1D-09AA-F9F3-16FB-2B9A02D131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191000"/>
          <a:ext cx="4429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14456" imgH="99254" progId="Equation.3">
                  <p:embed/>
                </p:oleObj>
              </mc:Choice>
              <mc:Fallback>
                <p:oleObj name="公式" r:id="rId21" imgW="114456" imgH="9925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191000"/>
                        <a:ext cx="44291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20" name="Object 13">
            <a:extLst>
              <a:ext uri="{FF2B5EF4-FFF2-40B4-BE49-F238E27FC236}">
                <a16:creationId xmlns:a16="http://schemas.microsoft.com/office/drawing/2014/main" id="{1B60130E-AF4C-9B6A-19AE-15BA6FCF4E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5088" y="4572000"/>
          <a:ext cx="36988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91564" imgH="129679" progId="Equation.3">
                  <p:embed/>
                </p:oleObj>
              </mc:Choice>
              <mc:Fallback>
                <p:oleObj name="公式" r:id="rId23" imgW="91564" imgH="12967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088" y="4572000"/>
                        <a:ext cx="36988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21" name="Object 14">
            <a:extLst>
              <a:ext uri="{FF2B5EF4-FFF2-40B4-BE49-F238E27FC236}">
                <a16:creationId xmlns:a16="http://schemas.microsoft.com/office/drawing/2014/main" id="{717FB47F-F7F8-7B16-1104-16330BB49E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3288" y="5334000"/>
          <a:ext cx="369887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91564" imgH="99254" progId="Equation.3">
                  <p:embed/>
                </p:oleObj>
              </mc:Choice>
              <mc:Fallback>
                <p:oleObj name="公式" r:id="rId25" imgW="91564" imgH="9925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3288" y="5334000"/>
                        <a:ext cx="369887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22" name="Object 15">
            <a:extLst>
              <a:ext uri="{FF2B5EF4-FFF2-40B4-BE49-F238E27FC236}">
                <a16:creationId xmlns:a16="http://schemas.microsoft.com/office/drawing/2014/main" id="{BAD7D8B8-6890-D831-BA5F-128C376E3F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7088" y="4495800"/>
          <a:ext cx="44291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14456" imgH="129679" progId="Equation.3">
                  <p:embed/>
                </p:oleObj>
              </mc:Choice>
              <mc:Fallback>
                <p:oleObj name="公式" r:id="rId27" imgW="114456" imgH="12967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7088" y="4495800"/>
                        <a:ext cx="44291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23" name="Oval 27">
            <a:extLst>
              <a:ext uri="{FF2B5EF4-FFF2-40B4-BE49-F238E27FC236}">
                <a16:creationId xmlns:a16="http://schemas.microsoft.com/office/drawing/2014/main" id="{98E3900D-E0F2-B3D6-BC27-651D19299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9488" y="5105400"/>
            <a:ext cx="152400" cy="1524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3324" name="Object 16">
            <a:extLst>
              <a:ext uri="{FF2B5EF4-FFF2-40B4-BE49-F238E27FC236}">
                <a16:creationId xmlns:a16="http://schemas.microsoft.com/office/drawing/2014/main" id="{4A99E34A-C903-FA77-A311-BEC862B196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4800600"/>
          <a:ext cx="9620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289622" imgH="175066" progId="Equation.3">
                  <p:embed/>
                </p:oleObj>
              </mc:Choice>
              <mc:Fallback>
                <p:oleObj name="公式" r:id="rId29" imgW="289622" imgH="175066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800600"/>
                        <a:ext cx="9620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25" name="Object 17">
            <a:extLst>
              <a:ext uri="{FF2B5EF4-FFF2-40B4-BE49-F238E27FC236}">
                <a16:creationId xmlns:a16="http://schemas.microsoft.com/office/drawing/2014/main" id="{B77F13A4-BE2F-E7C3-AEE8-66F5BEEB67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4648200"/>
          <a:ext cx="14414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457324" imgH="548640" progId="Equation.3">
                  <p:embed/>
                </p:oleObj>
              </mc:Choice>
              <mc:Fallback>
                <p:oleObj name="公式" r:id="rId31" imgW="457324" imgH="548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648200"/>
                        <a:ext cx="144145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26" name="Object 18">
            <a:extLst>
              <a:ext uri="{FF2B5EF4-FFF2-40B4-BE49-F238E27FC236}">
                <a16:creationId xmlns:a16="http://schemas.microsoft.com/office/drawing/2014/main" id="{DFDE01E0-7DAE-9DF2-021A-BDB1E7AC52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648200"/>
          <a:ext cx="155257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495144" imgH="396018" progId="Equation.3">
                  <p:embed/>
                </p:oleObj>
              </mc:Choice>
              <mc:Fallback>
                <p:oleObj name="公式" r:id="rId33" imgW="495144" imgH="396018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648200"/>
                        <a:ext cx="155257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27" name="Text Box 31">
            <a:extLst>
              <a:ext uri="{FF2B5EF4-FFF2-40B4-BE49-F238E27FC236}">
                <a16:creationId xmlns:a16="http://schemas.microsoft.com/office/drawing/2014/main" id="{C03A5FF2-916A-3134-F7F8-8464D7A19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876800"/>
            <a:ext cx="125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答案： </a:t>
            </a:r>
          </a:p>
        </p:txBody>
      </p:sp>
      <p:sp>
        <p:nvSpPr>
          <p:cNvPr id="183328" name="Text Box 32">
            <a:extLst>
              <a:ext uri="{FF2B5EF4-FFF2-40B4-BE49-F238E27FC236}">
                <a16:creationId xmlns:a16="http://schemas.microsoft.com/office/drawing/2014/main" id="{5A6EBF0F-1623-342F-C4B4-AC23B99D5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856163"/>
            <a:ext cx="644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？ </a:t>
            </a:r>
          </a:p>
        </p:txBody>
      </p:sp>
      <p:sp>
        <p:nvSpPr>
          <p:cNvPr id="183329" name="Text Box 33">
            <a:extLst>
              <a:ext uri="{FF2B5EF4-FFF2-40B4-BE49-F238E27FC236}">
                <a16:creationId xmlns:a16="http://schemas.microsoft.com/office/drawing/2014/main" id="{23022577-476A-A9B3-86CD-5FB44B0BD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96000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问题实质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——</a:t>
            </a:r>
            <a:r>
              <a:rPr lang="en-US" altLang="zh-CN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电势零点的选取要统一</a:t>
            </a:r>
          </a:p>
        </p:txBody>
      </p:sp>
      <p:sp>
        <p:nvSpPr>
          <p:cNvPr id="183330" name="Text Box 34">
            <a:extLst>
              <a:ext uri="{FF2B5EF4-FFF2-40B4-BE49-F238E27FC236}">
                <a16:creationId xmlns:a16="http://schemas.microsoft.com/office/drawing/2014/main" id="{82FB862F-33D6-5F0F-131C-F98655E67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114800"/>
            <a:ext cx="2633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rgbClr val="FFFF00"/>
                </a:solidFill>
                <a:ea typeface="楷体_GB2312" pitchFamily="49" charset="-122"/>
              </a:rPr>
              <a:t>P </a:t>
            </a:r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点电势？</a:t>
            </a: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8EF17D8D-D455-ED57-E8DA-040FDE6E7B74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5486400"/>
            <a:ext cx="381000" cy="457200"/>
            <a:chOff x="4896" y="3168"/>
            <a:chExt cx="240" cy="288"/>
          </a:xfrm>
        </p:grpSpPr>
        <p:sp>
          <p:nvSpPr>
            <p:cNvPr id="12324" name="Line 36">
              <a:extLst>
                <a:ext uri="{FF2B5EF4-FFF2-40B4-BE49-F238E27FC236}">
                  <a16:creationId xmlns:a16="http://schemas.microsoft.com/office/drawing/2014/main" id="{1ED40EDA-DDAF-4570-89BF-FDB1195F6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3168"/>
              <a:ext cx="240" cy="288"/>
            </a:xfrm>
            <a:prstGeom prst="line">
              <a:avLst/>
            </a:prstGeom>
            <a:noFill/>
            <a:ln w="5397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5" name="Line 37">
              <a:extLst>
                <a:ext uri="{FF2B5EF4-FFF2-40B4-BE49-F238E27FC236}">
                  <a16:creationId xmlns:a16="http://schemas.microsoft.com/office/drawing/2014/main" id="{B84AB2C3-3AA7-60E4-AA9F-AD875B8769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96" y="3168"/>
              <a:ext cx="240" cy="288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3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3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8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8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8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8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83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83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8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8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83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 build="p" autoUpdateAnimBg="0"/>
      <p:bldP spid="183299" grpId="0" build="p" autoUpdateAnimBg="0"/>
      <p:bldP spid="183300" grpId="0" animBg="1"/>
      <p:bldP spid="183311" grpId="0" animBg="1"/>
      <p:bldP spid="183313" grpId="0" build="p" autoUpdateAnimBg="0"/>
      <p:bldP spid="183316" grpId="0" animBg="1"/>
      <p:bldP spid="183323" grpId="0" animBg="1"/>
      <p:bldP spid="183327" grpId="0" build="p" autoUpdateAnimBg="0"/>
      <p:bldP spid="183328" grpId="0" build="p" autoUpdateAnimBg="0"/>
      <p:bldP spid="183329" grpId="0" build="p" autoUpdateAnimBg="0"/>
      <p:bldP spid="183330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Text Box 17">
            <a:extLst>
              <a:ext uri="{FF2B5EF4-FFF2-40B4-BE49-F238E27FC236}">
                <a16:creationId xmlns:a16="http://schemas.microsoft.com/office/drawing/2014/main" id="{C88E04F2-E40B-5DA4-EC65-2A4D9820B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214313"/>
            <a:ext cx="4167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思考题：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一带电系统，如图</a:t>
            </a:r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zh-CN" altLang="en-US" b="1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3314" name="Line 18">
            <a:extLst>
              <a:ext uri="{FF2B5EF4-FFF2-40B4-BE49-F238E27FC236}">
                <a16:creationId xmlns:a16="http://schemas.microsoft.com/office/drawing/2014/main" id="{72E36A8E-E0B8-12C2-743D-25F8C5B4889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43875" y="138113"/>
            <a:ext cx="0" cy="2590800"/>
          </a:xfrm>
          <a:prstGeom prst="line">
            <a:avLst/>
          </a:prstGeom>
          <a:noFill/>
          <a:ln w="508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5" name="Line 19">
            <a:extLst>
              <a:ext uri="{FF2B5EF4-FFF2-40B4-BE49-F238E27FC236}">
                <a16:creationId xmlns:a16="http://schemas.microsoft.com/office/drawing/2014/main" id="{B9BD8D79-7136-1220-C9C0-43C3772A22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7963" y="1281113"/>
            <a:ext cx="16002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6" name="Oval 20">
            <a:extLst>
              <a:ext uri="{FF2B5EF4-FFF2-40B4-BE49-F238E27FC236}">
                <a16:creationId xmlns:a16="http://schemas.microsoft.com/office/drawing/2014/main" id="{ECCDFF5E-441E-773A-8F4A-F42D886DF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763" y="1204913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3317" name="Line 21">
            <a:extLst>
              <a:ext uri="{FF2B5EF4-FFF2-40B4-BE49-F238E27FC236}">
                <a16:creationId xmlns:a16="http://schemas.microsoft.com/office/drawing/2014/main" id="{D7A39FE2-690C-0A1B-CEA8-1F0F237438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7963" y="1281113"/>
            <a:ext cx="0" cy="8382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8" name="Line 22">
            <a:extLst>
              <a:ext uri="{FF2B5EF4-FFF2-40B4-BE49-F238E27FC236}">
                <a16:creationId xmlns:a16="http://schemas.microsoft.com/office/drawing/2014/main" id="{3E00E95D-8421-CCD7-6F06-DE8DF31B2D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7963" y="1814513"/>
            <a:ext cx="16002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3319" name="Object 23">
            <a:extLst>
              <a:ext uri="{FF2B5EF4-FFF2-40B4-BE49-F238E27FC236}">
                <a16:creationId xmlns:a16="http://schemas.microsoft.com/office/drawing/2014/main" id="{5C7746E8-B111-A706-77A3-4791C3BC7C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0075" y="290513"/>
          <a:ext cx="4429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456" imgH="99254" progId="Equation.3">
                  <p:embed/>
                </p:oleObj>
              </mc:Choice>
              <mc:Fallback>
                <p:oleObj name="公式" r:id="rId2" imgW="114456" imgH="99254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0075" y="290513"/>
                        <a:ext cx="44291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20" name="Object 24">
            <a:extLst>
              <a:ext uri="{FF2B5EF4-FFF2-40B4-BE49-F238E27FC236}">
                <a16:creationId xmlns:a16="http://schemas.microsoft.com/office/drawing/2014/main" id="{EB5C301B-222C-9E3D-F51E-9F22972B92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9363" y="671513"/>
          <a:ext cx="36988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1564" imgH="129679" progId="Equation.3">
                  <p:embed/>
                </p:oleObj>
              </mc:Choice>
              <mc:Fallback>
                <p:oleObj name="公式" r:id="rId4" imgW="91564" imgH="129679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9363" y="671513"/>
                        <a:ext cx="36988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21" name="Object 25">
            <a:extLst>
              <a:ext uri="{FF2B5EF4-FFF2-40B4-BE49-F238E27FC236}">
                <a16:creationId xmlns:a16="http://schemas.microsoft.com/office/drawing/2014/main" id="{67C1CE52-A362-843F-0FD6-214F17F402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7563" y="1433513"/>
          <a:ext cx="369887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1564" imgH="99254" progId="Equation.3">
                  <p:embed/>
                </p:oleObj>
              </mc:Choice>
              <mc:Fallback>
                <p:oleObj name="公式" r:id="rId6" imgW="91564" imgH="99254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7563" y="1433513"/>
                        <a:ext cx="369887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22" name="Object 26">
            <a:extLst>
              <a:ext uri="{FF2B5EF4-FFF2-40B4-BE49-F238E27FC236}">
                <a16:creationId xmlns:a16="http://schemas.microsoft.com/office/drawing/2014/main" id="{82AD285D-E782-4B12-C75D-8D3859522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1363" y="595313"/>
          <a:ext cx="44291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4456" imgH="129679" progId="Equation.3">
                  <p:embed/>
                </p:oleObj>
              </mc:Choice>
              <mc:Fallback>
                <p:oleObj name="公式" r:id="rId8" imgW="114456" imgH="129679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363" y="595313"/>
                        <a:ext cx="44291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23" name="Oval 27">
            <a:extLst>
              <a:ext uri="{FF2B5EF4-FFF2-40B4-BE49-F238E27FC236}">
                <a16:creationId xmlns:a16="http://schemas.microsoft.com/office/drawing/2014/main" id="{41AE5857-4C62-CD70-6769-3F71A6E06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3763" y="1204913"/>
            <a:ext cx="152400" cy="1524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83324" name="Object 28">
            <a:extLst>
              <a:ext uri="{FF2B5EF4-FFF2-40B4-BE49-F238E27FC236}">
                <a16:creationId xmlns:a16="http://schemas.microsoft.com/office/drawing/2014/main" id="{76BF8A16-F109-91F8-F1E7-3127E448D2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9675" y="900113"/>
          <a:ext cx="96202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89622" imgH="175066" progId="Equation.3">
                  <p:embed/>
                </p:oleObj>
              </mc:Choice>
              <mc:Fallback>
                <p:oleObj name="公式" r:id="rId10" imgW="289622" imgH="175066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675" y="900113"/>
                        <a:ext cx="96202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25" name="Object 29">
            <a:extLst>
              <a:ext uri="{FF2B5EF4-FFF2-40B4-BE49-F238E27FC236}">
                <a16:creationId xmlns:a16="http://schemas.microsoft.com/office/drawing/2014/main" id="{C95F7E8C-47D6-1CA3-FB3F-A6A697385E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0275" y="747713"/>
          <a:ext cx="14414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57324" imgH="548640" progId="Equation.3">
                  <p:embed/>
                </p:oleObj>
              </mc:Choice>
              <mc:Fallback>
                <p:oleObj name="公式" r:id="rId12" imgW="457324" imgH="5486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747713"/>
                        <a:ext cx="144145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26" name="Object 30">
            <a:extLst>
              <a:ext uri="{FF2B5EF4-FFF2-40B4-BE49-F238E27FC236}">
                <a16:creationId xmlns:a16="http://schemas.microsoft.com/office/drawing/2014/main" id="{A4F4FD79-C900-89A8-2CD6-D386620034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1875" y="747713"/>
          <a:ext cx="155257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95144" imgH="396018" progId="Equation.3">
                  <p:embed/>
                </p:oleObj>
              </mc:Choice>
              <mc:Fallback>
                <p:oleObj name="公式" r:id="rId14" imgW="495144" imgH="396018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747713"/>
                        <a:ext cx="155257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27" name="Text Box 31">
            <a:extLst>
              <a:ext uri="{FF2B5EF4-FFF2-40B4-BE49-F238E27FC236}">
                <a16:creationId xmlns:a16="http://schemas.microsoft.com/office/drawing/2014/main" id="{633FAE62-000B-E9F1-8FAA-2661C5830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" y="976313"/>
            <a:ext cx="125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答案： </a:t>
            </a:r>
          </a:p>
        </p:txBody>
      </p:sp>
      <p:sp>
        <p:nvSpPr>
          <p:cNvPr id="183328" name="Text Box 32">
            <a:extLst>
              <a:ext uri="{FF2B5EF4-FFF2-40B4-BE49-F238E27FC236}">
                <a16:creationId xmlns:a16="http://schemas.microsoft.com/office/drawing/2014/main" id="{4AA2741F-222C-8B63-8803-ACF537039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4475" y="955675"/>
            <a:ext cx="644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？ </a:t>
            </a:r>
          </a:p>
        </p:txBody>
      </p:sp>
      <p:sp>
        <p:nvSpPr>
          <p:cNvPr id="183329" name="Text Box 33">
            <a:extLst>
              <a:ext uri="{FF2B5EF4-FFF2-40B4-BE49-F238E27FC236}">
                <a16:creationId xmlns:a16="http://schemas.microsoft.com/office/drawing/2014/main" id="{41F41C0C-14A3-C417-FB74-E4093078F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500313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accent1"/>
                </a:solidFill>
                <a:latin typeface="楷体_GB2312" pitchFamily="49" charset="-122"/>
                <a:ea typeface="楷体_GB2312" pitchFamily="49" charset="-122"/>
              </a:rPr>
              <a:t>问题实质 </a:t>
            </a:r>
            <a:r>
              <a:rPr lang="en-US" altLang="zh-CN" b="1">
                <a:solidFill>
                  <a:schemeClr val="accent1"/>
                </a:solidFill>
                <a:ea typeface="楷体_GB2312" pitchFamily="49" charset="-122"/>
              </a:rPr>
              <a:t>——</a:t>
            </a:r>
            <a:r>
              <a:rPr lang="en-US" altLang="zh-CN" b="1">
                <a:solidFill>
                  <a:schemeClr val="accent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accent1"/>
                </a:solidFill>
                <a:latin typeface="楷体_GB2312" pitchFamily="49" charset="-122"/>
                <a:ea typeface="楷体_GB2312" pitchFamily="49" charset="-122"/>
              </a:rPr>
              <a:t>电势零点的选取要统一</a:t>
            </a:r>
          </a:p>
        </p:txBody>
      </p:sp>
      <p:sp>
        <p:nvSpPr>
          <p:cNvPr id="183330" name="Text Box 34">
            <a:extLst>
              <a:ext uri="{FF2B5EF4-FFF2-40B4-BE49-F238E27FC236}">
                <a16:creationId xmlns:a16="http://schemas.microsoft.com/office/drawing/2014/main" id="{1BAB9AE6-2A69-F37C-266A-46C6A04A6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5275" y="214313"/>
            <a:ext cx="2633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rgbClr val="FFFF00"/>
                </a:solidFill>
                <a:ea typeface="楷体_GB2312" pitchFamily="49" charset="-122"/>
              </a:rPr>
              <a:t>P </a:t>
            </a:r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点电势？</a:t>
            </a: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5A5AC86C-2A23-6062-C3C2-857CA1AAA68A}"/>
              </a:ext>
            </a:extLst>
          </p:cNvPr>
          <p:cNvGrpSpPr>
            <a:grpSpLocks/>
          </p:cNvGrpSpPr>
          <p:nvPr/>
        </p:nvGrpSpPr>
        <p:grpSpPr bwMode="auto">
          <a:xfrm>
            <a:off x="5095875" y="1585913"/>
            <a:ext cx="381000" cy="457200"/>
            <a:chOff x="4896" y="3168"/>
            <a:chExt cx="240" cy="288"/>
          </a:xfrm>
        </p:grpSpPr>
        <p:sp>
          <p:nvSpPr>
            <p:cNvPr id="13343" name="Line 36">
              <a:extLst>
                <a:ext uri="{FF2B5EF4-FFF2-40B4-BE49-F238E27FC236}">
                  <a16:creationId xmlns:a16="http://schemas.microsoft.com/office/drawing/2014/main" id="{E63DE5F1-450F-D81A-B8B3-6EB43A491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3168"/>
              <a:ext cx="240" cy="288"/>
            </a:xfrm>
            <a:prstGeom prst="line">
              <a:avLst/>
            </a:prstGeom>
            <a:noFill/>
            <a:ln w="5397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Line 37">
              <a:extLst>
                <a:ext uri="{FF2B5EF4-FFF2-40B4-BE49-F238E27FC236}">
                  <a16:creationId xmlns:a16="http://schemas.microsoft.com/office/drawing/2014/main" id="{9D963F56-596C-1330-A8BB-9CBCC1FC20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96" y="3168"/>
              <a:ext cx="240" cy="288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Text Box 35">
            <a:extLst>
              <a:ext uri="{FF2B5EF4-FFF2-40B4-BE49-F238E27FC236}">
                <a16:creationId xmlns:a16="http://schemas.microsoft.com/office/drawing/2014/main" id="{F0E78CAE-1487-582A-E314-42ED05CB2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2071688"/>
            <a:ext cx="777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Arial" panose="020B0604020202020204" pitchFamily="34" charset="0"/>
              </a:rPr>
              <a:t>答：不对。分别选择了两个不同电势零点计算。</a:t>
            </a:r>
          </a:p>
        </p:txBody>
      </p:sp>
      <p:sp>
        <p:nvSpPr>
          <p:cNvPr id="3102" name="Line 28">
            <a:extLst>
              <a:ext uri="{FF2B5EF4-FFF2-40B4-BE49-F238E27FC236}">
                <a16:creationId xmlns:a16="http://schemas.microsoft.com/office/drawing/2014/main" id="{B1E9E901-7434-8574-D636-3950FE09D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5125" y="1285875"/>
            <a:ext cx="1905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03" name="Text Box 36">
            <a:extLst>
              <a:ext uri="{FF2B5EF4-FFF2-40B4-BE49-F238E27FC236}">
                <a16:creationId xmlns:a16="http://schemas.microsoft.com/office/drawing/2014/main" id="{26B98104-0CB2-A5BD-9FF3-0D1A27F13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3000375"/>
            <a:ext cx="64293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kumimoji="0"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任一点</a:t>
            </a:r>
            <a:r>
              <a:rPr kumimoji="0"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x</a:t>
            </a:r>
            <a:r>
              <a:rPr kumimoji="0"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处的场强由点电荷</a:t>
            </a:r>
            <a:r>
              <a:rPr kumimoji="0"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q</a:t>
            </a:r>
            <a:r>
              <a:rPr kumimoji="0"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及带电大平板的场强叠加，即</a:t>
            </a:r>
          </a:p>
        </p:txBody>
      </p:sp>
      <p:graphicFrame>
        <p:nvGraphicFramePr>
          <p:cNvPr id="39" name="Object 32">
            <a:extLst>
              <a:ext uri="{FF2B5EF4-FFF2-40B4-BE49-F238E27FC236}">
                <a16:creationId xmlns:a16="http://schemas.microsoft.com/office/drawing/2014/main" id="{F5489B18-9521-A573-69C3-2186C367FB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25" y="3571875"/>
          <a:ext cx="36195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18671" imgH="431613" progId="Equation.DSMT4">
                  <p:embed/>
                </p:oleObj>
              </mc:Choice>
              <mc:Fallback>
                <p:oleObj name="Equation" r:id="rId16" imgW="1218671" imgH="431613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3571875"/>
                        <a:ext cx="3619500" cy="10509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9" name="Object 33">
            <a:extLst>
              <a:ext uri="{FF2B5EF4-FFF2-40B4-BE49-F238E27FC236}">
                <a16:creationId xmlns:a16="http://schemas.microsoft.com/office/drawing/2014/main" id="{FEF10D81-A0CB-FD0C-A2E4-2ADA872FCB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4714875"/>
          <a:ext cx="78359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70200" imgH="431800" progId="Equation.DSMT4">
                  <p:embed/>
                </p:oleObj>
              </mc:Choice>
              <mc:Fallback>
                <p:oleObj name="Equation" r:id="rId18" imgW="2870200" imgH="4318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714875"/>
                        <a:ext cx="7835900" cy="10509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0" name="Object 34">
            <a:extLst>
              <a:ext uri="{FF2B5EF4-FFF2-40B4-BE49-F238E27FC236}">
                <a16:creationId xmlns:a16="http://schemas.microsoft.com/office/drawing/2014/main" id="{D13C22D3-D044-98DD-0956-EFAA29E60A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1750" y="5807075"/>
          <a:ext cx="26352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65200" imgH="431800" progId="Equation.DSMT4">
                  <p:embed/>
                </p:oleObj>
              </mc:Choice>
              <mc:Fallback>
                <p:oleObj name="Equation" r:id="rId20" imgW="965200" imgH="4318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5807075"/>
                        <a:ext cx="2635250" cy="10509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5">
            <a:extLst>
              <a:ext uri="{FF2B5EF4-FFF2-40B4-BE49-F238E27FC236}">
                <a16:creationId xmlns:a16="http://schemas.microsoft.com/office/drawing/2014/main" id="{FB6BBF3E-2C06-8B3C-E9E2-579A5F2B06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8700" y="1338263"/>
          <a:ext cx="36988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91564" imgH="99254" progId="Equation.3">
                  <p:embed/>
                </p:oleObj>
              </mc:Choice>
              <mc:Fallback>
                <p:oleObj name="公式" r:id="rId22" imgW="91564" imgH="99254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1338263"/>
                        <a:ext cx="369888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6">
            <a:extLst>
              <a:ext uri="{FF2B5EF4-FFF2-40B4-BE49-F238E27FC236}">
                <a16:creationId xmlns:a16="http://schemas.microsoft.com/office/drawing/2014/main" id="{15A8FF04-9853-7FB5-671E-B25560102F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01063" y="1285875"/>
          <a:ext cx="3683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91564" imgH="99254" progId="Equation.3">
                  <p:embed/>
                </p:oleObj>
              </mc:Choice>
              <mc:Fallback>
                <p:oleObj name="公式" r:id="rId24" imgW="91564" imgH="99254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1063" y="1285875"/>
                        <a:ext cx="3683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Oval 27">
            <a:extLst>
              <a:ext uri="{FF2B5EF4-FFF2-40B4-BE49-F238E27FC236}">
                <a16:creationId xmlns:a16="http://schemas.microsoft.com/office/drawing/2014/main" id="{B707B56A-D100-54C2-32CA-3F49D592D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2438" y="1214438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0" name="Picture 16" descr="j0293240">
            <a:extLst>
              <a:ext uri="{FF2B5EF4-FFF2-40B4-BE49-F238E27FC236}">
                <a16:creationId xmlns:a16="http://schemas.microsoft.com/office/drawing/2014/main" id="{A9E747FF-2039-C460-7F4A-CCF332210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3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3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3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83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3" dur="5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8" dur="500"/>
                                        <p:tgtEl>
                                          <p:spTgt spid="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13" grpId="0" build="p" autoUpdateAnimBg="0"/>
      <p:bldP spid="183316" grpId="0" animBg="1"/>
      <p:bldP spid="183323" grpId="0" animBg="1"/>
      <p:bldP spid="183327" grpId="0" build="p" autoUpdateAnimBg="0"/>
      <p:bldP spid="183328" grpId="0" build="p" autoUpdateAnimBg="0"/>
      <p:bldP spid="183329" grpId="0" build="p" autoUpdateAnimBg="0"/>
      <p:bldP spid="183330" grpId="0" build="p" autoUpdateAnimBg="0"/>
      <p:bldP spid="24" grpId="0" autoUpdateAnimBg="0"/>
      <p:bldP spid="3103" grpId="0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18" name="Picture 2" descr="图形5">
            <a:extLst>
              <a:ext uri="{FF2B5EF4-FFF2-40B4-BE49-F238E27FC236}">
                <a16:creationId xmlns:a16="http://schemas.microsoft.com/office/drawing/2014/main" id="{FFAF01F9-4508-6E03-ADDD-B848B76BE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388" y="2128838"/>
            <a:ext cx="4792662" cy="3316287"/>
          </a:xfrm>
          <a:prstGeom prst="rect">
            <a:avLst/>
          </a:prstGeom>
          <a:solidFill>
            <a:srgbClr val="006699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7219" name="Picture 3" descr="图形8">
            <a:extLst>
              <a:ext uri="{FF2B5EF4-FFF2-40B4-BE49-F238E27FC236}">
                <a16:creationId xmlns:a16="http://schemas.microsoft.com/office/drawing/2014/main" id="{1E0E3AF4-608C-89ED-B16E-B075671A7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2144713"/>
            <a:ext cx="3292475" cy="324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220" name="Text Box 4">
            <a:extLst>
              <a:ext uri="{FF2B5EF4-FFF2-40B4-BE49-F238E27FC236}">
                <a16:creationId xmlns:a16="http://schemas.microsoft.com/office/drawing/2014/main" id="{52170EBC-CA22-4184-E383-F35ED1908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11163"/>
            <a:ext cx="8610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 b="1">
                <a:solidFill>
                  <a:srgbClr val="00FF00"/>
                </a:solidFill>
                <a:ea typeface="黑体" panose="02010609060101010101" pitchFamily="49" charset="-122"/>
              </a:rPr>
              <a:t>8.6</a:t>
            </a:r>
            <a:r>
              <a:rPr lang="en-US" altLang="zh-CN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等势面  电势与电场强度的微分关系</a:t>
            </a:r>
          </a:p>
        </p:txBody>
      </p:sp>
      <p:sp>
        <p:nvSpPr>
          <p:cNvPr id="137221" name="Text Box 5">
            <a:extLst>
              <a:ext uri="{FF2B5EF4-FFF2-40B4-BE49-F238E27FC236}">
                <a16:creationId xmlns:a16="http://schemas.microsoft.com/office/drawing/2014/main" id="{AFA84AA2-7A68-4975-F1FC-009592C85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1004888"/>
            <a:ext cx="3063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FFFF00"/>
                </a:solidFill>
              </a:rPr>
              <a:t>一</a:t>
            </a:r>
            <a:r>
              <a:rPr lang="en-US" altLang="zh-CN" sz="2800" b="1">
                <a:solidFill>
                  <a:srgbClr val="FFFF00"/>
                </a:solidFill>
              </a:rPr>
              <a:t>. </a:t>
            </a:r>
            <a:r>
              <a:rPr lang="zh-CN" altLang="en-US" sz="2800" b="1">
                <a:solidFill>
                  <a:srgbClr val="FFFF00"/>
                </a:solidFill>
              </a:rPr>
              <a:t>等势面</a:t>
            </a:r>
          </a:p>
        </p:txBody>
      </p:sp>
      <p:sp>
        <p:nvSpPr>
          <p:cNvPr id="137222" name="Text Box 6">
            <a:extLst>
              <a:ext uri="{FF2B5EF4-FFF2-40B4-BE49-F238E27FC236}">
                <a16:creationId xmlns:a16="http://schemas.microsoft.com/office/drawing/2014/main" id="{401B74A1-9AFE-5C58-692A-BBF399EE9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24000"/>
            <a:ext cx="6340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电场中电势相等的点连成的面称为等势面。</a:t>
            </a:r>
          </a:p>
        </p:txBody>
      </p:sp>
      <p:pic>
        <p:nvPicPr>
          <p:cNvPr id="137226" name="Picture 10" descr="图形7">
            <a:extLst>
              <a:ext uri="{FF2B5EF4-FFF2-40B4-BE49-F238E27FC236}">
                <a16:creationId xmlns:a16="http://schemas.microsoft.com/office/drawing/2014/main" id="{52B7E625-54B5-D308-A8D0-CECD91DB2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257425"/>
            <a:ext cx="4395788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>
            <a:extLst>
              <a:ext uri="{FF2B5EF4-FFF2-40B4-BE49-F238E27FC236}">
                <a16:creationId xmlns:a16="http://schemas.microsoft.com/office/drawing/2014/main" id="{F94F738C-63C3-1AAE-EFE4-DB6CA0C9C787}"/>
              </a:ext>
            </a:extLst>
          </p:cNvPr>
          <p:cNvGrpSpPr>
            <a:grpSpLocks/>
          </p:cNvGrpSpPr>
          <p:nvPr/>
        </p:nvGrpSpPr>
        <p:grpSpPr bwMode="auto">
          <a:xfrm>
            <a:off x="1103313" y="2463800"/>
            <a:ext cx="2609850" cy="2609850"/>
            <a:chOff x="1920" y="2352"/>
            <a:chExt cx="1644" cy="1644"/>
          </a:xfrm>
        </p:grpSpPr>
        <p:sp>
          <p:nvSpPr>
            <p:cNvPr id="14346" name="Oval 12">
              <a:extLst>
                <a:ext uri="{FF2B5EF4-FFF2-40B4-BE49-F238E27FC236}">
                  <a16:creationId xmlns:a16="http://schemas.microsoft.com/office/drawing/2014/main" id="{7636CDE7-7705-57B3-3FB7-8D206D93F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4" y="3006"/>
              <a:ext cx="336" cy="336"/>
            </a:xfrm>
            <a:prstGeom prst="ellipse">
              <a:avLst/>
            </a:prstGeom>
            <a:noFill/>
            <a:ln w="28575">
              <a:solidFill>
                <a:srgbClr val="66FF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47" name="Oval 13">
              <a:extLst>
                <a:ext uri="{FF2B5EF4-FFF2-40B4-BE49-F238E27FC236}">
                  <a16:creationId xmlns:a16="http://schemas.microsoft.com/office/drawing/2014/main" id="{00DCF60B-36EB-B438-66E0-6E9F65255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" y="2868"/>
              <a:ext cx="612" cy="612"/>
            </a:xfrm>
            <a:prstGeom prst="ellipse">
              <a:avLst/>
            </a:prstGeom>
            <a:noFill/>
            <a:ln w="28575">
              <a:solidFill>
                <a:srgbClr val="66FF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48" name="Oval 14">
              <a:extLst>
                <a:ext uri="{FF2B5EF4-FFF2-40B4-BE49-F238E27FC236}">
                  <a16:creationId xmlns:a16="http://schemas.microsoft.com/office/drawing/2014/main" id="{E1B07C85-F8BD-DB40-3A62-C6F2C5F42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6" y="2658"/>
              <a:ext cx="1032" cy="1032"/>
            </a:xfrm>
            <a:prstGeom prst="ellipse">
              <a:avLst/>
            </a:prstGeom>
            <a:noFill/>
            <a:ln w="28575">
              <a:solidFill>
                <a:srgbClr val="66FF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49" name="Oval 15">
              <a:extLst>
                <a:ext uri="{FF2B5EF4-FFF2-40B4-BE49-F238E27FC236}">
                  <a16:creationId xmlns:a16="http://schemas.microsoft.com/office/drawing/2014/main" id="{56E185DB-7355-8CCB-DC4B-AA1A8EB5D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52"/>
              <a:ext cx="1644" cy="1644"/>
            </a:xfrm>
            <a:prstGeom prst="ellipse">
              <a:avLst/>
            </a:prstGeom>
            <a:noFill/>
            <a:ln w="28575">
              <a:solidFill>
                <a:srgbClr val="66FF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pic>
        <p:nvPicPr>
          <p:cNvPr id="137232" name="Picture 16" descr="j0293240">
            <a:extLst>
              <a:ext uri="{FF2B5EF4-FFF2-40B4-BE49-F238E27FC236}">
                <a16:creationId xmlns:a16="http://schemas.microsoft.com/office/drawing/2014/main" id="{2D39FFFF-6588-F0DE-6BB3-2F8D3EC63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3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0" grpId="0" autoUpdateAnimBg="0"/>
      <p:bldP spid="137221" grpId="0" autoUpdateAnimBg="0"/>
      <p:bldP spid="13722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>
            <a:extLst>
              <a:ext uri="{FF2B5EF4-FFF2-40B4-BE49-F238E27FC236}">
                <a16:creationId xmlns:a16="http://schemas.microsoft.com/office/drawing/2014/main" id="{064D88C8-556D-9D59-E965-218CADAAEF9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84988"/>
            <a:chOff x="0" y="0"/>
            <a:chExt cx="5760" cy="4337"/>
          </a:xfrm>
        </p:grpSpPr>
        <p:sp>
          <p:nvSpPr>
            <p:cNvPr id="15363" name="Rectangle 3">
              <a:extLst>
                <a:ext uri="{FF2B5EF4-FFF2-40B4-BE49-F238E27FC236}">
                  <a16:creationId xmlns:a16="http://schemas.microsoft.com/office/drawing/2014/main" id="{2D730C64-9D30-D452-A1F7-B72EC0DA7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4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364" name="Freeform 4">
              <a:extLst>
                <a:ext uri="{FF2B5EF4-FFF2-40B4-BE49-F238E27FC236}">
                  <a16:creationId xmlns:a16="http://schemas.microsoft.com/office/drawing/2014/main" id="{5F0DF5F9-1900-B864-596B-82D091092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" y="2175"/>
              <a:ext cx="1512" cy="244"/>
            </a:xfrm>
            <a:custGeom>
              <a:avLst/>
              <a:gdLst>
                <a:gd name="T0" fmla="*/ 0 w 1853"/>
                <a:gd name="T1" fmla="*/ 1 h 368"/>
                <a:gd name="T2" fmla="*/ 3 w 1853"/>
                <a:gd name="T3" fmla="*/ 1 h 368"/>
                <a:gd name="T4" fmla="*/ 6 w 1853"/>
                <a:gd name="T5" fmla="*/ 1 h 368"/>
                <a:gd name="T6" fmla="*/ 9 w 1853"/>
                <a:gd name="T7" fmla="*/ 1 h 368"/>
                <a:gd name="T8" fmla="*/ 13 w 1853"/>
                <a:gd name="T9" fmla="*/ 1 h 368"/>
                <a:gd name="T10" fmla="*/ 16 w 1853"/>
                <a:gd name="T11" fmla="*/ 1 h 368"/>
                <a:gd name="T12" fmla="*/ 20 w 1853"/>
                <a:gd name="T13" fmla="*/ 1 h 368"/>
                <a:gd name="T14" fmla="*/ 23 w 1853"/>
                <a:gd name="T15" fmla="*/ 1 h 368"/>
                <a:gd name="T16" fmla="*/ 27 w 1853"/>
                <a:gd name="T17" fmla="*/ 1 h 368"/>
                <a:gd name="T18" fmla="*/ 30 w 1853"/>
                <a:gd name="T19" fmla="*/ 1 h 368"/>
                <a:gd name="T20" fmla="*/ 33 w 1853"/>
                <a:gd name="T21" fmla="*/ 1 h 368"/>
                <a:gd name="T22" fmla="*/ 37 w 1853"/>
                <a:gd name="T23" fmla="*/ 1 h 368"/>
                <a:gd name="T24" fmla="*/ 40 w 1853"/>
                <a:gd name="T25" fmla="*/ 1 h 368"/>
                <a:gd name="T26" fmla="*/ 45 w 1853"/>
                <a:gd name="T27" fmla="*/ 1 h 368"/>
                <a:gd name="T28" fmla="*/ 48 w 1853"/>
                <a:gd name="T29" fmla="*/ 1 h 368"/>
                <a:gd name="T30" fmla="*/ 52 w 1853"/>
                <a:gd name="T31" fmla="*/ 1 h 368"/>
                <a:gd name="T32" fmla="*/ 55 w 1853"/>
                <a:gd name="T33" fmla="*/ 0 h 368"/>
                <a:gd name="T34" fmla="*/ 59 w 1853"/>
                <a:gd name="T35" fmla="*/ 1 h 368"/>
                <a:gd name="T36" fmla="*/ 62 w 1853"/>
                <a:gd name="T37" fmla="*/ 1 h 368"/>
                <a:gd name="T38" fmla="*/ 67 w 1853"/>
                <a:gd name="T39" fmla="*/ 1 h 368"/>
                <a:gd name="T40" fmla="*/ 69 w 1853"/>
                <a:gd name="T41" fmla="*/ 1 h 368"/>
                <a:gd name="T42" fmla="*/ 73 w 1853"/>
                <a:gd name="T43" fmla="*/ 1 h 368"/>
                <a:gd name="T44" fmla="*/ 76 w 1853"/>
                <a:gd name="T45" fmla="*/ 1 h 368"/>
                <a:gd name="T46" fmla="*/ 83 w 1853"/>
                <a:gd name="T47" fmla="*/ 1 h 368"/>
                <a:gd name="T48" fmla="*/ 89 w 1853"/>
                <a:gd name="T49" fmla="*/ 1 h 368"/>
                <a:gd name="T50" fmla="*/ 95 w 1853"/>
                <a:gd name="T51" fmla="*/ 1 h 368"/>
                <a:gd name="T52" fmla="*/ 102 w 1853"/>
                <a:gd name="T53" fmla="*/ 1 h 368"/>
                <a:gd name="T54" fmla="*/ 108 w 1853"/>
                <a:gd name="T55" fmla="*/ 1 h 36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853"/>
                <a:gd name="T85" fmla="*/ 0 h 368"/>
                <a:gd name="T86" fmla="*/ 1853 w 1853"/>
                <a:gd name="T87" fmla="*/ 368 h 36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853" h="368">
                  <a:moveTo>
                    <a:pt x="0" y="368"/>
                  </a:moveTo>
                  <a:lnTo>
                    <a:pt x="53" y="325"/>
                  </a:lnTo>
                  <a:lnTo>
                    <a:pt x="105" y="283"/>
                  </a:lnTo>
                  <a:lnTo>
                    <a:pt x="160" y="245"/>
                  </a:lnTo>
                  <a:lnTo>
                    <a:pt x="218" y="210"/>
                  </a:lnTo>
                  <a:lnTo>
                    <a:pt x="275" y="178"/>
                  </a:lnTo>
                  <a:lnTo>
                    <a:pt x="333" y="148"/>
                  </a:lnTo>
                  <a:lnTo>
                    <a:pt x="393" y="120"/>
                  </a:lnTo>
                  <a:lnTo>
                    <a:pt x="453" y="95"/>
                  </a:lnTo>
                  <a:lnTo>
                    <a:pt x="513" y="73"/>
                  </a:lnTo>
                  <a:lnTo>
                    <a:pt x="575" y="53"/>
                  </a:lnTo>
                  <a:lnTo>
                    <a:pt x="635" y="38"/>
                  </a:lnTo>
                  <a:lnTo>
                    <a:pt x="700" y="25"/>
                  </a:lnTo>
                  <a:lnTo>
                    <a:pt x="763" y="13"/>
                  </a:lnTo>
                  <a:lnTo>
                    <a:pt x="828" y="5"/>
                  </a:lnTo>
                  <a:lnTo>
                    <a:pt x="890" y="3"/>
                  </a:lnTo>
                  <a:lnTo>
                    <a:pt x="955" y="0"/>
                  </a:lnTo>
                  <a:lnTo>
                    <a:pt x="1015" y="3"/>
                  </a:lnTo>
                  <a:lnTo>
                    <a:pt x="1075" y="5"/>
                  </a:lnTo>
                  <a:lnTo>
                    <a:pt x="1135" y="13"/>
                  </a:lnTo>
                  <a:lnTo>
                    <a:pt x="1193" y="20"/>
                  </a:lnTo>
                  <a:lnTo>
                    <a:pt x="1253" y="33"/>
                  </a:lnTo>
                  <a:lnTo>
                    <a:pt x="1310" y="48"/>
                  </a:lnTo>
                  <a:lnTo>
                    <a:pt x="1425" y="83"/>
                  </a:lnTo>
                  <a:lnTo>
                    <a:pt x="1538" y="128"/>
                  </a:lnTo>
                  <a:lnTo>
                    <a:pt x="1645" y="183"/>
                  </a:lnTo>
                  <a:lnTo>
                    <a:pt x="1750" y="248"/>
                  </a:lnTo>
                  <a:lnTo>
                    <a:pt x="1853" y="32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5" name="Freeform 5">
              <a:extLst>
                <a:ext uri="{FF2B5EF4-FFF2-40B4-BE49-F238E27FC236}">
                  <a16:creationId xmlns:a16="http://schemas.microsoft.com/office/drawing/2014/main" id="{AD3F7CFC-E4D7-5F86-84F9-A8A0555E4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5" y="1957"/>
              <a:ext cx="577" cy="435"/>
            </a:xfrm>
            <a:custGeom>
              <a:avLst/>
              <a:gdLst>
                <a:gd name="T0" fmla="*/ 40 w 708"/>
                <a:gd name="T1" fmla="*/ 2 h 655"/>
                <a:gd name="T2" fmla="*/ 34 w 708"/>
                <a:gd name="T3" fmla="*/ 2 h 655"/>
                <a:gd name="T4" fmla="*/ 29 w 708"/>
                <a:gd name="T5" fmla="*/ 2 h 655"/>
                <a:gd name="T6" fmla="*/ 24 w 708"/>
                <a:gd name="T7" fmla="*/ 1 h 655"/>
                <a:gd name="T8" fmla="*/ 19 w 708"/>
                <a:gd name="T9" fmla="*/ 1 h 655"/>
                <a:gd name="T10" fmla="*/ 13 w 708"/>
                <a:gd name="T11" fmla="*/ 1 h 655"/>
                <a:gd name="T12" fmla="*/ 9 w 708"/>
                <a:gd name="T13" fmla="*/ 1 h 655"/>
                <a:gd name="T14" fmla="*/ 5 w 708"/>
                <a:gd name="T15" fmla="*/ 1 h 655"/>
                <a:gd name="T16" fmla="*/ 0 w 708"/>
                <a:gd name="T17" fmla="*/ 0 h 6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08"/>
                <a:gd name="T28" fmla="*/ 0 h 655"/>
                <a:gd name="T29" fmla="*/ 708 w 708"/>
                <a:gd name="T30" fmla="*/ 655 h 6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08" h="655">
                  <a:moveTo>
                    <a:pt x="708" y="655"/>
                  </a:moveTo>
                  <a:lnTo>
                    <a:pt x="608" y="600"/>
                  </a:lnTo>
                  <a:lnTo>
                    <a:pt x="510" y="537"/>
                  </a:lnTo>
                  <a:lnTo>
                    <a:pt x="418" y="467"/>
                  </a:lnTo>
                  <a:lnTo>
                    <a:pt x="325" y="387"/>
                  </a:lnTo>
                  <a:lnTo>
                    <a:pt x="238" y="302"/>
                  </a:lnTo>
                  <a:lnTo>
                    <a:pt x="155" y="207"/>
                  </a:lnTo>
                  <a:lnTo>
                    <a:pt x="75" y="107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6" name="Freeform 6">
              <a:extLst>
                <a:ext uri="{FF2B5EF4-FFF2-40B4-BE49-F238E27FC236}">
                  <a16:creationId xmlns:a16="http://schemas.microsoft.com/office/drawing/2014/main" id="{E89A677F-0690-BCE6-5C26-7880FD3F2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213"/>
              <a:ext cx="805" cy="196"/>
            </a:xfrm>
            <a:custGeom>
              <a:avLst/>
              <a:gdLst>
                <a:gd name="T0" fmla="*/ 56 w 987"/>
                <a:gd name="T1" fmla="*/ 1 h 295"/>
                <a:gd name="T2" fmla="*/ 49 w 987"/>
                <a:gd name="T3" fmla="*/ 1 h 295"/>
                <a:gd name="T4" fmla="*/ 42 w 987"/>
                <a:gd name="T5" fmla="*/ 1 h 295"/>
                <a:gd name="T6" fmla="*/ 34 w 987"/>
                <a:gd name="T7" fmla="*/ 1 h 295"/>
                <a:gd name="T8" fmla="*/ 27 w 987"/>
                <a:gd name="T9" fmla="*/ 1 h 295"/>
                <a:gd name="T10" fmla="*/ 20 w 987"/>
                <a:gd name="T11" fmla="*/ 1 h 295"/>
                <a:gd name="T12" fmla="*/ 13 w 987"/>
                <a:gd name="T13" fmla="*/ 1 h 295"/>
                <a:gd name="T14" fmla="*/ 7 w 987"/>
                <a:gd name="T15" fmla="*/ 1 h 295"/>
                <a:gd name="T16" fmla="*/ 0 w 987"/>
                <a:gd name="T17" fmla="*/ 0 h 2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87"/>
                <a:gd name="T28" fmla="*/ 0 h 295"/>
                <a:gd name="T29" fmla="*/ 987 w 987"/>
                <a:gd name="T30" fmla="*/ 295 h 29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87" h="295">
                  <a:moveTo>
                    <a:pt x="987" y="295"/>
                  </a:moveTo>
                  <a:lnTo>
                    <a:pt x="857" y="290"/>
                  </a:lnTo>
                  <a:lnTo>
                    <a:pt x="730" y="277"/>
                  </a:lnTo>
                  <a:lnTo>
                    <a:pt x="602" y="252"/>
                  </a:lnTo>
                  <a:lnTo>
                    <a:pt x="475" y="220"/>
                  </a:lnTo>
                  <a:lnTo>
                    <a:pt x="352" y="180"/>
                  </a:lnTo>
                  <a:lnTo>
                    <a:pt x="232" y="127"/>
                  </a:lnTo>
                  <a:lnTo>
                    <a:pt x="115" y="67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7" name="Freeform 7">
              <a:extLst>
                <a:ext uri="{FF2B5EF4-FFF2-40B4-BE49-F238E27FC236}">
                  <a16:creationId xmlns:a16="http://schemas.microsoft.com/office/drawing/2014/main" id="{E8C3574C-A0AE-4901-01D0-8C2490492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824"/>
              <a:ext cx="219" cy="548"/>
            </a:xfrm>
            <a:custGeom>
              <a:avLst/>
              <a:gdLst>
                <a:gd name="T0" fmla="*/ 16 w 268"/>
                <a:gd name="T1" fmla="*/ 3 h 828"/>
                <a:gd name="T2" fmla="*/ 15 w 268"/>
                <a:gd name="T3" fmla="*/ 3 h 828"/>
                <a:gd name="T4" fmla="*/ 13 w 268"/>
                <a:gd name="T5" fmla="*/ 3 h 828"/>
                <a:gd name="T6" fmla="*/ 13 w 268"/>
                <a:gd name="T7" fmla="*/ 2 h 828"/>
                <a:gd name="T8" fmla="*/ 11 w 268"/>
                <a:gd name="T9" fmla="*/ 2 h 828"/>
                <a:gd name="T10" fmla="*/ 9 w 268"/>
                <a:gd name="T11" fmla="*/ 2 h 828"/>
                <a:gd name="T12" fmla="*/ 7 w 268"/>
                <a:gd name="T13" fmla="*/ 1 h 828"/>
                <a:gd name="T14" fmla="*/ 5 w 268"/>
                <a:gd name="T15" fmla="*/ 1 h 828"/>
                <a:gd name="T16" fmla="*/ 3 w 268"/>
                <a:gd name="T17" fmla="*/ 1 h 828"/>
                <a:gd name="T18" fmla="*/ 2 w 268"/>
                <a:gd name="T19" fmla="*/ 1 h 828"/>
                <a:gd name="T20" fmla="*/ 0 w 268"/>
                <a:gd name="T21" fmla="*/ 0 h 82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68"/>
                <a:gd name="T34" fmla="*/ 0 h 828"/>
                <a:gd name="T35" fmla="*/ 268 w 268"/>
                <a:gd name="T36" fmla="*/ 828 h 82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68" h="828">
                  <a:moveTo>
                    <a:pt x="268" y="828"/>
                  </a:moveTo>
                  <a:lnTo>
                    <a:pt x="248" y="793"/>
                  </a:lnTo>
                  <a:lnTo>
                    <a:pt x="228" y="758"/>
                  </a:lnTo>
                  <a:lnTo>
                    <a:pt x="208" y="718"/>
                  </a:lnTo>
                  <a:lnTo>
                    <a:pt x="188" y="675"/>
                  </a:lnTo>
                  <a:lnTo>
                    <a:pt x="150" y="585"/>
                  </a:lnTo>
                  <a:lnTo>
                    <a:pt x="115" y="485"/>
                  </a:lnTo>
                  <a:lnTo>
                    <a:pt x="83" y="375"/>
                  </a:lnTo>
                  <a:lnTo>
                    <a:pt x="53" y="260"/>
                  </a:lnTo>
                  <a:lnTo>
                    <a:pt x="25" y="133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8" name="Freeform 8">
              <a:extLst>
                <a:ext uri="{FF2B5EF4-FFF2-40B4-BE49-F238E27FC236}">
                  <a16:creationId xmlns:a16="http://schemas.microsoft.com/office/drawing/2014/main" id="{7E91EE65-D9E1-26E7-ABFD-BA1B65313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2525"/>
              <a:ext cx="959" cy="92"/>
            </a:xfrm>
            <a:custGeom>
              <a:avLst/>
              <a:gdLst>
                <a:gd name="T0" fmla="*/ 12 w 1342"/>
                <a:gd name="T1" fmla="*/ 0 h 140"/>
                <a:gd name="T2" fmla="*/ 11 w 1342"/>
                <a:gd name="T3" fmla="*/ 1 h 140"/>
                <a:gd name="T4" fmla="*/ 10 w 1342"/>
                <a:gd name="T5" fmla="*/ 1 h 140"/>
                <a:gd name="T6" fmla="*/ 9 w 1342"/>
                <a:gd name="T7" fmla="*/ 1 h 140"/>
                <a:gd name="T8" fmla="*/ 8 w 1342"/>
                <a:gd name="T9" fmla="*/ 1 h 140"/>
                <a:gd name="T10" fmla="*/ 7 w 1342"/>
                <a:gd name="T11" fmla="*/ 1 h 140"/>
                <a:gd name="T12" fmla="*/ 6 w 1342"/>
                <a:gd name="T13" fmla="*/ 1 h 140"/>
                <a:gd name="T14" fmla="*/ 5 w 1342"/>
                <a:gd name="T15" fmla="*/ 1 h 140"/>
                <a:gd name="T16" fmla="*/ 4 w 1342"/>
                <a:gd name="T17" fmla="*/ 1 h 140"/>
                <a:gd name="T18" fmla="*/ 3 w 1342"/>
                <a:gd name="T19" fmla="*/ 1 h 140"/>
                <a:gd name="T20" fmla="*/ 2 w 1342"/>
                <a:gd name="T21" fmla="*/ 1 h 140"/>
                <a:gd name="T22" fmla="*/ 1 w 1342"/>
                <a:gd name="T23" fmla="*/ 1 h 140"/>
                <a:gd name="T24" fmla="*/ 0 w 1342"/>
                <a:gd name="T25" fmla="*/ 1 h 1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42"/>
                <a:gd name="T40" fmla="*/ 0 h 140"/>
                <a:gd name="T41" fmla="*/ 1342 w 1342"/>
                <a:gd name="T42" fmla="*/ 140 h 14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42" h="140">
                  <a:moveTo>
                    <a:pt x="1342" y="0"/>
                  </a:moveTo>
                  <a:lnTo>
                    <a:pt x="1235" y="32"/>
                  </a:lnTo>
                  <a:lnTo>
                    <a:pt x="1125" y="60"/>
                  </a:lnTo>
                  <a:lnTo>
                    <a:pt x="1012" y="85"/>
                  </a:lnTo>
                  <a:lnTo>
                    <a:pt x="895" y="105"/>
                  </a:lnTo>
                  <a:lnTo>
                    <a:pt x="777" y="120"/>
                  </a:lnTo>
                  <a:lnTo>
                    <a:pt x="657" y="130"/>
                  </a:lnTo>
                  <a:lnTo>
                    <a:pt x="537" y="137"/>
                  </a:lnTo>
                  <a:lnTo>
                    <a:pt x="415" y="140"/>
                  </a:lnTo>
                  <a:lnTo>
                    <a:pt x="310" y="137"/>
                  </a:lnTo>
                  <a:lnTo>
                    <a:pt x="205" y="132"/>
                  </a:lnTo>
                  <a:lnTo>
                    <a:pt x="102" y="125"/>
                  </a:lnTo>
                  <a:lnTo>
                    <a:pt x="0" y="112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9" name="Freeform 9">
              <a:extLst>
                <a:ext uri="{FF2B5EF4-FFF2-40B4-BE49-F238E27FC236}">
                  <a16:creationId xmlns:a16="http://schemas.microsoft.com/office/drawing/2014/main" id="{8EDB07BF-DD70-3839-0E6B-07ED6072C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" y="2566"/>
              <a:ext cx="104" cy="53"/>
            </a:xfrm>
            <a:custGeom>
              <a:avLst/>
              <a:gdLst>
                <a:gd name="T0" fmla="*/ 7 w 127"/>
                <a:gd name="T1" fmla="*/ 0 h 80"/>
                <a:gd name="T2" fmla="*/ 0 w 127"/>
                <a:gd name="T3" fmla="*/ 1 h 80"/>
                <a:gd name="T4" fmla="*/ 7 w 127"/>
                <a:gd name="T5" fmla="*/ 1 h 80"/>
                <a:gd name="T6" fmla="*/ 5 w 127"/>
                <a:gd name="T7" fmla="*/ 1 h 80"/>
                <a:gd name="T8" fmla="*/ 7 w 127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7"/>
                <a:gd name="T16" fmla="*/ 0 h 80"/>
                <a:gd name="T17" fmla="*/ 127 w 127"/>
                <a:gd name="T18" fmla="*/ 80 h 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7" h="80">
                  <a:moveTo>
                    <a:pt x="127" y="0"/>
                  </a:moveTo>
                  <a:lnTo>
                    <a:pt x="0" y="22"/>
                  </a:lnTo>
                  <a:lnTo>
                    <a:pt x="115" y="80"/>
                  </a:lnTo>
                  <a:lnTo>
                    <a:pt x="82" y="35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" name="Freeform 10">
              <a:extLst>
                <a:ext uri="{FF2B5EF4-FFF2-40B4-BE49-F238E27FC236}">
                  <a16:creationId xmlns:a16="http://schemas.microsoft.com/office/drawing/2014/main" id="{BEF167F8-1F7A-A26D-90B6-BA27AED64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4" y="2558"/>
              <a:ext cx="1558" cy="1370"/>
            </a:xfrm>
            <a:custGeom>
              <a:avLst/>
              <a:gdLst>
                <a:gd name="T0" fmla="*/ 62 w 1995"/>
                <a:gd name="T1" fmla="*/ 0 h 2165"/>
                <a:gd name="T2" fmla="*/ 62 w 1995"/>
                <a:gd name="T3" fmla="*/ 1 h 2165"/>
                <a:gd name="T4" fmla="*/ 62 w 1995"/>
                <a:gd name="T5" fmla="*/ 1 h 2165"/>
                <a:gd name="T6" fmla="*/ 62 w 1995"/>
                <a:gd name="T7" fmla="*/ 1 h 2165"/>
                <a:gd name="T8" fmla="*/ 62 w 1995"/>
                <a:gd name="T9" fmla="*/ 1 h 2165"/>
                <a:gd name="T10" fmla="*/ 62 w 1995"/>
                <a:gd name="T11" fmla="*/ 1 h 2165"/>
                <a:gd name="T12" fmla="*/ 62 w 1995"/>
                <a:gd name="T13" fmla="*/ 1 h 2165"/>
                <a:gd name="T14" fmla="*/ 61 w 1995"/>
                <a:gd name="T15" fmla="*/ 1 h 2165"/>
                <a:gd name="T16" fmla="*/ 60 w 1995"/>
                <a:gd name="T17" fmla="*/ 2 h 2165"/>
                <a:gd name="T18" fmla="*/ 60 w 1995"/>
                <a:gd name="T19" fmla="*/ 2 h 2165"/>
                <a:gd name="T20" fmla="*/ 59 w 1995"/>
                <a:gd name="T21" fmla="*/ 2 h 2165"/>
                <a:gd name="T22" fmla="*/ 57 w 1995"/>
                <a:gd name="T23" fmla="*/ 2 h 2165"/>
                <a:gd name="T24" fmla="*/ 57 w 1995"/>
                <a:gd name="T25" fmla="*/ 2 h 2165"/>
                <a:gd name="T26" fmla="*/ 56 w 1995"/>
                <a:gd name="T27" fmla="*/ 3 h 2165"/>
                <a:gd name="T28" fmla="*/ 55 w 1995"/>
                <a:gd name="T29" fmla="*/ 3 h 2165"/>
                <a:gd name="T30" fmla="*/ 54 w 1995"/>
                <a:gd name="T31" fmla="*/ 3 h 2165"/>
                <a:gd name="T32" fmla="*/ 53 w 1995"/>
                <a:gd name="T33" fmla="*/ 3 h 2165"/>
                <a:gd name="T34" fmla="*/ 52 w 1995"/>
                <a:gd name="T35" fmla="*/ 3 h 2165"/>
                <a:gd name="T36" fmla="*/ 50 w 1995"/>
                <a:gd name="T37" fmla="*/ 3 h 2165"/>
                <a:gd name="T38" fmla="*/ 48 w 1995"/>
                <a:gd name="T39" fmla="*/ 3 h 2165"/>
                <a:gd name="T40" fmla="*/ 48 w 1995"/>
                <a:gd name="T41" fmla="*/ 3 h 2165"/>
                <a:gd name="T42" fmla="*/ 47 w 1995"/>
                <a:gd name="T43" fmla="*/ 3 h 2165"/>
                <a:gd name="T44" fmla="*/ 45 w 1995"/>
                <a:gd name="T45" fmla="*/ 3 h 2165"/>
                <a:gd name="T46" fmla="*/ 44 w 1995"/>
                <a:gd name="T47" fmla="*/ 3 h 2165"/>
                <a:gd name="T48" fmla="*/ 42 w 1995"/>
                <a:gd name="T49" fmla="*/ 3 h 2165"/>
                <a:gd name="T50" fmla="*/ 41 w 1995"/>
                <a:gd name="T51" fmla="*/ 4 h 2165"/>
                <a:gd name="T52" fmla="*/ 39 w 1995"/>
                <a:gd name="T53" fmla="*/ 4 h 2165"/>
                <a:gd name="T54" fmla="*/ 37 w 1995"/>
                <a:gd name="T55" fmla="*/ 4 h 2165"/>
                <a:gd name="T56" fmla="*/ 36 w 1995"/>
                <a:gd name="T57" fmla="*/ 4 h 2165"/>
                <a:gd name="T58" fmla="*/ 35 w 1995"/>
                <a:gd name="T59" fmla="*/ 4 h 2165"/>
                <a:gd name="T60" fmla="*/ 32 w 1995"/>
                <a:gd name="T61" fmla="*/ 4 h 2165"/>
                <a:gd name="T62" fmla="*/ 32 w 1995"/>
                <a:gd name="T63" fmla="*/ 4 h 2165"/>
                <a:gd name="T64" fmla="*/ 29 w 1995"/>
                <a:gd name="T65" fmla="*/ 4 h 2165"/>
                <a:gd name="T66" fmla="*/ 27 w 1995"/>
                <a:gd name="T67" fmla="*/ 4 h 2165"/>
                <a:gd name="T68" fmla="*/ 25 w 1995"/>
                <a:gd name="T69" fmla="*/ 4 h 2165"/>
                <a:gd name="T70" fmla="*/ 23 w 1995"/>
                <a:gd name="T71" fmla="*/ 4 h 2165"/>
                <a:gd name="T72" fmla="*/ 21 w 1995"/>
                <a:gd name="T73" fmla="*/ 4 h 2165"/>
                <a:gd name="T74" fmla="*/ 18 w 1995"/>
                <a:gd name="T75" fmla="*/ 4 h 2165"/>
                <a:gd name="T76" fmla="*/ 16 w 1995"/>
                <a:gd name="T77" fmla="*/ 3 h 2165"/>
                <a:gd name="T78" fmla="*/ 14 w 1995"/>
                <a:gd name="T79" fmla="*/ 3 h 2165"/>
                <a:gd name="T80" fmla="*/ 12 w 1995"/>
                <a:gd name="T81" fmla="*/ 3 h 2165"/>
                <a:gd name="T82" fmla="*/ 10 w 1995"/>
                <a:gd name="T83" fmla="*/ 3 h 2165"/>
                <a:gd name="T84" fmla="*/ 9 w 1995"/>
                <a:gd name="T85" fmla="*/ 3 h 2165"/>
                <a:gd name="T86" fmla="*/ 7 w 1995"/>
                <a:gd name="T87" fmla="*/ 3 h 2165"/>
                <a:gd name="T88" fmla="*/ 5 w 1995"/>
                <a:gd name="T89" fmla="*/ 3 h 2165"/>
                <a:gd name="T90" fmla="*/ 3 w 1995"/>
                <a:gd name="T91" fmla="*/ 3 h 2165"/>
                <a:gd name="T92" fmla="*/ 2 w 1995"/>
                <a:gd name="T93" fmla="*/ 3 h 2165"/>
                <a:gd name="T94" fmla="*/ 2 w 1995"/>
                <a:gd name="T95" fmla="*/ 2 h 2165"/>
                <a:gd name="T96" fmla="*/ 0 w 1995"/>
                <a:gd name="T97" fmla="*/ 2 h 216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5"/>
                <a:gd name="T148" fmla="*/ 0 h 2165"/>
                <a:gd name="T149" fmla="*/ 1995 w 1995"/>
                <a:gd name="T150" fmla="*/ 2165 h 2165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5" h="2165">
                  <a:moveTo>
                    <a:pt x="1995" y="0"/>
                  </a:moveTo>
                  <a:lnTo>
                    <a:pt x="1995" y="37"/>
                  </a:lnTo>
                  <a:lnTo>
                    <a:pt x="1992" y="147"/>
                  </a:lnTo>
                  <a:lnTo>
                    <a:pt x="1990" y="255"/>
                  </a:lnTo>
                  <a:lnTo>
                    <a:pt x="1982" y="362"/>
                  </a:lnTo>
                  <a:lnTo>
                    <a:pt x="1972" y="467"/>
                  </a:lnTo>
                  <a:lnTo>
                    <a:pt x="1962" y="570"/>
                  </a:lnTo>
                  <a:lnTo>
                    <a:pt x="1947" y="670"/>
                  </a:lnTo>
                  <a:lnTo>
                    <a:pt x="1912" y="865"/>
                  </a:lnTo>
                  <a:lnTo>
                    <a:pt x="1890" y="960"/>
                  </a:lnTo>
                  <a:lnTo>
                    <a:pt x="1867" y="1052"/>
                  </a:lnTo>
                  <a:lnTo>
                    <a:pt x="1842" y="1140"/>
                  </a:lnTo>
                  <a:lnTo>
                    <a:pt x="1815" y="1227"/>
                  </a:lnTo>
                  <a:lnTo>
                    <a:pt x="1785" y="1310"/>
                  </a:lnTo>
                  <a:lnTo>
                    <a:pt x="1752" y="1390"/>
                  </a:lnTo>
                  <a:lnTo>
                    <a:pt x="1720" y="1467"/>
                  </a:lnTo>
                  <a:lnTo>
                    <a:pt x="1685" y="1542"/>
                  </a:lnTo>
                  <a:lnTo>
                    <a:pt x="1647" y="1612"/>
                  </a:lnTo>
                  <a:lnTo>
                    <a:pt x="1607" y="1680"/>
                  </a:lnTo>
                  <a:lnTo>
                    <a:pt x="1567" y="1742"/>
                  </a:lnTo>
                  <a:lnTo>
                    <a:pt x="1527" y="1802"/>
                  </a:lnTo>
                  <a:lnTo>
                    <a:pt x="1485" y="1857"/>
                  </a:lnTo>
                  <a:lnTo>
                    <a:pt x="1440" y="1907"/>
                  </a:lnTo>
                  <a:lnTo>
                    <a:pt x="1392" y="1955"/>
                  </a:lnTo>
                  <a:lnTo>
                    <a:pt x="1347" y="1997"/>
                  </a:lnTo>
                  <a:lnTo>
                    <a:pt x="1297" y="2035"/>
                  </a:lnTo>
                  <a:lnTo>
                    <a:pt x="1250" y="2070"/>
                  </a:lnTo>
                  <a:lnTo>
                    <a:pt x="1197" y="2097"/>
                  </a:lnTo>
                  <a:lnTo>
                    <a:pt x="1147" y="2122"/>
                  </a:lnTo>
                  <a:lnTo>
                    <a:pt x="1095" y="2140"/>
                  </a:lnTo>
                  <a:lnTo>
                    <a:pt x="1042" y="2155"/>
                  </a:lnTo>
                  <a:lnTo>
                    <a:pt x="987" y="2162"/>
                  </a:lnTo>
                  <a:lnTo>
                    <a:pt x="932" y="2165"/>
                  </a:lnTo>
                  <a:lnTo>
                    <a:pt x="860" y="2160"/>
                  </a:lnTo>
                  <a:lnTo>
                    <a:pt x="787" y="2145"/>
                  </a:lnTo>
                  <a:lnTo>
                    <a:pt x="717" y="2122"/>
                  </a:lnTo>
                  <a:lnTo>
                    <a:pt x="647" y="2087"/>
                  </a:lnTo>
                  <a:lnTo>
                    <a:pt x="582" y="2047"/>
                  </a:lnTo>
                  <a:lnTo>
                    <a:pt x="515" y="1995"/>
                  </a:lnTo>
                  <a:lnTo>
                    <a:pt x="452" y="1937"/>
                  </a:lnTo>
                  <a:lnTo>
                    <a:pt x="390" y="1870"/>
                  </a:lnTo>
                  <a:lnTo>
                    <a:pt x="332" y="1795"/>
                  </a:lnTo>
                  <a:lnTo>
                    <a:pt x="275" y="1712"/>
                  </a:lnTo>
                  <a:lnTo>
                    <a:pt x="220" y="1622"/>
                  </a:lnTo>
                  <a:lnTo>
                    <a:pt x="170" y="1525"/>
                  </a:lnTo>
                  <a:lnTo>
                    <a:pt x="122" y="1420"/>
                  </a:lnTo>
                  <a:lnTo>
                    <a:pt x="77" y="1310"/>
                  </a:lnTo>
                  <a:lnTo>
                    <a:pt x="37" y="1192"/>
                  </a:lnTo>
                  <a:lnTo>
                    <a:pt x="0" y="107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Freeform 11">
              <a:extLst>
                <a:ext uri="{FF2B5EF4-FFF2-40B4-BE49-F238E27FC236}">
                  <a16:creationId xmlns:a16="http://schemas.microsoft.com/office/drawing/2014/main" id="{59BB5CBB-8346-EAF9-8E68-3BDD1175B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2" y="3195"/>
              <a:ext cx="66" cy="86"/>
            </a:xfrm>
            <a:custGeom>
              <a:avLst/>
              <a:gdLst>
                <a:gd name="T0" fmla="*/ 6 w 80"/>
                <a:gd name="T1" fmla="*/ 1 h 128"/>
                <a:gd name="T2" fmla="*/ 2 w 80"/>
                <a:gd name="T3" fmla="*/ 0 h 128"/>
                <a:gd name="T4" fmla="*/ 0 w 80"/>
                <a:gd name="T5" fmla="*/ 1 h 128"/>
                <a:gd name="T6" fmla="*/ 2 w 80"/>
                <a:gd name="T7" fmla="*/ 1 h 128"/>
                <a:gd name="T8" fmla="*/ 6 w 80"/>
                <a:gd name="T9" fmla="*/ 1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28"/>
                <a:gd name="T17" fmla="*/ 80 w 80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28">
                  <a:moveTo>
                    <a:pt x="80" y="108"/>
                  </a:moveTo>
                  <a:lnTo>
                    <a:pt x="8" y="0"/>
                  </a:lnTo>
                  <a:lnTo>
                    <a:pt x="0" y="128"/>
                  </a:lnTo>
                  <a:lnTo>
                    <a:pt x="30" y="80"/>
                  </a:lnTo>
                  <a:lnTo>
                    <a:pt x="80" y="108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Freeform 12">
              <a:extLst>
                <a:ext uri="{FF2B5EF4-FFF2-40B4-BE49-F238E27FC236}">
                  <a16:creationId xmlns:a16="http://schemas.microsoft.com/office/drawing/2014/main" id="{B5B4BCC0-A992-4622-FA92-A6FBE0527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9" y="1368"/>
              <a:ext cx="863" cy="1016"/>
            </a:xfrm>
            <a:custGeom>
              <a:avLst/>
              <a:gdLst>
                <a:gd name="T0" fmla="*/ 61 w 1058"/>
                <a:gd name="T1" fmla="*/ 0 h 1532"/>
                <a:gd name="T2" fmla="*/ 60 w 1058"/>
                <a:gd name="T3" fmla="*/ 1 h 1532"/>
                <a:gd name="T4" fmla="*/ 60 w 1058"/>
                <a:gd name="T5" fmla="*/ 1 h 1532"/>
                <a:gd name="T6" fmla="*/ 58 w 1058"/>
                <a:gd name="T7" fmla="*/ 1 h 1532"/>
                <a:gd name="T8" fmla="*/ 56 w 1058"/>
                <a:gd name="T9" fmla="*/ 2 h 1532"/>
                <a:gd name="T10" fmla="*/ 54 w 1058"/>
                <a:gd name="T11" fmla="*/ 2 h 1532"/>
                <a:gd name="T12" fmla="*/ 50 w 1058"/>
                <a:gd name="T13" fmla="*/ 2 h 1532"/>
                <a:gd name="T14" fmla="*/ 47 w 1058"/>
                <a:gd name="T15" fmla="*/ 3 h 1532"/>
                <a:gd name="T16" fmla="*/ 42 w 1058"/>
                <a:gd name="T17" fmla="*/ 3 h 1532"/>
                <a:gd name="T18" fmla="*/ 39 w 1058"/>
                <a:gd name="T19" fmla="*/ 3 h 1532"/>
                <a:gd name="T20" fmla="*/ 34 w 1058"/>
                <a:gd name="T21" fmla="*/ 4 h 1532"/>
                <a:gd name="T22" fmla="*/ 30 w 1058"/>
                <a:gd name="T23" fmla="*/ 4 h 1532"/>
                <a:gd name="T24" fmla="*/ 24 w 1058"/>
                <a:gd name="T25" fmla="*/ 4 h 1532"/>
                <a:gd name="T26" fmla="*/ 19 w 1058"/>
                <a:gd name="T27" fmla="*/ 5 h 1532"/>
                <a:gd name="T28" fmla="*/ 12 w 1058"/>
                <a:gd name="T29" fmla="*/ 5 h 1532"/>
                <a:gd name="T30" fmla="*/ 7 w 1058"/>
                <a:gd name="T31" fmla="*/ 5 h 1532"/>
                <a:gd name="T32" fmla="*/ 0 w 1058"/>
                <a:gd name="T33" fmla="*/ 5 h 153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58"/>
                <a:gd name="T52" fmla="*/ 0 h 1532"/>
                <a:gd name="T53" fmla="*/ 1058 w 1058"/>
                <a:gd name="T54" fmla="*/ 1532 h 153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58" h="1532">
                  <a:moveTo>
                    <a:pt x="1058" y="0"/>
                  </a:moveTo>
                  <a:lnTo>
                    <a:pt x="1048" y="127"/>
                  </a:lnTo>
                  <a:lnTo>
                    <a:pt x="1028" y="250"/>
                  </a:lnTo>
                  <a:lnTo>
                    <a:pt x="1000" y="372"/>
                  </a:lnTo>
                  <a:lnTo>
                    <a:pt x="965" y="492"/>
                  </a:lnTo>
                  <a:lnTo>
                    <a:pt x="923" y="607"/>
                  </a:lnTo>
                  <a:lnTo>
                    <a:pt x="870" y="717"/>
                  </a:lnTo>
                  <a:lnTo>
                    <a:pt x="813" y="825"/>
                  </a:lnTo>
                  <a:lnTo>
                    <a:pt x="748" y="927"/>
                  </a:lnTo>
                  <a:lnTo>
                    <a:pt x="675" y="1025"/>
                  </a:lnTo>
                  <a:lnTo>
                    <a:pt x="595" y="1117"/>
                  </a:lnTo>
                  <a:lnTo>
                    <a:pt x="510" y="1205"/>
                  </a:lnTo>
                  <a:lnTo>
                    <a:pt x="420" y="1285"/>
                  </a:lnTo>
                  <a:lnTo>
                    <a:pt x="323" y="1357"/>
                  </a:lnTo>
                  <a:lnTo>
                    <a:pt x="220" y="1422"/>
                  </a:lnTo>
                  <a:lnTo>
                    <a:pt x="113" y="1482"/>
                  </a:lnTo>
                  <a:lnTo>
                    <a:pt x="0" y="1532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3" name="Freeform 13">
              <a:extLst>
                <a:ext uri="{FF2B5EF4-FFF2-40B4-BE49-F238E27FC236}">
                  <a16:creationId xmlns:a16="http://schemas.microsoft.com/office/drawing/2014/main" id="{34441954-3146-E8AA-7071-2129812E5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1313"/>
              <a:ext cx="67" cy="81"/>
            </a:xfrm>
            <a:custGeom>
              <a:avLst/>
              <a:gdLst>
                <a:gd name="T0" fmla="*/ 5 w 82"/>
                <a:gd name="T1" fmla="*/ 1 h 123"/>
                <a:gd name="T2" fmla="*/ 2 w 82"/>
                <a:gd name="T3" fmla="*/ 0 h 123"/>
                <a:gd name="T4" fmla="*/ 0 w 82"/>
                <a:gd name="T5" fmla="*/ 1 h 123"/>
                <a:gd name="T6" fmla="*/ 2 w 82"/>
                <a:gd name="T7" fmla="*/ 1 h 123"/>
                <a:gd name="T8" fmla="*/ 5 w 82"/>
                <a:gd name="T9" fmla="*/ 1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123"/>
                <a:gd name="T17" fmla="*/ 82 w 82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123">
                  <a:moveTo>
                    <a:pt x="82" y="123"/>
                  </a:moveTo>
                  <a:lnTo>
                    <a:pt x="42" y="0"/>
                  </a:lnTo>
                  <a:lnTo>
                    <a:pt x="0" y="120"/>
                  </a:lnTo>
                  <a:lnTo>
                    <a:pt x="40" y="83"/>
                  </a:lnTo>
                  <a:lnTo>
                    <a:pt x="82" y="123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Freeform 14">
              <a:extLst>
                <a:ext uri="{FF2B5EF4-FFF2-40B4-BE49-F238E27FC236}">
                  <a16:creationId xmlns:a16="http://schemas.microsoft.com/office/drawing/2014/main" id="{3A15C683-AEE6-FDB2-66B4-2C49528AD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2521"/>
              <a:ext cx="839" cy="1167"/>
            </a:xfrm>
            <a:custGeom>
              <a:avLst/>
              <a:gdLst>
                <a:gd name="T0" fmla="*/ 0 w 1048"/>
                <a:gd name="T1" fmla="*/ 0 h 1755"/>
                <a:gd name="T2" fmla="*/ 5 w 1048"/>
                <a:gd name="T3" fmla="*/ 1 h 1755"/>
                <a:gd name="T4" fmla="*/ 9 w 1048"/>
                <a:gd name="T5" fmla="*/ 1 h 1755"/>
                <a:gd name="T6" fmla="*/ 12 w 1048"/>
                <a:gd name="T7" fmla="*/ 1 h 1755"/>
                <a:gd name="T8" fmla="*/ 17 w 1048"/>
                <a:gd name="T9" fmla="*/ 1 h 1755"/>
                <a:gd name="T10" fmla="*/ 21 w 1048"/>
                <a:gd name="T11" fmla="*/ 1 h 1755"/>
                <a:gd name="T12" fmla="*/ 24 w 1048"/>
                <a:gd name="T13" fmla="*/ 2 h 1755"/>
                <a:gd name="T14" fmla="*/ 27 w 1048"/>
                <a:gd name="T15" fmla="*/ 2 h 1755"/>
                <a:gd name="T16" fmla="*/ 30 w 1048"/>
                <a:gd name="T17" fmla="*/ 2 h 1755"/>
                <a:gd name="T18" fmla="*/ 33 w 1048"/>
                <a:gd name="T19" fmla="*/ 3 h 1755"/>
                <a:gd name="T20" fmla="*/ 35 w 1048"/>
                <a:gd name="T21" fmla="*/ 3 h 1755"/>
                <a:gd name="T22" fmla="*/ 38 w 1048"/>
                <a:gd name="T23" fmla="*/ 3 h 1755"/>
                <a:gd name="T24" fmla="*/ 40 w 1048"/>
                <a:gd name="T25" fmla="*/ 4 h 1755"/>
                <a:gd name="T26" fmla="*/ 42 w 1048"/>
                <a:gd name="T27" fmla="*/ 5 h 1755"/>
                <a:gd name="T28" fmla="*/ 44 w 1048"/>
                <a:gd name="T29" fmla="*/ 5 h 1755"/>
                <a:gd name="T30" fmla="*/ 45 w 1048"/>
                <a:gd name="T31" fmla="*/ 5 h 1755"/>
                <a:gd name="T32" fmla="*/ 46 w 1048"/>
                <a:gd name="T33" fmla="*/ 6 h 1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48"/>
                <a:gd name="T52" fmla="*/ 0 h 1755"/>
                <a:gd name="T53" fmla="*/ 1048 w 1048"/>
                <a:gd name="T54" fmla="*/ 1755 h 1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48" h="1755">
                  <a:moveTo>
                    <a:pt x="0" y="0"/>
                  </a:moveTo>
                  <a:lnTo>
                    <a:pt x="98" y="62"/>
                  </a:lnTo>
                  <a:lnTo>
                    <a:pt x="193" y="132"/>
                  </a:lnTo>
                  <a:lnTo>
                    <a:pt x="285" y="210"/>
                  </a:lnTo>
                  <a:lnTo>
                    <a:pt x="370" y="295"/>
                  </a:lnTo>
                  <a:lnTo>
                    <a:pt x="455" y="387"/>
                  </a:lnTo>
                  <a:lnTo>
                    <a:pt x="533" y="485"/>
                  </a:lnTo>
                  <a:lnTo>
                    <a:pt x="608" y="590"/>
                  </a:lnTo>
                  <a:lnTo>
                    <a:pt x="678" y="700"/>
                  </a:lnTo>
                  <a:lnTo>
                    <a:pt x="743" y="815"/>
                  </a:lnTo>
                  <a:lnTo>
                    <a:pt x="803" y="935"/>
                  </a:lnTo>
                  <a:lnTo>
                    <a:pt x="858" y="1062"/>
                  </a:lnTo>
                  <a:lnTo>
                    <a:pt x="905" y="1192"/>
                  </a:lnTo>
                  <a:lnTo>
                    <a:pt x="950" y="1327"/>
                  </a:lnTo>
                  <a:lnTo>
                    <a:pt x="988" y="1467"/>
                  </a:lnTo>
                  <a:lnTo>
                    <a:pt x="1020" y="1610"/>
                  </a:lnTo>
                  <a:lnTo>
                    <a:pt x="1048" y="1755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5" name="Freeform 15">
              <a:extLst>
                <a:ext uri="{FF2B5EF4-FFF2-40B4-BE49-F238E27FC236}">
                  <a16:creationId xmlns:a16="http://schemas.microsoft.com/office/drawing/2014/main" id="{11E09092-33F9-6977-CD0D-3D96FE316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3659"/>
              <a:ext cx="65" cy="84"/>
            </a:xfrm>
            <a:custGeom>
              <a:avLst/>
              <a:gdLst>
                <a:gd name="T0" fmla="*/ 0 w 80"/>
                <a:gd name="T1" fmla="*/ 1 h 127"/>
                <a:gd name="T2" fmla="*/ 4 w 80"/>
                <a:gd name="T3" fmla="*/ 1 h 127"/>
                <a:gd name="T4" fmla="*/ 5 w 80"/>
                <a:gd name="T5" fmla="*/ 0 h 127"/>
                <a:gd name="T6" fmla="*/ 2 w 80"/>
                <a:gd name="T7" fmla="*/ 1 h 127"/>
                <a:gd name="T8" fmla="*/ 0 w 80"/>
                <a:gd name="T9" fmla="*/ 1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27"/>
                <a:gd name="T17" fmla="*/ 80 w 80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27">
                  <a:moveTo>
                    <a:pt x="0" y="12"/>
                  </a:moveTo>
                  <a:lnTo>
                    <a:pt x="60" y="127"/>
                  </a:lnTo>
                  <a:lnTo>
                    <a:pt x="80" y="0"/>
                  </a:lnTo>
                  <a:lnTo>
                    <a:pt x="48" y="45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6" name="Freeform 16">
              <a:extLst>
                <a:ext uri="{FF2B5EF4-FFF2-40B4-BE49-F238E27FC236}">
                  <a16:creationId xmlns:a16="http://schemas.microsoft.com/office/drawing/2014/main" id="{F05A45DE-3072-048A-15AD-CA2B5CCE9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6" y="1132"/>
              <a:ext cx="326" cy="1248"/>
            </a:xfrm>
            <a:custGeom>
              <a:avLst/>
              <a:gdLst>
                <a:gd name="T0" fmla="*/ 23 w 400"/>
                <a:gd name="T1" fmla="*/ 0 h 1882"/>
                <a:gd name="T2" fmla="*/ 23 w 400"/>
                <a:gd name="T3" fmla="*/ 1 h 1882"/>
                <a:gd name="T4" fmla="*/ 23 w 400"/>
                <a:gd name="T5" fmla="*/ 1 h 1882"/>
                <a:gd name="T6" fmla="*/ 22 w 400"/>
                <a:gd name="T7" fmla="*/ 1 h 1882"/>
                <a:gd name="T8" fmla="*/ 20 w 400"/>
                <a:gd name="T9" fmla="*/ 2 h 1882"/>
                <a:gd name="T10" fmla="*/ 20 w 400"/>
                <a:gd name="T11" fmla="*/ 3 h 1882"/>
                <a:gd name="T12" fmla="*/ 19 w 400"/>
                <a:gd name="T13" fmla="*/ 3 h 1882"/>
                <a:gd name="T14" fmla="*/ 17 w 400"/>
                <a:gd name="T15" fmla="*/ 3 h 1882"/>
                <a:gd name="T16" fmla="*/ 16 w 400"/>
                <a:gd name="T17" fmla="*/ 4 h 1882"/>
                <a:gd name="T18" fmla="*/ 15 w 400"/>
                <a:gd name="T19" fmla="*/ 4 h 1882"/>
                <a:gd name="T20" fmla="*/ 13 w 400"/>
                <a:gd name="T21" fmla="*/ 5 h 1882"/>
                <a:gd name="T22" fmla="*/ 11 w 400"/>
                <a:gd name="T23" fmla="*/ 5 h 1882"/>
                <a:gd name="T24" fmla="*/ 9 w 400"/>
                <a:gd name="T25" fmla="*/ 5 h 1882"/>
                <a:gd name="T26" fmla="*/ 7 w 400"/>
                <a:gd name="T27" fmla="*/ 6 h 1882"/>
                <a:gd name="T28" fmla="*/ 6 w 400"/>
                <a:gd name="T29" fmla="*/ 6 h 1882"/>
                <a:gd name="T30" fmla="*/ 5 w 400"/>
                <a:gd name="T31" fmla="*/ 6 h 1882"/>
                <a:gd name="T32" fmla="*/ 4 w 400"/>
                <a:gd name="T33" fmla="*/ 6 h 1882"/>
                <a:gd name="T34" fmla="*/ 2 w 400"/>
                <a:gd name="T35" fmla="*/ 6 h 1882"/>
                <a:gd name="T36" fmla="*/ 2 w 400"/>
                <a:gd name="T37" fmla="*/ 6 h 1882"/>
                <a:gd name="T38" fmla="*/ 0 w 400"/>
                <a:gd name="T39" fmla="*/ 6 h 188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00"/>
                <a:gd name="T61" fmla="*/ 0 h 1882"/>
                <a:gd name="T62" fmla="*/ 400 w 400"/>
                <a:gd name="T63" fmla="*/ 1882 h 188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00" h="1882">
                  <a:moveTo>
                    <a:pt x="400" y="0"/>
                  </a:moveTo>
                  <a:lnTo>
                    <a:pt x="397" y="160"/>
                  </a:lnTo>
                  <a:lnTo>
                    <a:pt x="390" y="315"/>
                  </a:lnTo>
                  <a:lnTo>
                    <a:pt x="380" y="467"/>
                  </a:lnTo>
                  <a:lnTo>
                    <a:pt x="365" y="617"/>
                  </a:lnTo>
                  <a:lnTo>
                    <a:pt x="350" y="760"/>
                  </a:lnTo>
                  <a:lnTo>
                    <a:pt x="330" y="900"/>
                  </a:lnTo>
                  <a:lnTo>
                    <a:pt x="307" y="1032"/>
                  </a:lnTo>
                  <a:lnTo>
                    <a:pt x="282" y="1160"/>
                  </a:lnTo>
                  <a:lnTo>
                    <a:pt x="255" y="1280"/>
                  </a:lnTo>
                  <a:lnTo>
                    <a:pt x="225" y="1392"/>
                  </a:lnTo>
                  <a:lnTo>
                    <a:pt x="195" y="1497"/>
                  </a:lnTo>
                  <a:lnTo>
                    <a:pt x="160" y="1592"/>
                  </a:lnTo>
                  <a:lnTo>
                    <a:pt x="122" y="1680"/>
                  </a:lnTo>
                  <a:lnTo>
                    <a:pt x="102" y="1720"/>
                  </a:lnTo>
                  <a:lnTo>
                    <a:pt x="82" y="1757"/>
                  </a:lnTo>
                  <a:lnTo>
                    <a:pt x="62" y="1792"/>
                  </a:lnTo>
                  <a:lnTo>
                    <a:pt x="42" y="1825"/>
                  </a:lnTo>
                  <a:lnTo>
                    <a:pt x="22" y="1855"/>
                  </a:lnTo>
                  <a:lnTo>
                    <a:pt x="0" y="1882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7" name="Freeform 17">
              <a:extLst>
                <a:ext uri="{FF2B5EF4-FFF2-40B4-BE49-F238E27FC236}">
                  <a16:creationId xmlns:a16="http://schemas.microsoft.com/office/drawing/2014/main" id="{A2788496-0D38-6DFB-BAE0-7E31E70DC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1" y="1077"/>
              <a:ext cx="68" cy="82"/>
            </a:xfrm>
            <a:custGeom>
              <a:avLst/>
              <a:gdLst>
                <a:gd name="T0" fmla="*/ 5 w 83"/>
                <a:gd name="T1" fmla="*/ 1 h 123"/>
                <a:gd name="T2" fmla="*/ 2 w 83"/>
                <a:gd name="T3" fmla="*/ 0 h 123"/>
                <a:gd name="T4" fmla="*/ 0 w 83"/>
                <a:gd name="T5" fmla="*/ 1 h 123"/>
                <a:gd name="T6" fmla="*/ 2 w 83"/>
                <a:gd name="T7" fmla="*/ 1 h 123"/>
                <a:gd name="T8" fmla="*/ 5 w 83"/>
                <a:gd name="T9" fmla="*/ 1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3"/>
                <a:gd name="T16" fmla="*/ 0 h 123"/>
                <a:gd name="T17" fmla="*/ 83 w 83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3" h="123">
                  <a:moveTo>
                    <a:pt x="83" y="123"/>
                  </a:moveTo>
                  <a:lnTo>
                    <a:pt x="40" y="0"/>
                  </a:lnTo>
                  <a:lnTo>
                    <a:pt x="0" y="123"/>
                  </a:lnTo>
                  <a:lnTo>
                    <a:pt x="40" y="83"/>
                  </a:lnTo>
                  <a:lnTo>
                    <a:pt x="83" y="123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Freeform 18">
              <a:extLst>
                <a:ext uri="{FF2B5EF4-FFF2-40B4-BE49-F238E27FC236}">
                  <a16:creationId xmlns:a16="http://schemas.microsoft.com/office/drawing/2014/main" id="{40840E7C-B99E-557A-6AA3-9D27B2E49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3" y="2547"/>
              <a:ext cx="341" cy="1264"/>
            </a:xfrm>
            <a:custGeom>
              <a:avLst/>
              <a:gdLst>
                <a:gd name="T0" fmla="*/ 0 w 413"/>
                <a:gd name="T1" fmla="*/ 0 h 1895"/>
                <a:gd name="T2" fmla="*/ 2 w 413"/>
                <a:gd name="T3" fmla="*/ 1 h 1895"/>
                <a:gd name="T4" fmla="*/ 3 w 413"/>
                <a:gd name="T5" fmla="*/ 1 h 1895"/>
                <a:gd name="T6" fmla="*/ 5 w 413"/>
                <a:gd name="T7" fmla="*/ 1 h 1895"/>
                <a:gd name="T8" fmla="*/ 6 w 413"/>
                <a:gd name="T9" fmla="*/ 1 h 1895"/>
                <a:gd name="T10" fmla="*/ 7 w 413"/>
                <a:gd name="T11" fmla="*/ 1 h 1895"/>
                <a:gd name="T12" fmla="*/ 8 w 413"/>
                <a:gd name="T13" fmla="*/ 1 h 1895"/>
                <a:gd name="T14" fmla="*/ 10 w 413"/>
                <a:gd name="T15" fmla="*/ 1 h 1895"/>
                <a:gd name="T16" fmla="*/ 12 w 413"/>
                <a:gd name="T17" fmla="*/ 1 h 1895"/>
                <a:gd name="T18" fmla="*/ 14 w 413"/>
                <a:gd name="T19" fmla="*/ 1 h 1895"/>
                <a:gd name="T20" fmla="*/ 16 w 413"/>
                <a:gd name="T21" fmla="*/ 2 h 1895"/>
                <a:gd name="T22" fmla="*/ 17 w 413"/>
                <a:gd name="T23" fmla="*/ 2 h 1895"/>
                <a:gd name="T24" fmla="*/ 21 w 413"/>
                <a:gd name="T25" fmla="*/ 3 h 1895"/>
                <a:gd name="T26" fmla="*/ 21 w 413"/>
                <a:gd name="T27" fmla="*/ 3 h 1895"/>
                <a:gd name="T28" fmla="*/ 23 w 413"/>
                <a:gd name="T29" fmla="*/ 3 h 1895"/>
                <a:gd name="T30" fmla="*/ 25 w 413"/>
                <a:gd name="T31" fmla="*/ 4 h 1895"/>
                <a:gd name="T32" fmla="*/ 26 w 413"/>
                <a:gd name="T33" fmla="*/ 5 h 1895"/>
                <a:gd name="T34" fmla="*/ 26 w 413"/>
                <a:gd name="T35" fmla="*/ 5 h 1895"/>
                <a:gd name="T36" fmla="*/ 27 w 413"/>
                <a:gd name="T37" fmla="*/ 5 h 1895"/>
                <a:gd name="T38" fmla="*/ 28 w 413"/>
                <a:gd name="T39" fmla="*/ 6 h 1895"/>
                <a:gd name="T40" fmla="*/ 28 w 413"/>
                <a:gd name="T41" fmla="*/ 7 h 189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13"/>
                <a:gd name="T64" fmla="*/ 0 h 1895"/>
                <a:gd name="T65" fmla="*/ 413 w 413"/>
                <a:gd name="T66" fmla="*/ 1895 h 189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13" h="1895">
                  <a:moveTo>
                    <a:pt x="0" y="0"/>
                  </a:moveTo>
                  <a:lnTo>
                    <a:pt x="23" y="25"/>
                  </a:lnTo>
                  <a:lnTo>
                    <a:pt x="43" y="55"/>
                  </a:lnTo>
                  <a:lnTo>
                    <a:pt x="65" y="85"/>
                  </a:lnTo>
                  <a:lnTo>
                    <a:pt x="85" y="120"/>
                  </a:lnTo>
                  <a:lnTo>
                    <a:pt x="105" y="157"/>
                  </a:lnTo>
                  <a:lnTo>
                    <a:pt x="125" y="197"/>
                  </a:lnTo>
                  <a:lnTo>
                    <a:pt x="145" y="237"/>
                  </a:lnTo>
                  <a:lnTo>
                    <a:pt x="163" y="282"/>
                  </a:lnTo>
                  <a:lnTo>
                    <a:pt x="200" y="377"/>
                  </a:lnTo>
                  <a:lnTo>
                    <a:pt x="233" y="482"/>
                  </a:lnTo>
                  <a:lnTo>
                    <a:pt x="263" y="595"/>
                  </a:lnTo>
                  <a:lnTo>
                    <a:pt x="293" y="717"/>
                  </a:lnTo>
                  <a:lnTo>
                    <a:pt x="318" y="845"/>
                  </a:lnTo>
                  <a:lnTo>
                    <a:pt x="340" y="980"/>
                  </a:lnTo>
                  <a:lnTo>
                    <a:pt x="360" y="1120"/>
                  </a:lnTo>
                  <a:lnTo>
                    <a:pt x="378" y="1267"/>
                  </a:lnTo>
                  <a:lnTo>
                    <a:pt x="390" y="1417"/>
                  </a:lnTo>
                  <a:lnTo>
                    <a:pt x="403" y="1572"/>
                  </a:lnTo>
                  <a:lnTo>
                    <a:pt x="410" y="1732"/>
                  </a:lnTo>
                  <a:lnTo>
                    <a:pt x="413" y="1895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" name="Freeform 19">
              <a:extLst>
                <a:ext uri="{FF2B5EF4-FFF2-40B4-BE49-F238E27FC236}">
                  <a16:creationId xmlns:a16="http://schemas.microsoft.com/office/drawing/2014/main" id="{0886A86F-CAEC-0383-7E94-C242C8AB3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3786"/>
              <a:ext cx="67" cy="81"/>
            </a:xfrm>
            <a:custGeom>
              <a:avLst/>
              <a:gdLst>
                <a:gd name="T0" fmla="*/ 0 w 82"/>
                <a:gd name="T1" fmla="*/ 0 h 123"/>
                <a:gd name="T2" fmla="*/ 2 w 82"/>
                <a:gd name="T3" fmla="*/ 1 h 123"/>
                <a:gd name="T4" fmla="*/ 5 w 82"/>
                <a:gd name="T5" fmla="*/ 0 h 123"/>
                <a:gd name="T6" fmla="*/ 2 w 82"/>
                <a:gd name="T7" fmla="*/ 1 h 123"/>
                <a:gd name="T8" fmla="*/ 0 w 82"/>
                <a:gd name="T9" fmla="*/ 0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123"/>
                <a:gd name="T17" fmla="*/ 82 w 82"/>
                <a:gd name="T18" fmla="*/ 123 h 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123">
                  <a:moveTo>
                    <a:pt x="0" y="0"/>
                  </a:moveTo>
                  <a:lnTo>
                    <a:pt x="42" y="123"/>
                  </a:lnTo>
                  <a:lnTo>
                    <a:pt x="82" y="0"/>
                  </a:lnTo>
                  <a:lnTo>
                    <a:pt x="42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Freeform 20">
              <a:extLst>
                <a:ext uri="{FF2B5EF4-FFF2-40B4-BE49-F238E27FC236}">
                  <a16:creationId xmlns:a16="http://schemas.microsoft.com/office/drawing/2014/main" id="{1E81AFDE-18A9-627C-77AE-7EC8B494D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2005"/>
              <a:ext cx="1110" cy="404"/>
            </a:xfrm>
            <a:custGeom>
              <a:avLst/>
              <a:gdLst>
                <a:gd name="T0" fmla="*/ 79 w 1360"/>
                <a:gd name="T1" fmla="*/ 0 h 610"/>
                <a:gd name="T2" fmla="*/ 75 w 1360"/>
                <a:gd name="T3" fmla="*/ 1 h 610"/>
                <a:gd name="T4" fmla="*/ 71 w 1360"/>
                <a:gd name="T5" fmla="*/ 1 h 610"/>
                <a:gd name="T6" fmla="*/ 67 w 1360"/>
                <a:gd name="T7" fmla="*/ 1 h 610"/>
                <a:gd name="T8" fmla="*/ 62 w 1360"/>
                <a:gd name="T9" fmla="*/ 1 h 610"/>
                <a:gd name="T10" fmla="*/ 57 w 1360"/>
                <a:gd name="T11" fmla="*/ 1 h 610"/>
                <a:gd name="T12" fmla="*/ 52 w 1360"/>
                <a:gd name="T13" fmla="*/ 1 h 610"/>
                <a:gd name="T14" fmla="*/ 48 w 1360"/>
                <a:gd name="T15" fmla="*/ 1 h 610"/>
                <a:gd name="T16" fmla="*/ 42 w 1360"/>
                <a:gd name="T17" fmla="*/ 1 h 610"/>
                <a:gd name="T18" fmla="*/ 38 w 1360"/>
                <a:gd name="T19" fmla="*/ 1 h 610"/>
                <a:gd name="T20" fmla="*/ 33 w 1360"/>
                <a:gd name="T21" fmla="*/ 2 h 610"/>
                <a:gd name="T22" fmla="*/ 27 w 1360"/>
                <a:gd name="T23" fmla="*/ 2 h 610"/>
                <a:gd name="T24" fmla="*/ 22 w 1360"/>
                <a:gd name="T25" fmla="*/ 2 h 610"/>
                <a:gd name="T26" fmla="*/ 16 w 1360"/>
                <a:gd name="T27" fmla="*/ 2 h 610"/>
                <a:gd name="T28" fmla="*/ 11 w 1360"/>
                <a:gd name="T29" fmla="*/ 2 h 610"/>
                <a:gd name="T30" fmla="*/ 6 w 1360"/>
                <a:gd name="T31" fmla="*/ 2 h 610"/>
                <a:gd name="T32" fmla="*/ 0 w 1360"/>
                <a:gd name="T33" fmla="*/ 2 h 6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360"/>
                <a:gd name="T52" fmla="*/ 0 h 610"/>
                <a:gd name="T53" fmla="*/ 1360 w 1360"/>
                <a:gd name="T54" fmla="*/ 610 h 61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360" h="610">
                  <a:moveTo>
                    <a:pt x="1360" y="0"/>
                  </a:moveTo>
                  <a:lnTo>
                    <a:pt x="1290" y="70"/>
                  </a:lnTo>
                  <a:lnTo>
                    <a:pt x="1218" y="137"/>
                  </a:lnTo>
                  <a:lnTo>
                    <a:pt x="1143" y="200"/>
                  </a:lnTo>
                  <a:lnTo>
                    <a:pt x="1065" y="260"/>
                  </a:lnTo>
                  <a:lnTo>
                    <a:pt x="985" y="315"/>
                  </a:lnTo>
                  <a:lnTo>
                    <a:pt x="903" y="365"/>
                  </a:lnTo>
                  <a:lnTo>
                    <a:pt x="818" y="410"/>
                  </a:lnTo>
                  <a:lnTo>
                    <a:pt x="733" y="452"/>
                  </a:lnTo>
                  <a:lnTo>
                    <a:pt x="645" y="487"/>
                  </a:lnTo>
                  <a:lnTo>
                    <a:pt x="558" y="520"/>
                  </a:lnTo>
                  <a:lnTo>
                    <a:pt x="468" y="547"/>
                  </a:lnTo>
                  <a:lnTo>
                    <a:pt x="375" y="570"/>
                  </a:lnTo>
                  <a:lnTo>
                    <a:pt x="283" y="587"/>
                  </a:lnTo>
                  <a:lnTo>
                    <a:pt x="190" y="600"/>
                  </a:lnTo>
                  <a:lnTo>
                    <a:pt x="95" y="607"/>
                  </a:lnTo>
                  <a:lnTo>
                    <a:pt x="0" y="61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Freeform 21">
              <a:extLst>
                <a:ext uri="{FF2B5EF4-FFF2-40B4-BE49-F238E27FC236}">
                  <a16:creationId xmlns:a16="http://schemas.microsoft.com/office/drawing/2014/main" id="{E4AD2A88-D132-CD60-5B5D-4AA416639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8" y="1965"/>
              <a:ext cx="90" cy="80"/>
            </a:xfrm>
            <a:custGeom>
              <a:avLst/>
              <a:gdLst>
                <a:gd name="T0" fmla="*/ 4 w 110"/>
                <a:gd name="T1" fmla="*/ 1 h 120"/>
                <a:gd name="T2" fmla="*/ 7 w 110"/>
                <a:gd name="T3" fmla="*/ 0 h 120"/>
                <a:gd name="T4" fmla="*/ 0 w 110"/>
                <a:gd name="T5" fmla="*/ 1 h 120"/>
                <a:gd name="T6" fmla="*/ 3 w 110"/>
                <a:gd name="T7" fmla="*/ 1 h 120"/>
                <a:gd name="T8" fmla="*/ 4 w 110"/>
                <a:gd name="T9" fmla="*/ 1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"/>
                <a:gd name="T16" fmla="*/ 0 h 120"/>
                <a:gd name="T17" fmla="*/ 110 w 110"/>
                <a:gd name="T18" fmla="*/ 120 h 1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" h="120">
                  <a:moveTo>
                    <a:pt x="63" y="120"/>
                  </a:moveTo>
                  <a:lnTo>
                    <a:pt x="110" y="0"/>
                  </a:lnTo>
                  <a:lnTo>
                    <a:pt x="0" y="65"/>
                  </a:lnTo>
                  <a:lnTo>
                    <a:pt x="55" y="63"/>
                  </a:lnTo>
                  <a:lnTo>
                    <a:pt x="63" y="12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2" name="Freeform 22">
              <a:extLst>
                <a:ext uri="{FF2B5EF4-FFF2-40B4-BE49-F238E27FC236}">
                  <a16:creationId xmlns:a16="http://schemas.microsoft.com/office/drawing/2014/main" id="{44613CBF-B661-F587-04BD-55FA24991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2488"/>
              <a:ext cx="1112" cy="403"/>
            </a:xfrm>
            <a:custGeom>
              <a:avLst/>
              <a:gdLst>
                <a:gd name="T0" fmla="*/ 0 w 1363"/>
                <a:gd name="T1" fmla="*/ 0 h 607"/>
                <a:gd name="T2" fmla="*/ 6 w 1363"/>
                <a:gd name="T3" fmla="*/ 1 h 607"/>
                <a:gd name="T4" fmla="*/ 11 w 1363"/>
                <a:gd name="T5" fmla="*/ 1 h 607"/>
                <a:gd name="T6" fmla="*/ 16 w 1363"/>
                <a:gd name="T7" fmla="*/ 1 h 607"/>
                <a:gd name="T8" fmla="*/ 22 w 1363"/>
                <a:gd name="T9" fmla="*/ 1 h 607"/>
                <a:gd name="T10" fmla="*/ 27 w 1363"/>
                <a:gd name="T11" fmla="*/ 1 h 607"/>
                <a:gd name="T12" fmla="*/ 33 w 1363"/>
                <a:gd name="T13" fmla="*/ 1 h 607"/>
                <a:gd name="T14" fmla="*/ 38 w 1363"/>
                <a:gd name="T15" fmla="*/ 1 h 607"/>
                <a:gd name="T16" fmla="*/ 42 w 1363"/>
                <a:gd name="T17" fmla="*/ 1 h 607"/>
                <a:gd name="T18" fmla="*/ 47 w 1363"/>
                <a:gd name="T19" fmla="*/ 1 h 607"/>
                <a:gd name="T20" fmla="*/ 52 w 1363"/>
                <a:gd name="T21" fmla="*/ 1 h 607"/>
                <a:gd name="T22" fmla="*/ 56 w 1363"/>
                <a:gd name="T23" fmla="*/ 1 h 607"/>
                <a:gd name="T24" fmla="*/ 62 w 1363"/>
                <a:gd name="T25" fmla="*/ 1 h 607"/>
                <a:gd name="T26" fmla="*/ 67 w 1363"/>
                <a:gd name="T27" fmla="*/ 1 h 607"/>
                <a:gd name="T28" fmla="*/ 71 w 1363"/>
                <a:gd name="T29" fmla="*/ 1 h 607"/>
                <a:gd name="T30" fmla="*/ 75 w 1363"/>
                <a:gd name="T31" fmla="*/ 2 h 607"/>
                <a:gd name="T32" fmla="*/ 79 w 1363"/>
                <a:gd name="T33" fmla="*/ 2 h 6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363"/>
                <a:gd name="T52" fmla="*/ 0 h 607"/>
                <a:gd name="T53" fmla="*/ 1363 w 1363"/>
                <a:gd name="T54" fmla="*/ 607 h 6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363" h="607">
                  <a:moveTo>
                    <a:pt x="0" y="0"/>
                  </a:moveTo>
                  <a:lnTo>
                    <a:pt x="95" y="2"/>
                  </a:lnTo>
                  <a:lnTo>
                    <a:pt x="190" y="10"/>
                  </a:lnTo>
                  <a:lnTo>
                    <a:pt x="283" y="22"/>
                  </a:lnTo>
                  <a:lnTo>
                    <a:pt x="375" y="40"/>
                  </a:lnTo>
                  <a:lnTo>
                    <a:pt x="468" y="62"/>
                  </a:lnTo>
                  <a:lnTo>
                    <a:pt x="558" y="90"/>
                  </a:lnTo>
                  <a:lnTo>
                    <a:pt x="648" y="120"/>
                  </a:lnTo>
                  <a:lnTo>
                    <a:pt x="735" y="157"/>
                  </a:lnTo>
                  <a:lnTo>
                    <a:pt x="820" y="197"/>
                  </a:lnTo>
                  <a:lnTo>
                    <a:pt x="905" y="245"/>
                  </a:lnTo>
                  <a:lnTo>
                    <a:pt x="985" y="295"/>
                  </a:lnTo>
                  <a:lnTo>
                    <a:pt x="1065" y="347"/>
                  </a:lnTo>
                  <a:lnTo>
                    <a:pt x="1145" y="407"/>
                  </a:lnTo>
                  <a:lnTo>
                    <a:pt x="1220" y="470"/>
                  </a:lnTo>
                  <a:lnTo>
                    <a:pt x="1293" y="537"/>
                  </a:lnTo>
                  <a:lnTo>
                    <a:pt x="1363" y="607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Freeform 23">
              <a:extLst>
                <a:ext uri="{FF2B5EF4-FFF2-40B4-BE49-F238E27FC236}">
                  <a16:creationId xmlns:a16="http://schemas.microsoft.com/office/drawing/2014/main" id="{9920EDF3-3C0C-0F8C-A9B9-F6EA2B934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" y="2852"/>
              <a:ext cx="92" cy="79"/>
            </a:xfrm>
            <a:custGeom>
              <a:avLst/>
              <a:gdLst>
                <a:gd name="T0" fmla="*/ 0 w 113"/>
                <a:gd name="T1" fmla="*/ 1 h 117"/>
                <a:gd name="T2" fmla="*/ 7 w 113"/>
                <a:gd name="T3" fmla="*/ 1 h 117"/>
                <a:gd name="T4" fmla="*/ 4 w 113"/>
                <a:gd name="T5" fmla="*/ 0 h 117"/>
                <a:gd name="T6" fmla="*/ 3 w 113"/>
                <a:gd name="T7" fmla="*/ 1 h 117"/>
                <a:gd name="T8" fmla="*/ 0 w 113"/>
                <a:gd name="T9" fmla="*/ 1 h 1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3"/>
                <a:gd name="T16" fmla="*/ 0 h 117"/>
                <a:gd name="T17" fmla="*/ 113 w 113"/>
                <a:gd name="T18" fmla="*/ 117 h 1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3" h="117">
                  <a:moveTo>
                    <a:pt x="0" y="52"/>
                  </a:moveTo>
                  <a:lnTo>
                    <a:pt x="113" y="117"/>
                  </a:lnTo>
                  <a:lnTo>
                    <a:pt x="63" y="0"/>
                  </a:lnTo>
                  <a:lnTo>
                    <a:pt x="58" y="5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Line 24">
              <a:extLst>
                <a:ext uri="{FF2B5EF4-FFF2-40B4-BE49-F238E27FC236}">
                  <a16:creationId xmlns:a16="http://schemas.microsoft.com/office/drawing/2014/main" id="{8D576352-AEBA-1EE0-FF53-8B2A07CBDC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3" y="2448"/>
              <a:ext cx="1334" cy="1"/>
            </a:xfrm>
            <a:prstGeom prst="line">
              <a:avLst/>
            </a:pr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5" name="Freeform 25">
              <a:extLst>
                <a:ext uri="{FF2B5EF4-FFF2-40B4-BE49-F238E27FC236}">
                  <a16:creationId xmlns:a16="http://schemas.microsoft.com/office/drawing/2014/main" id="{57327FC4-9D00-106F-C800-5B1D8AFD4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1" y="2422"/>
              <a:ext cx="100" cy="54"/>
            </a:xfrm>
            <a:custGeom>
              <a:avLst/>
              <a:gdLst>
                <a:gd name="T0" fmla="*/ 0 w 123"/>
                <a:gd name="T1" fmla="*/ 1 h 82"/>
                <a:gd name="T2" fmla="*/ 7 w 123"/>
                <a:gd name="T3" fmla="*/ 1 h 82"/>
                <a:gd name="T4" fmla="*/ 0 w 123"/>
                <a:gd name="T5" fmla="*/ 0 h 82"/>
                <a:gd name="T6" fmla="*/ 2 w 123"/>
                <a:gd name="T7" fmla="*/ 1 h 82"/>
                <a:gd name="T8" fmla="*/ 0 w 123"/>
                <a:gd name="T9" fmla="*/ 1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3"/>
                <a:gd name="T16" fmla="*/ 0 h 82"/>
                <a:gd name="T17" fmla="*/ 123 w 123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3" h="82">
                  <a:moveTo>
                    <a:pt x="0" y="82"/>
                  </a:moveTo>
                  <a:lnTo>
                    <a:pt x="123" y="40"/>
                  </a:lnTo>
                  <a:lnTo>
                    <a:pt x="0" y="0"/>
                  </a:lnTo>
                  <a:lnTo>
                    <a:pt x="40" y="40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Freeform 26">
              <a:extLst>
                <a:ext uri="{FF2B5EF4-FFF2-40B4-BE49-F238E27FC236}">
                  <a16:creationId xmlns:a16="http://schemas.microsoft.com/office/drawing/2014/main" id="{B8B603B8-09A7-350C-25D1-801D30F48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2567"/>
              <a:ext cx="1111" cy="206"/>
            </a:xfrm>
            <a:custGeom>
              <a:avLst/>
              <a:gdLst>
                <a:gd name="T0" fmla="*/ 34 w 1455"/>
                <a:gd name="T1" fmla="*/ 0 h 323"/>
                <a:gd name="T2" fmla="*/ 31 w 1455"/>
                <a:gd name="T3" fmla="*/ 1 h 323"/>
                <a:gd name="T4" fmla="*/ 28 w 1455"/>
                <a:gd name="T5" fmla="*/ 1 h 323"/>
                <a:gd name="T6" fmla="*/ 26 w 1455"/>
                <a:gd name="T7" fmla="*/ 1 h 323"/>
                <a:gd name="T8" fmla="*/ 24 w 1455"/>
                <a:gd name="T9" fmla="*/ 1 h 323"/>
                <a:gd name="T10" fmla="*/ 22 w 1455"/>
                <a:gd name="T11" fmla="*/ 1 h 323"/>
                <a:gd name="T12" fmla="*/ 21 w 1455"/>
                <a:gd name="T13" fmla="*/ 1 h 323"/>
                <a:gd name="T14" fmla="*/ 20 w 1455"/>
                <a:gd name="T15" fmla="*/ 1 h 323"/>
                <a:gd name="T16" fmla="*/ 18 w 1455"/>
                <a:gd name="T17" fmla="*/ 1 h 323"/>
                <a:gd name="T18" fmla="*/ 17 w 1455"/>
                <a:gd name="T19" fmla="*/ 1 h 323"/>
                <a:gd name="T20" fmla="*/ 16 w 1455"/>
                <a:gd name="T21" fmla="*/ 1 h 323"/>
                <a:gd name="T22" fmla="*/ 14 w 1455"/>
                <a:gd name="T23" fmla="*/ 1 h 323"/>
                <a:gd name="T24" fmla="*/ 12 w 1455"/>
                <a:gd name="T25" fmla="*/ 1 h 323"/>
                <a:gd name="T26" fmla="*/ 11 w 1455"/>
                <a:gd name="T27" fmla="*/ 1 h 323"/>
                <a:gd name="T28" fmla="*/ 9 w 1455"/>
                <a:gd name="T29" fmla="*/ 1 h 323"/>
                <a:gd name="T30" fmla="*/ 8 w 1455"/>
                <a:gd name="T31" fmla="*/ 1 h 323"/>
                <a:gd name="T32" fmla="*/ 6 w 1455"/>
                <a:gd name="T33" fmla="*/ 1 h 323"/>
                <a:gd name="T34" fmla="*/ 5 w 1455"/>
                <a:gd name="T35" fmla="*/ 1 h 323"/>
                <a:gd name="T36" fmla="*/ 3 w 1455"/>
                <a:gd name="T37" fmla="*/ 1 h 323"/>
                <a:gd name="T38" fmla="*/ 2 w 1455"/>
                <a:gd name="T39" fmla="*/ 1 h 323"/>
                <a:gd name="T40" fmla="*/ 0 w 1455"/>
                <a:gd name="T41" fmla="*/ 1 h 32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55"/>
                <a:gd name="T64" fmla="*/ 0 h 323"/>
                <a:gd name="T65" fmla="*/ 1455 w 1455"/>
                <a:gd name="T66" fmla="*/ 323 h 32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55" h="323">
                  <a:moveTo>
                    <a:pt x="1455" y="0"/>
                  </a:moveTo>
                  <a:lnTo>
                    <a:pt x="1353" y="75"/>
                  </a:lnTo>
                  <a:lnTo>
                    <a:pt x="1248" y="140"/>
                  </a:lnTo>
                  <a:lnTo>
                    <a:pt x="1138" y="195"/>
                  </a:lnTo>
                  <a:lnTo>
                    <a:pt x="1025" y="240"/>
                  </a:lnTo>
                  <a:lnTo>
                    <a:pt x="968" y="260"/>
                  </a:lnTo>
                  <a:lnTo>
                    <a:pt x="910" y="275"/>
                  </a:lnTo>
                  <a:lnTo>
                    <a:pt x="853" y="290"/>
                  </a:lnTo>
                  <a:lnTo>
                    <a:pt x="793" y="303"/>
                  </a:lnTo>
                  <a:lnTo>
                    <a:pt x="735" y="310"/>
                  </a:lnTo>
                  <a:lnTo>
                    <a:pt x="675" y="318"/>
                  </a:lnTo>
                  <a:lnTo>
                    <a:pt x="615" y="323"/>
                  </a:lnTo>
                  <a:lnTo>
                    <a:pt x="555" y="323"/>
                  </a:lnTo>
                  <a:lnTo>
                    <a:pt x="485" y="320"/>
                  </a:lnTo>
                  <a:lnTo>
                    <a:pt x="413" y="315"/>
                  </a:lnTo>
                  <a:lnTo>
                    <a:pt x="343" y="305"/>
                  </a:lnTo>
                  <a:lnTo>
                    <a:pt x="273" y="293"/>
                  </a:lnTo>
                  <a:lnTo>
                    <a:pt x="203" y="275"/>
                  </a:lnTo>
                  <a:lnTo>
                    <a:pt x="135" y="255"/>
                  </a:lnTo>
                  <a:lnTo>
                    <a:pt x="68" y="233"/>
                  </a:lnTo>
                  <a:lnTo>
                    <a:pt x="0" y="205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Freeform 27">
              <a:extLst>
                <a:ext uri="{FF2B5EF4-FFF2-40B4-BE49-F238E27FC236}">
                  <a16:creationId xmlns:a16="http://schemas.microsoft.com/office/drawing/2014/main" id="{305BFA02-61E1-AB7C-245A-19B0F43CB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2673"/>
              <a:ext cx="106" cy="59"/>
            </a:xfrm>
            <a:custGeom>
              <a:avLst/>
              <a:gdLst>
                <a:gd name="T0" fmla="*/ 7 w 130"/>
                <a:gd name="T1" fmla="*/ 1 h 87"/>
                <a:gd name="T2" fmla="*/ 0 w 130"/>
                <a:gd name="T3" fmla="*/ 0 h 87"/>
                <a:gd name="T4" fmla="*/ 6 w 130"/>
                <a:gd name="T5" fmla="*/ 1 h 87"/>
                <a:gd name="T6" fmla="*/ 5 w 130"/>
                <a:gd name="T7" fmla="*/ 1 h 87"/>
                <a:gd name="T8" fmla="*/ 7 w 130"/>
                <a:gd name="T9" fmla="*/ 1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"/>
                <a:gd name="T16" fmla="*/ 0 h 87"/>
                <a:gd name="T17" fmla="*/ 130 w 130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" h="87">
                  <a:moveTo>
                    <a:pt x="130" y="12"/>
                  </a:moveTo>
                  <a:lnTo>
                    <a:pt x="0" y="0"/>
                  </a:lnTo>
                  <a:lnTo>
                    <a:pt x="95" y="87"/>
                  </a:lnTo>
                  <a:lnTo>
                    <a:pt x="75" y="35"/>
                  </a:lnTo>
                  <a:lnTo>
                    <a:pt x="130" y="12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8" name="Oval 28">
              <a:extLst>
                <a:ext uri="{FF2B5EF4-FFF2-40B4-BE49-F238E27FC236}">
                  <a16:creationId xmlns:a16="http://schemas.microsoft.com/office/drawing/2014/main" id="{E0120C30-922E-0B38-C5BF-AC4F5271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" y="2300"/>
              <a:ext cx="264" cy="265"/>
            </a:xfrm>
            <a:prstGeom prst="ellipse">
              <a:avLst/>
            </a:prstGeom>
            <a:solidFill>
              <a:srgbClr val="CC0066"/>
            </a:solidFill>
            <a:ln w="6350">
              <a:solidFill>
                <a:srgbClr val="CC3300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389" name="Rectangle 29">
              <a:extLst>
                <a:ext uri="{FF2B5EF4-FFF2-40B4-BE49-F238E27FC236}">
                  <a16:creationId xmlns:a16="http://schemas.microsoft.com/office/drawing/2014/main" id="{EED5E177-AA66-F2F0-E16B-565293BA9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3" y="2290"/>
              <a:ext cx="291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390" name="Rectangle 30">
              <a:extLst>
                <a:ext uri="{FF2B5EF4-FFF2-40B4-BE49-F238E27FC236}">
                  <a16:creationId xmlns:a16="http://schemas.microsoft.com/office/drawing/2014/main" id="{857AEB04-5C61-2958-E399-7508904FC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4" y="2303"/>
              <a:ext cx="13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800" b="1">
                  <a:solidFill>
                    <a:srgbClr val="FFFF00"/>
                  </a:solidFill>
                  <a:latin typeface="Bookman Old Style" panose="02050604050505020204" pitchFamily="18" charset="0"/>
                </a:rPr>
                <a:t>+</a:t>
              </a:r>
              <a:endParaRPr lang="en-US" altLang="zh-CN" sz="2800"/>
            </a:p>
          </p:txBody>
        </p:sp>
        <p:sp>
          <p:nvSpPr>
            <p:cNvPr id="15391" name="Freeform 31">
              <a:extLst>
                <a:ext uri="{FF2B5EF4-FFF2-40B4-BE49-F238E27FC236}">
                  <a16:creationId xmlns:a16="http://schemas.microsoft.com/office/drawing/2014/main" id="{53EAC670-2F9F-3E4C-A72B-E439461C1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8" y="1077"/>
              <a:ext cx="1663" cy="1223"/>
            </a:xfrm>
            <a:custGeom>
              <a:avLst/>
              <a:gdLst>
                <a:gd name="T0" fmla="*/ 0 w 1975"/>
                <a:gd name="T1" fmla="*/ 3 h 1833"/>
                <a:gd name="T2" fmla="*/ 3 w 1975"/>
                <a:gd name="T3" fmla="*/ 3 h 1833"/>
                <a:gd name="T4" fmla="*/ 7 w 1975"/>
                <a:gd name="T5" fmla="*/ 3 h 1833"/>
                <a:gd name="T6" fmla="*/ 10 w 1975"/>
                <a:gd name="T7" fmla="*/ 2 h 1833"/>
                <a:gd name="T8" fmla="*/ 14 w 1975"/>
                <a:gd name="T9" fmla="*/ 2 h 1833"/>
                <a:gd name="T10" fmla="*/ 19 w 1975"/>
                <a:gd name="T11" fmla="*/ 2 h 1833"/>
                <a:gd name="T12" fmla="*/ 24 w 1975"/>
                <a:gd name="T13" fmla="*/ 1 h 1833"/>
                <a:gd name="T14" fmla="*/ 29 w 1975"/>
                <a:gd name="T15" fmla="*/ 1 h 1833"/>
                <a:gd name="T16" fmla="*/ 35 w 1975"/>
                <a:gd name="T17" fmla="*/ 1 h 1833"/>
                <a:gd name="T18" fmla="*/ 40 w 1975"/>
                <a:gd name="T19" fmla="*/ 1 h 1833"/>
                <a:gd name="T20" fmla="*/ 46 w 1975"/>
                <a:gd name="T21" fmla="*/ 1 h 1833"/>
                <a:gd name="T22" fmla="*/ 52 w 1975"/>
                <a:gd name="T23" fmla="*/ 1 h 1833"/>
                <a:gd name="T24" fmla="*/ 59 w 1975"/>
                <a:gd name="T25" fmla="*/ 1 h 1833"/>
                <a:gd name="T26" fmla="*/ 65 w 1975"/>
                <a:gd name="T27" fmla="*/ 1 h 1833"/>
                <a:gd name="T28" fmla="*/ 71 w 1975"/>
                <a:gd name="T29" fmla="*/ 1 h 1833"/>
                <a:gd name="T30" fmla="*/ 78 w 1975"/>
                <a:gd name="T31" fmla="*/ 1 h 1833"/>
                <a:gd name="T32" fmla="*/ 84 w 1975"/>
                <a:gd name="T33" fmla="*/ 0 h 1833"/>
                <a:gd name="T34" fmla="*/ 89 w 1975"/>
                <a:gd name="T35" fmla="*/ 1 h 1833"/>
                <a:gd name="T36" fmla="*/ 94 w 1975"/>
                <a:gd name="T37" fmla="*/ 1 h 1833"/>
                <a:gd name="T38" fmla="*/ 99 w 1975"/>
                <a:gd name="T39" fmla="*/ 1 h 1833"/>
                <a:gd name="T40" fmla="*/ 104 w 1975"/>
                <a:gd name="T41" fmla="*/ 1 h 1833"/>
                <a:gd name="T42" fmla="*/ 108 w 1975"/>
                <a:gd name="T43" fmla="*/ 1 h 1833"/>
                <a:gd name="T44" fmla="*/ 113 w 1975"/>
                <a:gd name="T45" fmla="*/ 1 h 1833"/>
                <a:gd name="T46" fmla="*/ 116 w 1975"/>
                <a:gd name="T47" fmla="*/ 1 h 1833"/>
                <a:gd name="T48" fmla="*/ 120 w 1975"/>
                <a:gd name="T49" fmla="*/ 1 h 1833"/>
                <a:gd name="T50" fmla="*/ 125 w 1975"/>
                <a:gd name="T51" fmla="*/ 1 h 1833"/>
                <a:gd name="T52" fmla="*/ 129 w 1975"/>
                <a:gd name="T53" fmla="*/ 1 h 1833"/>
                <a:gd name="T54" fmla="*/ 133 w 1975"/>
                <a:gd name="T55" fmla="*/ 1 h 1833"/>
                <a:gd name="T56" fmla="*/ 137 w 1975"/>
                <a:gd name="T57" fmla="*/ 1 h 1833"/>
                <a:gd name="T58" fmla="*/ 141 w 1975"/>
                <a:gd name="T59" fmla="*/ 1 h 1833"/>
                <a:gd name="T60" fmla="*/ 144 w 1975"/>
                <a:gd name="T61" fmla="*/ 1 h 1833"/>
                <a:gd name="T62" fmla="*/ 148 w 1975"/>
                <a:gd name="T63" fmla="*/ 1 h 1833"/>
                <a:gd name="T64" fmla="*/ 151 w 1975"/>
                <a:gd name="T65" fmla="*/ 2 h 1833"/>
                <a:gd name="T66" fmla="*/ 154 w 1975"/>
                <a:gd name="T67" fmla="*/ 2 h 1833"/>
                <a:gd name="T68" fmla="*/ 157 w 1975"/>
                <a:gd name="T69" fmla="*/ 2 h 1833"/>
                <a:gd name="T70" fmla="*/ 159 w 1975"/>
                <a:gd name="T71" fmla="*/ 3 h 1833"/>
                <a:gd name="T72" fmla="*/ 162 w 1975"/>
                <a:gd name="T73" fmla="*/ 3 h 1833"/>
                <a:gd name="T74" fmla="*/ 167 w 1975"/>
                <a:gd name="T75" fmla="*/ 3 h 1833"/>
                <a:gd name="T76" fmla="*/ 170 w 1975"/>
                <a:gd name="T77" fmla="*/ 4 h 1833"/>
                <a:gd name="T78" fmla="*/ 173 w 1975"/>
                <a:gd name="T79" fmla="*/ 5 h 1833"/>
                <a:gd name="T80" fmla="*/ 176 w 1975"/>
                <a:gd name="T81" fmla="*/ 5 h 1833"/>
                <a:gd name="T82" fmla="*/ 177 w 1975"/>
                <a:gd name="T83" fmla="*/ 5 h 1833"/>
                <a:gd name="T84" fmla="*/ 178 w 1975"/>
                <a:gd name="T85" fmla="*/ 6 h 1833"/>
                <a:gd name="T86" fmla="*/ 178 w 1975"/>
                <a:gd name="T87" fmla="*/ 6 h 1833"/>
                <a:gd name="T88" fmla="*/ 178 w 1975"/>
                <a:gd name="T89" fmla="*/ 6 h 1833"/>
                <a:gd name="T90" fmla="*/ 178 w 1975"/>
                <a:gd name="T91" fmla="*/ 6 h 1833"/>
                <a:gd name="T92" fmla="*/ 178 w 1975"/>
                <a:gd name="T93" fmla="*/ 6 h 183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975"/>
                <a:gd name="T142" fmla="*/ 0 h 1833"/>
                <a:gd name="T143" fmla="*/ 1975 w 1975"/>
                <a:gd name="T144" fmla="*/ 1833 h 183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975" h="1833">
                  <a:moveTo>
                    <a:pt x="0" y="1035"/>
                  </a:moveTo>
                  <a:lnTo>
                    <a:pt x="35" y="920"/>
                  </a:lnTo>
                  <a:lnTo>
                    <a:pt x="72" y="810"/>
                  </a:lnTo>
                  <a:lnTo>
                    <a:pt x="115" y="708"/>
                  </a:lnTo>
                  <a:lnTo>
                    <a:pt x="162" y="608"/>
                  </a:lnTo>
                  <a:lnTo>
                    <a:pt x="212" y="518"/>
                  </a:lnTo>
                  <a:lnTo>
                    <a:pt x="265" y="433"/>
                  </a:lnTo>
                  <a:lnTo>
                    <a:pt x="322" y="353"/>
                  </a:lnTo>
                  <a:lnTo>
                    <a:pt x="382" y="283"/>
                  </a:lnTo>
                  <a:lnTo>
                    <a:pt x="445" y="218"/>
                  </a:lnTo>
                  <a:lnTo>
                    <a:pt x="510" y="163"/>
                  </a:lnTo>
                  <a:lnTo>
                    <a:pt x="577" y="113"/>
                  </a:lnTo>
                  <a:lnTo>
                    <a:pt x="647" y="73"/>
                  </a:lnTo>
                  <a:lnTo>
                    <a:pt x="720" y="43"/>
                  </a:lnTo>
                  <a:lnTo>
                    <a:pt x="792" y="20"/>
                  </a:lnTo>
                  <a:lnTo>
                    <a:pt x="867" y="5"/>
                  </a:lnTo>
                  <a:lnTo>
                    <a:pt x="942" y="0"/>
                  </a:lnTo>
                  <a:lnTo>
                    <a:pt x="995" y="3"/>
                  </a:lnTo>
                  <a:lnTo>
                    <a:pt x="1047" y="10"/>
                  </a:lnTo>
                  <a:lnTo>
                    <a:pt x="1100" y="20"/>
                  </a:lnTo>
                  <a:lnTo>
                    <a:pt x="1150" y="38"/>
                  </a:lnTo>
                  <a:lnTo>
                    <a:pt x="1200" y="58"/>
                  </a:lnTo>
                  <a:lnTo>
                    <a:pt x="1250" y="80"/>
                  </a:lnTo>
                  <a:lnTo>
                    <a:pt x="1297" y="108"/>
                  </a:lnTo>
                  <a:lnTo>
                    <a:pt x="1345" y="140"/>
                  </a:lnTo>
                  <a:lnTo>
                    <a:pt x="1390" y="175"/>
                  </a:lnTo>
                  <a:lnTo>
                    <a:pt x="1435" y="215"/>
                  </a:lnTo>
                  <a:lnTo>
                    <a:pt x="1477" y="258"/>
                  </a:lnTo>
                  <a:lnTo>
                    <a:pt x="1520" y="305"/>
                  </a:lnTo>
                  <a:lnTo>
                    <a:pt x="1560" y="355"/>
                  </a:lnTo>
                  <a:lnTo>
                    <a:pt x="1600" y="408"/>
                  </a:lnTo>
                  <a:lnTo>
                    <a:pt x="1637" y="465"/>
                  </a:lnTo>
                  <a:lnTo>
                    <a:pt x="1672" y="523"/>
                  </a:lnTo>
                  <a:lnTo>
                    <a:pt x="1707" y="585"/>
                  </a:lnTo>
                  <a:lnTo>
                    <a:pt x="1740" y="650"/>
                  </a:lnTo>
                  <a:lnTo>
                    <a:pt x="1770" y="718"/>
                  </a:lnTo>
                  <a:lnTo>
                    <a:pt x="1797" y="788"/>
                  </a:lnTo>
                  <a:lnTo>
                    <a:pt x="1850" y="935"/>
                  </a:lnTo>
                  <a:lnTo>
                    <a:pt x="1895" y="1090"/>
                  </a:lnTo>
                  <a:lnTo>
                    <a:pt x="1927" y="1253"/>
                  </a:lnTo>
                  <a:lnTo>
                    <a:pt x="1955" y="1425"/>
                  </a:lnTo>
                  <a:lnTo>
                    <a:pt x="1962" y="1513"/>
                  </a:lnTo>
                  <a:lnTo>
                    <a:pt x="1970" y="1600"/>
                  </a:lnTo>
                  <a:lnTo>
                    <a:pt x="1972" y="1690"/>
                  </a:lnTo>
                  <a:lnTo>
                    <a:pt x="1975" y="1783"/>
                  </a:lnTo>
                  <a:lnTo>
                    <a:pt x="1975" y="1808"/>
                  </a:lnTo>
                  <a:lnTo>
                    <a:pt x="1975" y="1833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2" name="Freeform 32">
              <a:extLst>
                <a:ext uri="{FF2B5EF4-FFF2-40B4-BE49-F238E27FC236}">
                  <a16:creationId xmlns:a16="http://schemas.microsoft.com/office/drawing/2014/main" id="{87DE462E-9018-EE1C-CEC9-090845FDC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5" y="1730"/>
              <a:ext cx="65" cy="86"/>
            </a:xfrm>
            <a:custGeom>
              <a:avLst/>
              <a:gdLst>
                <a:gd name="T0" fmla="*/ 0 w 80"/>
                <a:gd name="T1" fmla="*/ 0 h 130"/>
                <a:gd name="T2" fmla="*/ 2 w 80"/>
                <a:gd name="T3" fmla="*/ 1 h 130"/>
                <a:gd name="T4" fmla="*/ 5 w 80"/>
                <a:gd name="T5" fmla="*/ 1 h 130"/>
                <a:gd name="T6" fmla="*/ 2 w 80"/>
                <a:gd name="T7" fmla="*/ 1 h 130"/>
                <a:gd name="T8" fmla="*/ 0 w 80"/>
                <a:gd name="T9" fmla="*/ 0 h 1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30"/>
                <a:gd name="T17" fmla="*/ 80 w 80"/>
                <a:gd name="T18" fmla="*/ 130 h 1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30">
                  <a:moveTo>
                    <a:pt x="0" y="0"/>
                  </a:moveTo>
                  <a:lnTo>
                    <a:pt x="10" y="130"/>
                  </a:lnTo>
                  <a:lnTo>
                    <a:pt x="80" y="23"/>
                  </a:lnTo>
                  <a:lnTo>
                    <a:pt x="30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Rectangle 33">
              <a:extLst>
                <a:ext uri="{FF2B5EF4-FFF2-40B4-BE49-F238E27FC236}">
                  <a16:creationId xmlns:a16="http://schemas.microsoft.com/office/drawing/2014/main" id="{5A8C390A-C03C-C15A-93D0-F973F00DB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724"/>
              <a:ext cx="2657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394" name="Freeform 34">
              <a:extLst>
                <a:ext uri="{FF2B5EF4-FFF2-40B4-BE49-F238E27FC236}">
                  <a16:creationId xmlns:a16="http://schemas.microsoft.com/office/drawing/2014/main" id="{384E04A2-F5A3-F371-2593-0CD6C70BD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6" y="2332"/>
              <a:ext cx="1479" cy="91"/>
            </a:xfrm>
            <a:custGeom>
              <a:avLst/>
              <a:gdLst>
                <a:gd name="T0" fmla="*/ 0 w 1813"/>
                <a:gd name="T1" fmla="*/ 1 h 137"/>
                <a:gd name="T2" fmla="*/ 6 w 1813"/>
                <a:gd name="T3" fmla="*/ 1 h 137"/>
                <a:gd name="T4" fmla="*/ 12 w 1813"/>
                <a:gd name="T5" fmla="*/ 1 h 137"/>
                <a:gd name="T6" fmla="*/ 19 w 1813"/>
                <a:gd name="T7" fmla="*/ 1 h 137"/>
                <a:gd name="T8" fmla="*/ 25 w 1813"/>
                <a:gd name="T9" fmla="*/ 1 h 137"/>
                <a:gd name="T10" fmla="*/ 33 w 1813"/>
                <a:gd name="T11" fmla="*/ 1 h 137"/>
                <a:gd name="T12" fmla="*/ 40 w 1813"/>
                <a:gd name="T13" fmla="*/ 1 h 137"/>
                <a:gd name="T14" fmla="*/ 46 w 1813"/>
                <a:gd name="T15" fmla="*/ 1 h 137"/>
                <a:gd name="T16" fmla="*/ 54 w 1813"/>
                <a:gd name="T17" fmla="*/ 0 h 137"/>
                <a:gd name="T18" fmla="*/ 60 w 1813"/>
                <a:gd name="T19" fmla="*/ 1 h 137"/>
                <a:gd name="T20" fmla="*/ 67 w 1813"/>
                <a:gd name="T21" fmla="*/ 1 h 137"/>
                <a:gd name="T22" fmla="*/ 73 w 1813"/>
                <a:gd name="T23" fmla="*/ 1 h 137"/>
                <a:gd name="T24" fmla="*/ 81 w 1813"/>
                <a:gd name="T25" fmla="*/ 1 h 137"/>
                <a:gd name="T26" fmla="*/ 87 w 1813"/>
                <a:gd name="T27" fmla="*/ 1 h 137"/>
                <a:gd name="T28" fmla="*/ 92 w 1813"/>
                <a:gd name="T29" fmla="*/ 1 h 137"/>
                <a:gd name="T30" fmla="*/ 99 w 1813"/>
                <a:gd name="T31" fmla="*/ 1 h 137"/>
                <a:gd name="T32" fmla="*/ 104 w 1813"/>
                <a:gd name="T33" fmla="*/ 1 h 13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813"/>
                <a:gd name="T52" fmla="*/ 0 h 137"/>
                <a:gd name="T53" fmla="*/ 1813 w 1813"/>
                <a:gd name="T54" fmla="*/ 137 h 13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813" h="137">
                  <a:moveTo>
                    <a:pt x="0" y="137"/>
                  </a:moveTo>
                  <a:lnTo>
                    <a:pt x="108" y="105"/>
                  </a:lnTo>
                  <a:lnTo>
                    <a:pt x="218" y="77"/>
                  </a:lnTo>
                  <a:lnTo>
                    <a:pt x="330" y="55"/>
                  </a:lnTo>
                  <a:lnTo>
                    <a:pt x="445" y="35"/>
                  </a:lnTo>
                  <a:lnTo>
                    <a:pt x="563" y="20"/>
                  </a:lnTo>
                  <a:lnTo>
                    <a:pt x="680" y="10"/>
                  </a:lnTo>
                  <a:lnTo>
                    <a:pt x="800" y="2"/>
                  </a:lnTo>
                  <a:lnTo>
                    <a:pt x="923" y="0"/>
                  </a:lnTo>
                  <a:lnTo>
                    <a:pt x="1040" y="2"/>
                  </a:lnTo>
                  <a:lnTo>
                    <a:pt x="1155" y="7"/>
                  </a:lnTo>
                  <a:lnTo>
                    <a:pt x="1270" y="17"/>
                  </a:lnTo>
                  <a:lnTo>
                    <a:pt x="1383" y="32"/>
                  </a:lnTo>
                  <a:lnTo>
                    <a:pt x="1493" y="50"/>
                  </a:lnTo>
                  <a:lnTo>
                    <a:pt x="1603" y="72"/>
                  </a:lnTo>
                  <a:lnTo>
                    <a:pt x="1710" y="97"/>
                  </a:lnTo>
                  <a:lnTo>
                    <a:pt x="1813" y="127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Freeform 35">
              <a:extLst>
                <a:ext uri="{FF2B5EF4-FFF2-40B4-BE49-F238E27FC236}">
                  <a16:creationId xmlns:a16="http://schemas.microsoft.com/office/drawing/2014/main" id="{38212C4F-6311-FB5F-51AE-CB46FAED8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3" y="2484"/>
              <a:ext cx="545" cy="112"/>
            </a:xfrm>
            <a:custGeom>
              <a:avLst/>
              <a:gdLst>
                <a:gd name="T0" fmla="*/ 4058 w 467"/>
                <a:gd name="T1" fmla="*/ 257 h 105"/>
                <a:gd name="T2" fmla="*/ 3023 w 467"/>
                <a:gd name="T3" fmla="*/ 208 h 105"/>
                <a:gd name="T4" fmla="*/ 1972 w 467"/>
                <a:gd name="T5" fmla="*/ 154 h 105"/>
                <a:gd name="T6" fmla="*/ 984 w 467"/>
                <a:gd name="T7" fmla="*/ 80 h 105"/>
                <a:gd name="T8" fmla="*/ 0 w 467"/>
                <a:gd name="T9" fmla="*/ 0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7"/>
                <a:gd name="T16" fmla="*/ 0 h 105"/>
                <a:gd name="T17" fmla="*/ 467 w 467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7" h="105">
                  <a:moveTo>
                    <a:pt x="467" y="105"/>
                  </a:moveTo>
                  <a:lnTo>
                    <a:pt x="347" y="85"/>
                  </a:lnTo>
                  <a:lnTo>
                    <a:pt x="227" y="63"/>
                  </a:lnTo>
                  <a:lnTo>
                    <a:pt x="112" y="33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Oval 36">
              <a:extLst>
                <a:ext uri="{FF2B5EF4-FFF2-40B4-BE49-F238E27FC236}">
                  <a16:creationId xmlns:a16="http://schemas.microsoft.com/office/drawing/2014/main" id="{441A38D9-557E-AF0B-E4AF-531CCE866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9" y="2298"/>
              <a:ext cx="292" cy="279"/>
            </a:xfrm>
            <a:prstGeom prst="ellipse">
              <a:avLst/>
            </a:prstGeom>
            <a:solidFill>
              <a:srgbClr val="00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397" name="Rectangle 37">
              <a:extLst>
                <a:ext uri="{FF2B5EF4-FFF2-40B4-BE49-F238E27FC236}">
                  <a16:creationId xmlns:a16="http://schemas.microsoft.com/office/drawing/2014/main" id="{945B8C4A-AB2F-0E52-983D-CFE366AA1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2435"/>
              <a:ext cx="96" cy="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398" name="Freeform 38">
              <a:extLst>
                <a:ext uri="{FF2B5EF4-FFF2-40B4-BE49-F238E27FC236}">
                  <a16:creationId xmlns:a16="http://schemas.microsoft.com/office/drawing/2014/main" id="{A22AD119-89FD-8E99-1DEF-72C1ED534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2518"/>
              <a:ext cx="407" cy="167"/>
            </a:xfrm>
            <a:custGeom>
              <a:avLst/>
              <a:gdLst>
                <a:gd name="T0" fmla="*/ 288 w 418"/>
                <a:gd name="T1" fmla="*/ 1 h 260"/>
                <a:gd name="T2" fmla="*/ 212 w 418"/>
                <a:gd name="T3" fmla="*/ 1 h 260"/>
                <a:gd name="T4" fmla="*/ 138 w 418"/>
                <a:gd name="T5" fmla="*/ 1 h 260"/>
                <a:gd name="T6" fmla="*/ 69 w 418"/>
                <a:gd name="T7" fmla="*/ 1 h 260"/>
                <a:gd name="T8" fmla="*/ 0 w 418"/>
                <a:gd name="T9" fmla="*/ 0 h 2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8"/>
                <a:gd name="T16" fmla="*/ 0 h 260"/>
                <a:gd name="T17" fmla="*/ 418 w 418"/>
                <a:gd name="T18" fmla="*/ 260 h 2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8" h="260">
                  <a:moveTo>
                    <a:pt x="418" y="260"/>
                  </a:moveTo>
                  <a:lnTo>
                    <a:pt x="308" y="208"/>
                  </a:lnTo>
                  <a:lnTo>
                    <a:pt x="200" y="148"/>
                  </a:lnTo>
                  <a:lnTo>
                    <a:pt x="98" y="78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Freeform 39">
              <a:extLst>
                <a:ext uri="{FF2B5EF4-FFF2-40B4-BE49-F238E27FC236}">
                  <a16:creationId xmlns:a16="http://schemas.microsoft.com/office/drawing/2014/main" id="{9183E832-D2BC-1DB2-7A7D-211BFF4FE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2175"/>
              <a:ext cx="1089" cy="212"/>
            </a:xfrm>
            <a:custGeom>
              <a:avLst/>
              <a:gdLst>
                <a:gd name="T0" fmla="*/ 0 w 1335"/>
                <a:gd name="T1" fmla="*/ 1 h 320"/>
                <a:gd name="T2" fmla="*/ 6 w 1335"/>
                <a:gd name="T3" fmla="*/ 1 h 320"/>
                <a:gd name="T4" fmla="*/ 12 w 1335"/>
                <a:gd name="T5" fmla="*/ 1 h 320"/>
                <a:gd name="T6" fmla="*/ 19 w 1335"/>
                <a:gd name="T7" fmla="*/ 1 h 320"/>
                <a:gd name="T8" fmla="*/ 25 w 1335"/>
                <a:gd name="T9" fmla="*/ 0 h 320"/>
                <a:gd name="T10" fmla="*/ 28 w 1335"/>
                <a:gd name="T11" fmla="*/ 1 h 320"/>
                <a:gd name="T12" fmla="*/ 33 w 1335"/>
                <a:gd name="T13" fmla="*/ 1 h 320"/>
                <a:gd name="T14" fmla="*/ 36 w 1335"/>
                <a:gd name="T15" fmla="*/ 1 h 320"/>
                <a:gd name="T16" fmla="*/ 39 w 1335"/>
                <a:gd name="T17" fmla="*/ 1 h 320"/>
                <a:gd name="T18" fmla="*/ 42 w 1335"/>
                <a:gd name="T19" fmla="*/ 1 h 320"/>
                <a:gd name="T20" fmla="*/ 46 w 1335"/>
                <a:gd name="T21" fmla="*/ 1 h 320"/>
                <a:gd name="T22" fmla="*/ 52 w 1335"/>
                <a:gd name="T23" fmla="*/ 1 h 320"/>
                <a:gd name="T24" fmla="*/ 60 w 1335"/>
                <a:gd name="T25" fmla="*/ 1 h 320"/>
                <a:gd name="T26" fmla="*/ 65 w 1335"/>
                <a:gd name="T27" fmla="*/ 1 h 320"/>
                <a:gd name="T28" fmla="*/ 71 w 1335"/>
                <a:gd name="T29" fmla="*/ 1 h 320"/>
                <a:gd name="T30" fmla="*/ 77 w 1335"/>
                <a:gd name="T31" fmla="*/ 1 h 32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335"/>
                <a:gd name="T49" fmla="*/ 0 h 320"/>
                <a:gd name="T50" fmla="*/ 1335 w 1335"/>
                <a:gd name="T51" fmla="*/ 320 h 32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335" h="320">
                  <a:moveTo>
                    <a:pt x="0" y="68"/>
                  </a:moveTo>
                  <a:lnTo>
                    <a:pt x="107" y="38"/>
                  </a:lnTo>
                  <a:lnTo>
                    <a:pt x="215" y="18"/>
                  </a:lnTo>
                  <a:lnTo>
                    <a:pt x="325" y="5"/>
                  </a:lnTo>
                  <a:lnTo>
                    <a:pt x="437" y="0"/>
                  </a:lnTo>
                  <a:lnTo>
                    <a:pt x="497" y="3"/>
                  </a:lnTo>
                  <a:lnTo>
                    <a:pt x="557" y="5"/>
                  </a:lnTo>
                  <a:lnTo>
                    <a:pt x="617" y="13"/>
                  </a:lnTo>
                  <a:lnTo>
                    <a:pt x="675" y="20"/>
                  </a:lnTo>
                  <a:lnTo>
                    <a:pt x="735" y="33"/>
                  </a:lnTo>
                  <a:lnTo>
                    <a:pt x="792" y="48"/>
                  </a:lnTo>
                  <a:lnTo>
                    <a:pt x="907" y="83"/>
                  </a:lnTo>
                  <a:lnTo>
                    <a:pt x="1020" y="128"/>
                  </a:lnTo>
                  <a:lnTo>
                    <a:pt x="1127" y="183"/>
                  </a:lnTo>
                  <a:lnTo>
                    <a:pt x="1232" y="248"/>
                  </a:lnTo>
                  <a:lnTo>
                    <a:pt x="1335" y="32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0" name="Freeform 40">
              <a:extLst>
                <a:ext uri="{FF2B5EF4-FFF2-40B4-BE49-F238E27FC236}">
                  <a16:creationId xmlns:a16="http://schemas.microsoft.com/office/drawing/2014/main" id="{38C68E38-5BD6-B61F-45FD-7C713B10A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2187"/>
              <a:ext cx="107" cy="53"/>
            </a:xfrm>
            <a:custGeom>
              <a:avLst/>
              <a:gdLst>
                <a:gd name="T0" fmla="*/ 7 w 130"/>
                <a:gd name="T1" fmla="*/ 0 h 80"/>
                <a:gd name="T2" fmla="*/ 0 w 130"/>
                <a:gd name="T3" fmla="*/ 1 h 80"/>
                <a:gd name="T4" fmla="*/ 8 w 130"/>
                <a:gd name="T5" fmla="*/ 1 h 80"/>
                <a:gd name="T6" fmla="*/ 6 w 130"/>
                <a:gd name="T7" fmla="*/ 1 h 80"/>
                <a:gd name="T8" fmla="*/ 7 w 130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"/>
                <a:gd name="T16" fmla="*/ 0 h 80"/>
                <a:gd name="T17" fmla="*/ 130 w 130"/>
                <a:gd name="T18" fmla="*/ 80 h 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" h="80">
                  <a:moveTo>
                    <a:pt x="100" y="0"/>
                  </a:moveTo>
                  <a:lnTo>
                    <a:pt x="0" y="80"/>
                  </a:lnTo>
                  <a:lnTo>
                    <a:pt x="130" y="77"/>
                  </a:lnTo>
                  <a:lnTo>
                    <a:pt x="78" y="52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1" name="Freeform 41">
              <a:extLst>
                <a:ext uri="{FF2B5EF4-FFF2-40B4-BE49-F238E27FC236}">
                  <a16:creationId xmlns:a16="http://schemas.microsoft.com/office/drawing/2014/main" id="{D0F1B291-B253-376F-0162-AD163A1B8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" y="2332"/>
              <a:ext cx="1063" cy="85"/>
            </a:xfrm>
            <a:custGeom>
              <a:avLst/>
              <a:gdLst>
                <a:gd name="T0" fmla="*/ 0 w 1303"/>
                <a:gd name="T1" fmla="*/ 1 h 127"/>
                <a:gd name="T2" fmla="*/ 6 w 1303"/>
                <a:gd name="T3" fmla="*/ 1 h 127"/>
                <a:gd name="T4" fmla="*/ 12 w 1303"/>
                <a:gd name="T5" fmla="*/ 1 h 127"/>
                <a:gd name="T6" fmla="*/ 18 w 1303"/>
                <a:gd name="T7" fmla="*/ 1 h 127"/>
                <a:gd name="T8" fmla="*/ 24 w 1303"/>
                <a:gd name="T9" fmla="*/ 0 h 127"/>
                <a:gd name="T10" fmla="*/ 31 w 1303"/>
                <a:gd name="T11" fmla="*/ 1 h 127"/>
                <a:gd name="T12" fmla="*/ 38 w 1303"/>
                <a:gd name="T13" fmla="*/ 1 h 127"/>
                <a:gd name="T14" fmla="*/ 44 w 1303"/>
                <a:gd name="T15" fmla="*/ 1 h 127"/>
                <a:gd name="T16" fmla="*/ 51 w 1303"/>
                <a:gd name="T17" fmla="*/ 1 h 127"/>
                <a:gd name="T18" fmla="*/ 56 w 1303"/>
                <a:gd name="T19" fmla="*/ 1 h 127"/>
                <a:gd name="T20" fmla="*/ 64 w 1303"/>
                <a:gd name="T21" fmla="*/ 1 h 127"/>
                <a:gd name="T22" fmla="*/ 69 w 1303"/>
                <a:gd name="T23" fmla="*/ 1 h 127"/>
                <a:gd name="T24" fmla="*/ 75 w 1303"/>
                <a:gd name="T25" fmla="*/ 1 h 1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03"/>
                <a:gd name="T40" fmla="*/ 0 h 127"/>
                <a:gd name="T41" fmla="*/ 1303 w 1303"/>
                <a:gd name="T42" fmla="*/ 127 h 12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03" h="127">
                  <a:moveTo>
                    <a:pt x="0" y="25"/>
                  </a:moveTo>
                  <a:lnTo>
                    <a:pt x="103" y="15"/>
                  </a:lnTo>
                  <a:lnTo>
                    <a:pt x="205" y="5"/>
                  </a:lnTo>
                  <a:lnTo>
                    <a:pt x="308" y="2"/>
                  </a:lnTo>
                  <a:lnTo>
                    <a:pt x="413" y="0"/>
                  </a:lnTo>
                  <a:lnTo>
                    <a:pt x="528" y="2"/>
                  </a:lnTo>
                  <a:lnTo>
                    <a:pt x="645" y="7"/>
                  </a:lnTo>
                  <a:lnTo>
                    <a:pt x="758" y="17"/>
                  </a:lnTo>
                  <a:lnTo>
                    <a:pt x="873" y="32"/>
                  </a:lnTo>
                  <a:lnTo>
                    <a:pt x="983" y="50"/>
                  </a:lnTo>
                  <a:lnTo>
                    <a:pt x="1093" y="72"/>
                  </a:lnTo>
                  <a:lnTo>
                    <a:pt x="1200" y="97"/>
                  </a:lnTo>
                  <a:lnTo>
                    <a:pt x="1303" y="127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2" name="Freeform 42">
              <a:extLst>
                <a:ext uri="{FF2B5EF4-FFF2-40B4-BE49-F238E27FC236}">
                  <a16:creationId xmlns:a16="http://schemas.microsoft.com/office/drawing/2014/main" id="{E890A2C1-8675-9125-B933-08928C637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2317"/>
              <a:ext cx="104" cy="53"/>
            </a:xfrm>
            <a:custGeom>
              <a:avLst/>
              <a:gdLst>
                <a:gd name="T0" fmla="*/ 7 w 127"/>
                <a:gd name="T1" fmla="*/ 0 h 80"/>
                <a:gd name="T2" fmla="*/ 0 w 127"/>
                <a:gd name="T3" fmla="*/ 1 h 80"/>
                <a:gd name="T4" fmla="*/ 7 w 127"/>
                <a:gd name="T5" fmla="*/ 1 h 80"/>
                <a:gd name="T6" fmla="*/ 5 w 127"/>
                <a:gd name="T7" fmla="*/ 1 h 80"/>
                <a:gd name="T8" fmla="*/ 7 w 127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7"/>
                <a:gd name="T16" fmla="*/ 0 h 80"/>
                <a:gd name="T17" fmla="*/ 127 w 127"/>
                <a:gd name="T18" fmla="*/ 80 h 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7" h="80">
                  <a:moveTo>
                    <a:pt x="115" y="0"/>
                  </a:moveTo>
                  <a:lnTo>
                    <a:pt x="0" y="60"/>
                  </a:lnTo>
                  <a:lnTo>
                    <a:pt x="127" y="80"/>
                  </a:lnTo>
                  <a:lnTo>
                    <a:pt x="82" y="48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3" name="Freeform 43">
              <a:extLst>
                <a:ext uri="{FF2B5EF4-FFF2-40B4-BE49-F238E27FC236}">
                  <a16:creationId xmlns:a16="http://schemas.microsoft.com/office/drawing/2014/main" id="{8295899B-943D-E0AB-C359-BAC0CF0AE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901"/>
              <a:ext cx="1538" cy="456"/>
            </a:xfrm>
            <a:custGeom>
              <a:avLst/>
              <a:gdLst>
                <a:gd name="T0" fmla="*/ 0 w 1885"/>
                <a:gd name="T1" fmla="*/ 2 h 687"/>
                <a:gd name="T2" fmla="*/ 2 w 1885"/>
                <a:gd name="T3" fmla="*/ 2 h 687"/>
                <a:gd name="T4" fmla="*/ 5 w 1885"/>
                <a:gd name="T5" fmla="*/ 2 h 687"/>
                <a:gd name="T6" fmla="*/ 8 w 1885"/>
                <a:gd name="T7" fmla="*/ 1 h 687"/>
                <a:gd name="T8" fmla="*/ 11 w 1885"/>
                <a:gd name="T9" fmla="*/ 1 h 687"/>
                <a:gd name="T10" fmla="*/ 13 w 1885"/>
                <a:gd name="T11" fmla="*/ 1 h 687"/>
                <a:gd name="T12" fmla="*/ 16 w 1885"/>
                <a:gd name="T13" fmla="*/ 1 h 687"/>
                <a:gd name="T14" fmla="*/ 20 w 1885"/>
                <a:gd name="T15" fmla="*/ 1 h 687"/>
                <a:gd name="T16" fmla="*/ 23 w 1885"/>
                <a:gd name="T17" fmla="*/ 1 h 687"/>
                <a:gd name="T18" fmla="*/ 27 w 1885"/>
                <a:gd name="T19" fmla="*/ 1 h 687"/>
                <a:gd name="T20" fmla="*/ 31 w 1885"/>
                <a:gd name="T21" fmla="*/ 1 h 687"/>
                <a:gd name="T22" fmla="*/ 34 w 1885"/>
                <a:gd name="T23" fmla="*/ 1 h 687"/>
                <a:gd name="T24" fmla="*/ 38 w 1885"/>
                <a:gd name="T25" fmla="*/ 1 h 687"/>
                <a:gd name="T26" fmla="*/ 42 w 1885"/>
                <a:gd name="T27" fmla="*/ 1 h 687"/>
                <a:gd name="T28" fmla="*/ 46 w 1885"/>
                <a:gd name="T29" fmla="*/ 1 h 687"/>
                <a:gd name="T30" fmla="*/ 51 w 1885"/>
                <a:gd name="T31" fmla="*/ 1 h 687"/>
                <a:gd name="T32" fmla="*/ 55 w 1885"/>
                <a:gd name="T33" fmla="*/ 0 h 687"/>
                <a:gd name="T34" fmla="*/ 59 w 1885"/>
                <a:gd name="T35" fmla="*/ 1 h 687"/>
                <a:gd name="T36" fmla="*/ 63 w 1885"/>
                <a:gd name="T37" fmla="*/ 1 h 687"/>
                <a:gd name="T38" fmla="*/ 67 w 1885"/>
                <a:gd name="T39" fmla="*/ 1 h 687"/>
                <a:gd name="T40" fmla="*/ 71 w 1885"/>
                <a:gd name="T41" fmla="*/ 1 h 687"/>
                <a:gd name="T42" fmla="*/ 74 w 1885"/>
                <a:gd name="T43" fmla="*/ 1 h 687"/>
                <a:gd name="T44" fmla="*/ 78 w 1885"/>
                <a:gd name="T45" fmla="*/ 1 h 687"/>
                <a:gd name="T46" fmla="*/ 82 w 1885"/>
                <a:gd name="T47" fmla="*/ 1 h 687"/>
                <a:gd name="T48" fmla="*/ 85 w 1885"/>
                <a:gd name="T49" fmla="*/ 1 h 687"/>
                <a:gd name="T50" fmla="*/ 89 w 1885"/>
                <a:gd name="T51" fmla="*/ 1 h 687"/>
                <a:gd name="T52" fmla="*/ 93 w 1885"/>
                <a:gd name="T53" fmla="*/ 1 h 687"/>
                <a:gd name="T54" fmla="*/ 95 w 1885"/>
                <a:gd name="T55" fmla="*/ 1 h 687"/>
                <a:gd name="T56" fmla="*/ 99 w 1885"/>
                <a:gd name="T57" fmla="*/ 1 h 687"/>
                <a:gd name="T58" fmla="*/ 102 w 1885"/>
                <a:gd name="T59" fmla="*/ 1 h 687"/>
                <a:gd name="T60" fmla="*/ 104 w 1885"/>
                <a:gd name="T61" fmla="*/ 2 h 687"/>
                <a:gd name="T62" fmla="*/ 107 w 1885"/>
                <a:gd name="T63" fmla="*/ 2 h 687"/>
                <a:gd name="T64" fmla="*/ 109 w 1885"/>
                <a:gd name="T65" fmla="*/ 2 h 68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85"/>
                <a:gd name="T100" fmla="*/ 0 h 687"/>
                <a:gd name="T101" fmla="*/ 1885 w 1885"/>
                <a:gd name="T102" fmla="*/ 687 h 68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85" h="687">
                  <a:moveTo>
                    <a:pt x="0" y="665"/>
                  </a:moveTo>
                  <a:lnTo>
                    <a:pt x="40" y="590"/>
                  </a:lnTo>
                  <a:lnTo>
                    <a:pt x="85" y="517"/>
                  </a:lnTo>
                  <a:lnTo>
                    <a:pt x="133" y="450"/>
                  </a:lnTo>
                  <a:lnTo>
                    <a:pt x="183" y="385"/>
                  </a:lnTo>
                  <a:lnTo>
                    <a:pt x="235" y="327"/>
                  </a:lnTo>
                  <a:lnTo>
                    <a:pt x="290" y="272"/>
                  </a:lnTo>
                  <a:lnTo>
                    <a:pt x="348" y="222"/>
                  </a:lnTo>
                  <a:lnTo>
                    <a:pt x="405" y="177"/>
                  </a:lnTo>
                  <a:lnTo>
                    <a:pt x="468" y="137"/>
                  </a:lnTo>
                  <a:lnTo>
                    <a:pt x="530" y="100"/>
                  </a:lnTo>
                  <a:lnTo>
                    <a:pt x="595" y="70"/>
                  </a:lnTo>
                  <a:lnTo>
                    <a:pt x="663" y="45"/>
                  </a:lnTo>
                  <a:lnTo>
                    <a:pt x="730" y="25"/>
                  </a:lnTo>
                  <a:lnTo>
                    <a:pt x="798" y="12"/>
                  </a:lnTo>
                  <a:lnTo>
                    <a:pt x="868" y="2"/>
                  </a:lnTo>
                  <a:lnTo>
                    <a:pt x="938" y="0"/>
                  </a:lnTo>
                  <a:lnTo>
                    <a:pt x="1010" y="2"/>
                  </a:lnTo>
                  <a:lnTo>
                    <a:pt x="1080" y="12"/>
                  </a:lnTo>
                  <a:lnTo>
                    <a:pt x="1150" y="27"/>
                  </a:lnTo>
                  <a:lnTo>
                    <a:pt x="1220" y="47"/>
                  </a:lnTo>
                  <a:lnTo>
                    <a:pt x="1288" y="72"/>
                  </a:lnTo>
                  <a:lnTo>
                    <a:pt x="1353" y="105"/>
                  </a:lnTo>
                  <a:lnTo>
                    <a:pt x="1418" y="142"/>
                  </a:lnTo>
                  <a:lnTo>
                    <a:pt x="1480" y="182"/>
                  </a:lnTo>
                  <a:lnTo>
                    <a:pt x="1540" y="230"/>
                  </a:lnTo>
                  <a:lnTo>
                    <a:pt x="1598" y="282"/>
                  </a:lnTo>
                  <a:lnTo>
                    <a:pt x="1653" y="337"/>
                  </a:lnTo>
                  <a:lnTo>
                    <a:pt x="1705" y="400"/>
                  </a:lnTo>
                  <a:lnTo>
                    <a:pt x="1755" y="465"/>
                  </a:lnTo>
                  <a:lnTo>
                    <a:pt x="1803" y="535"/>
                  </a:lnTo>
                  <a:lnTo>
                    <a:pt x="1845" y="610"/>
                  </a:lnTo>
                  <a:lnTo>
                    <a:pt x="1885" y="687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4" name="Freeform 44">
              <a:extLst>
                <a:ext uri="{FF2B5EF4-FFF2-40B4-BE49-F238E27FC236}">
                  <a16:creationId xmlns:a16="http://schemas.microsoft.com/office/drawing/2014/main" id="{A585F940-4BBF-C8EB-7FFE-D52FA147C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2547"/>
              <a:ext cx="393" cy="357"/>
            </a:xfrm>
            <a:custGeom>
              <a:avLst/>
              <a:gdLst>
                <a:gd name="T0" fmla="*/ 62 w 453"/>
                <a:gd name="T1" fmla="*/ 2 h 520"/>
                <a:gd name="T2" fmla="*/ 54 w 453"/>
                <a:gd name="T3" fmla="*/ 2 h 520"/>
                <a:gd name="T4" fmla="*/ 43 w 453"/>
                <a:gd name="T5" fmla="*/ 2 h 520"/>
                <a:gd name="T6" fmla="*/ 36 w 453"/>
                <a:gd name="T7" fmla="*/ 1 h 520"/>
                <a:gd name="T8" fmla="*/ 28 w 453"/>
                <a:gd name="T9" fmla="*/ 1 h 520"/>
                <a:gd name="T10" fmla="*/ 20 w 453"/>
                <a:gd name="T11" fmla="*/ 1 h 520"/>
                <a:gd name="T12" fmla="*/ 13 w 453"/>
                <a:gd name="T13" fmla="*/ 1 h 520"/>
                <a:gd name="T14" fmla="*/ 6 w 453"/>
                <a:gd name="T15" fmla="*/ 1 h 520"/>
                <a:gd name="T16" fmla="*/ 0 w 453"/>
                <a:gd name="T17" fmla="*/ 0 h 5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53"/>
                <a:gd name="T28" fmla="*/ 0 h 520"/>
                <a:gd name="T29" fmla="*/ 453 w 453"/>
                <a:gd name="T30" fmla="*/ 520 h 52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53" h="520">
                  <a:moveTo>
                    <a:pt x="453" y="520"/>
                  </a:moveTo>
                  <a:lnTo>
                    <a:pt x="385" y="473"/>
                  </a:lnTo>
                  <a:lnTo>
                    <a:pt x="320" y="420"/>
                  </a:lnTo>
                  <a:lnTo>
                    <a:pt x="260" y="363"/>
                  </a:lnTo>
                  <a:lnTo>
                    <a:pt x="200" y="300"/>
                  </a:lnTo>
                  <a:lnTo>
                    <a:pt x="145" y="233"/>
                  </a:lnTo>
                  <a:lnTo>
                    <a:pt x="93" y="158"/>
                  </a:lnTo>
                  <a:lnTo>
                    <a:pt x="45" y="83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5" name="Freeform 45">
              <a:extLst>
                <a:ext uri="{FF2B5EF4-FFF2-40B4-BE49-F238E27FC236}">
                  <a16:creationId xmlns:a16="http://schemas.microsoft.com/office/drawing/2014/main" id="{0370C4DD-9C3E-128E-D777-DF3D3C08A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1901"/>
              <a:ext cx="1218" cy="435"/>
            </a:xfrm>
            <a:custGeom>
              <a:avLst/>
              <a:gdLst>
                <a:gd name="T0" fmla="*/ 0 w 1502"/>
                <a:gd name="T1" fmla="*/ 1 h 687"/>
                <a:gd name="T2" fmla="*/ 3 w 1502"/>
                <a:gd name="T3" fmla="*/ 1 h 687"/>
                <a:gd name="T4" fmla="*/ 6 w 1502"/>
                <a:gd name="T5" fmla="*/ 1 h 687"/>
                <a:gd name="T6" fmla="*/ 10 w 1502"/>
                <a:gd name="T7" fmla="*/ 1 h 687"/>
                <a:gd name="T8" fmla="*/ 15 w 1502"/>
                <a:gd name="T9" fmla="*/ 1 h 687"/>
                <a:gd name="T10" fmla="*/ 18 w 1502"/>
                <a:gd name="T11" fmla="*/ 1 h 687"/>
                <a:gd name="T12" fmla="*/ 22 w 1502"/>
                <a:gd name="T13" fmla="*/ 1 h 687"/>
                <a:gd name="T14" fmla="*/ 26 w 1502"/>
                <a:gd name="T15" fmla="*/ 1 h 687"/>
                <a:gd name="T16" fmla="*/ 29 w 1502"/>
                <a:gd name="T17" fmla="*/ 0 h 687"/>
                <a:gd name="T18" fmla="*/ 33 w 1502"/>
                <a:gd name="T19" fmla="*/ 1 h 687"/>
                <a:gd name="T20" fmla="*/ 37 w 1502"/>
                <a:gd name="T21" fmla="*/ 1 h 687"/>
                <a:gd name="T22" fmla="*/ 41 w 1502"/>
                <a:gd name="T23" fmla="*/ 1 h 687"/>
                <a:gd name="T24" fmla="*/ 45 w 1502"/>
                <a:gd name="T25" fmla="*/ 1 h 687"/>
                <a:gd name="T26" fmla="*/ 48 w 1502"/>
                <a:gd name="T27" fmla="*/ 1 h 687"/>
                <a:gd name="T28" fmla="*/ 52 w 1502"/>
                <a:gd name="T29" fmla="*/ 1 h 687"/>
                <a:gd name="T30" fmla="*/ 55 w 1502"/>
                <a:gd name="T31" fmla="*/ 1 h 687"/>
                <a:gd name="T32" fmla="*/ 58 w 1502"/>
                <a:gd name="T33" fmla="*/ 1 h 687"/>
                <a:gd name="T34" fmla="*/ 61 w 1502"/>
                <a:gd name="T35" fmla="*/ 1 h 687"/>
                <a:gd name="T36" fmla="*/ 64 w 1502"/>
                <a:gd name="T37" fmla="*/ 1 h 687"/>
                <a:gd name="T38" fmla="*/ 68 w 1502"/>
                <a:gd name="T39" fmla="*/ 1 h 687"/>
                <a:gd name="T40" fmla="*/ 70 w 1502"/>
                <a:gd name="T41" fmla="*/ 1 h 687"/>
                <a:gd name="T42" fmla="*/ 73 w 1502"/>
                <a:gd name="T43" fmla="*/ 1 h 687"/>
                <a:gd name="T44" fmla="*/ 75 w 1502"/>
                <a:gd name="T45" fmla="*/ 1 h 687"/>
                <a:gd name="T46" fmla="*/ 78 w 1502"/>
                <a:gd name="T47" fmla="*/ 1 h 687"/>
                <a:gd name="T48" fmla="*/ 80 w 1502"/>
                <a:gd name="T49" fmla="*/ 1 h 6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502"/>
                <a:gd name="T76" fmla="*/ 0 h 687"/>
                <a:gd name="T77" fmla="*/ 1502 w 1502"/>
                <a:gd name="T78" fmla="*/ 687 h 6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502" h="687">
                  <a:moveTo>
                    <a:pt x="0" y="192"/>
                  </a:moveTo>
                  <a:lnTo>
                    <a:pt x="65" y="147"/>
                  </a:lnTo>
                  <a:lnTo>
                    <a:pt x="130" y="107"/>
                  </a:lnTo>
                  <a:lnTo>
                    <a:pt x="197" y="75"/>
                  </a:lnTo>
                  <a:lnTo>
                    <a:pt x="267" y="47"/>
                  </a:lnTo>
                  <a:lnTo>
                    <a:pt x="337" y="27"/>
                  </a:lnTo>
                  <a:lnTo>
                    <a:pt x="410" y="12"/>
                  </a:lnTo>
                  <a:lnTo>
                    <a:pt x="482" y="2"/>
                  </a:lnTo>
                  <a:lnTo>
                    <a:pt x="555" y="0"/>
                  </a:lnTo>
                  <a:lnTo>
                    <a:pt x="627" y="2"/>
                  </a:lnTo>
                  <a:lnTo>
                    <a:pt x="697" y="12"/>
                  </a:lnTo>
                  <a:lnTo>
                    <a:pt x="767" y="27"/>
                  </a:lnTo>
                  <a:lnTo>
                    <a:pt x="837" y="47"/>
                  </a:lnTo>
                  <a:lnTo>
                    <a:pt x="905" y="72"/>
                  </a:lnTo>
                  <a:lnTo>
                    <a:pt x="970" y="105"/>
                  </a:lnTo>
                  <a:lnTo>
                    <a:pt x="1035" y="142"/>
                  </a:lnTo>
                  <a:lnTo>
                    <a:pt x="1097" y="182"/>
                  </a:lnTo>
                  <a:lnTo>
                    <a:pt x="1157" y="230"/>
                  </a:lnTo>
                  <a:lnTo>
                    <a:pt x="1215" y="282"/>
                  </a:lnTo>
                  <a:lnTo>
                    <a:pt x="1270" y="337"/>
                  </a:lnTo>
                  <a:lnTo>
                    <a:pt x="1322" y="400"/>
                  </a:lnTo>
                  <a:lnTo>
                    <a:pt x="1372" y="465"/>
                  </a:lnTo>
                  <a:lnTo>
                    <a:pt x="1420" y="535"/>
                  </a:lnTo>
                  <a:lnTo>
                    <a:pt x="1462" y="610"/>
                  </a:lnTo>
                  <a:lnTo>
                    <a:pt x="1502" y="687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6" name="Freeform 46">
              <a:extLst>
                <a:ext uri="{FF2B5EF4-FFF2-40B4-BE49-F238E27FC236}">
                  <a16:creationId xmlns:a16="http://schemas.microsoft.com/office/drawing/2014/main" id="{DF7034BC-F564-86C9-F462-5574699B2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3" y="1990"/>
              <a:ext cx="98" cy="75"/>
            </a:xfrm>
            <a:custGeom>
              <a:avLst/>
              <a:gdLst>
                <a:gd name="T0" fmla="*/ 4 w 120"/>
                <a:gd name="T1" fmla="*/ 0 h 112"/>
                <a:gd name="T2" fmla="*/ 0 w 120"/>
                <a:gd name="T3" fmla="*/ 1 h 112"/>
                <a:gd name="T4" fmla="*/ 7 w 120"/>
                <a:gd name="T5" fmla="*/ 1 h 112"/>
                <a:gd name="T6" fmla="*/ 4 w 120"/>
                <a:gd name="T7" fmla="*/ 1 h 112"/>
                <a:gd name="T8" fmla="*/ 4 w 120"/>
                <a:gd name="T9" fmla="*/ 0 h 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112"/>
                <a:gd name="T17" fmla="*/ 120 w 120"/>
                <a:gd name="T18" fmla="*/ 112 h 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112">
                  <a:moveTo>
                    <a:pt x="65" y="0"/>
                  </a:moveTo>
                  <a:lnTo>
                    <a:pt x="0" y="112"/>
                  </a:lnTo>
                  <a:lnTo>
                    <a:pt x="120" y="65"/>
                  </a:lnTo>
                  <a:lnTo>
                    <a:pt x="62" y="6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7" name="Freeform 47">
              <a:extLst>
                <a:ext uri="{FF2B5EF4-FFF2-40B4-BE49-F238E27FC236}">
                  <a16:creationId xmlns:a16="http://schemas.microsoft.com/office/drawing/2014/main" id="{2BDCBDE7-8B7E-44FB-5864-2D763CD11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2572"/>
              <a:ext cx="1214" cy="468"/>
            </a:xfrm>
            <a:custGeom>
              <a:avLst/>
              <a:gdLst>
                <a:gd name="T0" fmla="*/ 77 w 1503"/>
                <a:gd name="T1" fmla="*/ 0 h 700"/>
                <a:gd name="T2" fmla="*/ 74 w 1503"/>
                <a:gd name="T3" fmla="*/ 1 h 700"/>
                <a:gd name="T4" fmla="*/ 71 w 1503"/>
                <a:gd name="T5" fmla="*/ 1 h 700"/>
                <a:gd name="T6" fmla="*/ 69 w 1503"/>
                <a:gd name="T7" fmla="*/ 1 h 700"/>
                <a:gd name="T8" fmla="*/ 67 w 1503"/>
                <a:gd name="T9" fmla="*/ 1 h 700"/>
                <a:gd name="T10" fmla="*/ 64 w 1503"/>
                <a:gd name="T11" fmla="*/ 1 h 700"/>
                <a:gd name="T12" fmla="*/ 62 w 1503"/>
                <a:gd name="T13" fmla="*/ 1 h 700"/>
                <a:gd name="T14" fmla="*/ 59 w 1503"/>
                <a:gd name="T15" fmla="*/ 2 h 700"/>
                <a:gd name="T16" fmla="*/ 56 w 1503"/>
                <a:gd name="T17" fmla="*/ 2 h 700"/>
                <a:gd name="T18" fmla="*/ 53 w 1503"/>
                <a:gd name="T19" fmla="*/ 2 h 700"/>
                <a:gd name="T20" fmla="*/ 48 w 1503"/>
                <a:gd name="T21" fmla="*/ 2 h 700"/>
                <a:gd name="T22" fmla="*/ 45 w 1503"/>
                <a:gd name="T23" fmla="*/ 2 h 700"/>
                <a:gd name="T24" fmla="*/ 43 w 1503"/>
                <a:gd name="T25" fmla="*/ 2 h 700"/>
                <a:gd name="T26" fmla="*/ 39 w 1503"/>
                <a:gd name="T27" fmla="*/ 2 h 700"/>
                <a:gd name="T28" fmla="*/ 35 w 1503"/>
                <a:gd name="T29" fmla="*/ 2 h 700"/>
                <a:gd name="T30" fmla="*/ 32 w 1503"/>
                <a:gd name="T31" fmla="*/ 3 h 700"/>
                <a:gd name="T32" fmla="*/ 28 w 1503"/>
                <a:gd name="T33" fmla="*/ 3 h 700"/>
                <a:gd name="T34" fmla="*/ 23 w 1503"/>
                <a:gd name="T35" fmla="*/ 3 h 700"/>
                <a:gd name="T36" fmla="*/ 21 w 1503"/>
                <a:gd name="T37" fmla="*/ 2 h 700"/>
                <a:gd name="T38" fmla="*/ 17 w 1503"/>
                <a:gd name="T39" fmla="*/ 2 h 700"/>
                <a:gd name="T40" fmla="*/ 14 w 1503"/>
                <a:gd name="T41" fmla="*/ 2 h 700"/>
                <a:gd name="T42" fmla="*/ 10 w 1503"/>
                <a:gd name="T43" fmla="*/ 2 h 700"/>
                <a:gd name="T44" fmla="*/ 6 w 1503"/>
                <a:gd name="T45" fmla="*/ 2 h 700"/>
                <a:gd name="T46" fmla="*/ 3 w 1503"/>
                <a:gd name="T47" fmla="*/ 2 h 700"/>
                <a:gd name="T48" fmla="*/ 0 w 1503"/>
                <a:gd name="T49" fmla="*/ 2 h 70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503"/>
                <a:gd name="T76" fmla="*/ 0 h 700"/>
                <a:gd name="T77" fmla="*/ 1503 w 1503"/>
                <a:gd name="T78" fmla="*/ 700 h 70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503" h="700">
                  <a:moveTo>
                    <a:pt x="1503" y="0"/>
                  </a:moveTo>
                  <a:lnTo>
                    <a:pt x="1463" y="80"/>
                  </a:lnTo>
                  <a:lnTo>
                    <a:pt x="1418" y="155"/>
                  </a:lnTo>
                  <a:lnTo>
                    <a:pt x="1373" y="228"/>
                  </a:lnTo>
                  <a:lnTo>
                    <a:pt x="1323" y="293"/>
                  </a:lnTo>
                  <a:lnTo>
                    <a:pt x="1270" y="355"/>
                  </a:lnTo>
                  <a:lnTo>
                    <a:pt x="1213" y="413"/>
                  </a:lnTo>
                  <a:lnTo>
                    <a:pt x="1155" y="468"/>
                  </a:lnTo>
                  <a:lnTo>
                    <a:pt x="1095" y="515"/>
                  </a:lnTo>
                  <a:lnTo>
                    <a:pt x="1033" y="558"/>
                  </a:lnTo>
                  <a:lnTo>
                    <a:pt x="968" y="595"/>
                  </a:lnTo>
                  <a:lnTo>
                    <a:pt x="900" y="628"/>
                  </a:lnTo>
                  <a:lnTo>
                    <a:pt x="833" y="653"/>
                  </a:lnTo>
                  <a:lnTo>
                    <a:pt x="763" y="673"/>
                  </a:lnTo>
                  <a:lnTo>
                    <a:pt x="693" y="688"/>
                  </a:lnTo>
                  <a:lnTo>
                    <a:pt x="620" y="698"/>
                  </a:lnTo>
                  <a:lnTo>
                    <a:pt x="548" y="700"/>
                  </a:lnTo>
                  <a:lnTo>
                    <a:pt x="475" y="698"/>
                  </a:lnTo>
                  <a:lnTo>
                    <a:pt x="405" y="688"/>
                  </a:lnTo>
                  <a:lnTo>
                    <a:pt x="333" y="673"/>
                  </a:lnTo>
                  <a:lnTo>
                    <a:pt x="263" y="653"/>
                  </a:lnTo>
                  <a:lnTo>
                    <a:pt x="195" y="625"/>
                  </a:lnTo>
                  <a:lnTo>
                    <a:pt x="128" y="593"/>
                  </a:lnTo>
                  <a:lnTo>
                    <a:pt x="63" y="555"/>
                  </a:lnTo>
                  <a:lnTo>
                    <a:pt x="0" y="51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8" name="Freeform 48">
              <a:extLst>
                <a:ext uri="{FF2B5EF4-FFF2-40B4-BE49-F238E27FC236}">
                  <a16:creationId xmlns:a16="http://schemas.microsoft.com/office/drawing/2014/main" id="{68A0DA9C-683F-751F-D588-B58CD68D5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2893"/>
              <a:ext cx="100" cy="71"/>
            </a:xfrm>
            <a:custGeom>
              <a:avLst/>
              <a:gdLst>
                <a:gd name="T0" fmla="*/ 7 w 123"/>
                <a:gd name="T1" fmla="*/ 1 h 108"/>
                <a:gd name="T2" fmla="*/ 0 w 123"/>
                <a:gd name="T3" fmla="*/ 0 h 108"/>
                <a:gd name="T4" fmla="*/ 4 w 123"/>
                <a:gd name="T5" fmla="*/ 1 h 108"/>
                <a:gd name="T6" fmla="*/ 4 w 123"/>
                <a:gd name="T7" fmla="*/ 1 h 108"/>
                <a:gd name="T8" fmla="*/ 7 w 123"/>
                <a:gd name="T9" fmla="*/ 1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3"/>
                <a:gd name="T16" fmla="*/ 0 h 108"/>
                <a:gd name="T17" fmla="*/ 123 w 123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3" h="108">
                  <a:moveTo>
                    <a:pt x="123" y="45"/>
                  </a:moveTo>
                  <a:lnTo>
                    <a:pt x="0" y="0"/>
                  </a:lnTo>
                  <a:lnTo>
                    <a:pt x="70" y="108"/>
                  </a:lnTo>
                  <a:lnTo>
                    <a:pt x="65" y="53"/>
                  </a:lnTo>
                  <a:lnTo>
                    <a:pt x="123" y="45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9" name="Freeform 49">
              <a:extLst>
                <a:ext uri="{FF2B5EF4-FFF2-40B4-BE49-F238E27FC236}">
                  <a16:creationId xmlns:a16="http://schemas.microsoft.com/office/drawing/2014/main" id="{8250E95A-4B26-7E6F-23FC-E37435125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" y="1508"/>
              <a:ext cx="1623" cy="811"/>
            </a:xfrm>
            <a:custGeom>
              <a:avLst/>
              <a:gdLst>
                <a:gd name="T0" fmla="*/ 0 w 2023"/>
                <a:gd name="T1" fmla="*/ 3 h 1248"/>
                <a:gd name="T2" fmla="*/ 2 w 2023"/>
                <a:gd name="T3" fmla="*/ 3 h 1248"/>
                <a:gd name="T4" fmla="*/ 3 w 2023"/>
                <a:gd name="T5" fmla="*/ 2 h 1248"/>
                <a:gd name="T6" fmla="*/ 5 w 2023"/>
                <a:gd name="T7" fmla="*/ 2 h 1248"/>
                <a:gd name="T8" fmla="*/ 7 w 2023"/>
                <a:gd name="T9" fmla="*/ 2 h 1248"/>
                <a:gd name="T10" fmla="*/ 9 w 2023"/>
                <a:gd name="T11" fmla="*/ 1 h 1248"/>
                <a:gd name="T12" fmla="*/ 11 w 2023"/>
                <a:gd name="T13" fmla="*/ 1 h 1248"/>
                <a:gd name="T14" fmla="*/ 14 w 2023"/>
                <a:gd name="T15" fmla="*/ 1 h 1248"/>
                <a:gd name="T16" fmla="*/ 18 w 2023"/>
                <a:gd name="T17" fmla="*/ 1 h 1248"/>
                <a:gd name="T18" fmla="*/ 21 w 2023"/>
                <a:gd name="T19" fmla="*/ 1 h 1248"/>
                <a:gd name="T20" fmla="*/ 24 w 2023"/>
                <a:gd name="T21" fmla="*/ 1 h 1248"/>
                <a:gd name="T22" fmla="*/ 27 w 2023"/>
                <a:gd name="T23" fmla="*/ 1 h 1248"/>
                <a:gd name="T24" fmla="*/ 30 w 2023"/>
                <a:gd name="T25" fmla="*/ 1 h 1248"/>
                <a:gd name="T26" fmla="*/ 31 w 2023"/>
                <a:gd name="T27" fmla="*/ 1 h 1248"/>
                <a:gd name="T28" fmla="*/ 33 w 2023"/>
                <a:gd name="T29" fmla="*/ 1 h 1248"/>
                <a:gd name="T30" fmla="*/ 35 w 2023"/>
                <a:gd name="T31" fmla="*/ 1 h 1248"/>
                <a:gd name="T32" fmla="*/ 37 w 2023"/>
                <a:gd name="T33" fmla="*/ 1 h 1248"/>
                <a:gd name="T34" fmla="*/ 39 w 2023"/>
                <a:gd name="T35" fmla="*/ 1 h 1248"/>
                <a:gd name="T36" fmla="*/ 41 w 2023"/>
                <a:gd name="T37" fmla="*/ 1 h 1248"/>
                <a:gd name="T38" fmla="*/ 43 w 2023"/>
                <a:gd name="T39" fmla="*/ 1 h 1248"/>
                <a:gd name="T40" fmla="*/ 45 w 2023"/>
                <a:gd name="T41" fmla="*/ 1 h 1248"/>
                <a:gd name="T42" fmla="*/ 47 w 2023"/>
                <a:gd name="T43" fmla="*/ 0 h 1248"/>
                <a:gd name="T44" fmla="*/ 48 w 2023"/>
                <a:gd name="T45" fmla="*/ 1 h 1248"/>
                <a:gd name="T46" fmla="*/ 51 w 2023"/>
                <a:gd name="T47" fmla="*/ 1 h 1248"/>
                <a:gd name="T48" fmla="*/ 52 w 2023"/>
                <a:gd name="T49" fmla="*/ 1 h 1248"/>
                <a:gd name="T50" fmla="*/ 54 w 2023"/>
                <a:gd name="T51" fmla="*/ 1 h 1248"/>
                <a:gd name="T52" fmla="*/ 56 w 2023"/>
                <a:gd name="T53" fmla="*/ 1 h 1248"/>
                <a:gd name="T54" fmla="*/ 58 w 2023"/>
                <a:gd name="T55" fmla="*/ 1 h 1248"/>
                <a:gd name="T56" fmla="*/ 60 w 2023"/>
                <a:gd name="T57" fmla="*/ 1 h 1248"/>
                <a:gd name="T58" fmla="*/ 61 w 2023"/>
                <a:gd name="T59" fmla="*/ 1 h 1248"/>
                <a:gd name="T60" fmla="*/ 63 w 2023"/>
                <a:gd name="T61" fmla="*/ 1 h 1248"/>
                <a:gd name="T62" fmla="*/ 64 w 2023"/>
                <a:gd name="T63" fmla="*/ 1 h 1248"/>
                <a:gd name="T64" fmla="*/ 68 w 2023"/>
                <a:gd name="T65" fmla="*/ 1 h 1248"/>
                <a:gd name="T66" fmla="*/ 72 w 2023"/>
                <a:gd name="T67" fmla="*/ 1 h 1248"/>
                <a:gd name="T68" fmla="*/ 75 w 2023"/>
                <a:gd name="T69" fmla="*/ 1 h 1248"/>
                <a:gd name="T70" fmla="*/ 77 w 2023"/>
                <a:gd name="T71" fmla="*/ 1 h 1248"/>
                <a:gd name="T72" fmla="*/ 80 w 2023"/>
                <a:gd name="T73" fmla="*/ 1 h 1248"/>
                <a:gd name="T74" fmla="*/ 83 w 2023"/>
                <a:gd name="T75" fmla="*/ 1 h 1248"/>
                <a:gd name="T76" fmla="*/ 85 w 2023"/>
                <a:gd name="T77" fmla="*/ 2 h 1248"/>
                <a:gd name="T78" fmla="*/ 87 w 2023"/>
                <a:gd name="T79" fmla="*/ 2 h 1248"/>
                <a:gd name="T80" fmla="*/ 90 w 2023"/>
                <a:gd name="T81" fmla="*/ 2 h 1248"/>
                <a:gd name="T82" fmla="*/ 91 w 2023"/>
                <a:gd name="T83" fmla="*/ 3 h 1248"/>
                <a:gd name="T84" fmla="*/ 93 w 2023"/>
                <a:gd name="T85" fmla="*/ 3 h 124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23"/>
                <a:gd name="T130" fmla="*/ 0 h 1248"/>
                <a:gd name="T131" fmla="*/ 2023 w 2023"/>
                <a:gd name="T132" fmla="*/ 1248 h 124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23" h="1248">
                  <a:moveTo>
                    <a:pt x="0" y="1248"/>
                  </a:moveTo>
                  <a:lnTo>
                    <a:pt x="30" y="1110"/>
                  </a:lnTo>
                  <a:lnTo>
                    <a:pt x="68" y="980"/>
                  </a:lnTo>
                  <a:lnTo>
                    <a:pt x="108" y="855"/>
                  </a:lnTo>
                  <a:lnTo>
                    <a:pt x="155" y="738"/>
                  </a:lnTo>
                  <a:lnTo>
                    <a:pt x="208" y="628"/>
                  </a:lnTo>
                  <a:lnTo>
                    <a:pt x="263" y="525"/>
                  </a:lnTo>
                  <a:lnTo>
                    <a:pt x="325" y="430"/>
                  </a:lnTo>
                  <a:lnTo>
                    <a:pt x="390" y="345"/>
                  </a:lnTo>
                  <a:lnTo>
                    <a:pt x="458" y="268"/>
                  </a:lnTo>
                  <a:lnTo>
                    <a:pt x="530" y="198"/>
                  </a:lnTo>
                  <a:lnTo>
                    <a:pt x="605" y="140"/>
                  </a:lnTo>
                  <a:lnTo>
                    <a:pt x="643" y="113"/>
                  </a:lnTo>
                  <a:lnTo>
                    <a:pt x="683" y="90"/>
                  </a:lnTo>
                  <a:lnTo>
                    <a:pt x="723" y="70"/>
                  </a:lnTo>
                  <a:lnTo>
                    <a:pt x="763" y="53"/>
                  </a:lnTo>
                  <a:lnTo>
                    <a:pt x="803" y="35"/>
                  </a:lnTo>
                  <a:lnTo>
                    <a:pt x="843" y="23"/>
                  </a:lnTo>
                  <a:lnTo>
                    <a:pt x="885" y="13"/>
                  </a:lnTo>
                  <a:lnTo>
                    <a:pt x="928" y="5"/>
                  </a:lnTo>
                  <a:lnTo>
                    <a:pt x="970" y="3"/>
                  </a:lnTo>
                  <a:lnTo>
                    <a:pt x="1013" y="0"/>
                  </a:lnTo>
                  <a:lnTo>
                    <a:pt x="1055" y="3"/>
                  </a:lnTo>
                  <a:lnTo>
                    <a:pt x="1098" y="5"/>
                  </a:lnTo>
                  <a:lnTo>
                    <a:pt x="1140" y="13"/>
                  </a:lnTo>
                  <a:lnTo>
                    <a:pt x="1180" y="23"/>
                  </a:lnTo>
                  <a:lnTo>
                    <a:pt x="1223" y="35"/>
                  </a:lnTo>
                  <a:lnTo>
                    <a:pt x="1263" y="50"/>
                  </a:lnTo>
                  <a:lnTo>
                    <a:pt x="1303" y="68"/>
                  </a:lnTo>
                  <a:lnTo>
                    <a:pt x="1343" y="88"/>
                  </a:lnTo>
                  <a:lnTo>
                    <a:pt x="1380" y="113"/>
                  </a:lnTo>
                  <a:lnTo>
                    <a:pt x="1418" y="138"/>
                  </a:lnTo>
                  <a:lnTo>
                    <a:pt x="1493" y="195"/>
                  </a:lnTo>
                  <a:lnTo>
                    <a:pt x="1565" y="263"/>
                  </a:lnTo>
                  <a:lnTo>
                    <a:pt x="1633" y="338"/>
                  </a:lnTo>
                  <a:lnTo>
                    <a:pt x="1698" y="423"/>
                  </a:lnTo>
                  <a:lnTo>
                    <a:pt x="1758" y="515"/>
                  </a:lnTo>
                  <a:lnTo>
                    <a:pt x="1813" y="618"/>
                  </a:lnTo>
                  <a:lnTo>
                    <a:pt x="1865" y="725"/>
                  </a:lnTo>
                  <a:lnTo>
                    <a:pt x="1913" y="840"/>
                  </a:lnTo>
                  <a:lnTo>
                    <a:pt x="1955" y="963"/>
                  </a:lnTo>
                  <a:lnTo>
                    <a:pt x="1993" y="1090"/>
                  </a:lnTo>
                  <a:lnTo>
                    <a:pt x="2023" y="1225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0" name="Freeform 50">
              <a:extLst>
                <a:ext uri="{FF2B5EF4-FFF2-40B4-BE49-F238E27FC236}">
                  <a16:creationId xmlns:a16="http://schemas.microsoft.com/office/drawing/2014/main" id="{9AED40AD-3EB6-4351-5E4F-200B4C5C3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1" y="2569"/>
              <a:ext cx="151" cy="449"/>
            </a:xfrm>
            <a:custGeom>
              <a:avLst/>
              <a:gdLst>
                <a:gd name="T0" fmla="*/ 11 w 185"/>
                <a:gd name="T1" fmla="*/ 1 h 773"/>
                <a:gd name="T2" fmla="*/ 9 w 185"/>
                <a:gd name="T3" fmla="*/ 1 h 773"/>
                <a:gd name="T4" fmla="*/ 7 w 185"/>
                <a:gd name="T5" fmla="*/ 1 h 773"/>
                <a:gd name="T6" fmla="*/ 5 w 185"/>
                <a:gd name="T7" fmla="*/ 1 h 773"/>
                <a:gd name="T8" fmla="*/ 4 w 185"/>
                <a:gd name="T9" fmla="*/ 1 h 773"/>
                <a:gd name="T10" fmla="*/ 2 w 185"/>
                <a:gd name="T11" fmla="*/ 1 h 773"/>
                <a:gd name="T12" fmla="*/ 2 w 185"/>
                <a:gd name="T13" fmla="*/ 1 h 773"/>
                <a:gd name="T14" fmla="*/ 2 w 185"/>
                <a:gd name="T15" fmla="*/ 1 h 773"/>
                <a:gd name="T16" fmla="*/ 0 w 185"/>
                <a:gd name="T17" fmla="*/ 0 h 7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5"/>
                <a:gd name="T28" fmla="*/ 0 h 773"/>
                <a:gd name="T29" fmla="*/ 185 w 185"/>
                <a:gd name="T30" fmla="*/ 773 h 77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5" h="773">
                  <a:moveTo>
                    <a:pt x="185" y="773"/>
                  </a:moveTo>
                  <a:lnTo>
                    <a:pt x="150" y="688"/>
                  </a:lnTo>
                  <a:lnTo>
                    <a:pt x="117" y="598"/>
                  </a:lnTo>
                  <a:lnTo>
                    <a:pt x="87" y="505"/>
                  </a:lnTo>
                  <a:lnTo>
                    <a:pt x="62" y="410"/>
                  </a:lnTo>
                  <a:lnTo>
                    <a:pt x="42" y="310"/>
                  </a:lnTo>
                  <a:lnTo>
                    <a:pt x="25" y="210"/>
                  </a:lnTo>
                  <a:lnTo>
                    <a:pt x="10" y="105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1" name="Freeform 51">
              <a:extLst>
                <a:ext uri="{FF2B5EF4-FFF2-40B4-BE49-F238E27FC236}">
                  <a16:creationId xmlns:a16="http://schemas.microsoft.com/office/drawing/2014/main" id="{9BF99DB7-46DB-CE2C-8ABB-7924A0514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" y="2566"/>
              <a:ext cx="274" cy="657"/>
            </a:xfrm>
            <a:custGeom>
              <a:avLst/>
              <a:gdLst>
                <a:gd name="T0" fmla="*/ 0 w 335"/>
                <a:gd name="T1" fmla="*/ 3 h 990"/>
                <a:gd name="T2" fmla="*/ 2 w 335"/>
                <a:gd name="T3" fmla="*/ 3 h 990"/>
                <a:gd name="T4" fmla="*/ 2 w 335"/>
                <a:gd name="T5" fmla="*/ 3 h 990"/>
                <a:gd name="T6" fmla="*/ 2 w 335"/>
                <a:gd name="T7" fmla="*/ 3 h 990"/>
                <a:gd name="T8" fmla="*/ 4 w 335"/>
                <a:gd name="T9" fmla="*/ 2 h 990"/>
                <a:gd name="T10" fmla="*/ 5 w 335"/>
                <a:gd name="T11" fmla="*/ 2 h 990"/>
                <a:gd name="T12" fmla="*/ 6 w 335"/>
                <a:gd name="T13" fmla="*/ 2 h 990"/>
                <a:gd name="T14" fmla="*/ 7 w 335"/>
                <a:gd name="T15" fmla="*/ 1 h 990"/>
                <a:gd name="T16" fmla="*/ 9 w 335"/>
                <a:gd name="T17" fmla="*/ 1 h 990"/>
                <a:gd name="T18" fmla="*/ 10 w 335"/>
                <a:gd name="T19" fmla="*/ 1 h 990"/>
                <a:gd name="T20" fmla="*/ 11 w 335"/>
                <a:gd name="T21" fmla="*/ 1 h 990"/>
                <a:gd name="T22" fmla="*/ 13 w 335"/>
                <a:gd name="T23" fmla="*/ 1 h 990"/>
                <a:gd name="T24" fmla="*/ 13 w 335"/>
                <a:gd name="T25" fmla="*/ 1 h 990"/>
                <a:gd name="T26" fmla="*/ 16 w 335"/>
                <a:gd name="T27" fmla="*/ 1 h 990"/>
                <a:gd name="T28" fmla="*/ 16 w 335"/>
                <a:gd name="T29" fmla="*/ 1 h 990"/>
                <a:gd name="T30" fmla="*/ 19 w 335"/>
                <a:gd name="T31" fmla="*/ 1 h 990"/>
                <a:gd name="T32" fmla="*/ 20 w 335"/>
                <a:gd name="T33" fmla="*/ 0 h 99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35"/>
                <a:gd name="T52" fmla="*/ 0 h 990"/>
                <a:gd name="T53" fmla="*/ 335 w 335"/>
                <a:gd name="T54" fmla="*/ 990 h 99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35" h="990">
                  <a:moveTo>
                    <a:pt x="0" y="990"/>
                  </a:moveTo>
                  <a:lnTo>
                    <a:pt x="15" y="905"/>
                  </a:lnTo>
                  <a:lnTo>
                    <a:pt x="30" y="820"/>
                  </a:lnTo>
                  <a:lnTo>
                    <a:pt x="45" y="740"/>
                  </a:lnTo>
                  <a:lnTo>
                    <a:pt x="63" y="663"/>
                  </a:lnTo>
                  <a:lnTo>
                    <a:pt x="80" y="588"/>
                  </a:lnTo>
                  <a:lnTo>
                    <a:pt x="100" y="515"/>
                  </a:lnTo>
                  <a:lnTo>
                    <a:pt x="120" y="448"/>
                  </a:lnTo>
                  <a:lnTo>
                    <a:pt x="143" y="383"/>
                  </a:lnTo>
                  <a:lnTo>
                    <a:pt x="163" y="323"/>
                  </a:lnTo>
                  <a:lnTo>
                    <a:pt x="185" y="263"/>
                  </a:lnTo>
                  <a:lnTo>
                    <a:pt x="210" y="210"/>
                  </a:lnTo>
                  <a:lnTo>
                    <a:pt x="233" y="160"/>
                  </a:lnTo>
                  <a:lnTo>
                    <a:pt x="258" y="113"/>
                  </a:lnTo>
                  <a:lnTo>
                    <a:pt x="283" y="73"/>
                  </a:lnTo>
                  <a:lnTo>
                    <a:pt x="308" y="33"/>
                  </a:lnTo>
                  <a:lnTo>
                    <a:pt x="335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" name="Freeform 52">
              <a:extLst>
                <a:ext uri="{FF2B5EF4-FFF2-40B4-BE49-F238E27FC236}">
                  <a16:creationId xmlns:a16="http://schemas.microsoft.com/office/drawing/2014/main" id="{D9828595-6FF6-B028-0483-E10717E9E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1077"/>
              <a:ext cx="69" cy="713"/>
            </a:xfrm>
            <a:custGeom>
              <a:avLst/>
              <a:gdLst>
                <a:gd name="T0" fmla="*/ 4 w 85"/>
                <a:gd name="T1" fmla="*/ 3 h 1075"/>
                <a:gd name="T2" fmla="*/ 3 w 85"/>
                <a:gd name="T3" fmla="*/ 3 h 1075"/>
                <a:gd name="T4" fmla="*/ 2 w 85"/>
                <a:gd name="T5" fmla="*/ 3 h 1075"/>
                <a:gd name="T6" fmla="*/ 2 w 85"/>
                <a:gd name="T7" fmla="*/ 2 h 1075"/>
                <a:gd name="T8" fmla="*/ 2 w 85"/>
                <a:gd name="T9" fmla="*/ 2 h 1075"/>
                <a:gd name="T10" fmla="*/ 2 w 85"/>
                <a:gd name="T11" fmla="*/ 1 h 1075"/>
                <a:gd name="T12" fmla="*/ 2 w 85"/>
                <a:gd name="T13" fmla="*/ 1 h 1075"/>
                <a:gd name="T14" fmla="*/ 2 w 85"/>
                <a:gd name="T15" fmla="*/ 1 h 1075"/>
                <a:gd name="T16" fmla="*/ 0 w 85"/>
                <a:gd name="T17" fmla="*/ 0 h 10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5"/>
                <a:gd name="T28" fmla="*/ 0 h 1075"/>
                <a:gd name="T29" fmla="*/ 85 w 85"/>
                <a:gd name="T30" fmla="*/ 1075 h 107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5" h="1075">
                  <a:moveTo>
                    <a:pt x="85" y="1075"/>
                  </a:moveTo>
                  <a:lnTo>
                    <a:pt x="65" y="950"/>
                  </a:lnTo>
                  <a:lnTo>
                    <a:pt x="47" y="823"/>
                  </a:lnTo>
                  <a:lnTo>
                    <a:pt x="32" y="693"/>
                  </a:lnTo>
                  <a:lnTo>
                    <a:pt x="20" y="558"/>
                  </a:lnTo>
                  <a:lnTo>
                    <a:pt x="12" y="423"/>
                  </a:lnTo>
                  <a:lnTo>
                    <a:pt x="5" y="283"/>
                  </a:lnTo>
                  <a:lnTo>
                    <a:pt x="2" y="143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3" name="Freeform 53">
              <a:extLst>
                <a:ext uri="{FF2B5EF4-FFF2-40B4-BE49-F238E27FC236}">
                  <a16:creationId xmlns:a16="http://schemas.microsoft.com/office/drawing/2014/main" id="{C4519F39-47A8-DCBB-3623-ECC9D654F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1760"/>
              <a:ext cx="57" cy="85"/>
            </a:xfrm>
            <a:custGeom>
              <a:avLst/>
              <a:gdLst>
                <a:gd name="T0" fmla="*/ 0 w 80"/>
                <a:gd name="T1" fmla="*/ 1 h 128"/>
                <a:gd name="T2" fmla="*/ 1 w 80"/>
                <a:gd name="T3" fmla="*/ 1 h 128"/>
                <a:gd name="T4" fmla="*/ 1 w 80"/>
                <a:gd name="T5" fmla="*/ 0 h 128"/>
                <a:gd name="T6" fmla="*/ 1 w 80"/>
                <a:gd name="T7" fmla="*/ 1 h 128"/>
                <a:gd name="T8" fmla="*/ 0 w 80"/>
                <a:gd name="T9" fmla="*/ 1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28"/>
                <a:gd name="T17" fmla="*/ 80 w 80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28">
                  <a:moveTo>
                    <a:pt x="0" y="15"/>
                  </a:moveTo>
                  <a:lnTo>
                    <a:pt x="63" y="128"/>
                  </a:lnTo>
                  <a:lnTo>
                    <a:pt x="80" y="0"/>
                  </a:lnTo>
                  <a:lnTo>
                    <a:pt x="48" y="48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4" name="Freeform 54">
              <a:extLst>
                <a:ext uri="{FF2B5EF4-FFF2-40B4-BE49-F238E27FC236}">
                  <a16:creationId xmlns:a16="http://schemas.microsoft.com/office/drawing/2014/main" id="{46DE5EF0-B6E3-1592-C945-FC8B89A66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4" y="2489"/>
              <a:ext cx="663" cy="148"/>
            </a:xfrm>
            <a:custGeom>
              <a:avLst/>
              <a:gdLst>
                <a:gd name="T0" fmla="*/ 0 w 813"/>
                <a:gd name="T1" fmla="*/ 1 h 223"/>
                <a:gd name="T2" fmla="*/ 6 w 813"/>
                <a:gd name="T3" fmla="*/ 1 h 223"/>
                <a:gd name="T4" fmla="*/ 11 w 813"/>
                <a:gd name="T5" fmla="*/ 1 h 223"/>
                <a:gd name="T6" fmla="*/ 16 w 813"/>
                <a:gd name="T7" fmla="*/ 1 h 223"/>
                <a:gd name="T8" fmla="*/ 23 w 813"/>
                <a:gd name="T9" fmla="*/ 1 h 223"/>
                <a:gd name="T10" fmla="*/ 28 w 813"/>
                <a:gd name="T11" fmla="*/ 1 h 223"/>
                <a:gd name="T12" fmla="*/ 34 w 813"/>
                <a:gd name="T13" fmla="*/ 1 h 223"/>
                <a:gd name="T14" fmla="*/ 41 w 813"/>
                <a:gd name="T15" fmla="*/ 1 h 223"/>
                <a:gd name="T16" fmla="*/ 46 w 813"/>
                <a:gd name="T17" fmla="*/ 0 h 2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13"/>
                <a:gd name="T28" fmla="*/ 0 h 223"/>
                <a:gd name="T29" fmla="*/ 813 w 813"/>
                <a:gd name="T30" fmla="*/ 223 h 22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13" h="223">
                  <a:moveTo>
                    <a:pt x="0" y="223"/>
                  </a:moveTo>
                  <a:lnTo>
                    <a:pt x="98" y="175"/>
                  </a:lnTo>
                  <a:lnTo>
                    <a:pt x="195" y="130"/>
                  </a:lnTo>
                  <a:lnTo>
                    <a:pt x="295" y="93"/>
                  </a:lnTo>
                  <a:lnTo>
                    <a:pt x="395" y="63"/>
                  </a:lnTo>
                  <a:lnTo>
                    <a:pt x="498" y="38"/>
                  </a:lnTo>
                  <a:lnTo>
                    <a:pt x="603" y="18"/>
                  </a:lnTo>
                  <a:lnTo>
                    <a:pt x="708" y="5"/>
                  </a:lnTo>
                  <a:lnTo>
                    <a:pt x="813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Line 55">
              <a:extLst>
                <a:ext uri="{FF2B5EF4-FFF2-40B4-BE49-F238E27FC236}">
                  <a16:creationId xmlns:a16="http://schemas.microsoft.com/office/drawing/2014/main" id="{148211D0-7F10-7400-71E7-B4D4DC309D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9" y="2449"/>
              <a:ext cx="1405" cy="7"/>
            </a:xfrm>
            <a:prstGeom prst="line">
              <a:avLst/>
            </a:pr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6" name="Line 56">
              <a:extLst>
                <a:ext uri="{FF2B5EF4-FFF2-40B4-BE49-F238E27FC236}">
                  <a16:creationId xmlns:a16="http://schemas.microsoft.com/office/drawing/2014/main" id="{A88AEBCB-EE05-BFFB-496A-E7CF57670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2448"/>
              <a:ext cx="766" cy="1"/>
            </a:xfrm>
            <a:prstGeom prst="line">
              <a:avLst/>
            </a:pr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7" name="Line 57">
              <a:extLst>
                <a:ext uri="{FF2B5EF4-FFF2-40B4-BE49-F238E27FC236}">
                  <a16:creationId xmlns:a16="http://schemas.microsoft.com/office/drawing/2014/main" id="{94773F1A-9D34-2B21-1E05-FF2BF66C4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" y="2448"/>
              <a:ext cx="516" cy="1"/>
            </a:xfrm>
            <a:prstGeom prst="line">
              <a:avLst/>
            </a:pr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8" name="Freeform 58">
              <a:extLst>
                <a:ext uri="{FF2B5EF4-FFF2-40B4-BE49-F238E27FC236}">
                  <a16:creationId xmlns:a16="http://schemas.microsoft.com/office/drawing/2014/main" id="{EC373365-ACC7-8856-B9CE-6768C9841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2422"/>
              <a:ext cx="100" cy="54"/>
            </a:xfrm>
            <a:custGeom>
              <a:avLst/>
              <a:gdLst>
                <a:gd name="T0" fmla="*/ 0 w 123"/>
                <a:gd name="T1" fmla="*/ 1 h 82"/>
                <a:gd name="T2" fmla="*/ 7 w 123"/>
                <a:gd name="T3" fmla="*/ 1 h 82"/>
                <a:gd name="T4" fmla="*/ 0 w 123"/>
                <a:gd name="T5" fmla="*/ 0 h 82"/>
                <a:gd name="T6" fmla="*/ 2 w 123"/>
                <a:gd name="T7" fmla="*/ 1 h 82"/>
                <a:gd name="T8" fmla="*/ 0 w 123"/>
                <a:gd name="T9" fmla="*/ 1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3"/>
                <a:gd name="T16" fmla="*/ 0 h 82"/>
                <a:gd name="T17" fmla="*/ 123 w 123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3" h="82">
                  <a:moveTo>
                    <a:pt x="0" y="82"/>
                  </a:moveTo>
                  <a:lnTo>
                    <a:pt x="123" y="40"/>
                  </a:lnTo>
                  <a:lnTo>
                    <a:pt x="0" y="0"/>
                  </a:lnTo>
                  <a:lnTo>
                    <a:pt x="40" y="40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9" name="Freeform 59">
              <a:extLst>
                <a:ext uri="{FF2B5EF4-FFF2-40B4-BE49-F238E27FC236}">
                  <a16:creationId xmlns:a16="http://schemas.microsoft.com/office/drawing/2014/main" id="{F6D2FEF0-F869-23AA-ECE2-53B53132F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" y="1965"/>
              <a:ext cx="330" cy="238"/>
            </a:xfrm>
            <a:custGeom>
              <a:avLst/>
              <a:gdLst>
                <a:gd name="T0" fmla="*/ 23 w 405"/>
                <a:gd name="T1" fmla="*/ 1 h 358"/>
                <a:gd name="T2" fmla="*/ 16 w 405"/>
                <a:gd name="T3" fmla="*/ 1 h 358"/>
                <a:gd name="T4" fmla="*/ 11 w 405"/>
                <a:gd name="T5" fmla="*/ 1 h 358"/>
                <a:gd name="T6" fmla="*/ 6 w 405"/>
                <a:gd name="T7" fmla="*/ 1 h 358"/>
                <a:gd name="T8" fmla="*/ 0 w 405"/>
                <a:gd name="T9" fmla="*/ 0 h 3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5"/>
                <a:gd name="T16" fmla="*/ 0 h 358"/>
                <a:gd name="T17" fmla="*/ 405 w 405"/>
                <a:gd name="T18" fmla="*/ 358 h 3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5" h="358">
                  <a:moveTo>
                    <a:pt x="405" y="358"/>
                  </a:moveTo>
                  <a:lnTo>
                    <a:pt x="297" y="280"/>
                  </a:lnTo>
                  <a:lnTo>
                    <a:pt x="192" y="193"/>
                  </a:lnTo>
                  <a:lnTo>
                    <a:pt x="92" y="100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Freeform 60">
              <a:extLst>
                <a:ext uri="{FF2B5EF4-FFF2-40B4-BE49-F238E27FC236}">
                  <a16:creationId xmlns:a16="http://schemas.microsoft.com/office/drawing/2014/main" id="{AE2FE3EF-2879-E826-068B-07529C3ED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" y="2166"/>
              <a:ext cx="102" cy="67"/>
            </a:xfrm>
            <a:custGeom>
              <a:avLst/>
              <a:gdLst>
                <a:gd name="T0" fmla="*/ 0 w 125"/>
                <a:gd name="T1" fmla="*/ 1 h 100"/>
                <a:gd name="T2" fmla="*/ 7 w 125"/>
                <a:gd name="T3" fmla="*/ 1 h 100"/>
                <a:gd name="T4" fmla="*/ 2 w 125"/>
                <a:gd name="T5" fmla="*/ 0 h 100"/>
                <a:gd name="T6" fmla="*/ 3 w 125"/>
                <a:gd name="T7" fmla="*/ 1 h 100"/>
                <a:gd name="T8" fmla="*/ 0 w 125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5"/>
                <a:gd name="T16" fmla="*/ 0 h 100"/>
                <a:gd name="T17" fmla="*/ 125 w 125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5" h="100">
                  <a:moveTo>
                    <a:pt x="0" y="70"/>
                  </a:moveTo>
                  <a:lnTo>
                    <a:pt x="125" y="100"/>
                  </a:lnTo>
                  <a:lnTo>
                    <a:pt x="42" y="0"/>
                  </a:lnTo>
                  <a:lnTo>
                    <a:pt x="55" y="55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1" name="Freeform 61">
              <a:extLst>
                <a:ext uri="{FF2B5EF4-FFF2-40B4-BE49-F238E27FC236}">
                  <a16:creationId xmlns:a16="http://schemas.microsoft.com/office/drawing/2014/main" id="{F078C21E-1DEC-CE7B-867C-B48A91C01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2532"/>
              <a:ext cx="579" cy="425"/>
            </a:xfrm>
            <a:custGeom>
              <a:avLst/>
              <a:gdLst>
                <a:gd name="T0" fmla="*/ 0 w 685"/>
                <a:gd name="T1" fmla="*/ 1 h 672"/>
                <a:gd name="T2" fmla="*/ 7 w 685"/>
                <a:gd name="T3" fmla="*/ 1 h 672"/>
                <a:gd name="T4" fmla="*/ 14 w 685"/>
                <a:gd name="T5" fmla="*/ 1 h 672"/>
                <a:gd name="T6" fmla="*/ 21 w 685"/>
                <a:gd name="T7" fmla="*/ 1 h 672"/>
                <a:gd name="T8" fmla="*/ 30 w 685"/>
                <a:gd name="T9" fmla="*/ 1 h 672"/>
                <a:gd name="T10" fmla="*/ 38 w 685"/>
                <a:gd name="T11" fmla="*/ 1 h 672"/>
                <a:gd name="T12" fmla="*/ 46 w 685"/>
                <a:gd name="T13" fmla="*/ 1 h 672"/>
                <a:gd name="T14" fmla="*/ 56 w 685"/>
                <a:gd name="T15" fmla="*/ 1 h 672"/>
                <a:gd name="T16" fmla="*/ 64 w 685"/>
                <a:gd name="T17" fmla="*/ 0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85"/>
                <a:gd name="T28" fmla="*/ 0 h 672"/>
                <a:gd name="T29" fmla="*/ 685 w 685"/>
                <a:gd name="T30" fmla="*/ 672 h 67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85" h="672">
                  <a:moveTo>
                    <a:pt x="0" y="672"/>
                  </a:moveTo>
                  <a:lnTo>
                    <a:pt x="72" y="565"/>
                  </a:lnTo>
                  <a:lnTo>
                    <a:pt x="150" y="462"/>
                  </a:lnTo>
                  <a:lnTo>
                    <a:pt x="230" y="367"/>
                  </a:lnTo>
                  <a:lnTo>
                    <a:pt x="315" y="280"/>
                  </a:lnTo>
                  <a:lnTo>
                    <a:pt x="402" y="197"/>
                  </a:lnTo>
                  <a:lnTo>
                    <a:pt x="492" y="125"/>
                  </a:lnTo>
                  <a:lnTo>
                    <a:pt x="587" y="57"/>
                  </a:lnTo>
                  <a:lnTo>
                    <a:pt x="685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Freeform 62">
              <a:extLst>
                <a:ext uri="{FF2B5EF4-FFF2-40B4-BE49-F238E27FC236}">
                  <a16:creationId xmlns:a16="http://schemas.microsoft.com/office/drawing/2014/main" id="{17F5BF63-98FD-E75B-355B-EEA2CD2F9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6" y="1809"/>
              <a:ext cx="80" cy="85"/>
            </a:xfrm>
            <a:custGeom>
              <a:avLst/>
              <a:gdLst>
                <a:gd name="T0" fmla="*/ 2 w 98"/>
                <a:gd name="T1" fmla="*/ 0 h 128"/>
                <a:gd name="T2" fmla="*/ 0 w 98"/>
                <a:gd name="T3" fmla="*/ 1 h 128"/>
                <a:gd name="T4" fmla="*/ 6 w 98"/>
                <a:gd name="T5" fmla="*/ 1 h 128"/>
                <a:gd name="T6" fmla="*/ 2 w 98"/>
                <a:gd name="T7" fmla="*/ 1 h 128"/>
                <a:gd name="T8" fmla="*/ 2 w 98"/>
                <a:gd name="T9" fmla="*/ 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"/>
                <a:gd name="T16" fmla="*/ 0 h 128"/>
                <a:gd name="T17" fmla="*/ 98 w 98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" h="128">
                  <a:moveTo>
                    <a:pt x="25" y="0"/>
                  </a:moveTo>
                  <a:lnTo>
                    <a:pt x="0" y="128"/>
                  </a:lnTo>
                  <a:lnTo>
                    <a:pt x="98" y="43"/>
                  </a:lnTo>
                  <a:lnTo>
                    <a:pt x="43" y="5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3" name="Line 63">
              <a:extLst>
                <a:ext uri="{FF2B5EF4-FFF2-40B4-BE49-F238E27FC236}">
                  <a16:creationId xmlns:a16="http://schemas.microsoft.com/office/drawing/2014/main" id="{B322ABA9-39DD-1254-6CDE-CF1BE521D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6" y="2448"/>
              <a:ext cx="997" cy="1"/>
            </a:xfrm>
            <a:prstGeom prst="line">
              <a:avLst/>
            </a:pr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Freeform 64">
              <a:extLst>
                <a:ext uri="{FF2B5EF4-FFF2-40B4-BE49-F238E27FC236}">
                  <a16:creationId xmlns:a16="http://schemas.microsoft.com/office/drawing/2014/main" id="{B898C4B6-1CEA-7A50-4AAC-D41EA4EAB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" y="2420"/>
              <a:ext cx="100" cy="55"/>
            </a:xfrm>
            <a:custGeom>
              <a:avLst/>
              <a:gdLst>
                <a:gd name="T0" fmla="*/ 7 w 123"/>
                <a:gd name="T1" fmla="*/ 0 h 83"/>
                <a:gd name="T2" fmla="*/ 0 w 123"/>
                <a:gd name="T3" fmla="*/ 1 h 83"/>
                <a:gd name="T4" fmla="*/ 7 w 123"/>
                <a:gd name="T5" fmla="*/ 1 h 83"/>
                <a:gd name="T6" fmla="*/ 5 w 123"/>
                <a:gd name="T7" fmla="*/ 1 h 83"/>
                <a:gd name="T8" fmla="*/ 7 w 123"/>
                <a:gd name="T9" fmla="*/ 0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3"/>
                <a:gd name="T16" fmla="*/ 0 h 83"/>
                <a:gd name="T17" fmla="*/ 123 w 123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3" h="83">
                  <a:moveTo>
                    <a:pt x="123" y="0"/>
                  </a:moveTo>
                  <a:lnTo>
                    <a:pt x="0" y="43"/>
                  </a:lnTo>
                  <a:lnTo>
                    <a:pt x="123" y="83"/>
                  </a:lnTo>
                  <a:lnTo>
                    <a:pt x="83" y="43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Freeform 65">
              <a:extLst>
                <a:ext uri="{FF2B5EF4-FFF2-40B4-BE49-F238E27FC236}">
                  <a16:creationId xmlns:a16="http://schemas.microsoft.com/office/drawing/2014/main" id="{1DCE9C5C-A30E-6528-EFD6-E4672EB1D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" y="1204"/>
              <a:ext cx="413" cy="723"/>
            </a:xfrm>
            <a:custGeom>
              <a:avLst/>
              <a:gdLst>
                <a:gd name="T0" fmla="*/ 29 w 507"/>
                <a:gd name="T1" fmla="*/ 3 h 1090"/>
                <a:gd name="T2" fmla="*/ 24 w 507"/>
                <a:gd name="T3" fmla="*/ 3 h 1090"/>
                <a:gd name="T4" fmla="*/ 20 w 507"/>
                <a:gd name="T5" fmla="*/ 3 h 1090"/>
                <a:gd name="T6" fmla="*/ 15 w 507"/>
                <a:gd name="T7" fmla="*/ 2 h 1090"/>
                <a:gd name="T8" fmla="*/ 11 w 507"/>
                <a:gd name="T9" fmla="*/ 2 h 1090"/>
                <a:gd name="T10" fmla="*/ 8 w 507"/>
                <a:gd name="T11" fmla="*/ 1 h 1090"/>
                <a:gd name="T12" fmla="*/ 5 w 507"/>
                <a:gd name="T13" fmla="*/ 1 h 1090"/>
                <a:gd name="T14" fmla="*/ 2 w 507"/>
                <a:gd name="T15" fmla="*/ 1 h 1090"/>
                <a:gd name="T16" fmla="*/ 0 w 507"/>
                <a:gd name="T17" fmla="*/ 0 h 10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07"/>
                <a:gd name="T28" fmla="*/ 0 h 1090"/>
                <a:gd name="T29" fmla="*/ 507 w 507"/>
                <a:gd name="T30" fmla="*/ 1090 h 10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07" h="1090">
                  <a:moveTo>
                    <a:pt x="507" y="1090"/>
                  </a:moveTo>
                  <a:lnTo>
                    <a:pt x="422" y="978"/>
                  </a:lnTo>
                  <a:lnTo>
                    <a:pt x="342" y="855"/>
                  </a:lnTo>
                  <a:lnTo>
                    <a:pt x="270" y="728"/>
                  </a:lnTo>
                  <a:lnTo>
                    <a:pt x="202" y="593"/>
                  </a:lnTo>
                  <a:lnTo>
                    <a:pt x="142" y="453"/>
                  </a:lnTo>
                  <a:lnTo>
                    <a:pt x="87" y="308"/>
                  </a:lnTo>
                  <a:lnTo>
                    <a:pt x="40" y="155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Freeform 66">
              <a:extLst>
                <a:ext uri="{FF2B5EF4-FFF2-40B4-BE49-F238E27FC236}">
                  <a16:creationId xmlns:a16="http://schemas.microsoft.com/office/drawing/2014/main" id="{DDEF7B6D-040E-4CE5-F235-1CF218972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1893"/>
              <a:ext cx="99" cy="79"/>
            </a:xfrm>
            <a:custGeom>
              <a:avLst/>
              <a:gdLst>
                <a:gd name="T0" fmla="*/ 0 w 112"/>
                <a:gd name="T1" fmla="*/ 1 h 120"/>
                <a:gd name="T2" fmla="*/ 20 w 112"/>
                <a:gd name="T3" fmla="*/ 1 h 120"/>
                <a:gd name="T4" fmla="*/ 11 w 112"/>
                <a:gd name="T5" fmla="*/ 0 h 120"/>
                <a:gd name="T6" fmla="*/ 11 w 112"/>
                <a:gd name="T7" fmla="*/ 1 h 120"/>
                <a:gd name="T8" fmla="*/ 0 w 112"/>
                <a:gd name="T9" fmla="*/ 1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"/>
                <a:gd name="T16" fmla="*/ 0 h 120"/>
                <a:gd name="T17" fmla="*/ 112 w 112"/>
                <a:gd name="T18" fmla="*/ 120 h 1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" h="120">
                  <a:moveTo>
                    <a:pt x="0" y="55"/>
                  </a:moveTo>
                  <a:lnTo>
                    <a:pt x="112" y="120"/>
                  </a:lnTo>
                  <a:lnTo>
                    <a:pt x="65" y="0"/>
                  </a:lnTo>
                  <a:lnTo>
                    <a:pt x="60" y="57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Freeform 67">
              <a:extLst>
                <a:ext uri="{FF2B5EF4-FFF2-40B4-BE49-F238E27FC236}">
                  <a16:creationId xmlns:a16="http://schemas.microsoft.com/office/drawing/2014/main" id="{1DD7DBB8-3977-F606-0D1E-CAF6CD309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2665"/>
              <a:ext cx="570" cy="343"/>
            </a:xfrm>
            <a:custGeom>
              <a:avLst/>
              <a:gdLst>
                <a:gd name="T0" fmla="*/ 0 w 698"/>
                <a:gd name="T1" fmla="*/ 2 h 518"/>
                <a:gd name="T2" fmla="*/ 5 w 698"/>
                <a:gd name="T3" fmla="*/ 1 h 518"/>
                <a:gd name="T4" fmla="*/ 9 w 698"/>
                <a:gd name="T5" fmla="*/ 1 h 518"/>
                <a:gd name="T6" fmla="*/ 13 w 698"/>
                <a:gd name="T7" fmla="*/ 1 h 518"/>
                <a:gd name="T8" fmla="*/ 19 w 698"/>
                <a:gd name="T9" fmla="*/ 1 h 518"/>
                <a:gd name="T10" fmla="*/ 24 w 698"/>
                <a:gd name="T11" fmla="*/ 1 h 518"/>
                <a:gd name="T12" fmla="*/ 30 w 698"/>
                <a:gd name="T13" fmla="*/ 1 h 518"/>
                <a:gd name="T14" fmla="*/ 34 w 698"/>
                <a:gd name="T15" fmla="*/ 1 h 518"/>
                <a:gd name="T16" fmla="*/ 41 w 698"/>
                <a:gd name="T17" fmla="*/ 0 h 51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98"/>
                <a:gd name="T28" fmla="*/ 0 h 518"/>
                <a:gd name="T29" fmla="*/ 698 w 698"/>
                <a:gd name="T30" fmla="*/ 518 h 51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98" h="518">
                  <a:moveTo>
                    <a:pt x="0" y="518"/>
                  </a:moveTo>
                  <a:lnTo>
                    <a:pt x="75" y="435"/>
                  </a:lnTo>
                  <a:lnTo>
                    <a:pt x="155" y="358"/>
                  </a:lnTo>
                  <a:lnTo>
                    <a:pt x="238" y="285"/>
                  </a:lnTo>
                  <a:lnTo>
                    <a:pt x="323" y="218"/>
                  </a:lnTo>
                  <a:lnTo>
                    <a:pt x="413" y="155"/>
                  </a:lnTo>
                  <a:lnTo>
                    <a:pt x="505" y="98"/>
                  </a:lnTo>
                  <a:lnTo>
                    <a:pt x="600" y="45"/>
                  </a:lnTo>
                  <a:lnTo>
                    <a:pt x="698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8" name="Freeform 68">
              <a:extLst>
                <a:ext uri="{FF2B5EF4-FFF2-40B4-BE49-F238E27FC236}">
                  <a16:creationId xmlns:a16="http://schemas.microsoft.com/office/drawing/2014/main" id="{F8BE07A2-3D41-2EA6-F69B-F5094C593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8" y="2633"/>
              <a:ext cx="105" cy="69"/>
            </a:xfrm>
            <a:custGeom>
              <a:avLst/>
              <a:gdLst>
                <a:gd name="T0" fmla="*/ 2 w 128"/>
                <a:gd name="T1" fmla="*/ 4 h 85"/>
                <a:gd name="T2" fmla="*/ 7 w 128"/>
                <a:gd name="T3" fmla="*/ 0 h 85"/>
                <a:gd name="T4" fmla="*/ 0 w 128"/>
                <a:gd name="T5" fmla="*/ 2 h 85"/>
                <a:gd name="T6" fmla="*/ 3 w 128"/>
                <a:gd name="T7" fmla="*/ 2 h 85"/>
                <a:gd name="T8" fmla="*/ 2 w 128"/>
                <a:gd name="T9" fmla="*/ 4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8"/>
                <a:gd name="T16" fmla="*/ 0 h 85"/>
                <a:gd name="T17" fmla="*/ 128 w 128"/>
                <a:gd name="T18" fmla="*/ 85 h 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8" h="85">
                  <a:moveTo>
                    <a:pt x="30" y="85"/>
                  </a:moveTo>
                  <a:lnTo>
                    <a:pt x="128" y="0"/>
                  </a:lnTo>
                  <a:lnTo>
                    <a:pt x="0" y="8"/>
                  </a:lnTo>
                  <a:lnTo>
                    <a:pt x="50" y="30"/>
                  </a:lnTo>
                  <a:lnTo>
                    <a:pt x="30" y="85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9" name="Freeform 69">
              <a:extLst>
                <a:ext uri="{FF2B5EF4-FFF2-40B4-BE49-F238E27FC236}">
                  <a16:creationId xmlns:a16="http://schemas.microsoft.com/office/drawing/2014/main" id="{EA8A0351-9F83-6FA2-C412-88242965F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" y="3013"/>
              <a:ext cx="261" cy="667"/>
            </a:xfrm>
            <a:custGeom>
              <a:avLst/>
              <a:gdLst>
                <a:gd name="T0" fmla="*/ 0 w 320"/>
                <a:gd name="T1" fmla="*/ 3 h 1005"/>
                <a:gd name="T2" fmla="*/ 2 w 320"/>
                <a:gd name="T3" fmla="*/ 3 h 1005"/>
                <a:gd name="T4" fmla="*/ 3 w 320"/>
                <a:gd name="T5" fmla="*/ 2 h 1005"/>
                <a:gd name="T6" fmla="*/ 5 w 320"/>
                <a:gd name="T7" fmla="*/ 2 h 1005"/>
                <a:gd name="T8" fmla="*/ 7 w 320"/>
                <a:gd name="T9" fmla="*/ 1 h 1005"/>
                <a:gd name="T10" fmla="*/ 10 w 320"/>
                <a:gd name="T11" fmla="*/ 1 h 1005"/>
                <a:gd name="T12" fmla="*/ 12 w 320"/>
                <a:gd name="T13" fmla="*/ 1 h 1005"/>
                <a:gd name="T14" fmla="*/ 15 w 320"/>
                <a:gd name="T15" fmla="*/ 1 h 1005"/>
                <a:gd name="T16" fmla="*/ 19 w 320"/>
                <a:gd name="T17" fmla="*/ 0 h 10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0"/>
                <a:gd name="T28" fmla="*/ 0 h 1005"/>
                <a:gd name="T29" fmla="*/ 320 w 320"/>
                <a:gd name="T30" fmla="*/ 1005 h 100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0" h="1005">
                  <a:moveTo>
                    <a:pt x="0" y="1005"/>
                  </a:moveTo>
                  <a:lnTo>
                    <a:pt x="25" y="868"/>
                  </a:lnTo>
                  <a:lnTo>
                    <a:pt x="53" y="733"/>
                  </a:lnTo>
                  <a:lnTo>
                    <a:pt x="88" y="600"/>
                  </a:lnTo>
                  <a:lnTo>
                    <a:pt x="125" y="473"/>
                  </a:lnTo>
                  <a:lnTo>
                    <a:pt x="168" y="348"/>
                  </a:lnTo>
                  <a:lnTo>
                    <a:pt x="215" y="228"/>
                  </a:lnTo>
                  <a:lnTo>
                    <a:pt x="265" y="110"/>
                  </a:lnTo>
                  <a:lnTo>
                    <a:pt x="320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0" name="Freeform 70">
              <a:extLst>
                <a:ext uri="{FF2B5EF4-FFF2-40B4-BE49-F238E27FC236}">
                  <a16:creationId xmlns:a16="http://schemas.microsoft.com/office/drawing/2014/main" id="{863EDC44-0A20-E2C2-FC05-ED8C79792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" y="2967"/>
              <a:ext cx="77" cy="85"/>
            </a:xfrm>
            <a:custGeom>
              <a:avLst/>
              <a:gdLst>
                <a:gd name="T0" fmla="*/ 4 w 95"/>
                <a:gd name="T1" fmla="*/ 1 h 128"/>
                <a:gd name="T2" fmla="*/ 5 w 95"/>
                <a:gd name="T3" fmla="*/ 0 h 128"/>
                <a:gd name="T4" fmla="*/ 0 w 95"/>
                <a:gd name="T5" fmla="*/ 1 h 128"/>
                <a:gd name="T6" fmla="*/ 2 w 95"/>
                <a:gd name="T7" fmla="*/ 1 h 128"/>
                <a:gd name="T8" fmla="*/ 4 w 95"/>
                <a:gd name="T9" fmla="*/ 1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"/>
                <a:gd name="T16" fmla="*/ 0 h 128"/>
                <a:gd name="T17" fmla="*/ 95 w 95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" h="128">
                  <a:moveTo>
                    <a:pt x="72" y="128"/>
                  </a:moveTo>
                  <a:lnTo>
                    <a:pt x="95" y="0"/>
                  </a:lnTo>
                  <a:lnTo>
                    <a:pt x="0" y="88"/>
                  </a:lnTo>
                  <a:lnTo>
                    <a:pt x="55" y="73"/>
                  </a:lnTo>
                  <a:lnTo>
                    <a:pt x="72" y="128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" name="Freeform 71">
              <a:extLst>
                <a:ext uri="{FF2B5EF4-FFF2-40B4-BE49-F238E27FC236}">
                  <a16:creationId xmlns:a16="http://schemas.microsoft.com/office/drawing/2014/main" id="{E44FB677-92DA-F5C6-EAC4-C20D389D3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8" y="3266"/>
              <a:ext cx="53" cy="640"/>
            </a:xfrm>
            <a:custGeom>
              <a:avLst/>
              <a:gdLst>
                <a:gd name="T0" fmla="*/ 0 w 65"/>
                <a:gd name="T1" fmla="*/ 3 h 965"/>
                <a:gd name="T2" fmla="*/ 2 w 65"/>
                <a:gd name="T3" fmla="*/ 2 h 965"/>
                <a:gd name="T4" fmla="*/ 2 w 65"/>
                <a:gd name="T5" fmla="*/ 1 h 965"/>
                <a:gd name="T6" fmla="*/ 2 w 65"/>
                <a:gd name="T7" fmla="*/ 1 h 965"/>
                <a:gd name="T8" fmla="*/ 2 w 65"/>
                <a:gd name="T9" fmla="*/ 1 h 965"/>
                <a:gd name="T10" fmla="*/ 3 w 65"/>
                <a:gd name="T11" fmla="*/ 1 h 965"/>
                <a:gd name="T12" fmla="*/ 4 w 65"/>
                <a:gd name="T13" fmla="*/ 0 h 9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"/>
                <a:gd name="T22" fmla="*/ 0 h 965"/>
                <a:gd name="T23" fmla="*/ 65 w 65"/>
                <a:gd name="T24" fmla="*/ 965 h 96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" h="965">
                  <a:moveTo>
                    <a:pt x="0" y="965"/>
                  </a:moveTo>
                  <a:lnTo>
                    <a:pt x="5" y="712"/>
                  </a:lnTo>
                  <a:lnTo>
                    <a:pt x="17" y="467"/>
                  </a:lnTo>
                  <a:lnTo>
                    <a:pt x="25" y="345"/>
                  </a:lnTo>
                  <a:lnTo>
                    <a:pt x="37" y="227"/>
                  </a:lnTo>
                  <a:lnTo>
                    <a:pt x="50" y="112"/>
                  </a:lnTo>
                  <a:lnTo>
                    <a:pt x="65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2" name="Freeform 72">
              <a:extLst>
                <a:ext uri="{FF2B5EF4-FFF2-40B4-BE49-F238E27FC236}">
                  <a16:creationId xmlns:a16="http://schemas.microsoft.com/office/drawing/2014/main" id="{393069B4-04AA-5CA2-4511-39C65917F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3228"/>
              <a:ext cx="65" cy="85"/>
            </a:xfrm>
            <a:custGeom>
              <a:avLst/>
              <a:gdLst>
                <a:gd name="T0" fmla="*/ 5 w 80"/>
                <a:gd name="T1" fmla="*/ 1 h 128"/>
                <a:gd name="T2" fmla="*/ 3 w 80"/>
                <a:gd name="T3" fmla="*/ 0 h 128"/>
                <a:gd name="T4" fmla="*/ 0 w 80"/>
                <a:gd name="T5" fmla="*/ 1 h 128"/>
                <a:gd name="T6" fmla="*/ 2 w 80"/>
                <a:gd name="T7" fmla="*/ 1 h 128"/>
                <a:gd name="T8" fmla="*/ 5 w 80"/>
                <a:gd name="T9" fmla="*/ 1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28"/>
                <a:gd name="T17" fmla="*/ 80 w 80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28">
                  <a:moveTo>
                    <a:pt x="80" y="128"/>
                  </a:moveTo>
                  <a:lnTo>
                    <a:pt x="58" y="0"/>
                  </a:lnTo>
                  <a:lnTo>
                    <a:pt x="0" y="115"/>
                  </a:lnTo>
                  <a:lnTo>
                    <a:pt x="45" y="83"/>
                  </a:lnTo>
                  <a:lnTo>
                    <a:pt x="80" y="128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3" name="Freeform 73">
              <a:extLst>
                <a:ext uri="{FF2B5EF4-FFF2-40B4-BE49-F238E27FC236}">
                  <a16:creationId xmlns:a16="http://schemas.microsoft.com/office/drawing/2014/main" id="{A0A2CF16-9D18-82B8-FEEC-967023831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" y="2569"/>
              <a:ext cx="1531" cy="862"/>
            </a:xfrm>
            <a:custGeom>
              <a:avLst/>
              <a:gdLst>
                <a:gd name="T0" fmla="*/ 143 w 1838"/>
                <a:gd name="T1" fmla="*/ 0 h 1262"/>
                <a:gd name="T2" fmla="*/ 140 w 1838"/>
                <a:gd name="T3" fmla="*/ 1 h 1262"/>
                <a:gd name="T4" fmla="*/ 137 w 1838"/>
                <a:gd name="T5" fmla="*/ 1 h 1262"/>
                <a:gd name="T6" fmla="*/ 134 w 1838"/>
                <a:gd name="T7" fmla="*/ 1 h 1262"/>
                <a:gd name="T8" fmla="*/ 130 w 1838"/>
                <a:gd name="T9" fmla="*/ 2 h 1262"/>
                <a:gd name="T10" fmla="*/ 127 w 1838"/>
                <a:gd name="T11" fmla="*/ 3 h 1262"/>
                <a:gd name="T12" fmla="*/ 122 w 1838"/>
                <a:gd name="T13" fmla="*/ 3 h 1262"/>
                <a:gd name="T14" fmla="*/ 117 w 1838"/>
                <a:gd name="T15" fmla="*/ 3 h 1262"/>
                <a:gd name="T16" fmla="*/ 111 w 1838"/>
                <a:gd name="T17" fmla="*/ 5 h 1262"/>
                <a:gd name="T18" fmla="*/ 106 w 1838"/>
                <a:gd name="T19" fmla="*/ 5 h 1262"/>
                <a:gd name="T20" fmla="*/ 99 w 1838"/>
                <a:gd name="T21" fmla="*/ 5 h 1262"/>
                <a:gd name="T22" fmla="*/ 97 w 1838"/>
                <a:gd name="T23" fmla="*/ 5 h 1262"/>
                <a:gd name="T24" fmla="*/ 94 w 1838"/>
                <a:gd name="T25" fmla="*/ 5 h 1262"/>
                <a:gd name="T26" fmla="*/ 91 w 1838"/>
                <a:gd name="T27" fmla="*/ 5 h 1262"/>
                <a:gd name="T28" fmla="*/ 88 w 1838"/>
                <a:gd name="T29" fmla="*/ 5 h 1262"/>
                <a:gd name="T30" fmla="*/ 85 w 1838"/>
                <a:gd name="T31" fmla="*/ 5 h 1262"/>
                <a:gd name="T32" fmla="*/ 81 w 1838"/>
                <a:gd name="T33" fmla="*/ 5 h 1262"/>
                <a:gd name="T34" fmla="*/ 77 w 1838"/>
                <a:gd name="T35" fmla="*/ 5 h 1262"/>
                <a:gd name="T36" fmla="*/ 74 w 1838"/>
                <a:gd name="T37" fmla="*/ 5 h 1262"/>
                <a:gd name="T38" fmla="*/ 71 w 1838"/>
                <a:gd name="T39" fmla="*/ 5 h 1262"/>
                <a:gd name="T40" fmla="*/ 68 w 1838"/>
                <a:gd name="T41" fmla="*/ 5 h 1262"/>
                <a:gd name="T42" fmla="*/ 64 w 1838"/>
                <a:gd name="T43" fmla="*/ 5 h 1262"/>
                <a:gd name="T44" fmla="*/ 61 w 1838"/>
                <a:gd name="T45" fmla="*/ 5 h 1262"/>
                <a:gd name="T46" fmla="*/ 57 w 1838"/>
                <a:gd name="T47" fmla="*/ 5 h 1262"/>
                <a:gd name="T48" fmla="*/ 52 w 1838"/>
                <a:gd name="T49" fmla="*/ 5 h 1262"/>
                <a:gd name="T50" fmla="*/ 47 w 1838"/>
                <a:gd name="T51" fmla="*/ 5 h 1262"/>
                <a:gd name="T52" fmla="*/ 44 w 1838"/>
                <a:gd name="T53" fmla="*/ 5 h 1262"/>
                <a:gd name="T54" fmla="*/ 39 w 1838"/>
                <a:gd name="T55" fmla="*/ 5 h 1262"/>
                <a:gd name="T56" fmla="*/ 36 w 1838"/>
                <a:gd name="T57" fmla="*/ 5 h 1262"/>
                <a:gd name="T58" fmla="*/ 32 w 1838"/>
                <a:gd name="T59" fmla="*/ 5 h 1262"/>
                <a:gd name="T60" fmla="*/ 27 w 1838"/>
                <a:gd name="T61" fmla="*/ 5 h 1262"/>
                <a:gd name="T62" fmla="*/ 24 w 1838"/>
                <a:gd name="T63" fmla="*/ 5 h 1262"/>
                <a:gd name="T64" fmla="*/ 20 w 1838"/>
                <a:gd name="T65" fmla="*/ 5 h 1262"/>
                <a:gd name="T66" fmla="*/ 17 w 1838"/>
                <a:gd name="T67" fmla="*/ 5 h 1262"/>
                <a:gd name="T68" fmla="*/ 12 w 1838"/>
                <a:gd name="T69" fmla="*/ 5 h 1262"/>
                <a:gd name="T70" fmla="*/ 10 w 1838"/>
                <a:gd name="T71" fmla="*/ 5 h 1262"/>
                <a:gd name="T72" fmla="*/ 6 w 1838"/>
                <a:gd name="T73" fmla="*/ 3 h 1262"/>
                <a:gd name="T74" fmla="*/ 2 w 1838"/>
                <a:gd name="T75" fmla="*/ 3 h 1262"/>
                <a:gd name="T76" fmla="*/ 0 w 1838"/>
                <a:gd name="T77" fmla="*/ 3 h 126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838"/>
                <a:gd name="T118" fmla="*/ 0 h 1262"/>
                <a:gd name="T119" fmla="*/ 1838 w 1838"/>
                <a:gd name="T120" fmla="*/ 1262 h 1262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838" h="1262">
                  <a:moveTo>
                    <a:pt x="1838" y="0"/>
                  </a:moveTo>
                  <a:lnTo>
                    <a:pt x="1808" y="137"/>
                  </a:lnTo>
                  <a:lnTo>
                    <a:pt x="1770" y="270"/>
                  </a:lnTo>
                  <a:lnTo>
                    <a:pt x="1728" y="395"/>
                  </a:lnTo>
                  <a:lnTo>
                    <a:pt x="1680" y="515"/>
                  </a:lnTo>
                  <a:lnTo>
                    <a:pt x="1625" y="627"/>
                  </a:lnTo>
                  <a:lnTo>
                    <a:pt x="1568" y="730"/>
                  </a:lnTo>
                  <a:lnTo>
                    <a:pt x="1505" y="825"/>
                  </a:lnTo>
                  <a:lnTo>
                    <a:pt x="1438" y="912"/>
                  </a:lnTo>
                  <a:lnTo>
                    <a:pt x="1368" y="992"/>
                  </a:lnTo>
                  <a:lnTo>
                    <a:pt x="1293" y="1062"/>
                  </a:lnTo>
                  <a:lnTo>
                    <a:pt x="1255" y="1092"/>
                  </a:lnTo>
                  <a:lnTo>
                    <a:pt x="1215" y="1122"/>
                  </a:lnTo>
                  <a:lnTo>
                    <a:pt x="1175" y="1147"/>
                  </a:lnTo>
                  <a:lnTo>
                    <a:pt x="1135" y="1170"/>
                  </a:lnTo>
                  <a:lnTo>
                    <a:pt x="1093" y="1192"/>
                  </a:lnTo>
                  <a:lnTo>
                    <a:pt x="1053" y="1210"/>
                  </a:lnTo>
                  <a:lnTo>
                    <a:pt x="1010" y="1225"/>
                  </a:lnTo>
                  <a:lnTo>
                    <a:pt x="965" y="1240"/>
                  </a:lnTo>
                  <a:lnTo>
                    <a:pt x="923" y="1250"/>
                  </a:lnTo>
                  <a:lnTo>
                    <a:pt x="880" y="1257"/>
                  </a:lnTo>
                  <a:lnTo>
                    <a:pt x="835" y="1260"/>
                  </a:lnTo>
                  <a:lnTo>
                    <a:pt x="790" y="1262"/>
                  </a:lnTo>
                  <a:lnTo>
                    <a:pt x="735" y="1260"/>
                  </a:lnTo>
                  <a:lnTo>
                    <a:pt x="678" y="1252"/>
                  </a:lnTo>
                  <a:lnTo>
                    <a:pt x="623" y="1242"/>
                  </a:lnTo>
                  <a:lnTo>
                    <a:pt x="570" y="1225"/>
                  </a:lnTo>
                  <a:lnTo>
                    <a:pt x="515" y="1205"/>
                  </a:lnTo>
                  <a:lnTo>
                    <a:pt x="463" y="1180"/>
                  </a:lnTo>
                  <a:lnTo>
                    <a:pt x="410" y="1152"/>
                  </a:lnTo>
                  <a:lnTo>
                    <a:pt x="360" y="1117"/>
                  </a:lnTo>
                  <a:lnTo>
                    <a:pt x="310" y="1080"/>
                  </a:lnTo>
                  <a:lnTo>
                    <a:pt x="263" y="1040"/>
                  </a:lnTo>
                  <a:lnTo>
                    <a:pt x="215" y="992"/>
                  </a:lnTo>
                  <a:lnTo>
                    <a:pt x="170" y="945"/>
                  </a:lnTo>
                  <a:lnTo>
                    <a:pt x="125" y="890"/>
                  </a:lnTo>
                  <a:lnTo>
                    <a:pt x="83" y="832"/>
                  </a:lnTo>
                  <a:lnTo>
                    <a:pt x="40" y="772"/>
                  </a:lnTo>
                  <a:lnTo>
                    <a:pt x="0" y="707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4" name="Freeform 74">
              <a:extLst>
                <a:ext uri="{FF2B5EF4-FFF2-40B4-BE49-F238E27FC236}">
                  <a16:creationId xmlns:a16="http://schemas.microsoft.com/office/drawing/2014/main" id="{F34C9B35-C693-44F4-E37C-A04F46906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" y="3009"/>
              <a:ext cx="81" cy="86"/>
            </a:xfrm>
            <a:custGeom>
              <a:avLst/>
              <a:gdLst>
                <a:gd name="T0" fmla="*/ 7 w 98"/>
                <a:gd name="T1" fmla="*/ 1 h 127"/>
                <a:gd name="T2" fmla="*/ 0 w 98"/>
                <a:gd name="T3" fmla="*/ 0 h 127"/>
                <a:gd name="T4" fmla="*/ 2 w 98"/>
                <a:gd name="T5" fmla="*/ 1 h 127"/>
                <a:gd name="T6" fmla="*/ 2 w 98"/>
                <a:gd name="T7" fmla="*/ 1 h 127"/>
                <a:gd name="T8" fmla="*/ 7 w 98"/>
                <a:gd name="T9" fmla="*/ 1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8"/>
                <a:gd name="T16" fmla="*/ 0 h 127"/>
                <a:gd name="T17" fmla="*/ 98 w 98"/>
                <a:gd name="T18" fmla="*/ 127 h 1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8" h="127">
                  <a:moveTo>
                    <a:pt x="98" y="87"/>
                  </a:moveTo>
                  <a:lnTo>
                    <a:pt x="0" y="0"/>
                  </a:lnTo>
                  <a:lnTo>
                    <a:pt x="25" y="127"/>
                  </a:lnTo>
                  <a:lnTo>
                    <a:pt x="40" y="72"/>
                  </a:lnTo>
                  <a:lnTo>
                    <a:pt x="98" y="87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5" name="Oval 75">
              <a:extLst>
                <a:ext uri="{FF2B5EF4-FFF2-40B4-BE49-F238E27FC236}">
                  <a16:creationId xmlns:a16="http://schemas.microsoft.com/office/drawing/2014/main" id="{3A26E7A0-6058-0701-D873-E4D75B036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" y="1589"/>
              <a:ext cx="2066" cy="1680"/>
            </a:xfrm>
            <a:prstGeom prst="ellipse">
              <a:avLst/>
            </a:prstGeom>
            <a:noFill/>
            <a:ln w="635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36" name="Oval 76">
              <a:extLst>
                <a:ext uri="{FF2B5EF4-FFF2-40B4-BE49-F238E27FC236}">
                  <a16:creationId xmlns:a16="http://schemas.microsoft.com/office/drawing/2014/main" id="{580F5F3C-9B8F-A7E7-1A1E-8ABDB5D36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" y="1903"/>
              <a:ext cx="1442" cy="1132"/>
            </a:xfrm>
            <a:prstGeom prst="ellipse">
              <a:avLst/>
            </a:prstGeom>
            <a:noFill/>
            <a:ln w="635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37" name="Oval 77">
              <a:extLst>
                <a:ext uri="{FF2B5EF4-FFF2-40B4-BE49-F238E27FC236}">
                  <a16:creationId xmlns:a16="http://schemas.microsoft.com/office/drawing/2014/main" id="{02C62841-FA8F-E090-E9D7-49755358E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2061"/>
              <a:ext cx="956" cy="776"/>
            </a:xfrm>
            <a:prstGeom prst="ellipse">
              <a:avLst/>
            </a:prstGeom>
            <a:noFill/>
            <a:ln w="635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38" name="Oval 78">
              <a:extLst>
                <a:ext uri="{FF2B5EF4-FFF2-40B4-BE49-F238E27FC236}">
                  <a16:creationId xmlns:a16="http://schemas.microsoft.com/office/drawing/2014/main" id="{B0975A67-48D7-FF6C-1863-BC0A4FD75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2216"/>
              <a:ext cx="574" cy="465"/>
            </a:xfrm>
            <a:prstGeom prst="ellipse">
              <a:avLst/>
            </a:prstGeom>
            <a:noFill/>
            <a:ln w="635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39" name="Oval 79">
              <a:extLst>
                <a:ext uri="{FF2B5EF4-FFF2-40B4-BE49-F238E27FC236}">
                  <a16:creationId xmlns:a16="http://schemas.microsoft.com/office/drawing/2014/main" id="{4C28E871-43EF-7173-3A01-44A47946D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9" y="2216"/>
              <a:ext cx="573" cy="465"/>
            </a:xfrm>
            <a:prstGeom prst="ellipse">
              <a:avLst/>
            </a:prstGeom>
            <a:noFill/>
            <a:ln w="635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40" name="Oval 80">
              <a:extLst>
                <a:ext uri="{FF2B5EF4-FFF2-40B4-BE49-F238E27FC236}">
                  <a16:creationId xmlns:a16="http://schemas.microsoft.com/office/drawing/2014/main" id="{16D91418-E570-101C-041D-5501B18EA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3" y="2061"/>
              <a:ext cx="959" cy="776"/>
            </a:xfrm>
            <a:prstGeom prst="ellipse">
              <a:avLst/>
            </a:prstGeom>
            <a:noFill/>
            <a:ln w="635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41" name="Oval 81">
              <a:extLst>
                <a:ext uri="{FF2B5EF4-FFF2-40B4-BE49-F238E27FC236}">
                  <a16:creationId xmlns:a16="http://schemas.microsoft.com/office/drawing/2014/main" id="{374DF552-D1B2-D8DD-EC77-27ECC8011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7" y="1903"/>
              <a:ext cx="1440" cy="1132"/>
            </a:xfrm>
            <a:prstGeom prst="ellipse">
              <a:avLst/>
            </a:prstGeom>
            <a:noFill/>
            <a:ln w="635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42" name="Oval 82">
              <a:extLst>
                <a:ext uri="{FF2B5EF4-FFF2-40B4-BE49-F238E27FC236}">
                  <a16:creationId xmlns:a16="http://schemas.microsoft.com/office/drawing/2014/main" id="{BEF9C89E-F562-AF21-3D83-83DA5D54D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1589"/>
              <a:ext cx="2066" cy="1680"/>
            </a:xfrm>
            <a:prstGeom prst="ellipse">
              <a:avLst/>
            </a:prstGeom>
            <a:noFill/>
            <a:ln w="635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443" name="Freeform 83">
              <a:extLst>
                <a:ext uri="{FF2B5EF4-FFF2-40B4-BE49-F238E27FC236}">
                  <a16:creationId xmlns:a16="http://schemas.microsoft.com/office/drawing/2014/main" id="{54D30D29-BC36-F167-DF83-B9349A746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" y="2448"/>
              <a:ext cx="698" cy="1018"/>
            </a:xfrm>
            <a:custGeom>
              <a:avLst/>
              <a:gdLst>
                <a:gd name="T0" fmla="*/ 50 w 855"/>
                <a:gd name="T1" fmla="*/ 0 h 1535"/>
                <a:gd name="T2" fmla="*/ 49 w 855"/>
                <a:gd name="T3" fmla="*/ 1 h 1535"/>
                <a:gd name="T4" fmla="*/ 49 w 855"/>
                <a:gd name="T5" fmla="*/ 1 h 1535"/>
                <a:gd name="T6" fmla="*/ 48 w 855"/>
                <a:gd name="T7" fmla="*/ 1 h 1535"/>
                <a:gd name="T8" fmla="*/ 46 w 855"/>
                <a:gd name="T9" fmla="*/ 1 h 1535"/>
                <a:gd name="T10" fmla="*/ 45 w 855"/>
                <a:gd name="T11" fmla="*/ 2 h 1535"/>
                <a:gd name="T12" fmla="*/ 42 w 855"/>
                <a:gd name="T13" fmla="*/ 2 h 1535"/>
                <a:gd name="T14" fmla="*/ 40 w 855"/>
                <a:gd name="T15" fmla="*/ 3 h 1535"/>
                <a:gd name="T16" fmla="*/ 37 w 855"/>
                <a:gd name="T17" fmla="*/ 3 h 1535"/>
                <a:gd name="T18" fmla="*/ 33 w 855"/>
                <a:gd name="T19" fmla="*/ 3 h 1535"/>
                <a:gd name="T20" fmla="*/ 30 w 855"/>
                <a:gd name="T21" fmla="*/ 3 h 1535"/>
                <a:gd name="T22" fmla="*/ 25 w 855"/>
                <a:gd name="T23" fmla="*/ 4 h 1535"/>
                <a:gd name="T24" fmla="*/ 20 w 855"/>
                <a:gd name="T25" fmla="*/ 4 h 1535"/>
                <a:gd name="T26" fmla="*/ 16 w 855"/>
                <a:gd name="T27" fmla="*/ 5 h 1535"/>
                <a:gd name="T28" fmla="*/ 11 w 855"/>
                <a:gd name="T29" fmla="*/ 5 h 1535"/>
                <a:gd name="T30" fmla="*/ 6 w 855"/>
                <a:gd name="T31" fmla="*/ 5 h 1535"/>
                <a:gd name="T32" fmla="*/ 0 w 855"/>
                <a:gd name="T33" fmla="*/ 5 h 153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55"/>
                <a:gd name="T52" fmla="*/ 0 h 1535"/>
                <a:gd name="T53" fmla="*/ 855 w 855"/>
                <a:gd name="T54" fmla="*/ 1535 h 153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55" h="1535">
                  <a:moveTo>
                    <a:pt x="855" y="0"/>
                  </a:moveTo>
                  <a:lnTo>
                    <a:pt x="853" y="117"/>
                  </a:lnTo>
                  <a:lnTo>
                    <a:pt x="840" y="235"/>
                  </a:lnTo>
                  <a:lnTo>
                    <a:pt x="823" y="350"/>
                  </a:lnTo>
                  <a:lnTo>
                    <a:pt x="795" y="462"/>
                  </a:lnTo>
                  <a:lnTo>
                    <a:pt x="763" y="572"/>
                  </a:lnTo>
                  <a:lnTo>
                    <a:pt x="725" y="680"/>
                  </a:lnTo>
                  <a:lnTo>
                    <a:pt x="678" y="785"/>
                  </a:lnTo>
                  <a:lnTo>
                    <a:pt x="628" y="887"/>
                  </a:lnTo>
                  <a:lnTo>
                    <a:pt x="568" y="985"/>
                  </a:lnTo>
                  <a:lnTo>
                    <a:pt x="503" y="1077"/>
                  </a:lnTo>
                  <a:lnTo>
                    <a:pt x="433" y="1167"/>
                  </a:lnTo>
                  <a:lnTo>
                    <a:pt x="358" y="1252"/>
                  </a:lnTo>
                  <a:lnTo>
                    <a:pt x="275" y="1330"/>
                  </a:lnTo>
                  <a:lnTo>
                    <a:pt x="190" y="1405"/>
                  </a:lnTo>
                  <a:lnTo>
                    <a:pt x="98" y="1472"/>
                  </a:lnTo>
                  <a:lnTo>
                    <a:pt x="0" y="1535"/>
                  </a:lnTo>
                </a:path>
              </a:pathLst>
            </a:custGeom>
            <a:noFill/>
            <a:ln w="635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4" name="Line 84">
              <a:extLst>
                <a:ext uri="{FF2B5EF4-FFF2-40B4-BE49-F238E27FC236}">
                  <a16:creationId xmlns:a16="http://schemas.microsoft.com/office/drawing/2014/main" id="{D61AB786-AFB2-2FA1-22E5-6C3D80D2D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5" y="900"/>
              <a:ext cx="9" cy="3241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5" name="Freeform 85">
              <a:extLst>
                <a:ext uri="{FF2B5EF4-FFF2-40B4-BE49-F238E27FC236}">
                  <a16:creationId xmlns:a16="http://schemas.microsoft.com/office/drawing/2014/main" id="{029FF163-867A-7886-B150-CEDCC67C2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448"/>
              <a:ext cx="520" cy="956"/>
            </a:xfrm>
            <a:custGeom>
              <a:avLst/>
              <a:gdLst>
                <a:gd name="T0" fmla="*/ 38 w 637"/>
                <a:gd name="T1" fmla="*/ 5 h 1440"/>
                <a:gd name="T2" fmla="*/ 33 w 637"/>
                <a:gd name="T3" fmla="*/ 5 h 1440"/>
                <a:gd name="T4" fmla="*/ 29 w 637"/>
                <a:gd name="T5" fmla="*/ 5 h 1440"/>
                <a:gd name="T6" fmla="*/ 25 w 637"/>
                <a:gd name="T7" fmla="*/ 4 h 1440"/>
                <a:gd name="T8" fmla="*/ 22 w 637"/>
                <a:gd name="T9" fmla="*/ 4 h 1440"/>
                <a:gd name="T10" fmla="*/ 18 w 637"/>
                <a:gd name="T11" fmla="*/ 3 h 1440"/>
                <a:gd name="T12" fmla="*/ 16 w 637"/>
                <a:gd name="T13" fmla="*/ 3 h 1440"/>
                <a:gd name="T14" fmla="*/ 13 w 637"/>
                <a:gd name="T15" fmla="*/ 3 h 1440"/>
                <a:gd name="T16" fmla="*/ 10 w 637"/>
                <a:gd name="T17" fmla="*/ 3 h 1440"/>
                <a:gd name="T18" fmla="*/ 7 w 637"/>
                <a:gd name="T19" fmla="*/ 2 h 1440"/>
                <a:gd name="T20" fmla="*/ 6 w 637"/>
                <a:gd name="T21" fmla="*/ 2 h 1440"/>
                <a:gd name="T22" fmla="*/ 4 w 637"/>
                <a:gd name="T23" fmla="*/ 2 h 1440"/>
                <a:gd name="T24" fmla="*/ 2 w 637"/>
                <a:gd name="T25" fmla="*/ 1 h 1440"/>
                <a:gd name="T26" fmla="*/ 2 w 637"/>
                <a:gd name="T27" fmla="*/ 1 h 1440"/>
                <a:gd name="T28" fmla="*/ 2 w 637"/>
                <a:gd name="T29" fmla="*/ 1 h 1440"/>
                <a:gd name="T30" fmla="*/ 2 w 637"/>
                <a:gd name="T31" fmla="*/ 1 h 1440"/>
                <a:gd name="T32" fmla="*/ 0 w 637"/>
                <a:gd name="T33" fmla="*/ 0 h 14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37"/>
                <a:gd name="T52" fmla="*/ 0 h 1440"/>
                <a:gd name="T53" fmla="*/ 637 w 637"/>
                <a:gd name="T54" fmla="*/ 1440 h 144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37" h="1440">
                  <a:moveTo>
                    <a:pt x="637" y="1440"/>
                  </a:moveTo>
                  <a:lnTo>
                    <a:pt x="565" y="1375"/>
                  </a:lnTo>
                  <a:lnTo>
                    <a:pt x="495" y="1305"/>
                  </a:lnTo>
                  <a:lnTo>
                    <a:pt x="430" y="1232"/>
                  </a:lnTo>
                  <a:lnTo>
                    <a:pt x="370" y="1155"/>
                  </a:lnTo>
                  <a:lnTo>
                    <a:pt x="312" y="1072"/>
                  </a:lnTo>
                  <a:lnTo>
                    <a:pt x="260" y="987"/>
                  </a:lnTo>
                  <a:lnTo>
                    <a:pt x="212" y="900"/>
                  </a:lnTo>
                  <a:lnTo>
                    <a:pt x="170" y="807"/>
                  </a:lnTo>
                  <a:lnTo>
                    <a:pt x="130" y="715"/>
                  </a:lnTo>
                  <a:lnTo>
                    <a:pt x="97" y="617"/>
                  </a:lnTo>
                  <a:lnTo>
                    <a:pt x="67" y="520"/>
                  </a:lnTo>
                  <a:lnTo>
                    <a:pt x="42" y="417"/>
                  </a:lnTo>
                  <a:lnTo>
                    <a:pt x="25" y="315"/>
                  </a:lnTo>
                  <a:lnTo>
                    <a:pt x="10" y="212"/>
                  </a:lnTo>
                  <a:lnTo>
                    <a:pt x="2" y="107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6" name="Freeform 86">
              <a:extLst>
                <a:ext uri="{FF2B5EF4-FFF2-40B4-BE49-F238E27FC236}">
                  <a16:creationId xmlns:a16="http://schemas.microsoft.com/office/drawing/2014/main" id="{46A56E24-D7C1-27CD-9919-6B75CC825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1517"/>
              <a:ext cx="576" cy="919"/>
            </a:xfrm>
            <a:custGeom>
              <a:avLst/>
              <a:gdLst>
                <a:gd name="T0" fmla="*/ 0 w 707"/>
                <a:gd name="T1" fmla="*/ 0 h 1387"/>
                <a:gd name="T2" fmla="*/ 5 w 707"/>
                <a:gd name="T3" fmla="*/ 1 h 1387"/>
                <a:gd name="T4" fmla="*/ 9 w 707"/>
                <a:gd name="T5" fmla="*/ 1 h 1387"/>
                <a:gd name="T6" fmla="*/ 13 w 707"/>
                <a:gd name="T7" fmla="*/ 1 h 1387"/>
                <a:gd name="T8" fmla="*/ 16 w 707"/>
                <a:gd name="T9" fmla="*/ 1 h 1387"/>
                <a:gd name="T10" fmla="*/ 20 w 707"/>
                <a:gd name="T11" fmla="*/ 1 h 1387"/>
                <a:gd name="T12" fmla="*/ 24 w 707"/>
                <a:gd name="T13" fmla="*/ 1 h 1387"/>
                <a:gd name="T14" fmla="*/ 27 w 707"/>
                <a:gd name="T15" fmla="*/ 2 h 1387"/>
                <a:gd name="T16" fmla="*/ 30 w 707"/>
                <a:gd name="T17" fmla="*/ 2 h 1387"/>
                <a:gd name="T18" fmla="*/ 32 w 707"/>
                <a:gd name="T19" fmla="*/ 2 h 1387"/>
                <a:gd name="T20" fmla="*/ 34 w 707"/>
                <a:gd name="T21" fmla="*/ 3 h 1387"/>
                <a:gd name="T22" fmla="*/ 36 w 707"/>
                <a:gd name="T23" fmla="*/ 3 h 1387"/>
                <a:gd name="T24" fmla="*/ 37 w 707"/>
                <a:gd name="T25" fmla="*/ 3 h 1387"/>
                <a:gd name="T26" fmla="*/ 39 w 707"/>
                <a:gd name="T27" fmla="*/ 3 h 1387"/>
                <a:gd name="T28" fmla="*/ 39 w 707"/>
                <a:gd name="T29" fmla="*/ 4 h 1387"/>
                <a:gd name="T30" fmla="*/ 40 w 707"/>
                <a:gd name="T31" fmla="*/ 4 h 1387"/>
                <a:gd name="T32" fmla="*/ 40 w 707"/>
                <a:gd name="T33" fmla="*/ 5 h 13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07"/>
                <a:gd name="T52" fmla="*/ 0 h 1387"/>
                <a:gd name="T53" fmla="*/ 707 w 707"/>
                <a:gd name="T54" fmla="*/ 1387 h 13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07" h="1387">
                  <a:moveTo>
                    <a:pt x="0" y="0"/>
                  </a:moveTo>
                  <a:lnTo>
                    <a:pt x="82" y="62"/>
                  </a:lnTo>
                  <a:lnTo>
                    <a:pt x="157" y="130"/>
                  </a:lnTo>
                  <a:lnTo>
                    <a:pt x="230" y="200"/>
                  </a:lnTo>
                  <a:lnTo>
                    <a:pt x="297" y="275"/>
                  </a:lnTo>
                  <a:lnTo>
                    <a:pt x="362" y="355"/>
                  </a:lnTo>
                  <a:lnTo>
                    <a:pt x="420" y="435"/>
                  </a:lnTo>
                  <a:lnTo>
                    <a:pt x="472" y="520"/>
                  </a:lnTo>
                  <a:lnTo>
                    <a:pt x="520" y="607"/>
                  </a:lnTo>
                  <a:lnTo>
                    <a:pt x="562" y="700"/>
                  </a:lnTo>
                  <a:lnTo>
                    <a:pt x="600" y="792"/>
                  </a:lnTo>
                  <a:lnTo>
                    <a:pt x="632" y="887"/>
                  </a:lnTo>
                  <a:lnTo>
                    <a:pt x="660" y="985"/>
                  </a:lnTo>
                  <a:lnTo>
                    <a:pt x="680" y="1082"/>
                  </a:lnTo>
                  <a:lnTo>
                    <a:pt x="695" y="1182"/>
                  </a:lnTo>
                  <a:lnTo>
                    <a:pt x="705" y="1285"/>
                  </a:lnTo>
                  <a:lnTo>
                    <a:pt x="707" y="1387"/>
                  </a:lnTo>
                </a:path>
              </a:pathLst>
            </a:custGeom>
            <a:noFill/>
            <a:ln w="635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7" name="Freeform 87">
              <a:extLst>
                <a:ext uri="{FF2B5EF4-FFF2-40B4-BE49-F238E27FC236}">
                  <a16:creationId xmlns:a16="http://schemas.microsoft.com/office/drawing/2014/main" id="{14641A2F-D69F-C85C-B813-CDBE2CFFB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3" y="1548"/>
              <a:ext cx="523" cy="953"/>
            </a:xfrm>
            <a:custGeom>
              <a:avLst/>
              <a:gdLst>
                <a:gd name="T0" fmla="*/ 0 w 640"/>
                <a:gd name="T1" fmla="*/ 5 h 1438"/>
                <a:gd name="T2" fmla="*/ 2 w 640"/>
                <a:gd name="T3" fmla="*/ 5 h 1438"/>
                <a:gd name="T4" fmla="*/ 2 w 640"/>
                <a:gd name="T5" fmla="*/ 4 h 1438"/>
                <a:gd name="T6" fmla="*/ 2 w 640"/>
                <a:gd name="T7" fmla="*/ 4 h 1438"/>
                <a:gd name="T8" fmla="*/ 2 w 640"/>
                <a:gd name="T9" fmla="*/ 3 h 1438"/>
                <a:gd name="T10" fmla="*/ 4 w 640"/>
                <a:gd name="T11" fmla="*/ 3 h 1438"/>
                <a:gd name="T12" fmla="*/ 6 w 640"/>
                <a:gd name="T13" fmla="*/ 3 h 1438"/>
                <a:gd name="T14" fmla="*/ 7 w 640"/>
                <a:gd name="T15" fmla="*/ 2 h 1438"/>
                <a:gd name="T16" fmla="*/ 11 w 640"/>
                <a:gd name="T17" fmla="*/ 2 h 1438"/>
                <a:gd name="T18" fmla="*/ 13 w 640"/>
                <a:gd name="T19" fmla="*/ 2 h 1438"/>
                <a:gd name="T20" fmla="*/ 16 w 640"/>
                <a:gd name="T21" fmla="*/ 1 h 1438"/>
                <a:gd name="T22" fmla="*/ 19 w 640"/>
                <a:gd name="T23" fmla="*/ 1 h 1438"/>
                <a:gd name="T24" fmla="*/ 22 w 640"/>
                <a:gd name="T25" fmla="*/ 1 h 1438"/>
                <a:gd name="T26" fmla="*/ 25 w 640"/>
                <a:gd name="T27" fmla="*/ 1 h 1438"/>
                <a:gd name="T28" fmla="*/ 29 w 640"/>
                <a:gd name="T29" fmla="*/ 1 h 1438"/>
                <a:gd name="T30" fmla="*/ 34 w 640"/>
                <a:gd name="T31" fmla="*/ 1 h 1438"/>
                <a:gd name="T32" fmla="*/ 38 w 640"/>
                <a:gd name="T33" fmla="*/ 0 h 143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40"/>
                <a:gd name="T52" fmla="*/ 0 h 1438"/>
                <a:gd name="T53" fmla="*/ 640 w 640"/>
                <a:gd name="T54" fmla="*/ 1438 h 143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40" h="1438">
                  <a:moveTo>
                    <a:pt x="0" y="1438"/>
                  </a:moveTo>
                  <a:lnTo>
                    <a:pt x="3" y="1330"/>
                  </a:lnTo>
                  <a:lnTo>
                    <a:pt x="10" y="1225"/>
                  </a:lnTo>
                  <a:lnTo>
                    <a:pt x="25" y="1123"/>
                  </a:lnTo>
                  <a:lnTo>
                    <a:pt x="43" y="1020"/>
                  </a:lnTo>
                  <a:lnTo>
                    <a:pt x="68" y="918"/>
                  </a:lnTo>
                  <a:lnTo>
                    <a:pt x="98" y="820"/>
                  </a:lnTo>
                  <a:lnTo>
                    <a:pt x="130" y="723"/>
                  </a:lnTo>
                  <a:lnTo>
                    <a:pt x="170" y="630"/>
                  </a:lnTo>
                  <a:lnTo>
                    <a:pt x="213" y="538"/>
                  </a:lnTo>
                  <a:lnTo>
                    <a:pt x="260" y="450"/>
                  </a:lnTo>
                  <a:lnTo>
                    <a:pt x="313" y="365"/>
                  </a:lnTo>
                  <a:lnTo>
                    <a:pt x="370" y="285"/>
                  </a:lnTo>
                  <a:lnTo>
                    <a:pt x="433" y="208"/>
                  </a:lnTo>
                  <a:lnTo>
                    <a:pt x="498" y="135"/>
                  </a:lnTo>
                  <a:lnTo>
                    <a:pt x="568" y="65"/>
                  </a:lnTo>
                  <a:lnTo>
                    <a:pt x="640" y="0"/>
                  </a:lnTo>
                </a:path>
              </a:pathLst>
            </a:custGeom>
            <a:noFill/>
            <a:ln w="635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8" name="Freeform 88">
              <a:extLst>
                <a:ext uri="{FF2B5EF4-FFF2-40B4-BE49-F238E27FC236}">
                  <a16:creationId xmlns:a16="http://schemas.microsoft.com/office/drawing/2014/main" id="{6717A5EF-44CB-EABE-806E-154BBA5CF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2576"/>
              <a:ext cx="167" cy="643"/>
            </a:xfrm>
            <a:custGeom>
              <a:avLst/>
              <a:gdLst>
                <a:gd name="T0" fmla="*/ 44 w 185"/>
                <a:gd name="T1" fmla="*/ 58 h 773"/>
                <a:gd name="T2" fmla="*/ 35 w 185"/>
                <a:gd name="T3" fmla="*/ 52 h 773"/>
                <a:gd name="T4" fmla="*/ 28 w 185"/>
                <a:gd name="T5" fmla="*/ 46 h 773"/>
                <a:gd name="T6" fmla="*/ 21 w 185"/>
                <a:gd name="T7" fmla="*/ 39 h 773"/>
                <a:gd name="T8" fmla="*/ 15 w 185"/>
                <a:gd name="T9" fmla="*/ 31 h 773"/>
                <a:gd name="T10" fmla="*/ 11 w 185"/>
                <a:gd name="T11" fmla="*/ 24 h 773"/>
                <a:gd name="T12" fmla="*/ 6 w 185"/>
                <a:gd name="T13" fmla="*/ 15 h 773"/>
                <a:gd name="T14" fmla="*/ 5 w 185"/>
                <a:gd name="T15" fmla="*/ 8 h 773"/>
                <a:gd name="T16" fmla="*/ 0 w 185"/>
                <a:gd name="T17" fmla="*/ 0 h 7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5"/>
                <a:gd name="T28" fmla="*/ 0 h 773"/>
                <a:gd name="T29" fmla="*/ 185 w 185"/>
                <a:gd name="T30" fmla="*/ 773 h 77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5" h="773">
                  <a:moveTo>
                    <a:pt x="185" y="773"/>
                  </a:moveTo>
                  <a:lnTo>
                    <a:pt x="150" y="688"/>
                  </a:lnTo>
                  <a:lnTo>
                    <a:pt x="117" y="598"/>
                  </a:lnTo>
                  <a:lnTo>
                    <a:pt x="87" y="505"/>
                  </a:lnTo>
                  <a:lnTo>
                    <a:pt x="62" y="410"/>
                  </a:lnTo>
                  <a:lnTo>
                    <a:pt x="42" y="310"/>
                  </a:lnTo>
                  <a:lnTo>
                    <a:pt x="25" y="210"/>
                  </a:lnTo>
                  <a:lnTo>
                    <a:pt x="10" y="105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9" name="Text Box 89">
              <a:extLst>
                <a:ext uri="{FF2B5EF4-FFF2-40B4-BE49-F238E27FC236}">
                  <a16:creationId xmlns:a16="http://schemas.microsoft.com/office/drawing/2014/main" id="{C3E812C9-B784-5D90-96EC-EBC69C5A9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" y="772"/>
              <a:ext cx="94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3200" b="1">
                  <a:ea typeface="黑体" panose="02010609060101010101" pitchFamily="49" charset="-122"/>
                </a:rPr>
                <a:t>等势面</a:t>
              </a:r>
            </a:p>
          </p:txBody>
        </p:sp>
        <p:sp>
          <p:nvSpPr>
            <p:cNvPr id="15450" name="Line 90">
              <a:extLst>
                <a:ext uri="{FF2B5EF4-FFF2-40B4-BE49-F238E27FC236}">
                  <a16:creationId xmlns:a16="http://schemas.microsoft.com/office/drawing/2014/main" id="{D71BAB73-4BA5-0E57-A89C-1AF86012E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6" y="1132"/>
              <a:ext cx="108" cy="49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1" name="Freeform 91">
              <a:extLst>
                <a:ext uri="{FF2B5EF4-FFF2-40B4-BE49-F238E27FC236}">
                  <a16:creationId xmlns:a16="http://schemas.microsoft.com/office/drawing/2014/main" id="{86F352C4-188F-FE5C-C061-B6D50FE45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1806"/>
              <a:ext cx="89" cy="491"/>
            </a:xfrm>
            <a:custGeom>
              <a:avLst/>
              <a:gdLst>
                <a:gd name="T0" fmla="*/ 10 w 105"/>
                <a:gd name="T1" fmla="*/ 0 h 496"/>
                <a:gd name="T2" fmla="*/ 3 w 105"/>
                <a:gd name="T3" fmla="*/ 204 h 496"/>
                <a:gd name="T4" fmla="*/ 3 w 105"/>
                <a:gd name="T5" fmla="*/ 380 h 496"/>
                <a:gd name="T6" fmla="*/ 3 w 105"/>
                <a:gd name="T7" fmla="*/ 430 h 4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"/>
                <a:gd name="T13" fmla="*/ 0 h 496"/>
                <a:gd name="T14" fmla="*/ 105 w 105"/>
                <a:gd name="T15" fmla="*/ 496 h 4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" h="496">
                  <a:moveTo>
                    <a:pt x="105" y="0"/>
                  </a:moveTo>
                  <a:cubicBezTo>
                    <a:pt x="77" y="79"/>
                    <a:pt x="50" y="159"/>
                    <a:pt x="33" y="232"/>
                  </a:cubicBezTo>
                  <a:cubicBezTo>
                    <a:pt x="16" y="305"/>
                    <a:pt x="10" y="392"/>
                    <a:pt x="5" y="436"/>
                  </a:cubicBezTo>
                  <a:cubicBezTo>
                    <a:pt x="0" y="480"/>
                    <a:pt x="5" y="486"/>
                    <a:pt x="5" y="496"/>
                  </a:cubicBezTo>
                </a:path>
              </a:pathLst>
            </a:cu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" name="Rectangle 92">
              <a:extLst>
                <a:ext uri="{FF2B5EF4-FFF2-40B4-BE49-F238E27FC236}">
                  <a16:creationId xmlns:a16="http://schemas.microsoft.com/office/drawing/2014/main" id="{90B5A68D-0E88-5845-7CD5-617DDC54F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" y="220"/>
              <a:ext cx="26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3200" b="1">
                  <a:latin typeface="黑体" panose="02010609060101010101" pitchFamily="49" charset="-122"/>
                  <a:ea typeface="黑体" panose="02010609060101010101" pitchFamily="49" charset="-122"/>
                </a:rPr>
                <a:t>电偶极子的等势面</a:t>
              </a:r>
              <a:endParaRPr lang="zh-CN" altLang="en-US" sz="3200" b="1">
                <a:ea typeface="黑体" panose="02010609060101010101" pitchFamily="49" charset="-122"/>
              </a:endParaRPr>
            </a:p>
          </p:txBody>
        </p:sp>
        <p:sp>
          <p:nvSpPr>
            <p:cNvPr id="15453" name="Rectangle 93">
              <a:extLst>
                <a:ext uri="{FF2B5EF4-FFF2-40B4-BE49-F238E27FC236}">
                  <a16:creationId xmlns:a16="http://schemas.microsoft.com/office/drawing/2014/main" id="{7A44EC91-06E8-9B50-B82E-0B090B548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773"/>
              <a:ext cx="8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3200" b="1">
                  <a:ea typeface="黑体" panose="02010609060101010101" pitchFamily="49" charset="-122"/>
                </a:rPr>
                <a:t>电场线</a:t>
              </a:r>
            </a:p>
          </p:txBody>
        </p:sp>
      </p:grpSp>
    </p:spTree>
  </p:cSld>
  <p:clrMapOvr>
    <a:masterClrMapping/>
  </p:clrMapOvr>
  <p:transition spd="slow"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2">
            <a:extLst>
              <a:ext uri="{FF2B5EF4-FFF2-40B4-BE49-F238E27FC236}">
                <a16:creationId xmlns:a16="http://schemas.microsoft.com/office/drawing/2014/main" id="{8D579490-8CA8-74C5-675B-5B75F29BD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388" y="3140075"/>
            <a:ext cx="2678112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243" name="Text Box 3">
            <a:extLst>
              <a:ext uri="{FF2B5EF4-FFF2-40B4-BE49-F238E27FC236}">
                <a16:creationId xmlns:a16="http://schemas.microsoft.com/office/drawing/2014/main" id="{EC077526-1C4F-DBF6-AC71-3E0FED3CC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1393825"/>
            <a:ext cx="9064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</a:rPr>
              <a:t>证明</a:t>
            </a:r>
            <a:r>
              <a:rPr lang="en-US" altLang="zh-CN" b="1">
                <a:solidFill>
                  <a:srgbClr val="66FFFF"/>
                </a:solidFill>
              </a:rPr>
              <a:t>:</a:t>
            </a:r>
          </a:p>
        </p:txBody>
      </p:sp>
      <p:graphicFrame>
        <p:nvGraphicFramePr>
          <p:cNvPr id="138244" name="Object 2">
            <a:extLst>
              <a:ext uri="{FF2B5EF4-FFF2-40B4-BE49-F238E27FC236}">
                <a16:creationId xmlns:a16="http://schemas.microsoft.com/office/drawing/2014/main" id="{E53DEF36-678B-0E44-260E-1C269C312917}"/>
              </a:ext>
            </a:extLst>
          </p:cNvPr>
          <p:cNvGraphicFramePr>
            <a:graphicFrameLocks/>
          </p:cNvGraphicFramePr>
          <p:nvPr/>
        </p:nvGraphicFramePr>
        <p:xfrm>
          <a:off x="1428750" y="2565400"/>
          <a:ext cx="3733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95918" imgH="418961" progId="Equation.3">
                  <p:embed/>
                </p:oleObj>
              </mc:Choice>
              <mc:Fallback>
                <p:oleObj name="Equation" r:id="rId3" imgW="3695918" imgH="418961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2565400"/>
                        <a:ext cx="3733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5" name="Object 3">
            <a:extLst>
              <a:ext uri="{FF2B5EF4-FFF2-40B4-BE49-F238E27FC236}">
                <a16:creationId xmlns:a16="http://schemas.microsoft.com/office/drawing/2014/main" id="{C51776A2-B760-1DD7-C0D1-A5F88DFFCDDB}"/>
              </a:ext>
            </a:extLst>
          </p:cNvPr>
          <p:cNvGraphicFramePr>
            <a:graphicFrameLocks/>
          </p:cNvGraphicFramePr>
          <p:nvPr/>
        </p:nvGraphicFramePr>
        <p:xfrm>
          <a:off x="1898650" y="3141663"/>
          <a:ext cx="1905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67118" imgH="434423" progId="Equation.3">
                  <p:embed/>
                </p:oleObj>
              </mc:Choice>
              <mc:Fallback>
                <p:oleObj name="Equation" r:id="rId5" imgW="1867118" imgH="434423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3141663"/>
                        <a:ext cx="1905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6" name="Object 4">
            <a:extLst>
              <a:ext uri="{FF2B5EF4-FFF2-40B4-BE49-F238E27FC236}">
                <a16:creationId xmlns:a16="http://schemas.microsoft.com/office/drawing/2014/main" id="{D87FC15F-ED8A-56C6-F146-0EFD262C91D5}"/>
              </a:ext>
            </a:extLst>
          </p:cNvPr>
          <p:cNvGraphicFramePr>
            <a:graphicFrameLocks/>
          </p:cNvGraphicFramePr>
          <p:nvPr/>
        </p:nvGraphicFramePr>
        <p:xfrm>
          <a:off x="755650" y="3644900"/>
          <a:ext cx="1357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18229" imgH="434423" progId="Equation.3">
                  <p:embed/>
                </p:oleObj>
              </mc:Choice>
              <mc:Fallback>
                <p:oleObj name="Equation" r:id="rId7" imgW="1318229" imgH="434423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644900"/>
                        <a:ext cx="1357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7" name="Object 5">
            <a:extLst>
              <a:ext uri="{FF2B5EF4-FFF2-40B4-BE49-F238E27FC236}">
                <a16:creationId xmlns:a16="http://schemas.microsoft.com/office/drawing/2014/main" id="{93D27D93-D2BE-8724-E1CC-7474C82243B8}"/>
              </a:ext>
            </a:extLst>
          </p:cNvPr>
          <p:cNvGraphicFramePr>
            <a:graphicFrameLocks/>
          </p:cNvGraphicFramePr>
          <p:nvPr/>
        </p:nvGraphicFramePr>
        <p:xfrm>
          <a:off x="2411413" y="3644900"/>
          <a:ext cx="2374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39371" imgH="396018" progId="Equation.3">
                  <p:embed/>
                </p:oleObj>
              </mc:Choice>
              <mc:Fallback>
                <p:oleObj name="Equation" r:id="rId9" imgW="2339371" imgH="396018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644900"/>
                        <a:ext cx="2374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8" name="Object 6">
            <a:extLst>
              <a:ext uri="{FF2B5EF4-FFF2-40B4-BE49-F238E27FC236}">
                <a16:creationId xmlns:a16="http://schemas.microsoft.com/office/drawing/2014/main" id="{01387350-26F5-96B0-48FD-92E47339C903}"/>
              </a:ext>
            </a:extLst>
          </p:cNvPr>
          <p:cNvGraphicFramePr>
            <a:graphicFrameLocks/>
          </p:cNvGraphicFramePr>
          <p:nvPr/>
        </p:nvGraphicFramePr>
        <p:xfrm>
          <a:off x="1835150" y="4449763"/>
          <a:ext cx="12700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34627" imgH="281801" progId="Equation.3">
                  <p:embed/>
                </p:oleObj>
              </mc:Choice>
              <mc:Fallback>
                <p:oleObj name="Equation" r:id="rId11" imgW="1234627" imgH="281801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449763"/>
                        <a:ext cx="12700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9" name="AutoShape 9">
            <a:extLst>
              <a:ext uri="{FF2B5EF4-FFF2-40B4-BE49-F238E27FC236}">
                <a16:creationId xmlns:a16="http://schemas.microsoft.com/office/drawing/2014/main" id="{4B59BA44-5E95-77C2-E857-51395F5DE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300" y="4518025"/>
            <a:ext cx="533400" cy="219075"/>
          </a:xfrm>
          <a:prstGeom prst="rightArrow">
            <a:avLst>
              <a:gd name="adj1" fmla="val 50000"/>
              <a:gd name="adj2" fmla="val 6087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38250" name="Object 7">
            <a:extLst>
              <a:ext uri="{FF2B5EF4-FFF2-40B4-BE49-F238E27FC236}">
                <a16:creationId xmlns:a16="http://schemas.microsoft.com/office/drawing/2014/main" id="{168921D6-9BD8-DD17-D071-5B90A9DAD63D}"/>
              </a:ext>
            </a:extLst>
          </p:cNvPr>
          <p:cNvGraphicFramePr>
            <a:graphicFrameLocks/>
          </p:cNvGraphicFramePr>
          <p:nvPr/>
        </p:nvGraphicFramePr>
        <p:xfrm>
          <a:off x="4175125" y="4221163"/>
          <a:ext cx="81438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77302" imgH="785054" progId="Equation.3">
                  <p:embed/>
                </p:oleObj>
              </mc:Choice>
              <mc:Fallback>
                <p:oleObj name="Equation" r:id="rId13" imgW="777302" imgH="785054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25" y="4221163"/>
                        <a:ext cx="814388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8251" name="Picture 11">
            <a:extLst>
              <a:ext uri="{FF2B5EF4-FFF2-40B4-BE49-F238E27FC236}">
                <a16:creationId xmlns:a16="http://schemas.microsoft.com/office/drawing/2014/main" id="{C1AF1EC0-4D58-068B-5163-9AF561609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725" y="2636838"/>
            <a:ext cx="2678113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2">
            <a:extLst>
              <a:ext uri="{FF2B5EF4-FFF2-40B4-BE49-F238E27FC236}">
                <a16:creationId xmlns:a16="http://schemas.microsoft.com/office/drawing/2014/main" id="{3B03433D-9ED2-CBE2-6416-7655A8FBB48E}"/>
              </a:ext>
            </a:extLst>
          </p:cNvPr>
          <p:cNvGrpSpPr>
            <a:grpSpLocks/>
          </p:cNvGrpSpPr>
          <p:nvPr/>
        </p:nvGrpSpPr>
        <p:grpSpPr bwMode="auto">
          <a:xfrm>
            <a:off x="6421438" y="2871788"/>
            <a:ext cx="528637" cy="457200"/>
            <a:chOff x="4068" y="1521"/>
            <a:chExt cx="333" cy="288"/>
          </a:xfrm>
        </p:grpSpPr>
        <p:sp>
          <p:nvSpPr>
            <p:cNvPr id="16426" name="Oval 13">
              <a:extLst>
                <a:ext uri="{FF2B5EF4-FFF2-40B4-BE49-F238E27FC236}">
                  <a16:creationId xmlns:a16="http://schemas.microsoft.com/office/drawing/2014/main" id="{C2071D59-58E4-4F0A-16D8-6D1678F02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1671"/>
              <a:ext cx="96" cy="9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27" name="Text Box 14">
              <a:extLst>
                <a:ext uri="{FF2B5EF4-FFF2-40B4-BE49-F238E27FC236}">
                  <a16:creationId xmlns:a16="http://schemas.microsoft.com/office/drawing/2014/main" id="{CE02AC78-D50E-805D-4937-F6EAA3593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" y="152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/>
                <a:t>p</a:t>
              </a:r>
            </a:p>
          </p:txBody>
        </p:sp>
      </p:grpSp>
      <p:grpSp>
        <p:nvGrpSpPr>
          <p:cNvPr id="3" name="Group 15">
            <a:extLst>
              <a:ext uri="{FF2B5EF4-FFF2-40B4-BE49-F238E27FC236}">
                <a16:creationId xmlns:a16="http://schemas.microsoft.com/office/drawing/2014/main" id="{293B4724-D4AA-4D31-548F-A8A8B0E82C00}"/>
              </a:ext>
            </a:extLst>
          </p:cNvPr>
          <p:cNvGrpSpPr>
            <a:grpSpLocks/>
          </p:cNvGrpSpPr>
          <p:nvPr/>
        </p:nvGrpSpPr>
        <p:grpSpPr bwMode="auto">
          <a:xfrm>
            <a:off x="7210425" y="3543300"/>
            <a:ext cx="434975" cy="579438"/>
            <a:chOff x="4565" y="1944"/>
            <a:chExt cx="274" cy="365"/>
          </a:xfrm>
        </p:grpSpPr>
        <p:sp>
          <p:nvSpPr>
            <p:cNvPr id="16424" name="Text Box 16">
              <a:extLst>
                <a:ext uri="{FF2B5EF4-FFF2-40B4-BE49-F238E27FC236}">
                  <a16:creationId xmlns:a16="http://schemas.microsoft.com/office/drawing/2014/main" id="{37AB65F4-1EF2-1B6C-0A29-232D373A6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5" y="2021"/>
              <a:ext cx="2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Q</a:t>
              </a:r>
            </a:p>
          </p:txBody>
        </p:sp>
        <p:sp>
          <p:nvSpPr>
            <p:cNvPr id="16425" name="Oval 17">
              <a:extLst>
                <a:ext uri="{FF2B5EF4-FFF2-40B4-BE49-F238E27FC236}">
                  <a16:creationId xmlns:a16="http://schemas.microsoft.com/office/drawing/2014/main" id="{9E19448E-059D-E0DB-1C3B-628C1FB85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0" y="1944"/>
              <a:ext cx="96" cy="9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8258" name="Line 18">
            <a:extLst>
              <a:ext uri="{FF2B5EF4-FFF2-40B4-BE49-F238E27FC236}">
                <a16:creationId xmlns:a16="http://schemas.microsoft.com/office/drawing/2014/main" id="{D23EB765-FBC2-54A1-2D1B-2E3E76088D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3182938"/>
            <a:ext cx="466725" cy="442912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8259" name="Object 8">
            <a:extLst>
              <a:ext uri="{FF2B5EF4-FFF2-40B4-BE49-F238E27FC236}">
                <a16:creationId xmlns:a16="http://schemas.microsoft.com/office/drawing/2014/main" id="{FF61B56F-7C86-70FD-AB66-398684D49F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8463" y="3390900"/>
          <a:ext cx="381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8296" imgH="327688" progId="Equation.3">
                  <p:embed/>
                </p:oleObj>
              </mc:Choice>
              <mc:Fallback>
                <p:oleObj name="Equation" r:id="rId16" imgW="358296" imgH="32768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463" y="3390900"/>
                        <a:ext cx="381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60" name="Line 20">
            <a:extLst>
              <a:ext uri="{FF2B5EF4-FFF2-40B4-BE49-F238E27FC236}">
                <a16:creationId xmlns:a16="http://schemas.microsoft.com/office/drawing/2014/main" id="{5A9B777D-4639-3DFD-19A0-45ADFF1F68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9113" y="2876550"/>
            <a:ext cx="1447800" cy="3048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8261" name="Object 9">
            <a:extLst>
              <a:ext uri="{FF2B5EF4-FFF2-40B4-BE49-F238E27FC236}">
                <a16:creationId xmlns:a16="http://schemas.microsoft.com/office/drawing/2014/main" id="{B4D14A1F-1FB6-1368-1421-CD26B51F26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8288" y="2457450"/>
          <a:ext cx="39211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58296" imgH="441905" progId="Equation.3">
                  <p:embed/>
                </p:oleObj>
              </mc:Choice>
              <mc:Fallback>
                <p:oleObj name="Equation" r:id="rId18" imgW="358296" imgH="44190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8288" y="2457450"/>
                        <a:ext cx="392112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2" name="Object 10">
            <a:extLst>
              <a:ext uri="{FF2B5EF4-FFF2-40B4-BE49-F238E27FC236}">
                <a16:creationId xmlns:a16="http://schemas.microsoft.com/office/drawing/2014/main" id="{EDC41A46-2A5F-0854-3DA1-6DF54B040D08}"/>
              </a:ext>
            </a:extLst>
          </p:cNvPr>
          <p:cNvGraphicFramePr>
            <a:graphicFrameLocks/>
          </p:cNvGraphicFramePr>
          <p:nvPr/>
        </p:nvGraphicFramePr>
        <p:xfrm>
          <a:off x="7219950" y="3113088"/>
          <a:ext cx="230188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593" imgH="281801" progId="Equation.3">
                  <p:embed/>
                </p:oleObj>
              </mc:Choice>
              <mc:Fallback>
                <p:oleObj name="Equation" r:id="rId20" imgW="190593" imgH="281801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9950" y="3113088"/>
                        <a:ext cx="230188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63" name="Rectangle 23">
            <a:extLst>
              <a:ext uri="{FF2B5EF4-FFF2-40B4-BE49-F238E27FC236}">
                <a16:creationId xmlns:a16="http://schemas.microsoft.com/office/drawing/2014/main" id="{1F05C57E-1E3C-5DFD-9ECA-C19BBD9C4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341438"/>
            <a:ext cx="633412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>
                <a:latin typeface="宋体" panose="02010600030101010101" pitchFamily="2" charset="-122"/>
              </a:rPr>
              <a:t>设等势面上</a:t>
            </a:r>
            <a:r>
              <a:rPr lang="en-US" altLang="zh-CN" b="1" i="1">
                <a:solidFill>
                  <a:srgbClr val="66FFFF"/>
                </a:solidFill>
              </a:rPr>
              <a:t>P</a:t>
            </a:r>
            <a:r>
              <a:rPr lang="zh-CN" altLang="en-US" b="1">
                <a:latin typeface="宋体" panose="02010600030101010101" pitchFamily="2" charset="-122"/>
              </a:rPr>
              <a:t>点的电场强度与等势面夹角为</a:t>
            </a:r>
            <a:r>
              <a:rPr lang="zh-CN" altLang="en-US" b="1" i="1">
                <a:solidFill>
                  <a:srgbClr val="66FFFF"/>
                </a:solidFill>
                <a:sym typeface="Symbol" panose="05050102010706020507" pitchFamily="18" charset="2"/>
              </a:rPr>
              <a:t> </a:t>
            </a:r>
            <a:r>
              <a:rPr lang="en-US" altLang="zh-CN" b="1">
                <a:latin typeface="宋体" panose="02010600030101010101" pitchFamily="2" charset="-122"/>
                <a:sym typeface="Symbol" panose="05050102010706020507" pitchFamily="18" charset="2"/>
              </a:rPr>
              <a:t>,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>
                <a:latin typeface="宋体" panose="02010600030101010101" pitchFamily="2" charset="-122"/>
                <a:sym typeface="Symbol" panose="05050102010706020507" pitchFamily="18" charset="2"/>
              </a:rPr>
              <a:t>把</a:t>
            </a:r>
            <a:r>
              <a:rPr lang="en-US" altLang="zh-CN" b="1" i="1">
                <a:solidFill>
                  <a:srgbClr val="66FFFF"/>
                </a:solidFill>
                <a:sym typeface="Symbol" panose="05050102010706020507" pitchFamily="18" charset="2"/>
              </a:rPr>
              <a:t>q</a:t>
            </a:r>
            <a:r>
              <a:rPr lang="en-US" altLang="zh-CN" b="1" baseline="-25000">
                <a:solidFill>
                  <a:srgbClr val="66FFFF"/>
                </a:solidFill>
                <a:sym typeface="Symbol" panose="05050102010706020507" pitchFamily="18" charset="2"/>
              </a:rPr>
              <a:t>0</a:t>
            </a:r>
            <a:r>
              <a:rPr lang="en-US" altLang="zh-CN" b="1" baseline="-2500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>
                <a:latin typeface="宋体" panose="02010600030101010101" pitchFamily="2" charset="-122"/>
                <a:sym typeface="Symbol" panose="05050102010706020507" pitchFamily="18" charset="2"/>
              </a:rPr>
              <a:t>在等势面上移动</a:t>
            </a:r>
          </a:p>
        </p:txBody>
      </p:sp>
      <p:sp>
        <p:nvSpPr>
          <p:cNvPr id="138264" name="Rectangle 24">
            <a:extLst>
              <a:ext uri="{FF2B5EF4-FFF2-40B4-BE49-F238E27FC236}">
                <a16:creationId xmlns:a16="http://schemas.microsoft.com/office/drawing/2014/main" id="{11588393-4471-1301-6C88-C3DBE3DBA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525" y="1849438"/>
            <a:ext cx="2197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b="1">
                <a:latin typeface="宋体" panose="02010600030101010101" pitchFamily="2" charset="-122"/>
                <a:sym typeface="Symbol" panose="05050102010706020507" pitchFamily="18" charset="2"/>
              </a:rPr>
              <a:t>电场力作功为</a:t>
            </a:r>
          </a:p>
        </p:txBody>
      </p:sp>
      <p:graphicFrame>
        <p:nvGraphicFramePr>
          <p:cNvPr id="138265" name="Object 11">
            <a:extLst>
              <a:ext uri="{FF2B5EF4-FFF2-40B4-BE49-F238E27FC236}">
                <a16:creationId xmlns:a16="http://schemas.microsoft.com/office/drawing/2014/main" id="{E922529C-7E48-13B5-335B-B425DD7EF2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2750" y="1906588"/>
          <a:ext cx="381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8296" imgH="327688" progId="Equation.3">
                  <p:embed/>
                </p:oleObj>
              </mc:Choice>
              <mc:Fallback>
                <p:oleObj name="Equation" r:id="rId16" imgW="358296" imgH="32768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1906588"/>
                        <a:ext cx="381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66" name="Arc 26">
            <a:extLst>
              <a:ext uri="{FF2B5EF4-FFF2-40B4-BE49-F238E27FC236}">
                <a16:creationId xmlns:a16="http://schemas.microsoft.com/office/drawing/2014/main" id="{2948E289-EA2F-60A5-E01C-197E16D0D72F}"/>
              </a:ext>
            </a:extLst>
          </p:cNvPr>
          <p:cNvSpPr>
            <a:spLocks/>
          </p:cNvSpPr>
          <p:nvPr/>
        </p:nvSpPr>
        <p:spPr bwMode="auto">
          <a:xfrm>
            <a:off x="6761163" y="3149600"/>
            <a:ext cx="338137" cy="196850"/>
          </a:xfrm>
          <a:custGeom>
            <a:avLst/>
            <a:gdLst>
              <a:gd name="T0" fmla="*/ 2147483646 w 21600"/>
              <a:gd name="T1" fmla="*/ 0 h 13162"/>
              <a:gd name="T2" fmla="*/ 2147483646 w 21600"/>
              <a:gd name="T3" fmla="*/ 2147483646 h 13162"/>
              <a:gd name="T4" fmla="*/ 0 w 21600"/>
              <a:gd name="T5" fmla="*/ 2147483646 h 13162"/>
              <a:gd name="T6" fmla="*/ 0 60000 65536"/>
              <a:gd name="T7" fmla="*/ 0 60000 65536"/>
              <a:gd name="T8" fmla="*/ 0 60000 65536"/>
              <a:gd name="T9" fmla="*/ 0 w 21600"/>
              <a:gd name="T10" fmla="*/ 0 h 13162"/>
              <a:gd name="T11" fmla="*/ 21600 w 21600"/>
              <a:gd name="T12" fmla="*/ 13162 h 13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3162" fill="none" extrusionOk="0">
                <a:moveTo>
                  <a:pt x="21546" y="0"/>
                </a:moveTo>
                <a:cubicBezTo>
                  <a:pt x="21582" y="503"/>
                  <a:pt x="21600" y="1008"/>
                  <a:pt x="21600" y="1514"/>
                </a:cubicBezTo>
                <a:cubicBezTo>
                  <a:pt x="21600" y="5642"/>
                  <a:pt x="20416" y="9685"/>
                  <a:pt x="18190" y="13162"/>
                </a:cubicBezTo>
              </a:path>
              <a:path w="21600" h="13162" stroke="0" extrusionOk="0">
                <a:moveTo>
                  <a:pt x="21546" y="0"/>
                </a:moveTo>
                <a:cubicBezTo>
                  <a:pt x="21582" y="503"/>
                  <a:pt x="21600" y="1008"/>
                  <a:pt x="21600" y="1514"/>
                </a:cubicBezTo>
                <a:cubicBezTo>
                  <a:pt x="21600" y="5642"/>
                  <a:pt x="20416" y="9685"/>
                  <a:pt x="18190" y="13162"/>
                </a:cubicBezTo>
                <a:lnTo>
                  <a:pt x="0" y="1514"/>
                </a:lnTo>
                <a:lnTo>
                  <a:pt x="21546" y="0"/>
                </a:lnTo>
                <a:close/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67" name="Line 27">
            <a:extLst>
              <a:ext uri="{FF2B5EF4-FFF2-40B4-BE49-F238E27FC236}">
                <a16:creationId xmlns:a16="http://schemas.microsoft.com/office/drawing/2014/main" id="{5E282CF5-905E-27F8-1716-F901B4A088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86575" y="2276475"/>
            <a:ext cx="1008063" cy="881063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68" name="Text Box 28">
            <a:extLst>
              <a:ext uri="{FF2B5EF4-FFF2-40B4-BE49-F238E27FC236}">
                <a16:creationId xmlns:a16="http://schemas.microsoft.com/office/drawing/2014/main" id="{9BACE4B4-12A1-08F2-6159-94E34E31C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5011738"/>
            <a:ext cx="93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(2)</a:t>
            </a:r>
            <a:endParaRPr lang="en-US" altLang="zh-CN" b="1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8269" name="Text Box 29">
            <a:extLst>
              <a:ext uri="{FF2B5EF4-FFF2-40B4-BE49-F238E27FC236}">
                <a16:creationId xmlns:a16="http://schemas.microsoft.com/office/drawing/2014/main" id="{B5A8914A-821E-507C-5AD5-259DBBD56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5049838"/>
            <a:ext cx="159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等势面密</a:t>
            </a:r>
          </a:p>
        </p:txBody>
      </p:sp>
      <p:sp>
        <p:nvSpPr>
          <p:cNvPr id="138270" name="Line 30">
            <a:extLst>
              <a:ext uri="{FF2B5EF4-FFF2-40B4-BE49-F238E27FC236}">
                <a16:creationId xmlns:a16="http://schemas.microsoft.com/office/drawing/2014/main" id="{C83B09FE-30AA-5013-8681-63861B876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0488" y="5302250"/>
            <a:ext cx="609600" cy="0"/>
          </a:xfrm>
          <a:prstGeom prst="line">
            <a:avLst/>
          </a:prstGeom>
          <a:noFill/>
          <a:ln w="5715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8271" name="Object 12">
            <a:extLst>
              <a:ext uri="{FF2B5EF4-FFF2-40B4-BE49-F238E27FC236}">
                <a16:creationId xmlns:a16="http://schemas.microsoft.com/office/drawing/2014/main" id="{9A1D021B-D8AE-87A8-F5D8-EDCE8F9685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6288" y="5038725"/>
          <a:ext cx="381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14456" imgH="152622" progId="Equation.3">
                  <p:embed/>
                </p:oleObj>
              </mc:Choice>
              <mc:Fallback>
                <p:oleObj name="Equation" r:id="rId23" imgW="114456" imgH="15262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5038725"/>
                        <a:ext cx="381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72" name="Text Box 32">
            <a:extLst>
              <a:ext uri="{FF2B5EF4-FFF2-40B4-BE49-F238E27FC236}">
                <a16:creationId xmlns:a16="http://schemas.microsoft.com/office/drawing/2014/main" id="{6FB2D4FB-A14C-D0D7-4F7B-A6A422AF2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1413" y="503555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仿宋_GB2312" pitchFamily="49" charset="-122"/>
              </a:rPr>
              <a:t>大</a:t>
            </a:r>
          </a:p>
        </p:txBody>
      </p:sp>
      <p:sp>
        <p:nvSpPr>
          <p:cNvPr id="138273" name="Text Box 33">
            <a:extLst>
              <a:ext uri="{FF2B5EF4-FFF2-40B4-BE49-F238E27FC236}">
                <a16:creationId xmlns:a16="http://schemas.microsoft.com/office/drawing/2014/main" id="{87A749BE-BDB9-AF23-4655-231CAD353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6488" y="5037138"/>
            <a:ext cx="1593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等势面疏</a:t>
            </a:r>
          </a:p>
        </p:txBody>
      </p:sp>
      <p:sp>
        <p:nvSpPr>
          <p:cNvPr id="138274" name="Line 34">
            <a:extLst>
              <a:ext uri="{FF2B5EF4-FFF2-40B4-BE49-F238E27FC236}">
                <a16:creationId xmlns:a16="http://schemas.microsoft.com/office/drawing/2014/main" id="{4314414D-E336-0D8D-B0CF-156395D19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7938" y="5265738"/>
            <a:ext cx="609600" cy="0"/>
          </a:xfrm>
          <a:prstGeom prst="line">
            <a:avLst/>
          </a:prstGeom>
          <a:noFill/>
          <a:ln w="5715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8275" name="Object 13">
            <a:extLst>
              <a:ext uri="{FF2B5EF4-FFF2-40B4-BE49-F238E27FC236}">
                <a16:creationId xmlns:a16="http://schemas.microsoft.com/office/drawing/2014/main" id="{5C6A567D-86BA-5044-84BA-583C1E310D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0088" y="5011738"/>
          <a:ext cx="381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14456" imgH="152622" progId="Equation.3">
                  <p:embed/>
                </p:oleObj>
              </mc:Choice>
              <mc:Fallback>
                <p:oleObj name="Equation" r:id="rId25" imgW="114456" imgH="152622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0088" y="5011738"/>
                        <a:ext cx="381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76" name="Text Box 36">
            <a:extLst>
              <a:ext uri="{FF2B5EF4-FFF2-40B4-BE49-F238E27FC236}">
                <a16:creationId xmlns:a16="http://schemas.microsoft.com/office/drawing/2014/main" id="{EA3ADE8B-4EED-B93D-AB9F-F294F0617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938" y="5037138"/>
            <a:ext cx="4937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仿宋_GB2312" pitchFamily="49" charset="-122"/>
              </a:rPr>
              <a:t>小</a:t>
            </a:r>
          </a:p>
        </p:txBody>
      </p:sp>
      <p:sp>
        <p:nvSpPr>
          <p:cNvPr id="138277" name="Text Box 37">
            <a:extLst>
              <a:ext uri="{FF2B5EF4-FFF2-40B4-BE49-F238E27FC236}">
                <a16:creationId xmlns:a16="http://schemas.microsoft.com/office/drawing/2014/main" id="{4AE6BEFF-379F-F7C0-5A82-6BCCCDB36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75" y="5510213"/>
            <a:ext cx="5545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</a:rPr>
              <a:t>( </a:t>
            </a:r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规定</a:t>
            </a:r>
            <a:r>
              <a:rPr lang="en-US" altLang="zh-CN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相邻两等势面间的电势差都相同</a:t>
            </a:r>
            <a:r>
              <a:rPr lang="en-US" altLang="zh-CN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138278" name="Text Box 38">
            <a:extLst>
              <a:ext uri="{FF2B5EF4-FFF2-40B4-BE49-F238E27FC236}">
                <a16:creationId xmlns:a16="http://schemas.microsoft.com/office/drawing/2014/main" id="{08D485C5-635B-B04A-0C6D-487201678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6049963"/>
            <a:ext cx="7086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(3) </a:t>
            </a:r>
            <a:r>
              <a:rPr lang="zh-CN" altLang="en-US" b="1">
                <a:latin typeface="宋体" panose="02010600030101010101" pitchFamily="2" charset="-122"/>
              </a:rPr>
              <a:t>电场强度的方向总是指向电势降落的方向</a:t>
            </a:r>
          </a:p>
          <a:p>
            <a:pPr eaLnBrk="1" hangingPunct="1"/>
            <a:r>
              <a:rPr lang="zh-CN" altLang="en-US" sz="2000" b="1">
                <a:solidFill>
                  <a:srgbClr val="FF9900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2000" b="1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（电场力作正功，电势减小）</a:t>
            </a:r>
            <a:endParaRPr lang="zh-CN" altLang="en-US" sz="2000" b="1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38279" name="Picture 39" descr="j0293240">
            <a:extLst>
              <a:ext uri="{FF2B5EF4-FFF2-40B4-BE49-F238E27FC236}">
                <a16:creationId xmlns:a16="http://schemas.microsoft.com/office/drawing/2014/main" id="{BD81B572-1450-F18C-0AC4-BD04F60FC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813" y="6669088"/>
            <a:ext cx="611187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291" name="Text Box 51">
            <a:extLst>
              <a:ext uri="{FF2B5EF4-FFF2-40B4-BE49-F238E27FC236}">
                <a16:creationId xmlns:a16="http://schemas.microsoft.com/office/drawing/2014/main" id="{43B87320-2ED3-A027-7BA4-C3AAABCC7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60350"/>
            <a:ext cx="3979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等势面的性质</a:t>
            </a:r>
            <a:r>
              <a:rPr lang="en-US" altLang="zh-CN" b="1">
                <a:solidFill>
                  <a:srgbClr val="66FFFF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138292" name="Text Box 52">
            <a:extLst>
              <a:ext uri="{FF2B5EF4-FFF2-40B4-BE49-F238E27FC236}">
                <a16:creationId xmlns:a16="http://schemas.microsoft.com/office/drawing/2014/main" id="{CC10AD67-2C5E-D2F9-B85F-BE62BD223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765175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(1)</a:t>
            </a:r>
          </a:p>
        </p:txBody>
      </p:sp>
      <p:graphicFrame>
        <p:nvGraphicFramePr>
          <p:cNvPr id="138293" name="Object 14">
            <a:extLst>
              <a:ext uri="{FF2B5EF4-FFF2-40B4-BE49-F238E27FC236}">
                <a16:creationId xmlns:a16="http://schemas.microsoft.com/office/drawing/2014/main" id="{067A68EF-1A7A-364A-BA3A-F56D23E1E0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836613"/>
          <a:ext cx="1573213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714344" imgH="365594" progId="Equation.3">
                  <p:embed/>
                </p:oleObj>
              </mc:Choice>
              <mc:Fallback>
                <p:oleObj name="Equation" r:id="rId28" imgW="1714344" imgH="36559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836613"/>
                        <a:ext cx="1573213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97" name="Text Box 57">
            <a:extLst>
              <a:ext uri="{FF2B5EF4-FFF2-40B4-BE49-F238E27FC236}">
                <a16:creationId xmlns:a16="http://schemas.microsoft.com/office/drawing/2014/main" id="{ACF9ACB4-CD75-3B29-B1B7-21E36D18A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476250"/>
            <a:ext cx="4343400" cy="88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b="1" i="1">
                <a:solidFill>
                  <a:srgbClr val="FFFF00"/>
                </a:solidFill>
                <a:ea typeface="楷体_GB2312" pitchFamily="49" charset="-122"/>
              </a:rPr>
              <a:t>•</a:t>
            </a:r>
            <a:r>
              <a:rPr lang="en-US" altLang="zh-CN" b="1" i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电荷在等势面上移动，电场  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 力不作功。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138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138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3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1000"/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138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3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3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3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38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3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3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3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3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3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3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3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138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5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38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138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autoUpdateAnimBg="0"/>
      <p:bldP spid="138249" grpId="0" animBg="1"/>
      <p:bldP spid="138263" grpId="0" autoUpdateAnimBg="0"/>
      <p:bldP spid="138264" grpId="0" autoUpdateAnimBg="0"/>
      <p:bldP spid="138268" grpId="0" autoUpdateAnimBg="0"/>
      <p:bldP spid="138269" grpId="0" autoUpdateAnimBg="0"/>
      <p:bldP spid="138272" grpId="0" autoUpdateAnimBg="0"/>
      <p:bldP spid="138273" grpId="0" autoUpdateAnimBg="0"/>
      <p:bldP spid="138276" grpId="0" autoUpdateAnimBg="0"/>
      <p:bldP spid="138277" grpId="0" autoUpdateAnimBg="0"/>
      <p:bldP spid="138278" grpId="0" autoUpdateAnimBg="0"/>
      <p:bldP spid="138291" grpId="0" autoUpdateAnimBg="0"/>
      <p:bldP spid="138292" grpId="0" autoUpdateAnimBg="0"/>
      <p:bldP spid="138297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2">
            <a:extLst>
              <a:ext uri="{FF2B5EF4-FFF2-40B4-BE49-F238E27FC236}">
                <a16:creationId xmlns:a16="http://schemas.microsoft.com/office/drawing/2014/main" id="{6627E6DE-4627-8D9F-C506-A2394487E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263525"/>
            <a:ext cx="5037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FF00"/>
                </a:solidFill>
              </a:rPr>
              <a:t>二</a:t>
            </a:r>
            <a:r>
              <a:rPr lang="en-US" altLang="zh-CN" sz="2800" b="1">
                <a:solidFill>
                  <a:srgbClr val="FFFF00"/>
                </a:solidFill>
              </a:rPr>
              <a:t>. </a:t>
            </a:r>
            <a:r>
              <a:rPr lang="zh-CN" altLang="en-US" sz="2800" b="1">
                <a:solidFill>
                  <a:srgbClr val="FFFF00"/>
                </a:solidFill>
              </a:rPr>
              <a:t>电势与电场强度的微分关系</a:t>
            </a:r>
          </a:p>
        </p:txBody>
      </p:sp>
      <p:sp>
        <p:nvSpPr>
          <p:cNvPr id="139267" name="Text Box 3">
            <a:extLst>
              <a:ext uri="{FF2B5EF4-FFF2-40B4-BE49-F238E27FC236}">
                <a16:creationId xmlns:a16="http://schemas.microsoft.com/office/drawing/2014/main" id="{32A10BF6-BA22-D1DB-A05A-210DDC883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855663"/>
            <a:ext cx="8761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取两个相邻的等势面，把点电荷从</a:t>
            </a:r>
            <a:r>
              <a:rPr lang="en-US" altLang="zh-CN" b="1">
                <a:solidFill>
                  <a:srgbClr val="FF9900"/>
                </a:solidFill>
              </a:rPr>
              <a:t>P </a:t>
            </a:r>
            <a:r>
              <a:rPr lang="zh-CN" altLang="en-US" b="1">
                <a:latin typeface="宋体" panose="02010600030101010101" pitchFamily="2" charset="-122"/>
              </a:rPr>
              <a:t>移到</a:t>
            </a:r>
            <a:r>
              <a:rPr lang="en-US" altLang="zh-CN" b="1">
                <a:solidFill>
                  <a:srgbClr val="FF9900"/>
                </a:solidFill>
              </a:rPr>
              <a:t>Q</a:t>
            </a:r>
            <a:r>
              <a:rPr lang="zh-CN" altLang="en-US" b="1">
                <a:latin typeface="宋体" panose="02010600030101010101" pitchFamily="2" charset="-122"/>
              </a:rPr>
              <a:t>，电场力作功为：</a:t>
            </a:r>
          </a:p>
        </p:txBody>
      </p:sp>
      <p:graphicFrame>
        <p:nvGraphicFramePr>
          <p:cNvPr id="139268" name="Object 4">
            <a:extLst>
              <a:ext uri="{FF2B5EF4-FFF2-40B4-BE49-F238E27FC236}">
                <a16:creationId xmlns:a16="http://schemas.microsoft.com/office/drawing/2014/main" id="{EECA9EDD-F433-D069-4816-10F138DC22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2143125"/>
          <a:ext cx="128587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81853" imgH="358112" progId="Equation.3">
                  <p:embed/>
                </p:oleObj>
              </mc:Choice>
              <mc:Fallback>
                <p:oleObj name="公式" r:id="rId2" imgW="1081853" imgH="358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143125"/>
                        <a:ext cx="128587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9" name="Object 5">
            <a:extLst>
              <a:ext uri="{FF2B5EF4-FFF2-40B4-BE49-F238E27FC236}">
                <a16:creationId xmlns:a16="http://schemas.microsoft.com/office/drawing/2014/main" id="{B545B002-060F-6DEC-D0C0-587551419A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1563" y="2143125"/>
          <a:ext cx="3357562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01358" imgH="190528" progId="Equation.3">
                  <p:embed/>
                </p:oleObj>
              </mc:Choice>
              <mc:Fallback>
                <p:oleObj name="公式" r:id="rId4" imgW="1501358" imgH="19052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2143125"/>
                        <a:ext cx="3357562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0" name="Object 6">
            <a:extLst>
              <a:ext uri="{FF2B5EF4-FFF2-40B4-BE49-F238E27FC236}">
                <a16:creationId xmlns:a16="http://schemas.microsoft.com/office/drawing/2014/main" id="{F6D8FF45-1DE2-0282-C50E-BF3CB4A32A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1571625"/>
          <a:ext cx="40274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81462" imgH="327688" progId="Equation.3">
                  <p:embed/>
                </p:oleObj>
              </mc:Choice>
              <mc:Fallback>
                <p:oleObj name="公式" r:id="rId6" imgW="3581462" imgH="32768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571625"/>
                        <a:ext cx="402748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1" name="AutoShape 7">
            <a:extLst>
              <a:ext uri="{FF2B5EF4-FFF2-40B4-BE49-F238E27FC236}">
                <a16:creationId xmlns:a16="http://schemas.microsoft.com/office/drawing/2014/main" id="{23F7E1FF-4D1D-6A37-A992-CB8B552607A7}"/>
              </a:ext>
            </a:extLst>
          </p:cNvPr>
          <p:cNvSpPr>
            <a:spLocks/>
          </p:cNvSpPr>
          <p:nvPr/>
        </p:nvSpPr>
        <p:spPr bwMode="auto">
          <a:xfrm>
            <a:off x="857250" y="1571625"/>
            <a:ext cx="233363" cy="1795463"/>
          </a:xfrm>
          <a:prstGeom prst="leftBrace">
            <a:avLst>
              <a:gd name="adj1" fmla="val 46270"/>
              <a:gd name="adj2" fmla="val 51528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39272" name="Object 8">
            <a:extLst>
              <a:ext uri="{FF2B5EF4-FFF2-40B4-BE49-F238E27FC236}">
                <a16:creationId xmlns:a16="http://schemas.microsoft.com/office/drawing/2014/main" id="{4882CCF2-0B13-AF6D-AE1C-DD7AF23335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2857500"/>
          <a:ext cx="357187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09793" imgH="190528" progId="Equation.3">
                  <p:embed/>
                </p:oleObj>
              </mc:Choice>
              <mc:Fallback>
                <p:oleObj name="公式" r:id="rId8" imgW="1409793" imgH="19052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857500"/>
                        <a:ext cx="357187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9273" name="Picture 9">
            <a:extLst>
              <a:ext uri="{FF2B5EF4-FFF2-40B4-BE49-F238E27FC236}">
                <a16:creationId xmlns:a16="http://schemas.microsoft.com/office/drawing/2014/main" id="{8341EC2F-2FBE-796F-DA3B-E4505A934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1643063"/>
            <a:ext cx="3429000" cy="2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9274" name="Picture 10">
            <a:extLst>
              <a:ext uri="{FF2B5EF4-FFF2-40B4-BE49-F238E27FC236}">
                <a16:creationId xmlns:a16="http://schemas.microsoft.com/office/drawing/2014/main" id="{D3BE4B13-5135-87F0-6FCD-4E3838FCD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3" y="2112963"/>
            <a:ext cx="2022475" cy="172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275" name="Line 11">
            <a:extLst>
              <a:ext uri="{FF2B5EF4-FFF2-40B4-BE49-F238E27FC236}">
                <a16:creationId xmlns:a16="http://schemas.microsoft.com/office/drawing/2014/main" id="{B2458F7E-AC64-3426-7377-928776215B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8525" y="2324100"/>
            <a:ext cx="1600200" cy="2057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9276" name="Object 12">
            <a:extLst>
              <a:ext uri="{FF2B5EF4-FFF2-40B4-BE49-F238E27FC236}">
                <a16:creationId xmlns:a16="http://schemas.microsoft.com/office/drawing/2014/main" id="{343E3B7C-4DC8-548F-FA98-47E57B5E90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8525" y="4381500"/>
          <a:ext cx="3968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456" imgH="152622" progId="Equation.3">
                  <p:embed/>
                </p:oleObj>
              </mc:Choice>
              <mc:Fallback>
                <p:oleObj name="Equation" r:id="rId12" imgW="114456" imgH="15262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8525" y="4381500"/>
                        <a:ext cx="3968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7" name="Freeform 13">
            <a:extLst>
              <a:ext uri="{FF2B5EF4-FFF2-40B4-BE49-F238E27FC236}">
                <a16:creationId xmlns:a16="http://schemas.microsoft.com/office/drawing/2014/main" id="{3E7131AA-BC0C-8D7F-B433-A614A043D687}"/>
              </a:ext>
            </a:extLst>
          </p:cNvPr>
          <p:cNvSpPr>
            <a:spLocks/>
          </p:cNvSpPr>
          <p:nvPr/>
        </p:nvSpPr>
        <p:spPr bwMode="auto">
          <a:xfrm rot="5004031">
            <a:off x="6511925" y="3354388"/>
            <a:ext cx="358775" cy="504825"/>
          </a:xfrm>
          <a:custGeom>
            <a:avLst/>
            <a:gdLst>
              <a:gd name="T0" fmla="*/ 0 w 46"/>
              <a:gd name="T1" fmla="*/ 0 h 68"/>
              <a:gd name="T2" fmla="*/ 2147483646 w 46"/>
              <a:gd name="T3" fmla="*/ 2147483646 h 68"/>
              <a:gd name="T4" fmla="*/ 0 60000 65536"/>
              <a:gd name="T5" fmla="*/ 0 60000 65536"/>
              <a:gd name="T6" fmla="*/ 0 w 46"/>
              <a:gd name="T7" fmla="*/ 0 h 68"/>
              <a:gd name="T8" fmla="*/ 46 w 46"/>
              <a:gd name="T9" fmla="*/ 68 h 6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6" h="68">
                <a:moveTo>
                  <a:pt x="0" y="0"/>
                </a:moveTo>
                <a:cubicBezTo>
                  <a:pt x="46" y="15"/>
                  <a:pt x="45" y="20"/>
                  <a:pt x="45" y="68"/>
                </a:cubicBezTo>
              </a:path>
            </a:pathLst>
          </a:custGeom>
          <a:noFill/>
          <a:ln w="571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9278" name="Object 14">
            <a:extLst>
              <a:ext uri="{FF2B5EF4-FFF2-40B4-BE49-F238E27FC236}">
                <a16:creationId xmlns:a16="http://schemas.microsoft.com/office/drawing/2014/main" id="{4DA5A8BE-C594-5994-8E17-56A2D382ED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4025" y="3644900"/>
          <a:ext cx="3444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1564" imgH="137160" progId="Equation.3">
                  <p:embed/>
                </p:oleObj>
              </mc:Choice>
              <mc:Fallback>
                <p:oleObj name="Equation" r:id="rId14" imgW="91564" imgH="1371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3644900"/>
                        <a:ext cx="3444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>
            <a:extLst>
              <a:ext uri="{FF2B5EF4-FFF2-40B4-BE49-F238E27FC236}">
                <a16:creationId xmlns:a16="http://schemas.microsoft.com/office/drawing/2014/main" id="{FE02D101-3DA9-AFFF-93D3-9715D81E26D6}"/>
              </a:ext>
            </a:extLst>
          </p:cNvPr>
          <p:cNvGrpSpPr>
            <a:grpSpLocks/>
          </p:cNvGrpSpPr>
          <p:nvPr/>
        </p:nvGrpSpPr>
        <p:grpSpPr bwMode="auto">
          <a:xfrm>
            <a:off x="6664325" y="2095500"/>
            <a:ext cx="914400" cy="1365250"/>
            <a:chOff x="4224" y="1152"/>
            <a:chExt cx="576" cy="860"/>
          </a:xfrm>
        </p:grpSpPr>
        <p:sp>
          <p:nvSpPr>
            <p:cNvPr id="17431" name="Line 16">
              <a:extLst>
                <a:ext uri="{FF2B5EF4-FFF2-40B4-BE49-F238E27FC236}">
                  <a16:creationId xmlns:a16="http://schemas.microsoft.com/office/drawing/2014/main" id="{ACF89421-9F71-ED01-6E75-91B5F76028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292"/>
              <a:ext cx="576" cy="720"/>
            </a:xfrm>
            <a:prstGeom prst="line">
              <a:avLst/>
            </a:prstGeom>
            <a:noFill/>
            <a:ln w="57150">
              <a:solidFill>
                <a:srgbClr val="FFCC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32" name="Object 17">
              <a:extLst>
                <a:ext uri="{FF2B5EF4-FFF2-40B4-BE49-F238E27FC236}">
                  <a16:creationId xmlns:a16="http://schemas.microsoft.com/office/drawing/2014/main" id="{CBF89B5E-129D-9C02-CF23-03DFB25F95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98" y="1152"/>
            <a:ext cx="3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7702" imgH="137160" progId="Equation.3">
                    <p:embed/>
                  </p:oleObj>
                </mc:Choice>
                <mc:Fallback>
                  <p:oleObj name="Equation" r:id="rId16" imgW="167702" imgH="13716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8" y="1152"/>
                          <a:ext cx="38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9282" name="Line 18">
            <a:extLst>
              <a:ext uri="{FF2B5EF4-FFF2-40B4-BE49-F238E27FC236}">
                <a16:creationId xmlns:a16="http://schemas.microsoft.com/office/drawing/2014/main" id="{03201852-E259-DBE1-067F-8D8B99DA3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1813" y="3500438"/>
            <a:ext cx="1511300" cy="0"/>
          </a:xfrm>
          <a:prstGeom prst="line">
            <a:avLst/>
          </a:prstGeom>
          <a:noFill/>
          <a:ln w="3810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83" name="Rectangle 19">
            <a:extLst>
              <a:ext uri="{FF2B5EF4-FFF2-40B4-BE49-F238E27FC236}">
                <a16:creationId xmlns:a16="http://schemas.microsoft.com/office/drawing/2014/main" id="{CE5DE787-5237-D1DE-CC65-F9F816635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1989138"/>
            <a:ext cx="52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Q’</a:t>
            </a:r>
          </a:p>
        </p:txBody>
      </p:sp>
      <p:graphicFrame>
        <p:nvGraphicFramePr>
          <p:cNvPr id="139284" name="Object 20">
            <a:extLst>
              <a:ext uri="{FF2B5EF4-FFF2-40B4-BE49-F238E27FC236}">
                <a16:creationId xmlns:a16="http://schemas.microsoft.com/office/drawing/2014/main" id="{3C6116A9-CB7F-CF3E-4656-58E586F780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8875" y="3857625"/>
          <a:ext cx="166052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333656" imgH="662857" progId="Equation.3">
                  <p:embed/>
                </p:oleObj>
              </mc:Choice>
              <mc:Fallback>
                <p:oleObj name="公式" r:id="rId18" imgW="1333656" imgH="662857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3857625"/>
                        <a:ext cx="1660525" cy="84137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808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85" name="Rectangle 21">
            <a:extLst>
              <a:ext uri="{FF2B5EF4-FFF2-40B4-BE49-F238E27FC236}">
                <a16:creationId xmlns:a16="http://schemas.microsoft.com/office/drawing/2014/main" id="{890E5F94-3A46-1BC2-974A-67FE2A953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5286375"/>
            <a:ext cx="80010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>
                <a:ea typeface="楷体_GB2312" pitchFamily="49" charset="-122"/>
              </a:rPr>
              <a:t>任意一场点 </a:t>
            </a:r>
            <a:r>
              <a:rPr lang="en-US" altLang="zh-CN" b="1" i="1">
                <a:solidFill>
                  <a:srgbClr val="FFFF00"/>
                </a:solidFill>
                <a:ea typeface="楷体_GB2312" pitchFamily="49" charset="-122"/>
              </a:rPr>
              <a:t>P </a:t>
            </a:r>
            <a:r>
              <a:rPr lang="zh-CN" altLang="en-US" b="1">
                <a:ea typeface="楷体_GB2312" pitchFamily="49" charset="-122"/>
              </a:rPr>
              <a:t>处电场强度的大小等于沿过该点等势面法线方向上电势的变化率，负号表示电场强度的方向指向电势减小的方向。 </a:t>
            </a:r>
          </a:p>
        </p:txBody>
      </p:sp>
      <p:pic>
        <p:nvPicPr>
          <p:cNvPr id="139286" name="Picture 22" descr="j0293240">
            <a:extLst>
              <a:ext uri="{FF2B5EF4-FFF2-40B4-BE49-F238E27FC236}">
                <a16:creationId xmlns:a16="http://schemas.microsoft.com/office/drawing/2014/main" id="{C36E752E-5967-3A95-FE09-FBAC671E0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 Box 31">
            <a:extLst>
              <a:ext uri="{FF2B5EF4-FFF2-40B4-BE49-F238E27FC236}">
                <a16:creationId xmlns:a16="http://schemas.microsoft.com/office/drawing/2014/main" id="{F6AB9507-7D10-9825-5867-FEBA97A13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4748213"/>
            <a:ext cx="1943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FF00"/>
                </a:solidFill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FFFF00"/>
                </a:solidFill>
                <a:ea typeface="楷体_GB2312" pitchFamily="49" charset="-122"/>
              </a:rPr>
              <a:t>结论：</a:t>
            </a:r>
          </a:p>
        </p:txBody>
      </p:sp>
      <p:sp>
        <p:nvSpPr>
          <p:cNvPr id="26" name="AutoShape 32">
            <a:extLst>
              <a:ext uri="{FF2B5EF4-FFF2-40B4-BE49-F238E27FC236}">
                <a16:creationId xmlns:a16="http://schemas.microsoft.com/office/drawing/2014/main" id="{3909C4E8-29BD-21A2-05A8-137B7D624B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4313" y="4714875"/>
            <a:ext cx="571500" cy="500063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9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9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9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39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3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39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39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6" grpId="0" autoUpdateAnimBg="0"/>
      <p:bldP spid="139267" grpId="0" autoUpdateAnimBg="0"/>
      <p:bldP spid="139271" grpId="0" animBg="1"/>
      <p:bldP spid="139283" grpId="0"/>
      <p:bldP spid="139285" grpId="0" autoUpdateAnimBg="0"/>
      <p:bldP spid="2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ext Box 2">
            <a:extLst>
              <a:ext uri="{FF2B5EF4-FFF2-40B4-BE49-F238E27FC236}">
                <a16:creationId xmlns:a16="http://schemas.microsoft.com/office/drawing/2014/main" id="{176F8A3E-C7B0-6EC7-CC7C-6421F46E5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3860800"/>
            <a:ext cx="3867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在直角坐标系中：</a:t>
            </a:r>
          </a:p>
        </p:txBody>
      </p:sp>
      <p:sp>
        <p:nvSpPr>
          <p:cNvPr id="140291" name="Text Box 3">
            <a:extLst>
              <a:ext uri="{FF2B5EF4-FFF2-40B4-BE49-F238E27FC236}">
                <a16:creationId xmlns:a16="http://schemas.microsoft.com/office/drawing/2014/main" id="{8BB542DB-1773-57A7-A541-AFA3CC538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60350"/>
            <a:ext cx="215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另外一种理解：</a:t>
            </a:r>
          </a:p>
        </p:txBody>
      </p:sp>
      <p:graphicFrame>
        <p:nvGraphicFramePr>
          <p:cNvPr id="140292" name="Object 4">
            <a:extLst>
              <a:ext uri="{FF2B5EF4-FFF2-40B4-BE49-F238E27FC236}">
                <a16:creationId xmlns:a16="http://schemas.microsoft.com/office/drawing/2014/main" id="{784BBB14-3896-82D0-0D62-1A7A3160CB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825500"/>
          <a:ext cx="36718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70504" imgH="205989" progId="Equation.3">
                  <p:embed/>
                </p:oleObj>
              </mc:Choice>
              <mc:Fallback>
                <p:oleObj name="公式" r:id="rId2" imgW="1470504" imgH="20598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825500"/>
                        <a:ext cx="3671887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3" name="AutoShape 5">
            <a:extLst>
              <a:ext uri="{FF2B5EF4-FFF2-40B4-BE49-F238E27FC236}">
                <a16:creationId xmlns:a16="http://schemas.microsoft.com/office/drawing/2014/main" id="{804A3ED7-AC7A-AB8A-E937-A701A3BA3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979488"/>
            <a:ext cx="473075" cy="288925"/>
          </a:xfrm>
          <a:prstGeom prst="rightArrow">
            <a:avLst>
              <a:gd name="adj1" fmla="val 50000"/>
              <a:gd name="adj2" fmla="val 40934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40294" name="Object 6">
            <a:extLst>
              <a:ext uri="{FF2B5EF4-FFF2-40B4-BE49-F238E27FC236}">
                <a16:creationId xmlns:a16="http://schemas.microsoft.com/office/drawing/2014/main" id="{9B14F4D2-1D57-7183-761C-C14927F56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404813"/>
          <a:ext cx="145256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793" imgH="785054" progId="Equation.3">
                  <p:embed/>
                </p:oleObj>
              </mc:Choice>
              <mc:Fallback>
                <p:oleObj name="Equation" r:id="rId4" imgW="1409793" imgH="78505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04813"/>
                        <a:ext cx="1452562" cy="8286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6" name="Object 8">
            <a:extLst>
              <a:ext uri="{FF2B5EF4-FFF2-40B4-BE49-F238E27FC236}">
                <a16:creationId xmlns:a16="http://schemas.microsoft.com/office/drawing/2014/main" id="{CBB4F0C5-F9C8-B83C-E8EE-AC75071238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3763" y="4365625"/>
          <a:ext cx="14890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7613" imgH="785054" progId="Equation.3">
                  <p:embed/>
                </p:oleObj>
              </mc:Choice>
              <mc:Fallback>
                <p:oleObj name="Equation" r:id="rId6" imgW="1447613" imgH="78505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4365625"/>
                        <a:ext cx="14890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7" name="Object 9">
            <a:extLst>
              <a:ext uri="{FF2B5EF4-FFF2-40B4-BE49-F238E27FC236}">
                <a16:creationId xmlns:a16="http://schemas.microsoft.com/office/drawing/2014/main" id="{1AD0EBD2-0BC1-DC14-9A1E-605719D58C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3588" y="4292600"/>
          <a:ext cx="14970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7613" imgH="860866" progId="Equation.3">
                  <p:embed/>
                </p:oleObj>
              </mc:Choice>
              <mc:Fallback>
                <p:oleObj name="Equation" r:id="rId8" imgW="1447613" imgH="86086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588" y="4292600"/>
                        <a:ext cx="149701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8" name="Object 10">
            <a:extLst>
              <a:ext uri="{FF2B5EF4-FFF2-40B4-BE49-F238E27FC236}">
                <a16:creationId xmlns:a16="http://schemas.microsoft.com/office/drawing/2014/main" id="{AC87A5BC-F498-BC3D-79F4-85249B4D3A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0400" y="4292600"/>
          <a:ext cx="149383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47613" imgH="785054" progId="Equation.3">
                  <p:embed/>
                </p:oleObj>
              </mc:Choice>
              <mc:Fallback>
                <p:oleObj name="Equation" r:id="rId10" imgW="1447613" imgH="78505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400" y="4292600"/>
                        <a:ext cx="149383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9" name="Rectangle 11">
            <a:extLst>
              <a:ext uri="{FF2B5EF4-FFF2-40B4-BE49-F238E27FC236}">
                <a16:creationId xmlns:a16="http://schemas.microsoft.com/office/drawing/2014/main" id="{243C9383-9D8A-8EC2-C8C5-E4818BDD3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214688"/>
            <a:ext cx="739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ea typeface="楷体_GB2312" pitchFamily="49" charset="-122"/>
              </a:rPr>
              <a:t>电势沿等势面法线方向的变化率最大</a:t>
            </a:r>
          </a:p>
        </p:txBody>
      </p:sp>
      <p:sp>
        <p:nvSpPr>
          <p:cNvPr id="140300" name="Rectangle 12">
            <a:extLst>
              <a:ext uri="{FF2B5EF4-FFF2-40B4-BE49-F238E27FC236}">
                <a16:creationId xmlns:a16="http://schemas.microsoft.com/office/drawing/2014/main" id="{A489DD07-076E-FA61-C58A-C45B11E46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1454150"/>
            <a:ext cx="4679950" cy="831850"/>
          </a:xfrm>
          <a:prstGeom prst="rect">
            <a:avLst/>
          </a:prstGeom>
          <a:noFill/>
          <a:ln w="9525">
            <a:solidFill>
              <a:srgbClr val="0099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楷体_GB2312" pitchFamily="49" charset="-122"/>
              </a:rPr>
              <a:t>电场强度在</a:t>
            </a:r>
            <a:r>
              <a:rPr lang="en-US" altLang="zh-CN" b="1" i="1">
                <a:solidFill>
                  <a:srgbClr val="66FFFF"/>
                </a:solidFill>
                <a:ea typeface="楷体_GB2312" pitchFamily="49" charset="-122"/>
              </a:rPr>
              <a:t>l </a:t>
            </a:r>
            <a:r>
              <a:rPr lang="zh-CN" altLang="en-US" b="1">
                <a:ea typeface="楷体_GB2312" pitchFamily="49" charset="-122"/>
              </a:rPr>
              <a:t>方向的投影等于电势沿该方向变化率的负值</a:t>
            </a:r>
          </a:p>
        </p:txBody>
      </p:sp>
      <p:grpSp>
        <p:nvGrpSpPr>
          <p:cNvPr id="18444" name="Group 13">
            <a:extLst>
              <a:ext uri="{FF2B5EF4-FFF2-40B4-BE49-F238E27FC236}">
                <a16:creationId xmlns:a16="http://schemas.microsoft.com/office/drawing/2014/main" id="{EAFBDAEF-6FBE-4923-2226-69BE7B90C5EF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314325"/>
            <a:ext cx="3429000" cy="3186113"/>
            <a:chOff x="3408" y="1065"/>
            <a:chExt cx="2160" cy="2007"/>
          </a:xfrm>
        </p:grpSpPr>
        <p:pic>
          <p:nvPicPr>
            <p:cNvPr id="18453" name="Picture 14">
              <a:extLst>
                <a:ext uri="{FF2B5EF4-FFF2-40B4-BE49-F238E27FC236}">
                  <a16:creationId xmlns:a16="http://schemas.microsoft.com/office/drawing/2014/main" id="{EC2249E5-41E8-A123-5AAE-A2EB53A813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1065"/>
              <a:ext cx="2160" cy="1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4" name="Picture 15">
              <a:extLst>
                <a:ext uri="{FF2B5EF4-FFF2-40B4-BE49-F238E27FC236}">
                  <a16:creationId xmlns:a16="http://schemas.microsoft.com/office/drawing/2014/main" id="{4F55DEC7-B306-772F-BA77-1712371C03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7" y="1331"/>
              <a:ext cx="1274" cy="1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55" name="Line 16">
              <a:extLst>
                <a:ext uri="{FF2B5EF4-FFF2-40B4-BE49-F238E27FC236}">
                  <a16:creationId xmlns:a16="http://schemas.microsoft.com/office/drawing/2014/main" id="{00C8C967-8100-9AB2-E6CB-E26E6C4AD5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6" y="1464"/>
              <a:ext cx="1008" cy="1296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56" name="Object 17">
              <a:extLst>
                <a:ext uri="{FF2B5EF4-FFF2-40B4-BE49-F238E27FC236}">
                  <a16:creationId xmlns:a16="http://schemas.microsoft.com/office/drawing/2014/main" id="{BE89CC70-DE92-D534-EE96-ACE042C4F3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66" y="2760"/>
            <a:ext cx="25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14456" imgH="152622" progId="Equation.3">
                    <p:embed/>
                  </p:oleObj>
                </mc:Choice>
                <mc:Fallback>
                  <p:oleObj name="Equation" r:id="rId14" imgW="114456" imgH="152622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6" y="2760"/>
                          <a:ext cx="25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7" name="Freeform 18">
              <a:extLst>
                <a:ext uri="{FF2B5EF4-FFF2-40B4-BE49-F238E27FC236}">
                  <a16:creationId xmlns:a16="http://schemas.microsoft.com/office/drawing/2014/main" id="{F46DE51C-6C7F-6E60-CBE6-270E1C766DBC}"/>
                </a:ext>
              </a:extLst>
            </p:cNvPr>
            <p:cNvSpPr>
              <a:spLocks/>
            </p:cNvSpPr>
            <p:nvPr/>
          </p:nvSpPr>
          <p:spPr bwMode="auto">
            <a:xfrm rot="5004031">
              <a:off x="4102" y="2113"/>
              <a:ext cx="226" cy="318"/>
            </a:xfrm>
            <a:custGeom>
              <a:avLst/>
              <a:gdLst>
                <a:gd name="T0" fmla="*/ 0 w 46"/>
                <a:gd name="T1" fmla="*/ 0 h 68"/>
                <a:gd name="T2" fmla="*/ 2147483646 w 46"/>
                <a:gd name="T3" fmla="*/ 2147483646 h 68"/>
                <a:gd name="T4" fmla="*/ 0 60000 65536"/>
                <a:gd name="T5" fmla="*/ 0 60000 65536"/>
                <a:gd name="T6" fmla="*/ 0 w 46"/>
                <a:gd name="T7" fmla="*/ 0 h 68"/>
                <a:gd name="T8" fmla="*/ 46 w 46"/>
                <a:gd name="T9" fmla="*/ 68 h 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6" h="68">
                  <a:moveTo>
                    <a:pt x="0" y="0"/>
                  </a:moveTo>
                  <a:cubicBezTo>
                    <a:pt x="46" y="15"/>
                    <a:pt x="45" y="20"/>
                    <a:pt x="45" y="68"/>
                  </a:cubicBezTo>
                </a:path>
              </a:pathLst>
            </a:custGeom>
            <a:noFill/>
            <a:ln w="57150">
              <a:solidFill>
                <a:srgbClr val="66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58" name="Object 19">
              <a:extLst>
                <a:ext uri="{FF2B5EF4-FFF2-40B4-BE49-F238E27FC236}">
                  <a16:creationId xmlns:a16="http://schemas.microsoft.com/office/drawing/2014/main" id="{9F1D5E8A-AABC-9F3D-02EE-7E812636FC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6" y="2296"/>
            <a:ext cx="21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91564" imgH="137160" progId="Equation.3">
                    <p:embed/>
                  </p:oleObj>
                </mc:Choice>
                <mc:Fallback>
                  <p:oleObj name="Equation" r:id="rId16" imgW="91564" imgH="13716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2296"/>
                          <a:ext cx="217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459" name="Group 20">
              <a:extLst>
                <a:ext uri="{FF2B5EF4-FFF2-40B4-BE49-F238E27FC236}">
                  <a16:creationId xmlns:a16="http://schemas.microsoft.com/office/drawing/2014/main" id="{BDA7B4AA-4600-26DB-4714-2FD1A3C64C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8" y="1320"/>
              <a:ext cx="576" cy="860"/>
              <a:chOff x="4224" y="1152"/>
              <a:chExt cx="576" cy="860"/>
            </a:xfrm>
          </p:grpSpPr>
          <p:sp>
            <p:nvSpPr>
              <p:cNvPr id="18460" name="Line 21">
                <a:extLst>
                  <a:ext uri="{FF2B5EF4-FFF2-40B4-BE49-F238E27FC236}">
                    <a16:creationId xmlns:a16="http://schemas.microsoft.com/office/drawing/2014/main" id="{F636788D-5CD6-1CE7-0EDD-FAE33D385A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1292"/>
                <a:ext cx="576" cy="720"/>
              </a:xfrm>
              <a:prstGeom prst="line">
                <a:avLst/>
              </a:prstGeom>
              <a:noFill/>
              <a:ln w="57150">
                <a:solidFill>
                  <a:srgbClr val="FFCC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8461" name="Object 22">
                <a:extLst>
                  <a:ext uri="{FF2B5EF4-FFF2-40B4-BE49-F238E27FC236}">
                    <a16:creationId xmlns:a16="http://schemas.microsoft.com/office/drawing/2014/main" id="{7ED132E4-26A6-F5B2-9A96-CFC45D9705F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98" y="1152"/>
              <a:ext cx="384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67702" imgH="137160" progId="Equation.3">
                      <p:embed/>
                    </p:oleObj>
                  </mc:Choice>
                  <mc:Fallback>
                    <p:oleObj name="Equation" r:id="rId18" imgW="167702" imgH="13716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98" y="1152"/>
                            <a:ext cx="384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40311" name="Object 23">
            <a:extLst>
              <a:ext uri="{FF2B5EF4-FFF2-40B4-BE49-F238E27FC236}">
                <a16:creationId xmlns:a16="http://schemas.microsoft.com/office/drawing/2014/main" id="{2725F26D-175D-0041-A829-BAD008FBC1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5300663"/>
          <a:ext cx="5905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705131" imgH="381055" progId="Equation.3">
                  <p:embed/>
                </p:oleObj>
              </mc:Choice>
              <mc:Fallback>
                <p:oleObj name="公式" r:id="rId20" imgW="2705131" imgH="381055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300663"/>
                        <a:ext cx="5905500" cy="9017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12" name="Rectangle 24">
            <a:extLst>
              <a:ext uri="{FF2B5EF4-FFF2-40B4-BE49-F238E27FC236}">
                <a16:creationId xmlns:a16="http://schemas.microsoft.com/office/drawing/2014/main" id="{E9946F54-895A-EF5A-FF95-F0BB544EB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5229225"/>
            <a:ext cx="2517775" cy="952500"/>
          </a:xfrm>
          <a:prstGeom prst="rect">
            <a:avLst/>
          </a:prstGeom>
          <a:solidFill>
            <a:srgbClr val="0066CC">
              <a:alpha val="32156"/>
            </a:srgbClr>
          </a:solidFill>
          <a:ln w="9525" algn="ctr">
            <a:solidFill>
              <a:srgbClr val="66FF3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>
                <a:latin typeface="宋体" panose="02010600030101010101" pitchFamily="2" charset="-122"/>
              </a:rPr>
              <a:t>电势与电场强度的微分关系。 </a:t>
            </a:r>
          </a:p>
        </p:txBody>
      </p:sp>
      <p:sp>
        <p:nvSpPr>
          <p:cNvPr id="140313" name="Line 25">
            <a:extLst>
              <a:ext uri="{FF2B5EF4-FFF2-40B4-BE49-F238E27FC236}">
                <a16:creationId xmlns:a16="http://schemas.microsoft.com/office/drawing/2014/main" id="{F7258D81-1967-0AC9-32E8-1B0ACCCBE3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2363" y="4149725"/>
            <a:ext cx="1008062" cy="1366838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314" name="Rectangle 26">
            <a:extLst>
              <a:ext uri="{FF2B5EF4-FFF2-40B4-BE49-F238E27FC236}">
                <a16:creationId xmlns:a16="http://schemas.microsoft.com/office/drawing/2014/main" id="{75D8DD54-06C1-17E5-F364-7C43384EF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3590925"/>
            <a:ext cx="1655763" cy="490538"/>
          </a:xfrm>
          <a:prstGeom prst="rect">
            <a:avLst/>
          </a:prstGeom>
          <a:solidFill>
            <a:srgbClr val="0066CC">
              <a:alpha val="39999"/>
            </a:srgbClr>
          </a:solidFill>
          <a:ln w="9525" algn="ctr">
            <a:solidFill>
              <a:srgbClr val="66FF3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>
                <a:latin typeface="宋体" panose="02010600030101010101" pitchFamily="2" charset="-122"/>
              </a:rPr>
              <a:t>电势梯度</a:t>
            </a:r>
          </a:p>
        </p:txBody>
      </p:sp>
      <p:sp>
        <p:nvSpPr>
          <p:cNvPr id="140315" name="Line 27">
            <a:extLst>
              <a:ext uri="{FF2B5EF4-FFF2-40B4-BE49-F238E27FC236}">
                <a16:creationId xmlns:a16="http://schemas.microsoft.com/office/drawing/2014/main" id="{8FE64CD2-C17D-5134-C710-83A50397A6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538" y="5949950"/>
            <a:ext cx="865187" cy="0"/>
          </a:xfrm>
          <a:prstGeom prst="line">
            <a:avLst/>
          </a:prstGeom>
          <a:noFill/>
          <a:ln w="76200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40316" name="Picture 28" descr="j0293240">
            <a:extLst>
              <a:ext uri="{FF2B5EF4-FFF2-40B4-BE49-F238E27FC236}">
                <a16:creationId xmlns:a16="http://schemas.microsoft.com/office/drawing/2014/main" id="{A4509BE6-9A40-CD26-0259-D2939D1E4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0317" name="Object 29">
            <a:extLst>
              <a:ext uri="{FF2B5EF4-FFF2-40B4-BE49-F238E27FC236}">
                <a16:creationId xmlns:a16="http://schemas.microsoft.com/office/drawing/2014/main" id="{624176CB-7EA4-2120-B575-0931756FE417}"/>
              </a:ext>
            </a:extLst>
          </p:cNvPr>
          <p:cNvGraphicFramePr>
            <a:graphicFrameLocks/>
          </p:cNvGraphicFramePr>
          <p:nvPr/>
        </p:nvGraphicFramePr>
        <p:xfrm>
          <a:off x="915988" y="2611438"/>
          <a:ext cx="142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386902" imgH="358112" progId="Equation.3">
                  <p:embed/>
                </p:oleObj>
              </mc:Choice>
              <mc:Fallback>
                <p:oleObj name="公式" r:id="rId23" imgW="1386902" imgH="358112" progId="Equation.3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8" y="2611438"/>
                        <a:ext cx="1422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18" name="Object 30">
            <a:extLst>
              <a:ext uri="{FF2B5EF4-FFF2-40B4-BE49-F238E27FC236}">
                <a16:creationId xmlns:a16="http://schemas.microsoft.com/office/drawing/2014/main" id="{F860E91D-5D3B-6581-E160-0844D6018CEB}"/>
              </a:ext>
            </a:extLst>
          </p:cNvPr>
          <p:cNvGraphicFramePr>
            <a:graphicFrameLocks/>
          </p:cNvGraphicFramePr>
          <p:nvPr/>
        </p:nvGraphicFramePr>
        <p:xfrm>
          <a:off x="2786063" y="2357438"/>
          <a:ext cx="1460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424722" imgH="785054" progId="Equation.3">
                  <p:embed/>
                </p:oleObj>
              </mc:Choice>
              <mc:Fallback>
                <p:oleObj name="公式" r:id="rId25" imgW="1424722" imgH="785054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2357438"/>
                        <a:ext cx="1460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0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0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0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4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140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14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40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40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 autoUpdateAnimBg="0"/>
      <p:bldP spid="140291" grpId="0" autoUpdateAnimBg="0"/>
      <p:bldP spid="140293" grpId="0" animBg="1"/>
      <p:bldP spid="140299" grpId="0" autoUpdateAnimBg="0"/>
      <p:bldP spid="140300" grpId="0" animBg="1" autoUpdateAnimBg="0"/>
      <p:bldP spid="140312" grpId="0" animBg="1"/>
      <p:bldP spid="1403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Text Box 2">
            <a:extLst>
              <a:ext uri="{FF2B5EF4-FFF2-40B4-BE49-F238E27FC236}">
                <a16:creationId xmlns:a16="http://schemas.microsoft.com/office/drawing/2014/main" id="{5CDD09ED-326F-B849-E353-CFEC31A06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357188"/>
            <a:ext cx="2232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FF00"/>
                </a:solidFill>
                <a:ea typeface="楷体_GB2312" pitchFamily="49" charset="-122"/>
              </a:rPr>
              <a:t>总结：</a:t>
            </a:r>
          </a:p>
        </p:txBody>
      </p:sp>
      <p:sp>
        <p:nvSpPr>
          <p:cNvPr id="550915" name="AutoShape 3">
            <a:extLst>
              <a:ext uri="{FF2B5EF4-FFF2-40B4-BE49-F238E27FC236}">
                <a16:creationId xmlns:a16="http://schemas.microsoft.com/office/drawing/2014/main" id="{DC7DE431-50F4-CC0B-D4D3-6E35938DAD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875" y="411163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550916" name="Text Box 4">
            <a:extLst>
              <a:ext uri="{FF2B5EF4-FFF2-40B4-BE49-F238E27FC236}">
                <a16:creationId xmlns:a16="http://schemas.microsoft.com/office/drawing/2014/main" id="{A403B4A3-D72E-6EE1-A406-5DCAB4666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63" y="809625"/>
            <a:ext cx="7300912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>
                <a:solidFill>
                  <a:srgbClr val="66FFFF"/>
                </a:solidFill>
                <a:ea typeface="楷体_GB2312" pitchFamily="49" charset="-122"/>
              </a:rPr>
              <a:t>电势</a:t>
            </a:r>
            <a:r>
              <a:rPr lang="zh-CN" altLang="en-US" b="1">
                <a:ea typeface="楷体_GB2312" pitchFamily="49" charset="-122"/>
              </a:rPr>
              <a:t>是描述电场本身特性的物理量，它是一个</a:t>
            </a:r>
            <a:r>
              <a:rPr lang="zh-CN" altLang="en-US" b="1">
                <a:solidFill>
                  <a:srgbClr val="66FFFF"/>
                </a:solidFill>
                <a:ea typeface="楷体_GB2312" pitchFamily="49" charset="-122"/>
              </a:rPr>
              <a:t>标量</a:t>
            </a:r>
            <a:r>
              <a:rPr lang="zh-CN" altLang="en-US" b="1"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>
                <a:ea typeface="楷体_GB2312" pitchFamily="49" charset="-122"/>
              </a:rPr>
              <a:t>是从</a:t>
            </a:r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功</a:t>
            </a:r>
            <a:r>
              <a:rPr lang="zh-CN" altLang="en-US" b="1">
                <a:ea typeface="楷体_GB2312" pitchFamily="49" charset="-122"/>
              </a:rPr>
              <a:t>的角度描述电场。</a:t>
            </a:r>
          </a:p>
        </p:txBody>
      </p:sp>
      <p:sp>
        <p:nvSpPr>
          <p:cNvPr id="550917" name="Text Box 5">
            <a:extLst>
              <a:ext uri="{FF2B5EF4-FFF2-40B4-BE49-F238E27FC236}">
                <a16:creationId xmlns:a16="http://schemas.microsoft.com/office/drawing/2014/main" id="{45A9F4EB-1F99-46F0-FD54-F34773B03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962150"/>
            <a:ext cx="82280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>
                <a:solidFill>
                  <a:srgbClr val="66FFFF"/>
                </a:solidFill>
                <a:ea typeface="楷体_GB2312" pitchFamily="49" charset="-122"/>
              </a:rPr>
              <a:t>电场强度</a:t>
            </a:r>
            <a:r>
              <a:rPr lang="zh-CN" altLang="en-US" b="1">
                <a:ea typeface="楷体_GB2312" pitchFamily="49" charset="-122"/>
              </a:rPr>
              <a:t>也是描述电场本身特性的物理量，它是一个</a:t>
            </a:r>
            <a:r>
              <a:rPr lang="zh-CN" altLang="en-US" b="1">
                <a:solidFill>
                  <a:srgbClr val="66FFFF"/>
                </a:solidFill>
                <a:ea typeface="楷体_GB2312" pitchFamily="49" charset="-122"/>
              </a:rPr>
              <a:t>矢量</a:t>
            </a:r>
            <a:r>
              <a:rPr lang="zh-CN" altLang="en-US" b="1"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>
                <a:ea typeface="楷体_GB2312" pitchFamily="49" charset="-122"/>
              </a:rPr>
              <a:t>是从</a:t>
            </a:r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力</a:t>
            </a:r>
            <a:r>
              <a:rPr lang="zh-CN" altLang="en-US" b="1">
                <a:ea typeface="楷体_GB2312" pitchFamily="49" charset="-122"/>
              </a:rPr>
              <a:t>的角度描述电场。</a:t>
            </a:r>
          </a:p>
        </p:txBody>
      </p:sp>
      <p:sp>
        <p:nvSpPr>
          <p:cNvPr id="550918" name="Rectangle 6">
            <a:extLst>
              <a:ext uri="{FF2B5EF4-FFF2-40B4-BE49-F238E27FC236}">
                <a16:creationId xmlns:a16="http://schemas.microsoft.com/office/drawing/2014/main" id="{D0124812-ECC7-E097-96B4-EE5FD8F5D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3309938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电势、电场强度的积分关系</a:t>
            </a:r>
            <a:r>
              <a:rPr lang="en-US" altLang="zh-CN" b="1">
                <a:ea typeface="楷体_GB2312" pitchFamily="49" charset="-122"/>
              </a:rPr>
              <a:t>:</a:t>
            </a:r>
          </a:p>
        </p:txBody>
      </p:sp>
      <p:sp>
        <p:nvSpPr>
          <p:cNvPr id="550919" name="Rectangle 7">
            <a:extLst>
              <a:ext uri="{FF2B5EF4-FFF2-40B4-BE49-F238E27FC236}">
                <a16:creationId xmlns:a16="http://schemas.microsoft.com/office/drawing/2014/main" id="{32387ADC-A8E1-9F3B-A751-F53767C60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49657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电势、电场强度的微分关系</a:t>
            </a:r>
            <a:r>
              <a:rPr lang="en-US" altLang="zh-CN" b="1">
                <a:ea typeface="楷体_GB2312" pitchFamily="49" charset="-122"/>
              </a:rPr>
              <a:t>:</a:t>
            </a:r>
          </a:p>
        </p:txBody>
      </p:sp>
      <p:sp>
        <p:nvSpPr>
          <p:cNvPr id="550920" name="AutoShape 8">
            <a:extLst>
              <a:ext uri="{FF2B5EF4-FFF2-40B4-BE49-F238E27FC236}">
                <a16:creationId xmlns:a16="http://schemas.microsoft.com/office/drawing/2014/main" id="{ECDDE501-56D5-4F90-5266-95133BD9E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3929063"/>
            <a:ext cx="2376487" cy="1008062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50921" name="Object 2">
            <a:extLst>
              <a:ext uri="{FF2B5EF4-FFF2-40B4-BE49-F238E27FC236}">
                <a16:creationId xmlns:a16="http://schemas.microsoft.com/office/drawing/2014/main" id="{3666C73B-855B-50F8-13CC-98FF2C1C4F1E}"/>
              </a:ext>
            </a:extLst>
          </p:cNvPr>
          <p:cNvGraphicFramePr>
            <a:graphicFrameLocks/>
          </p:cNvGraphicFramePr>
          <p:nvPr/>
        </p:nvGraphicFramePr>
        <p:xfrm>
          <a:off x="3643313" y="4071938"/>
          <a:ext cx="20812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42284" imgH="701262" progId="Equation.3">
                  <p:embed/>
                </p:oleObj>
              </mc:Choice>
              <mc:Fallback>
                <p:oleObj name="公式" r:id="rId2" imgW="2042284" imgH="701262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4071938"/>
                        <a:ext cx="208121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0922" name="AutoShape 10">
            <a:extLst>
              <a:ext uri="{FF2B5EF4-FFF2-40B4-BE49-F238E27FC236}">
                <a16:creationId xmlns:a16="http://schemas.microsoft.com/office/drawing/2014/main" id="{70595C13-04DF-165D-665C-D807E7ABF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325" y="5535613"/>
            <a:ext cx="5618163" cy="1008062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50923" name="Object 3">
            <a:extLst>
              <a:ext uri="{FF2B5EF4-FFF2-40B4-BE49-F238E27FC236}">
                <a16:creationId xmlns:a16="http://schemas.microsoft.com/office/drawing/2014/main" id="{C2E8C1B7-538E-4040-61E8-AD08A4777EC1}"/>
              </a:ext>
            </a:extLst>
          </p:cNvPr>
          <p:cNvGraphicFramePr>
            <a:graphicFrameLocks/>
          </p:cNvGraphicFramePr>
          <p:nvPr/>
        </p:nvGraphicFramePr>
        <p:xfrm>
          <a:off x="2428875" y="5572125"/>
          <a:ext cx="519271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158958" imgH="860866" progId="Equation.3">
                  <p:embed/>
                </p:oleObj>
              </mc:Choice>
              <mc:Fallback>
                <p:oleObj name="Equation" r:id="rId4" imgW="5158958" imgH="860866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5572125"/>
                        <a:ext cx="5192713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6" descr="j0293240">
            <a:extLst>
              <a:ext uri="{FF2B5EF4-FFF2-40B4-BE49-F238E27FC236}">
                <a16:creationId xmlns:a16="http://schemas.microsoft.com/office/drawing/2014/main" id="{BF0968F8-DCA2-3FC2-CEA6-639072B6E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2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2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5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50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55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55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55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55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914" grpId="0"/>
      <p:bldP spid="550916" grpId="0"/>
      <p:bldP spid="550917" grpId="0"/>
      <p:bldP spid="550918" grpId="0"/>
      <p:bldP spid="550919" grpId="0"/>
      <p:bldP spid="550920" grpId="0" animBg="1"/>
      <p:bldP spid="5509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0EAB3F2B-9200-DDD2-B4B0-2A939825E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4800"/>
            <a:ext cx="4206875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☆</a:t>
            </a:r>
            <a:r>
              <a:rPr lang="zh-CN" altLang="en-US" b="1">
                <a:solidFill>
                  <a:srgbClr val="FFFF00"/>
                </a:solidFill>
                <a:latin typeface="宋体" pitchFamily="2" charset="-122"/>
              </a:rPr>
              <a:t>电势与电场强度的积分关系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5A37B5B-68CF-AAFA-E601-9839EABE3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60575"/>
            <a:ext cx="4167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☆</a:t>
            </a:r>
            <a:r>
              <a:rPr lang="zh-CN" altLang="en-US" b="1">
                <a:solidFill>
                  <a:srgbClr val="FFFF00"/>
                </a:solidFill>
                <a:latin typeface="宋体" pitchFamily="2" charset="-122"/>
              </a:rPr>
              <a:t>电势与电场强度的微分关系</a:t>
            </a:r>
          </a:p>
        </p:txBody>
      </p:sp>
      <p:graphicFrame>
        <p:nvGraphicFramePr>
          <p:cNvPr id="51204" name="Object 4">
            <a:extLst>
              <a:ext uri="{FF2B5EF4-FFF2-40B4-BE49-F238E27FC236}">
                <a16:creationId xmlns:a16="http://schemas.microsoft.com/office/drawing/2014/main" id="{5293D753-E8E2-98E6-DD97-1A91275608F0}"/>
              </a:ext>
            </a:extLst>
          </p:cNvPr>
          <p:cNvGraphicFramePr>
            <a:graphicFrameLocks/>
          </p:cNvGraphicFramePr>
          <p:nvPr/>
        </p:nvGraphicFramePr>
        <p:xfrm>
          <a:off x="685800" y="914400"/>
          <a:ext cx="3505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6309" imgH="396018" progId="Equation.3">
                  <p:embed/>
                </p:oleObj>
              </mc:Choice>
              <mc:Fallback>
                <p:oleObj name="Equation" r:id="rId2" imgW="1196309" imgH="39601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14400"/>
                        <a:ext cx="3505200" cy="1066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4D4D4D">
                                <a:alpha val="50195"/>
                              </a:srgb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>
            <a:extLst>
              <a:ext uri="{FF2B5EF4-FFF2-40B4-BE49-F238E27FC236}">
                <a16:creationId xmlns:a16="http://schemas.microsoft.com/office/drawing/2014/main" id="{103471E0-C63E-D5BB-000C-1397502FFA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2743200"/>
          <a:ext cx="17970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4173" imgH="358112" progId="Equation.3">
                  <p:embed/>
                </p:oleObj>
              </mc:Choice>
              <mc:Fallback>
                <p:oleObj name="Equation" r:id="rId4" imgW="594173" imgH="358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743200"/>
                        <a:ext cx="1797050" cy="9906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6">
            <a:extLst>
              <a:ext uri="{FF2B5EF4-FFF2-40B4-BE49-F238E27FC236}">
                <a16:creationId xmlns:a16="http://schemas.microsoft.com/office/drawing/2014/main" id="{2E87AC99-698D-ED5E-5C3F-F23F13B1BF38}"/>
              </a:ext>
            </a:extLst>
          </p:cNvPr>
          <p:cNvGraphicFramePr>
            <a:graphicFrameLocks/>
          </p:cNvGraphicFramePr>
          <p:nvPr/>
        </p:nvGraphicFramePr>
        <p:xfrm>
          <a:off x="381000" y="5443538"/>
          <a:ext cx="41148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7496" imgH="327688" progId="Equation.3">
                  <p:embed/>
                </p:oleObj>
              </mc:Choice>
              <mc:Fallback>
                <p:oleObj name="Equation" r:id="rId6" imgW="1577496" imgH="327688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443538"/>
                        <a:ext cx="4114800" cy="80486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7">
            <a:extLst>
              <a:ext uri="{FF2B5EF4-FFF2-40B4-BE49-F238E27FC236}">
                <a16:creationId xmlns:a16="http://schemas.microsoft.com/office/drawing/2014/main" id="{7E1C1670-1B85-12B2-8F73-E7BDF8BF2F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3965575"/>
          <a:ext cx="33861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58489" imgH="205989" progId="Equation.3">
                  <p:embed/>
                </p:oleObj>
              </mc:Choice>
              <mc:Fallback>
                <p:oleObj name="Equation" r:id="rId8" imgW="1158489" imgH="20598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965575"/>
                        <a:ext cx="3386138" cy="6064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Rectangle 8">
            <a:extLst>
              <a:ext uri="{FF2B5EF4-FFF2-40B4-BE49-F238E27FC236}">
                <a16:creationId xmlns:a16="http://schemas.microsoft.com/office/drawing/2014/main" id="{976DB935-014B-55E4-ED7D-E647DF62D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60350"/>
            <a:ext cx="3860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☆</a:t>
            </a:r>
            <a:r>
              <a:rPr lang="zh-CN" altLang="en-US" b="1">
                <a:solidFill>
                  <a:srgbClr val="FFFF00"/>
                </a:solidFill>
                <a:latin typeface="宋体" pitchFamily="2" charset="-122"/>
              </a:rPr>
              <a:t>计算电场强度的几种方法</a:t>
            </a:r>
          </a:p>
        </p:txBody>
      </p:sp>
      <p:sp>
        <p:nvSpPr>
          <p:cNvPr id="51209" name="Line 9">
            <a:extLst>
              <a:ext uri="{FF2B5EF4-FFF2-40B4-BE49-F238E27FC236}">
                <a16:creationId xmlns:a16="http://schemas.microsoft.com/office/drawing/2014/main" id="{6A03CABC-C010-569B-EC95-06E84CA7AB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0"/>
            <a:ext cx="0" cy="6858000"/>
          </a:xfrm>
          <a:prstGeom prst="line">
            <a:avLst/>
          </a:prstGeom>
          <a:noFill/>
          <a:ln w="28575">
            <a:solidFill>
              <a:srgbClr val="00FF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10" name="Line 10">
            <a:extLst>
              <a:ext uri="{FF2B5EF4-FFF2-40B4-BE49-F238E27FC236}">
                <a16:creationId xmlns:a16="http://schemas.microsoft.com/office/drawing/2014/main" id="{47CF1602-02E1-49A6-8495-18DA150686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0"/>
            <a:ext cx="0" cy="6858000"/>
          </a:xfrm>
          <a:prstGeom prst="line">
            <a:avLst/>
          </a:prstGeom>
          <a:noFill/>
          <a:ln w="28575">
            <a:solidFill>
              <a:srgbClr val="00FF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11" name="Rectangle 11">
            <a:extLst>
              <a:ext uri="{FF2B5EF4-FFF2-40B4-BE49-F238E27FC236}">
                <a16:creationId xmlns:a16="http://schemas.microsoft.com/office/drawing/2014/main" id="{4FCB336D-4B92-8AFC-C97C-22807CFE2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0" y="836613"/>
            <a:ext cx="25066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电场叠加原理</a:t>
            </a:r>
          </a:p>
        </p:txBody>
      </p:sp>
      <p:sp>
        <p:nvSpPr>
          <p:cNvPr id="51212" name="Rectangle 12">
            <a:extLst>
              <a:ext uri="{FF2B5EF4-FFF2-40B4-BE49-F238E27FC236}">
                <a16:creationId xmlns:a16="http://schemas.microsoft.com/office/drawing/2014/main" id="{0C5EB9BD-943D-A5B1-5920-65FECE369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2850" y="1446213"/>
            <a:ext cx="1871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高斯定理</a:t>
            </a:r>
          </a:p>
        </p:txBody>
      </p:sp>
      <p:sp>
        <p:nvSpPr>
          <p:cNvPr id="51213" name="Rectangle 13">
            <a:extLst>
              <a:ext uri="{FF2B5EF4-FFF2-40B4-BE49-F238E27FC236}">
                <a16:creationId xmlns:a16="http://schemas.microsoft.com/office/drawing/2014/main" id="{84E4F18A-AA64-3E44-0BC6-31CB86E06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600" y="2055813"/>
            <a:ext cx="1871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电势梯度</a:t>
            </a:r>
          </a:p>
        </p:txBody>
      </p:sp>
      <p:sp>
        <p:nvSpPr>
          <p:cNvPr id="51214" name="AutoShape 14">
            <a:extLst>
              <a:ext uri="{FF2B5EF4-FFF2-40B4-BE49-F238E27FC236}">
                <a16:creationId xmlns:a16="http://schemas.microsoft.com/office/drawing/2014/main" id="{25F3393C-0D25-07CF-0009-17631448CAD5}"/>
              </a:ext>
            </a:extLst>
          </p:cNvPr>
          <p:cNvSpPr>
            <a:spLocks/>
          </p:cNvSpPr>
          <p:nvPr/>
        </p:nvSpPr>
        <p:spPr bwMode="auto">
          <a:xfrm>
            <a:off x="7537450" y="1446213"/>
            <a:ext cx="519113" cy="536575"/>
          </a:xfrm>
          <a:prstGeom prst="rightBrace">
            <a:avLst>
              <a:gd name="adj1" fmla="val 28262"/>
              <a:gd name="adj2" fmla="val 50000"/>
            </a:avLst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15" name="Text Box 15">
            <a:extLst>
              <a:ext uri="{FF2B5EF4-FFF2-40B4-BE49-F238E27FC236}">
                <a16:creationId xmlns:a16="http://schemas.microsoft.com/office/drawing/2014/main" id="{9954B07E-1CE6-1BFF-D62F-5D108E5D7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850" y="933450"/>
            <a:ext cx="533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熟练掌握</a:t>
            </a:r>
          </a:p>
        </p:txBody>
      </p:sp>
      <p:sp>
        <p:nvSpPr>
          <p:cNvPr id="51216" name="Rectangle 16">
            <a:extLst>
              <a:ext uri="{FF2B5EF4-FFF2-40B4-BE49-F238E27FC236}">
                <a16:creationId xmlns:a16="http://schemas.microsoft.com/office/drawing/2014/main" id="{DE40ED63-78DC-608E-8FC4-36653B927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187700"/>
            <a:ext cx="3248025" cy="457200"/>
          </a:xfrm>
          <a:prstGeom prst="rect">
            <a:avLst/>
          </a:prstGeom>
          <a:solidFill>
            <a:srgbClr val="CC3300"/>
          </a:solidFill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☆</a:t>
            </a:r>
            <a:r>
              <a:rPr lang="zh-CN" altLang="en-US" b="1">
                <a:solidFill>
                  <a:srgbClr val="FFFF00"/>
                </a:solidFill>
                <a:latin typeface="宋体" pitchFamily="2" charset="-122"/>
              </a:rPr>
              <a:t>计算电势的几种方法</a:t>
            </a:r>
          </a:p>
        </p:txBody>
      </p:sp>
      <p:sp>
        <p:nvSpPr>
          <p:cNvPr id="51217" name="Rectangle 17">
            <a:extLst>
              <a:ext uri="{FF2B5EF4-FFF2-40B4-BE49-F238E27FC236}">
                <a16:creationId xmlns:a16="http://schemas.microsoft.com/office/drawing/2014/main" id="{719A3CBF-1ED2-9F1A-2526-76FBAB81C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0" y="5589588"/>
            <a:ext cx="2484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电势叠加原理</a:t>
            </a:r>
          </a:p>
        </p:txBody>
      </p:sp>
      <p:sp>
        <p:nvSpPr>
          <p:cNvPr id="51218" name="Rectangle 18">
            <a:extLst>
              <a:ext uri="{FF2B5EF4-FFF2-40B4-BE49-F238E27FC236}">
                <a16:creationId xmlns:a16="http://schemas.microsoft.com/office/drawing/2014/main" id="{53A69B0A-3717-A5D6-BAED-2913A0354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550" y="4733925"/>
            <a:ext cx="268605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电势与电场强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   度的积分关系</a:t>
            </a:r>
          </a:p>
        </p:txBody>
      </p:sp>
      <p:graphicFrame>
        <p:nvGraphicFramePr>
          <p:cNvPr id="51219" name="Object 19">
            <a:extLst>
              <a:ext uri="{FF2B5EF4-FFF2-40B4-BE49-F238E27FC236}">
                <a16:creationId xmlns:a16="http://schemas.microsoft.com/office/drawing/2014/main" id="{A4454232-F35E-956E-D711-56C95D4A72DE}"/>
              </a:ext>
            </a:extLst>
          </p:cNvPr>
          <p:cNvGraphicFramePr>
            <a:graphicFrameLocks/>
          </p:cNvGraphicFramePr>
          <p:nvPr/>
        </p:nvGraphicFramePr>
        <p:xfrm>
          <a:off x="1524000" y="4724400"/>
          <a:ext cx="1905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8889" imgH="175066" progId="Equation.3">
                  <p:embed/>
                </p:oleObj>
              </mc:Choice>
              <mc:Fallback>
                <p:oleObj name="Equation" r:id="rId10" imgW="548889" imgH="175066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724400"/>
                        <a:ext cx="1905000" cy="6096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0" name="AutoShape 20">
            <a:extLst>
              <a:ext uri="{FF2B5EF4-FFF2-40B4-BE49-F238E27FC236}">
                <a16:creationId xmlns:a16="http://schemas.microsoft.com/office/drawing/2014/main" id="{B4431B43-CBBF-A746-8F98-32FE09FF1F11}"/>
              </a:ext>
            </a:extLst>
          </p:cNvPr>
          <p:cNvSpPr>
            <a:spLocks/>
          </p:cNvSpPr>
          <p:nvPr/>
        </p:nvSpPr>
        <p:spPr bwMode="auto">
          <a:xfrm>
            <a:off x="7620000" y="5078413"/>
            <a:ext cx="381000" cy="511175"/>
          </a:xfrm>
          <a:prstGeom prst="rightBrace">
            <a:avLst>
              <a:gd name="adj1" fmla="val 23349"/>
              <a:gd name="adj2" fmla="val 50000"/>
            </a:avLst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21" name="Text Box 21">
            <a:extLst>
              <a:ext uri="{FF2B5EF4-FFF2-40B4-BE49-F238E27FC236}">
                <a16:creationId xmlns:a16="http://schemas.microsoft.com/office/drawing/2014/main" id="{AECC6BE6-A9AA-D026-D2AC-D112F9E04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4495800"/>
            <a:ext cx="533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熟练掌握</a:t>
            </a:r>
          </a:p>
        </p:txBody>
      </p:sp>
      <p:graphicFrame>
        <p:nvGraphicFramePr>
          <p:cNvPr id="51222" name="Object 22">
            <a:extLst>
              <a:ext uri="{FF2B5EF4-FFF2-40B4-BE49-F238E27FC236}">
                <a16:creationId xmlns:a16="http://schemas.microsoft.com/office/drawing/2014/main" id="{32BA47F9-5109-110D-F1A2-85BE8C604D9B}"/>
              </a:ext>
            </a:extLst>
          </p:cNvPr>
          <p:cNvGraphicFramePr>
            <a:graphicFrameLocks/>
          </p:cNvGraphicFramePr>
          <p:nvPr/>
        </p:nvGraphicFramePr>
        <p:xfrm>
          <a:off x="4876800" y="2720975"/>
          <a:ext cx="37338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24722" imgH="418961" progId="Equation.3">
                  <p:embed/>
                </p:oleObj>
              </mc:Choice>
              <mc:Fallback>
                <p:oleObj name="Equation" r:id="rId12" imgW="1424722" imgH="418961" progId="Equation.3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720975"/>
                        <a:ext cx="3733800" cy="1428750"/>
                      </a:xfrm>
                      <a:prstGeom prst="rect">
                        <a:avLst/>
                      </a:prstGeom>
                      <a:solidFill>
                        <a:srgbClr val="CC33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3" name="Object 23">
            <a:extLst>
              <a:ext uri="{FF2B5EF4-FFF2-40B4-BE49-F238E27FC236}">
                <a16:creationId xmlns:a16="http://schemas.microsoft.com/office/drawing/2014/main" id="{9B9E2AF7-8E43-8D32-0774-8DDBADC6AEA2}"/>
              </a:ext>
            </a:extLst>
          </p:cNvPr>
          <p:cNvGraphicFramePr>
            <a:graphicFrameLocks/>
          </p:cNvGraphicFramePr>
          <p:nvPr/>
        </p:nvGraphicFramePr>
        <p:xfrm>
          <a:off x="4932363" y="2740025"/>
          <a:ext cx="3600450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58489" imgH="396018" progId="Equation.3">
                  <p:embed/>
                </p:oleObj>
              </mc:Choice>
              <mc:Fallback>
                <p:oleObj name="Equation" r:id="rId14" imgW="1158489" imgH="396018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740025"/>
                        <a:ext cx="3600450" cy="1349375"/>
                      </a:xfrm>
                      <a:prstGeom prst="rect">
                        <a:avLst/>
                      </a:prstGeom>
                      <a:solidFill>
                        <a:srgbClr val="CC33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4" name="Object 24">
            <a:extLst>
              <a:ext uri="{FF2B5EF4-FFF2-40B4-BE49-F238E27FC236}">
                <a16:creationId xmlns:a16="http://schemas.microsoft.com/office/drawing/2014/main" id="{314C6A13-26CC-5E2C-4162-7772EC99F1F9}"/>
              </a:ext>
            </a:extLst>
          </p:cNvPr>
          <p:cNvGraphicFramePr>
            <a:graphicFrameLocks/>
          </p:cNvGraphicFramePr>
          <p:nvPr/>
        </p:nvGraphicFramePr>
        <p:xfrm>
          <a:off x="4932363" y="2840038"/>
          <a:ext cx="3600450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8889" imgH="175066" progId="Equation.3">
                  <p:embed/>
                </p:oleObj>
              </mc:Choice>
              <mc:Fallback>
                <p:oleObj name="Equation" r:id="rId10" imgW="548889" imgH="175066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840038"/>
                        <a:ext cx="3600450" cy="1150937"/>
                      </a:xfrm>
                      <a:prstGeom prst="rect">
                        <a:avLst/>
                      </a:prstGeom>
                      <a:solidFill>
                        <a:srgbClr val="CC3300"/>
                      </a:solidFill>
                      <a:ln w="1270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5" name="Object 25">
            <a:extLst>
              <a:ext uri="{FF2B5EF4-FFF2-40B4-BE49-F238E27FC236}">
                <a16:creationId xmlns:a16="http://schemas.microsoft.com/office/drawing/2014/main" id="{F001749D-3229-F5AF-E6AC-1A5DC99F76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0925" y="2847975"/>
          <a:ext cx="37433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18229" imgH="396018" progId="Equation.3">
                  <p:embed/>
                </p:oleObj>
              </mc:Choice>
              <mc:Fallback>
                <p:oleObj name="Equation" r:id="rId17" imgW="1318229" imgH="396018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925" y="2847975"/>
                        <a:ext cx="3743325" cy="1136650"/>
                      </a:xfrm>
                      <a:prstGeom prst="rect">
                        <a:avLst/>
                      </a:prstGeom>
                      <a:solidFill>
                        <a:srgbClr val="CC33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6" name="Object 26">
            <a:extLst>
              <a:ext uri="{FF2B5EF4-FFF2-40B4-BE49-F238E27FC236}">
                <a16:creationId xmlns:a16="http://schemas.microsoft.com/office/drawing/2014/main" id="{44AD4975-71BD-B6EF-324C-73C35A5609CF}"/>
              </a:ext>
            </a:extLst>
          </p:cNvPr>
          <p:cNvGraphicFramePr>
            <a:graphicFrameLocks/>
          </p:cNvGraphicFramePr>
          <p:nvPr/>
        </p:nvGraphicFramePr>
        <p:xfrm>
          <a:off x="4859338" y="2828925"/>
          <a:ext cx="381635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6309" imgH="396018" progId="Equation.3">
                  <p:embed/>
                </p:oleObj>
              </mc:Choice>
              <mc:Fallback>
                <p:oleObj name="Equation" r:id="rId2" imgW="1196309" imgH="396018" progId="Equation.3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828925"/>
                        <a:ext cx="3816350" cy="1173163"/>
                      </a:xfrm>
                      <a:prstGeom prst="rect">
                        <a:avLst/>
                      </a:prstGeom>
                      <a:solidFill>
                        <a:srgbClr val="CC3300"/>
                      </a:solidFill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27" name="Picture 27" descr="j0293240">
            <a:extLst>
              <a:ext uri="{FF2B5EF4-FFF2-40B4-BE49-F238E27FC236}">
                <a16:creationId xmlns:a16="http://schemas.microsoft.com/office/drawing/2014/main" id="{1DC68109-9A63-DC4B-7BD7-109C20E6D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1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1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12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1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1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  <p:bldP spid="51203" grpId="0" autoUpdateAnimBg="0"/>
      <p:bldP spid="51208" grpId="0" autoUpdateAnimBg="0"/>
      <p:bldP spid="51211" grpId="0" autoUpdateAnimBg="0"/>
      <p:bldP spid="51212" grpId="0" autoUpdateAnimBg="0"/>
      <p:bldP spid="51213" grpId="0" autoUpdateAnimBg="0"/>
      <p:bldP spid="51214" grpId="0" animBg="1"/>
      <p:bldP spid="51215" grpId="0" autoUpdateAnimBg="0"/>
      <p:bldP spid="51216" grpId="0" animBg="1" autoUpdateAnimBg="0"/>
      <p:bldP spid="51217" grpId="0" autoUpdateAnimBg="0"/>
      <p:bldP spid="51218" grpId="0" autoUpdateAnimBg="0"/>
      <p:bldP spid="51220" grpId="0" animBg="1"/>
      <p:bldP spid="5122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524FB50-FBD3-E90E-6519-4AD4FAF53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22225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30CDE90-871E-89EE-4FB9-6752F7C49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825" y="18732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F517482B-6DA7-703F-4E81-954AEDCED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22225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66FFFF"/>
                </a:solidFill>
                <a:ea typeface="仿宋_GB2312" pitchFamily="49" charset="-122"/>
              </a:rPr>
              <a:t>（</a:t>
            </a:r>
            <a:r>
              <a:rPr lang="en-US" altLang="zh-CN" b="1">
                <a:solidFill>
                  <a:srgbClr val="66FFFF"/>
                </a:solidFill>
                <a:ea typeface="仿宋_GB2312" pitchFamily="49" charset="-122"/>
              </a:rPr>
              <a:t>2</a:t>
            </a:r>
            <a:r>
              <a:rPr lang="zh-CN" altLang="en-US" b="1">
                <a:solidFill>
                  <a:srgbClr val="66FFFF"/>
                </a:solidFill>
                <a:ea typeface="仿宋_GB2312" pitchFamily="49" charset="-122"/>
              </a:rPr>
              <a:t>，</a:t>
            </a:r>
            <a:r>
              <a:rPr lang="en-US" altLang="zh-CN" b="1">
                <a:solidFill>
                  <a:srgbClr val="66FFFF"/>
                </a:solidFill>
                <a:ea typeface="仿宋_GB2312" pitchFamily="49" charset="-122"/>
              </a:rPr>
              <a:t>3</a:t>
            </a:r>
            <a:r>
              <a:rPr lang="zh-CN" altLang="en-US" b="1">
                <a:solidFill>
                  <a:srgbClr val="66FFFF"/>
                </a:solidFill>
                <a:ea typeface="仿宋_GB2312" pitchFamily="49" charset="-122"/>
              </a:rPr>
              <a:t>，</a:t>
            </a:r>
            <a:r>
              <a:rPr lang="en-US" altLang="zh-CN" b="1">
                <a:solidFill>
                  <a:srgbClr val="66FFFF"/>
                </a:solidFill>
                <a:ea typeface="仿宋_GB2312" pitchFamily="49" charset="-122"/>
              </a:rPr>
              <a:t>0</a:t>
            </a:r>
            <a:r>
              <a:rPr lang="zh-CN" altLang="en-US" b="1">
                <a:solidFill>
                  <a:srgbClr val="66FFFF"/>
                </a:solidFill>
                <a:ea typeface="仿宋_GB2312" pitchFamily="49" charset="-122"/>
              </a:rPr>
              <a:t>）</a:t>
            </a:r>
            <a:r>
              <a:rPr lang="zh-CN" altLang="en-US" b="1">
                <a:latin typeface="宋体" panose="02010600030101010101" pitchFamily="2" charset="-122"/>
              </a:rPr>
              <a:t>点的电场强度。</a:t>
            </a:r>
            <a:r>
              <a:rPr lang="zh-CN" altLang="en-US" b="1">
                <a:solidFill>
                  <a:srgbClr val="FFFF00"/>
                </a:solidFill>
              </a:rPr>
              <a:t>                                         </a:t>
            </a:r>
          </a:p>
        </p:txBody>
      </p:sp>
      <p:sp>
        <p:nvSpPr>
          <p:cNvPr id="62469" name="Text Box 5">
            <a:extLst>
              <a:ext uri="{FF2B5EF4-FFF2-40B4-BE49-F238E27FC236}">
                <a16:creationId xmlns:a16="http://schemas.microsoft.com/office/drawing/2014/main" id="{0B085C6A-FF64-3368-7BAD-701EE9E59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2286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已知</a:t>
            </a:r>
          </a:p>
        </p:txBody>
      </p:sp>
      <p:graphicFrame>
        <p:nvGraphicFramePr>
          <p:cNvPr id="62470" name="Object 6">
            <a:extLst>
              <a:ext uri="{FF2B5EF4-FFF2-40B4-BE49-F238E27FC236}">
                <a16:creationId xmlns:a16="http://schemas.microsoft.com/office/drawing/2014/main" id="{9ACECEC6-7CE5-3973-8694-FB96D7BB84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12725"/>
          <a:ext cx="29654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18616" imgH="441905" progId="Equation.3">
                  <p:embed/>
                </p:oleObj>
              </mc:Choice>
              <mc:Fallback>
                <p:oleObj name="Equation" r:id="rId2" imgW="2918616" imgH="441905" progId="Equation.3">
                  <p:embed/>
                  <p:pic>
                    <p:nvPicPr>
                      <p:cNvPr id="62470" name="Object 6">
                        <a:extLst>
                          <a:ext uri="{FF2B5EF4-FFF2-40B4-BE49-F238E27FC236}">
                            <a16:creationId xmlns:a16="http://schemas.microsoft.com/office/drawing/2014/main" id="{9ACECEC6-7CE5-3973-8694-FB96D7BB84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12725"/>
                        <a:ext cx="296545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1" name="Text Box 7">
            <a:extLst>
              <a:ext uri="{FF2B5EF4-FFF2-40B4-BE49-F238E27FC236}">
                <a16:creationId xmlns:a16="http://schemas.microsoft.com/office/drawing/2014/main" id="{0B42AC44-215F-833A-7FEA-EFCD08EF0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" y="115252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62472" name="Object 8">
            <a:extLst>
              <a:ext uri="{FF2B5EF4-FFF2-40B4-BE49-F238E27FC236}">
                <a16:creationId xmlns:a16="http://schemas.microsoft.com/office/drawing/2014/main" id="{6712D40D-ABDB-6A07-D36B-D34919C3E7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" y="1000125"/>
          <a:ext cx="4254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13953" imgH="792535" progId="Equation.3">
                  <p:embed/>
                </p:oleObj>
              </mc:Choice>
              <mc:Fallback>
                <p:oleObj name="Equation" r:id="rId4" imgW="4213953" imgH="792535" progId="Equation.3">
                  <p:embed/>
                  <p:pic>
                    <p:nvPicPr>
                      <p:cNvPr id="62472" name="Object 8">
                        <a:extLst>
                          <a:ext uri="{FF2B5EF4-FFF2-40B4-BE49-F238E27FC236}">
                            <a16:creationId xmlns:a16="http://schemas.microsoft.com/office/drawing/2014/main" id="{6712D40D-ABDB-6A07-D36B-D34919C3E7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1000125"/>
                        <a:ext cx="4254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3" name="Object 9">
            <a:extLst>
              <a:ext uri="{FF2B5EF4-FFF2-40B4-BE49-F238E27FC236}">
                <a16:creationId xmlns:a16="http://schemas.microsoft.com/office/drawing/2014/main" id="{7F33ACB6-8514-B756-1DEF-CD91E18FD0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625" y="2030413"/>
          <a:ext cx="31035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78356" imgH="868846" progId="Equation.3">
                  <p:embed/>
                </p:oleObj>
              </mc:Choice>
              <mc:Fallback>
                <p:oleObj name="Equation" r:id="rId6" imgW="3078356" imgH="868846" progId="Equation.3">
                  <p:embed/>
                  <p:pic>
                    <p:nvPicPr>
                      <p:cNvPr id="62473" name="Object 9">
                        <a:extLst>
                          <a:ext uri="{FF2B5EF4-FFF2-40B4-BE49-F238E27FC236}">
                            <a16:creationId xmlns:a16="http://schemas.microsoft.com/office/drawing/2014/main" id="{7F33ACB6-8514-B756-1DEF-CD91E18FD0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2030413"/>
                        <a:ext cx="310356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4" name="Object 10">
            <a:extLst>
              <a:ext uri="{FF2B5EF4-FFF2-40B4-BE49-F238E27FC236}">
                <a16:creationId xmlns:a16="http://schemas.microsoft.com/office/drawing/2014/main" id="{9DE684A0-10C2-44F0-5871-09ED4A374A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2133600"/>
          <a:ext cx="39179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08904" imgH="464848" progId="Equation.3">
                  <p:embed/>
                </p:oleObj>
              </mc:Choice>
              <mc:Fallback>
                <p:oleObj name="Equation" r:id="rId8" imgW="3908904" imgH="464848" progId="Equation.3">
                  <p:embed/>
                  <p:pic>
                    <p:nvPicPr>
                      <p:cNvPr id="62474" name="Object 10">
                        <a:extLst>
                          <a:ext uri="{FF2B5EF4-FFF2-40B4-BE49-F238E27FC236}">
                            <a16:creationId xmlns:a16="http://schemas.microsoft.com/office/drawing/2014/main" id="{9DE684A0-10C2-44F0-5871-09ED4A374A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133600"/>
                        <a:ext cx="39179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5" name="Object 11">
            <a:extLst>
              <a:ext uri="{FF2B5EF4-FFF2-40B4-BE49-F238E27FC236}">
                <a16:creationId xmlns:a16="http://schemas.microsoft.com/office/drawing/2014/main" id="{AD3C4016-5D37-9A26-ABAF-6CAE09CB88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" y="2951163"/>
          <a:ext cx="313213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09209" imgH="792535" progId="Equation.3">
                  <p:embed/>
                </p:oleObj>
              </mc:Choice>
              <mc:Fallback>
                <p:oleObj name="公式" r:id="rId10" imgW="3109209" imgH="792535" progId="Equation.3">
                  <p:embed/>
                  <p:pic>
                    <p:nvPicPr>
                      <p:cNvPr id="62475" name="Object 11">
                        <a:extLst>
                          <a:ext uri="{FF2B5EF4-FFF2-40B4-BE49-F238E27FC236}">
                            <a16:creationId xmlns:a16="http://schemas.microsoft.com/office/drawing/2014/main" id="{AD3C4016-5D37-9A26-ABAF-6CAE09CB88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2951163"/>
                        <a:ext cx="3132138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476" name="Picture 12">
            <a:extLst>
              <a:ext uri="{FF2B5EF4-FFF2-40B4-BE49-F238E27FC236}">
                <a16:creationId xmlns:a16="http://schemas.microsoft.com/office/drawing/2014/main" id="{8F030C3D-C673-A7DD-D45F-0C46FB1B1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2">
            <a:extLst>
              <a:ext uri="{FF2B5EF4-FFF2-40B4-BE49-F238E27FC236}">
                <a16:creationId xmlns:a16="http://schemas.microsoft.com/office/drawing/2014/main" id="{A2D0A5F4-5D2B-EECC-A615-F81205BAF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3976688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例： 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E8D5FCE1-8C41-EC1D-B619-C2255C681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" y="3954463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计算均匀带电圆盘轴线上任一点的场强</a:t>
            </a:r>
          </a:p>
        </p:txBody>
      </p:sp>
      <p:graphicFrame>
        <p:nvGraphicFramePr>
          <p:cNvPr id="15" name="Object 2">
            <a:extLst>
              <a:ext uri="{FF2B5EF4-FFF2-40B4-BE49-F238E27FC236}">
                <a16:creationId xmlns:a16="http://schemas.microsoft.com/office/drawing/2014/main" id="{7C25C1A2-6718-9CC2-E463-266A9F719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64575" y="4891088"/>
          <a:ext cx="3810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91564" imgH="99254" progId="Equation.3">
                  <p:embed/>
                </p:oleObj>
              </mc:Choice>
              <mc:Fallback>
                <p:oleObj name="公式" r:id="rId13" imgW="91564" imgH="99254" progId="Equation.3">
                  <p:embed/>
                  <p:pic>
                    <p:nvPicPr>
                      <p:cNvPr id="15" name="Object 2">
                        <a:extLst>
                          <a:ext uri="{FF2B5EF4-FFF2-40B4-BE49-F238E27FC236}">
                            <a16:creationId xmlns:a16="http://schemas.microsoft.com/office/drawing/2014/main" id="{7C25C1A2-6718-9CC2-E463-266A9F719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4575" y="4891088"/>
                        <a:ext cx="381000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">
            <a:extLst>
              <a:ext uri="{FF2B5EF4-FFF2-40B4-BE49-F238E27FC236}">
                <a16:creationId xmlns:a16="http://schemas.microsoft.com/office/drawing/2014/main" id="{A33AEC9F-2F00-3F98-1884-8207CDDBB9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02575" y="5424488"/>
          <a:ext cx="45720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14456" imgH="129679" progId="Equation.3">
                  <p:embed/>
                </p:oleObj>
              </mc:Choice>
              <mc:Fallback>
                <p:oleObj name="公式" r:id="rId15" imgW="114456" imgH="129679" progId="Equation.3">
                  <p:embed/>
                  <p:pic>
                    <p:nvPicPr>
                      <p:cNvPr id="16" name="Object 3">
                        <a:extLst>
                          <a:ext uri="{FF2B5EF4-FFF2-40B4-BE49-F238E27FC236}">
                            <a16:creationId xmlns:a16="http://schemas.microsoft.com/office/drawing/2014/main" id="{A33AEC9F-2F00-3F98-1884-8207CDDBB9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2575" y="5424488"/>
                        <a:ext cx="45720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313C1BD5-0681-284A-FB00-5235FB1F76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0388" y="4470400"/>
          <a:ext cx="31559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394367" imgH="396018" progId="Equation.3">
                  <p:embed/>
                </p:oleObj>
              </mc:Choice>
              <mc:Fallback>
                <p:oleObj name="公式" r:id="rId17" imgW="1394367" imgH="396018" progId="Equation.3">
                  <p:embed/>
                  <p:pic>
                    <p:nvPicPr>
                      <p:cNvPr id="17" name="Object 4">
                        <a:extLst>
                          <a:ext uri="{FF2B5EF4-FFF2-40B4-BE49-F238E27FC236}">
                            <a16:creationId xmlns:a16="http://schemas.microsoft.com/office/drawing/2014/main" id="{313C1BD5-0681-284A-FB00-5235FB1F76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388" y="4470400"/>
                        <a:ext cx="31559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177F80A0-3780-3F67-57E6-99A5893EBB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4575" y="5327650"/>
          <a:ext cx="1954213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853440" imgH="358112" progId="Equation.3">
                  <p:embed/>
                </p:oleObj>
              </mc:Choice>
              <mc:Fallback>
                <p:oleObj name="公式" r:id="rId19" imgW="853440" imgH="358112" progId="Equation.3">
                  <p:embed/>
                  <p:pic>
                    <p:nvPicPr>
                      <p:cNvPr id="18" name="Object 5">
                        <a:extLst>
                          <a:ext uri="{FF2B5EF4-FFF2-40B4-BE49-F238E27FC236}">
                            <a16:creationId xmlns:a16="http://schemas.microsoft.com/office/drawing/2014/main" id="{177F80A0-3780-3F67-57E6-99A5893EBB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5327650"/>
                        <a:ext cx="1954213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8">
            <a:extLst>
              <a:ext uri="{FF2B5EF4-FFF2-40B4-BE49-F238E27FC236}">
                <a16:creationId xmlns:a16="http://schemas.microsoft.com/office/drawing/2014/main" id="{36BFBF13-A39A-5A76-5849-2A166E86F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45974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解： </a:t>
            </a: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6D7C9D89-F2CD-4A6C-47F1-BD37BC041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4525963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已知：</a:t>
            </a:r>
          </a:p>
        </p:txBody>
      </p:sp>
      <p:graphicFrame>
        <p:nvGraphicFramePr>
          <p:cNvPr id="21" name="Object 6">
            <a:extLst>
              <a:ext uri="{FF2B5EF4-FFF2-40B4-BE49-F238E27FC236}">
                <a16:creationId xmlns:a16="http://schemas.microsoft.com/office/drawing/2014/main" id="{7B62C528-81D1-1D44-B829-49373AF3A4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4825" y="5327650"/>
          <a:ext cx="304482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348584" imgH="441905" progId="Equation.3">
                  <p:embed/>
                </p:oleObj>
              </mc:Choice>
              <mc:Fallback>
                <p:oleObj name="公式" r:id="rId21" imgW="1348584" imgH="441905" progId="Equation.3">
                  <p:embed/>
                  <p:pic>
                    <p:nvPicPr>
                      <p:cNvPr id="21" name="Object 6">
                        <a:extLst>
                          <a:ext uri="{FF2B5EF4-FFF2-40B4-BE49-F238E27FC236}">
                            <a16:creationId xmlns:a16="http://schemas.microsoft.com/office/drawing/2014/main" id="{7B62C528-81D1-1D44-B829-49373AF3A4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5327650"/>
                        <a:ext cx="304482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CB46A12F-2B9E-73DB-530E-C6740F3B9AE2}"/>
              </a:ext>
            </a:extLst>
          </p:cNvPr>
          <p:cNvGrpSpPr>
            <a:grpSpLocks/>
          </p:cNvGrpSpPr>
          <p:nvPr/>
        </p:nvGrpSpPr>
        <p:grpSpPr bwMode="auto">
          <a:xfrm>
            <a:off x="6302375" y="4052888"/>
            <a:ext cx="1479550" cy="2362200"/>
            <a:chOff x="4032" y="2592"/>
            <a:chExt cx="932" cy="1488"/>
          </a:xfrm>
        </p:grpSpPr>
        <p:graphicFrame>
          <p:nvGraphicFramePr>
            <p:cNvPr id="21536" name="Object 7">
              <a:extLst>
                <a:ext uri="{FF2B5EF4-FFF2-40B4-BE49-F238E27FC236}">
                  <a16:creationId xmlns:a16="http://schemas.microsoft.com/office/drawing/2014/main" id="{87FCD3C9-908A-526B-5EF5-9C227E4755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19" y="3508"/>
            <a:ext cx="19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91564" imgH="129679" progId="Equation.3">
                    <p:embed/>
                  </p:oleObj>
                </mc:Choice>
                <mc:Fallback>
                  <p:oleObj name="公式" r:id="rId23" imgW="91564" imgH="129679" progId="Equation.3">
                    <p:embed/>
                    <p:pic>
                      <p:nvPicPr>
                        <p:cNvPr id="21536" name="Object 7">
                          <a:extLst>
                            <a:ext uri="{FF2B5EF4-FFF2-40B4-BE49-F238E27FC236}">
                              <a16:creationId xmlns:a16="http://schemas.microsoft.com/office/drawing/2014/main" id="{87FCD3C9-908A-526B-5EF5-9C227E4755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9" y="3508"/>
                          <a:ext cx="190" cy="22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666699"/>
                            </a:gs>
                            <a:gs pos="100000">
                              <a:srgbClr val="2F2F47"/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7" name="Object 8">
              <a:extLst>
                <a:ext uri="{FF2B5EF4-FFF2-40B4-BE49-F238E27FC236}">
                  <a16:creationId xmlns:a16="http://schemas.microsoft.com/office/drawing/2014/main" id="{C4721697-81F1-2AD2-E423-D6CE63B61C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19" y="2613"/>
            <a:ext cx="266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37347" imgH="137160" progId="Equation.3">
                    <p:embed/>
                  </p:oleObj>
                </mc:Choice>
                <mc:Fallback>
                  <p:oleObj name="公式" r:id="rId25" imgW="137347" imgH="137160" progId="Equation.3">
                    <p:embed/>
                    <p:pic>
                      <p:nvPicPr>
                        <p:cNvPr id="21537" name="Object 8">
                          <a:extLst>
                            <a:ext uri="{FF2B5EF4-FFF2-40B4-BE49-F238E27FC236}">
                              <a16:creationId xmlns:a16="http://schemas.microsoft.com/office/drawing/2014/main" id="{C4721697-81F1-2AD2-E423-D6CE63B61C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9" y="2613"/>
                          <a:ext cx="266" cy="238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666699"/>
                            </a:gs>
                            <a:gs pos="100000">
                              <a:srgbClr val="2F2F47"/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8" name="Oval 24">
              <a:extLst>
                <a:ext uri="{FF2B5EF4-FFF2-40B4-BE49-F238E27FC236}">
                  <a16:creationId xmlns:a16="http://schemas.microsoft.com/office/drawing/2014/main" id="{A2CBABD7-BA2D-9E08-EF6A-4E56FDB43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592"/>
              <a:ext cx="836" cy="1488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39" name="Oval 25">
              <a:extLst>
                <a:ext uri="{FF2B5EF4-FFF2-40B4-BE49-F238E27FC236}">
                  <a16:creationId xmlns:a16="http://schemas.microsoft.com/office/drawing/2014/main" id="{135CB517-518F-B030-11AF-B2D6C4D32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592"/>
              <a:ext cx="836" cy="1488"/>
            </a:xfrm>
            <a:prstGeom prst="ellipse">
              <a:avLst/>
            </a:prstGeom>
            <a:gradFill rotWithShape="0">
              <a:gsLst>
                <a:gs pos="0">
                  <a:srgbClr val="005E76"/>
                </a:gs>
                <a:gs pos="100000">
                  <a:srgbClr val="00CCFF"/>
                </a:gs>
              </a:gsLst>
              <a:lin ang="189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graphicFrame>
        <p:nvGraphicFramePr>
          <p:cNvPr id="27" name="Object 9">
            <a:extLst>
              <a:ext uri="{FF2B5EF4-FFF2-40B4-BE49-F238E27FC236}">
                <a16:creationId xmlns:a16="http://schemas.microsoft.com/office/drawing/2014/main" id="{B8A1C81D-F391-417E-4C6C-B9AD941C94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8175" y="4433888"/>
          <a:ext cx="4572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14456" imgH="129679" progId="Equation.3">
                  <p:embed/>
                </p:oleObj>
              </mc:Choice>
              <mc:Fallback>
                <p:oleObj name="公式" r:id="rId27" imgW="114456" imgH="129679" progId="Equation.3">
                  <p:embed/>
                  <p:pic>
                    <p:nvPicPr>
                      <p:cNvPr id="27" name="Object 9">
                        <a:extLst>
                          <a:ext uri="{FF2B5EF4-FFF2-40B4-BE49-F238E27FC236}">
                            <a16:creationId xmlns:a16="http://schemas.microsoft.com/office/drawing/2014/main" id="{B8A1C81D-F391-417E-4C6C-B9AD941C94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8175" y="4433888"/>
                        <a:ext cx="4572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">
            <a:extLst>
              <a:ext uri="{FF2B5EF4-FFF2-40B4-BE49-F238E27FC236}">
                <a16:creationId xmlns:a16="http://schemas.microsoft.com/office/drawing/2014/main" id="{318C4A65-11F3-FE1F-C5AE-FAFF02BD11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9575" y="5119688"/>
          <a:ext cx="381000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91564" imgH="99254" progId="Equation.3">
                  <p:embed/>
                </p:oleObj>
              </mc:Choice>
              <mc:Fallback>
                <p:oleObj name="公式" r:id="rId29" imgW="91564" imgH="99254" progId="Equation.3">
                  <p:embed/>
                  <p:pic>
                    <p:nvPicPr>
                      <p:cNvPr id="28" name="Object 10">
                        <a:extLst>
                          <a:ext uri="{FF2B5EF4-FFF2-40B4-BE49-F238E27FC236}">
                            <a16:creationId xmlns:a16="http://schemas.microsoft.com/office/drawing/2014/main" id="{318C4A65-11F3-FE1F-C5AE-FAFF02BD11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9575" y="5119688"/>
                        <a:ext cx="381000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Line 28">
            <a:extLst>
              <a:ext uri="{FF2B5EF4-FFF2-40B4-BE49-F238E27FC236}">
                <a16:creationId xmlns:a16="http://schemas.microsoft.com/office/drawing/2014/main" id="{7D7DADA4-3C9C-A3D4-083F-9C5C29BE397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59575" y="4205288"/>
            <a:ext cx="381000" cy="106203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" name="Object 11">
            <a:extLst>
              <a:ext uri="{FF2B5EF4-FFF2-40B4-BE49-F238E27FC236}">
                <a16:creationId xmlns:a16="http://schemas.microsoft.com/office/drawing/2014/main" id="{AFA8767E-5EA3-A8C9-E423-08B7D8919E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92975" y="5500688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114456" imgH="99254" progId="Equation.3">
                  <p:embed/>
                </p:oleObj>
              </mc:Choice>
              <mc:Fallback>
                <p:oleObj name="公式" r:id="rId31" imgW="114456" imgH="99254" progId="Equation.3">
                  <p:embed/>
                  <p:pic>
                    <p:nvPicPr>
                      <p:cNvPr id="30" name="Object 11">
                        <a:extLst>
                          <a:ext uri="{FF2B5EF4-FFF2-40B4-BE49-F238E27FC236}">
                            <a16:creationId xmlns:a16="http://schemas.microsoft.com/office/drawing/2014/main" id="{AFA8767E-5EA3-A8C9-E423-08B7D8919E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2975" y="5500688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2">
            <a:extLst>
              <a:ext uri="{FF2B5EF4-FFF2-40B4-BE49-F238E27FC236}">
                <a16:creationId xmlns:a16="http://schemas.microsoft.com/office/drawing/2014/main" id="{08619D8B-D0AE-1374-FE57-5003F0EFFD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1625" y="4625975"/>
          <a:ext cx="4778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14456" imgH="152622" progId="Equation.DSMT4">
                  <p:embed/>
                </p:oleObj>
              </mc:Choice>
              <mc:Fallback>
                <p:oleObj name="Equation" r:id="rId33" imgW="114456" imgH="152622" progId="Equation.DSMT4">
                  <p:embed/>
                  <p:pic>
                    <p:nvPicPr>
                      <p:cNvPr id="31" name="Object 12">
                        <a:extLst>
                          <a:ext uri="{FF2B5EF4-FFF2-40B4-BE49-F238E27FC236}">
                            <a16:creationId xmlns:a16="http://schemas.microsoft.com/office/drawing/2014/main" id="{08619D8B-D0AE-1374-FE57-5003F0EFFD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25" y="4625975"/>
                        <a:ext cx="4778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Line 31">
            <a:extLst>
              <a:ext uri="{FF2B5EF4-FFF2-40B4-BE49-F238E27FC236}">
                <a16:creationId xmlns:a16="http://schemas.microsoft.com/office/drawing/2014/main" id="{FDC72FD0-AE5C-E071-190D-CA41CF5D39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0575" y="5272088"/>
            <a:ext cx="17526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588C024-4F09-D328-BD58-555898295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4975" y="5195888"/>
            <a:ext cx="152400" cy="130175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41924F07-4A1C-B795-9203-76D45FFD96A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375" y="5272088"/>
            <a:ext cx="609600" cy="0"/>
          </a:xfrm>
          <a:prstGeom prst="line">
            <a:avLst/>
          </a:prstGeom>
          <a:noFill/>
          <a:ln w="4445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35" name="Picture 16" descr="j0293240">
            <a:extLst>
              <a:ext uri="{FF2B5EF4-FFF2-40B4-BE49-F238E27FC236}">
                <a16:creationId xmlns:a16="http://schemas.microsoft.com/office/drawing/2014/main" id="{2A670B8A-6239-19E2-E588-2D2BD6720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900" y="10137775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2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2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autoUpdateAnimBg="0"/>
      <p:bldP spid="62467" grpId="0" autoUpdateAnimBg="0"/>
      <p:bldP spid="62468" grpId="0" autoUpdateAnimBg="0"/>
      <p:bldP spid="62469" grpId="0" autoUpdateAnimBg="0"/>
      <p:bldP spid="62471" grpId="0" autoUpdateAnimBg="0"/>
      <p:bldP spid="13" grpId="0" build="p" autoUpdateAnimBg="0"/>
      <p:bldP spid="14" grpId="0" build="p" autoUpdateAnimBg="0" advAuto="0"/>
      <p:bldP spid="19" grpId="0" build="p" autoUpdateAnimBg="0"/>
      <p:bldP spid="20" grpId="0" build="p" autoUpdateAnimBg="0"/>
      <p:bldP spid="33" grpId="0" animBg="1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4427</TotalTime>
  <Words>1066</Words>
  <Application>Microsoft Office PowerPoint</Application>
  <PresentationFormat>全屏显示(4:3)</PresentationFormat>
  <Paragraphs>191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仿宋_GB2312</vt:lpstr>
      <vt:lpstr>黑体</vt:lpstr>
      <vt:lpstr>楷体_GB2312</vt:lpstr>
      <vt:lpstr>隶书</vt:lpstr>
      <vt:lpstr>宋体</vt:lpstr>
      <vt:lpstr>Arial</vt:lpstr>
      <vt:lpstr>Book Antiqua</vt:lpstr>
      <vt:lpstr>Bookman Old Style</vt:lpstr>
      <vt:lpstr>Symbol</vt:lpstr>
      <vt:lpstr>Times New Roman</vt:lpstr>
      <vt:lpstr>Wingdings</vt:lpstr>
      <vt:lpstr>1_默认设计模板</vt:lpstr>
      <vt:lpstr>Equation</vt:lpstr>
      <vt:lpstr>公式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zhaoshumin</dc:creator>
  <cp:lastModifiedBy>davidly .</cp:lastModifiedBy>
  <cp:revision>144</cp:revision>
  <dcterms:created xsi:type="dcterms:W3CDTF">2004-03-24T15:33:38Z</dcterms:created>
  <dcterms:modified xsi:type="dcterms:W3CDTF">2025-04-28T14:06:36Z</dcterms:modified>
</cp:coreProperties>
</file>